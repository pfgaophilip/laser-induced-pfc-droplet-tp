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C3-E01 · Independent-event statistical model</a:t>
            </a:r>
          </a:p>
        </p:txBody>
      </p:sp>
      <p:cxnSp>
        <p:nvCxnSpPr>
          <p:cNvPr id="3" name="C3-E01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1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1 line 3" descr="sci-ppt:o003"/>
          <p:cNvCxnSpPr/>
          <p:nvPr/>
        </p:nvCxnSpPr>
        <p:spPr>
          <a:xfrm>
            <a:off x="113791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1 line 4" descr="sci-ppt:o004"/>
          <p:cNvCxnSpPr/>
          <p:nvPr/>
        </p:nvCxnSpPr>
        <p:spPr>
          <a:xfrm>
            <a:off x="113791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1 text 5" descr="sci-ppt:o005"/>
          <p:cNvSpPr txBox="1"/>
          <p:nvPr/>
        </p:nvSpPr>
        <p:spPr>
          <a:xfrm>
            <a:off x="68071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8" name="C3-E01 line 6" descr="sci-ppt:o006"/>
          <p:cNvCxnSpPr/>
          <p:nvPr/>
        </p:nvCxnSpPr>
        <p:spPr>
          <a:xfrm>
            <a:off x="300058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1 line 7" descr="sci-ppt:o007"/>
          <p:cNvCxnSpPr/>
          <p:nvPr/>
        </p:nvCxnSpPr>
        <p:spPr>
          <a:xfrm>
            <a:off x="300058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1 text 8" descr="sci-ppt:o008"/>
          <p:cNvSpPr txBox="1"/>
          <p:nvPr/>
        </p:nvSpPr>
        <p:spPr>
          <a:xfrm>
            <a:off x="254338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11" name="C3-E01 line 9" descr="sci-ppt:o009"/>
          <p:cNvCxnSpPr/>
          <p:nvPr/>
        </p:nvCxnSpPr>
        <p:spPr>
          <a:xfrm>
            <a:off x="4863253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1 line 10" descr="sci-ppt:o010"/>
          <p:cNvCxnSpPr/>
          <p:nvPr/>
        </p:nvCxnSpPr>
        <p:spPr>
          <a:xfrm>
            <a:off x="4863253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1 text 11" descr="sci-ppt:o011"/>
          <p:cNvSpPr txBox="1"/>
          <p:nvPr/>
        </p:nvSpPr>
        <p:spPr>
          <a:xfrm>
            <a:off x="4406053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3-E01 line 12" descr="sci-ppt:o012"/>
          <p:cNvCxnSpPr/>
          <p:nvPr/>
        </p:nvCxnSpPr>
        <p:spPr>
          <a:xfrm>
            <a:off x="672591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1 line 13" descr="sci-ppt:o013"/>
          <p:cNvCxnSpPr/>
          <p:nvPr/>
        </p:nvCxnSpPr>
        <p:spPr>
          <a:xfrm>
            <a:off x="672591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1 text 14" descr="sci-ppt:o014"/>
          <p:cNvSpPr txBox="1"/>
          <p:nvPr/>
        </p:nvSpPr>
        <p:spPr>
          <a:xfrm>
            <a:off x="626871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17" name="C3-E01 line 15" descr="sci-ppt:o015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1 line 16" descr="sci-ppt:o016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01 text 17" descr="sci-ppt:o017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20" name="C3-E01 line 18" descr="sci-ppt:o018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01 line 19" descr="sci-ppt:o019"/>
          <p:cNvCxnSpPr/>
          <p:nvPr/>
        </p:nvCxnSpPr>
        <p:spPr>
          <a:xfrm>
            <a:off x="914400" y="41583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01 text 20" descr="sci-ppt:o020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3" name="C3-E01 line 21" descr="sci-ppt:o021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01 line 22" descr="sci-ppt:o022"/>
          <p:cNvCxnSpPr/>
          <p:nvPr/>
        </p:nvCxnSpPr>
        <p:spPr>
          <a:xfrm>
            <a:off x="914400" y="32874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01 text 23" descr="sci-ppt:o023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6" name="C3-E01 line 24" descr="sci-ppt:o024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01 line 25" descr="sci-ppt:o025"/>
          <p:cNvCxnSpPr/>
          <p:nvPr/>
        </p:nvCxnSpPr>
        <p:spPr>
          <a:xfrm>
            <a:off x="914400" y="2416628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01 text 26" descr="sci-ppt:o026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29" name="C3-E01 line 27" descr="sci-ppt:o027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01 line 28" descr="sci-ppt:o028"/>
          <p:cNvCxnSpPr/>
          <p:nvPr/>
        </p:nvCxnSpPr>
        <p:spPr>
          <a:xfrm>
            <a:off x="914400" y="15457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3-E01 text 29" descr="sci-ppt:o029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sp>
        <p:nvSpPr>
          <p:cNvPr id="32" name="C3-E01 text 30" descr="sci-ppt:o030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activated sites N_b</a:t>
            </a:r>
          </a:p>
        </p:txBody>
      </p:sp>
      <p:sp>
        <p:nvSpPr>
          <p:cNvPr id="33" name="C3-E01 text 31" descr="sci-ppt:o031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probability</a:t>
            </a:r>
          </a:p>
        </p:txBody>
      </p:sp>
      <p:sp>
        <p:nvSpPr>
          <p:cNvPr id="34" name="C3-E01 rect 32" descr="sci-ppt:o032"/>
          <p:cNvSpPr/>
          <p:nvPr/>
        </p:nvSpPr>
        <p:spPr>
          <a:xfrm>
            <a:off x="988906" y="5029199"/>
            <a:ext cx="298026" cy="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01 rect 33" descr="sci-ppt:o033"/>
          <p:cNvSpPr/>
          <p:nvPr/>
        </p:nvSpPr>
        <p:spPr>
          <a:xfrm>
            <a:off x="1361439" y="5029199"/>
            <a:ext cx="298026" cy="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01 rect 34" descr="sci-ppt:o034"/>
          <p:cNvSpPr/>
          <p:nvPr/>
        </p:nvSpPr>
        <p:spPr>
          <a:xfrm>
            <a:off x="1733973" y="5029199"/>
            <a:ext cx="298026" cy="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01 rect 35" descr="sci-ppt:o035"/>
          <p:cNvSpPr/>
          <p:nvPr/>
        </p:nvSpPr>
        <p:spPr>
          <a:xfrm>
            <a:off x="2106506" y="5029199"/>
            <a:ext cx="298026" cy="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01 rect 36" descr="sci-ppt:o036"/>
          <p:cNvSpPr/>
          <p:nvPr/>
        </p:nvSpPr>
        <p:spPr>
          <a:xfrm>
            <a:off x="2479039" y="5029199"/>
            <a:ext cx="298026" cy="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01 rect 37" descr="sci-ppt:o037"/>
          <p:cNvSpPr/>
          <p:nvPr/>
        </p:nvSpPr>
        <p:spPr>
          <a:xfrm>
            <a:off x="2851573" y="5029198"/>
            <a:ext cx="298026" cy="1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3-E01 rect 38" descr="sci-ppt:o038"/>
          <p:cNvSpPr/>
          <p:nvPr/>
        </p:nvSpPr>
        <p:spPr>
          <a:xfrm>
            <a:off x="3224106" y="5029184"/>
            <a:ext cx="298026" cy="15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01 rect 39" descr="sci-ppt:o039"/>
          <p:cNvSpPr/>
          <p:nvPr/>
        </p:nvSpPr>
        <p:spPr>
          <a:xfrm>
            <a:off x="3596640" y="5029046"/>
            <a:ext cx="298026" cy="153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01 rect 40" descr="sci-ppt:o040"/>
          <p:cNvSpPr/>
          <p:nvPr/>
        </p:nvSpPr>
        <p:spPr>
          <a:xfrm>
            <a:off x="3969173" y="5027900"/>
            <a:ext cx="298026" cy="1299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01 rect 41" descr="sci-ppt:o041"/>
          <p:cNvSpPr/>
          <p:nvPr/>
        </p:nvSpPr>
        <p:spPr>
          <a:xfrm>
            <a:off x="4341706" y="5020106"/>
            <a:ext cx="298026" cy="9093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01 rect 42" descr="sci-ppt:o042"/>
          <p:cNvSpPr/>
          <p:nvPr/>
        </p:nvSpPr>
        <p:spPr>
          <a:xfrm>
            <a:off x="4714239" y="4977366"/>
            <a:ext cx="298026" cy="51833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3-E01 rect 43" descr="sci-ppt:o043"/>
          <p:cNvSpPr/>
          <p:nvPr/>
        </p:nvSpPr>
        <p:spPr>
          <a:xfrm>
            <a:off x="5086773" y="4794716"/>
            <a:ext cx="298026" cy="234483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01 rect 44" descr="sci-ppt:o044"/>
          <p:cNvSpPr/>
          <p:nvPr/>
        </p:nvSpPr>
        <p:spPr>
          <a:xfrm>
            <a:off x="5459306" y="4219164"/>
            <a:ext cx="298026" cy="810035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C3-E01 rect 45" descr="sci-ppt:o045"/>
          <p:cNvSpPr/>
          <p:nvPr/>
        </p:nvSpPr>
        <p:spPr>
          <a:xfrm>
            <a:off x="5831840" y="3021720"/>
            <a:ext cx="298026" cy="2007479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3-E01 rect 46" descr="sci-ppt:o046"/>
          <p:cNvSpPr/>
          <p:nvPr/>
        </p:nvSpPr>
        <p:spPr>
          <a:xfrm>
            <a:off x="6204373" y="1850690"/>
            <a:ext cx="298026" cy="3178509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3-E01 rect 47" descr="sci-ppt:o047"/>
          <p:cNvSpPr/>
          <p:nvPr/>
        </p:nvSpPr>
        <p:spPr>
          <a:xfrm>
            <a:off x="6576906" y="2613533"/>
            <a:ext cx="298026" cy="2415666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3-E01 line 48" descr="sci-ppt:o048"/>
          <p:cNvCxnSpPr/>
          <p:nvPr/>
        </p:nvCxnSpPr>
        <p:spPr>
          <a:xfrm>
            <a:off x="6260253" y="1371600"/>
            <a:ext cx="0" cy="36576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51" name="C3-E01 text 49" descr="sci-ppt:o049"/>
          <p:cNvSpPr txBox="1"/>
          <p:nvPr/>
        </p:nvSpPr>
        <p:spPr>
          <a:xfrm>
            <a:off x="4705773" y="1458685"/>
            <a:ext cx="14630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8BA0"/>
                </a:solidFill>
                <a:latin typeface="Arial"/>
              </a:rPr>
              <a:t>mean 23.75</a:t>
            </a:r>
          </a:p>
        </p:txBody>
      </p:sp>
      <p:sp>
        <p:nvSpPr>
          <p:cNvPr id="52" name="C3-E01 text 50" descr="sci-ppt:o050"/>
          <p:cNvSpPr txBox="1"/>
          <p:nvPr/>
        </p:nvSpPr>
        <p:spPr>
          <a:xfrm>
            <a:off x="4897119" y="2156333"/>
            <a:ext cx="17373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all 25: 27.7 %</a:t>
            </a:r>
          </a:p>
        </p:txBody>
      </p:sp>
      <p:sp>
        <p:nvSpPr>
          <p:cNvPr id="53" name="C3-E01 round_rect 51" descr="sci-ppt:o051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3-E01 text 52" descr="sci-ppt:o052"/>
          <p:cNvSpPr txBox="1"/>
          <p:nvPr/>
        </p:nvSpPr>
        <p:spPr>
          <a:xfrm>
            <a:off x="7333488" y="1426464"/>
            <a:ext cx="439826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N_d = 25 independent sites, pₐ = 0.95</a:t>
            </a:r>
          </a:p>
        </p:txBody>
      </p:sp>
      <p:sp>
        <p:nvSpPr>
          <p:cNvPr id="55" name="C3-E01 text 53" descr="sci-ppt:o053"/>
          <p:cNvSpPr txBox="1"/>
          <p:nvPr/>
        </p:nvSpPr>
        <p:spPr>
          <a:xfrm>
            <a:off x="7360920" y="1828800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E[N_b] = N_d pₐ</a:t>
            </a:r>
          </a:p>
        </p:txBody>
      </p:sp>
      <p:sp>
        <p:nvSpPr>
          <p:cNvPr id="56" name="C3-E01 text 54" descr="sci-ppt:o054"/>
          <p:cNvSpPr txBox="1"/>
          <p:nvPr/>
        </p:nvSpPr>
        <p:spPr>
          <a:xfrm>
            <a:off x="10424160" y="1828800"/>
            <a:ext cx="12801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23.75</a:t>
            </a:r>
          </a:p>
        </p:txBody>
      </p:sp>
      <p:sp>
        <p:nvSpPr>
          <p:cNvPr id="57" name="C3-E01 text 55" descr="sci-ppt:o055"/>
          <p:cNvSpPr txBox="1"/>
          <p:nvPr/>
        </p:nvSpPr>
        <p:spPr>
          <a:xfrm>
            <a:off x="7360920" y="2331720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Var(N_b) = N_d pₐ (1 − pₐ)</a:t>
            </a:r>
          </a:p>
        </p:txBody>
      </p:sp>
      <p:sp>
        <p:nvSpPr>
          <p:cNvPr id="58" name="C3-E01 text 56" descr="sci-ppt:o056"/>
          <p:cNvSpPr txBox="1"/>
          <p:nvPr/>
        </p:nvSpPr>
        <p:spPr>
          <a:xfrm>
            <a:off x="10424160" y="2331720"/>
            <a:ext cx="12801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1.1875</a:t>
            </a:r>
          </a:p>
        </p:txBody>
      </p:sp>
      <p:sp>
        <p:nvSpPr>
          <p:cNvPr id="59" name="C3-E01 text 57" descr="sci-ppt:o057"/>
          <p:cNvSpPr txBox="1"/>
          <p:nvPr/>
        </p:nvSpPr>
        <p:spPr>
          <a:xfrm>
            <a:off x="7360920" y="2834639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CV = √[(1 − pₐ)/(N_d pₐ)]</a:t>
            </a:r>
          </a:p>
        </p:txBody>
      </p:sp>
      <p:sp>
        <p:nvSpPr>
          <p:cNvPr id="60" name="C3-E01 text 58" descr="sci-ppt:o058"/>
          <p:cNvSpPr txBox="1"/>
          <p:nvPr/>
        </p:nvSpPr>
        <p:spPr>
          <a:xfrm>
            <a:off x="10424160" y="2834639"/>
            <a:ext cx="12801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4.588 %</a:t>
            </a:r>
          </a:p>
        </p:txBody>
      </p:sp>
      <p:sp>
        <p:nvSpPr>
          <p:cNvPr id="61" name="C3-E01 text 59" descr="sci-ppt:o059"/>
          <p:cNvSpPr txBox="1"/>
          <p:nvPr/>
        </p:nvSpPr>
        <p:spPr>
          <a:xfrm>
            <a:off x="7360920" y="3337559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Pr(N_b = N_d) = pₐ^N_d</a:t>
            </a:r>
          </a:p>
        </p:txBody>
      </p:sp>
      <p:sp>
        <p:nvSpPr>
          <p:cNvPr id="62" name="C3-E01 text 60" descr="sci-ppt:o060"/>
          <p:cNvSpPr txBox="1"/>
          <p:nvPr/>
        </p:nvSpPr>
        <p:spPr>
          <a:xfrm>
            <a:off x="10424160" y="3337559"/>
            <a:ext cx="12801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0.27739</a:t>
            </a:r>
          </a:p>
        </p:txBody>
      </p:sp>
      <p:sp>
        <p:nvSpPr>
          <p:cNvPr id="63" name="C3-E01 text 61" descr="sci-ppt:o061"/>
          <p:cNvSpPr txBox="1"/>
          <p:nvPr/>
        </p:nvSpPr>
        <p:spPr>
          <a:xfrm>
            <a:off x="7360920" y="3977639"/>
            <a:ext cx="438912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Count reproducibility (CV small) and complete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activation (all 25) are different tests: here CV is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4.6 % but all 25 fire in only 28 % of shots.</a:t>
            </a:r>
          </a:p>
        </p:txBody>
      </p:sp>
      <p:sp>
        <p:nvSpPr>
          <p:cNvPr id="64" name="C3-E01 text 62" descr="sci-ppt:o062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Binomial model: sites activate independently with the same probability; common heating or feedback would break that assumption.</a:t>
            </a:r>
          </a:p>
        </p:txBody>
      </p:sp>
      <p:sp>
        <p:nvSpPr>
          <p:cNvPr id="65" name="C3-E01 text 63" descr="sci-ppt:o06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Statistics of Eq. C3-E01 (exact binomial distribution).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C3-E02 · Derived optical-uniformity condition</a:t>
            </a:r>
          </a:p>
        </p:txBody>
      </p:sp>
      <p:sp>
        <p:nvSpPr>
          <p:cNvPr id="3" name="C3-E02 round_rect 1" descr="sci-ppt:o001"/>
          <p:cNvSpPr/>
          <p:nvPr/>
        </p:nvSpPr>
        <p:spPr>
          <a:xfrm>
            <a:off x="365760" y="914400"/>
            <a:ext cx="42062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2 text 2" descr="sci-ppt:o002"/>
          <p:cNvSpPr txBox="1"/>
          <p:nvPr/>
        </p:nvSpPr>
        <p:spPr>
          <a:xfrm>
            <a:off x="475488" y="969264"/>
            <a:ext cx="39867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Array inside the beam</a:t>
            </a:r>
          </a:p>
        </p:txBody>
      </p:sp>
      <p:sp>
        <p:nvSpPr>
          <p:cNvPr id="5" name="C3-E02 ellipse 3" descr="sci-ppt:o003"/>
          <p:cNvSpPr/>
          <p:nvPr/>
        </p:nvSpPr>
        <p:spPr>
          <a:xfrm>
            <a:off x="640080" y="1554480"/>
            <a:ext cx="3657600" cy="3657600"/>
          </a:xfrm>
          <a:prstGeom prst="ellipse">
            <a:avLst/>
          </a:prstGeom>
          <a:solidFill>
            <a:srgbClr val="8EDBD4">
              <a:alpha val="7243"/>
            </a:srgbClr>
          </a:solidFill>
          <a:ln>
            <a:solidFill>
              <a:srgbClr val="8EDBD4">
                <a:alpha val="724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02 ellipse 4" descr="sci-ppt:o004"/>
          <p:cNvSpPr/>
          <p:nvPr/>
        </p:nvSpPr>
        <p:spPr>
          <a:xfrm>
            <a:off x="723207" y="1637607"/>
            <a:ext cx="3491345" cy="3491345"/>
          </a:xfrm>
          <a:prstGeom prst="ellipse">
            <a:avLst/>
          </a:prstGeom>
          <a:solidFill>
            <a:srgbClr val="8EDBD4">
              <a:alpha val="8915"/>
            </a:srgbClr>
          </a:solidFill>
          <a:ln>
            <a:solidFill>
              <a:srgbClr val="8EDBD4">
                <a:alpha val="891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02 ellipse 5" descr="sci-ppt:o005"/>
          <p:cNvSpPr/>
          <p:nvPr/>
        </p:nvSpPr>
        <p:spPr>
          <a:xfrm>
            <a:off x="806334" y="1720734"/>
            <a:ext cx="3325090" cy="3325090"/>
          </a:xfrm>
          <a:prstGeom prst="ellipse">
            <a:avLst/>
          </a:prstGeom>
          <a:solidFill>
            <a:srgbClr val="8EDBD4">
              <a:alpha val="10867"/>
            </a:srgbClr>
          </a:solidFill>
          <a:ln>
            <a:solidFill>
              <a:srgbClr val="8EDBD4">
                <a:alpha val="10867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3-E02 ellipse 6" descr="sci-ppt:o006"/>
          <p:cNvSpPr/>
          <p:nvPr/>
        </p:nvSpPr>
        <p:spPr>
          <a:xfrm>
            <a:off x="889461" y="1803861"/>
            <a:ext cx="3158836" cy="3158836"/>
          </a:xfrm>
          <a:prstGeom prst="ellipse">
            <a:avLst/>
          </a:prstGeom>
          <a:solidFill>
            <a:srgbClr val="8EDBD4">
              <a:alpha val="13119"/>
            </a:srgbClr>
          </a:solidFill>
          <a:ln>
            <a:solidFill>
              <a:srgbClr val="8EDBD4">
                <a:alpha val="1311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3-E02 ellipse 7" descr="sci-ppt:o007"/>
          <p:cNvSpPr/>
          <p:nvPr/>
        </p:nvSpPr>
        <p:spPr>
          <a:xfrm>
            <a:off x="972589" y="1886989"/>
            <a:ext cx="2992581" cy="2992581"/>
          </a:xfrm>
          <a:prstGeom prst="ellipse">
            <a:avLst/>
          </a:prstGeom>
          <a:solidFill>
            <a:srgbClr val="8EDBD4">
              <a:alpha val="15685"/>
            </a:srgbClr>
          </a:solidFill>
          <a:ln>
            <a:solidFill>
              <a:srgbClr val="8EDBD4">
                <a:alpha val="1568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02 ellipse 8" descr="sci-ppt:o008"/>
          <p:cNvSpPr/>
          <p:nvPr/>
        </p:nvSpPr>
        <p:spPr>
          <a:xfrm>
            <a:off x="1055716" y="1970116"/>
            <a:ext cx="2826327" cy="2826327"/>
          </a:xfrm>
          <a:prstGeom prst="ellipse">
            <a:avLst/>
          </a:prstGeom>
          <a:solidFill>
            <a:srgbClr val="8EDBD4">
              <a:alpha val="18574"/>
            </a:srgbClr>
          </a:solidFill>
          <a:ln>
            <a:solidFill>
              <a:srgbClr val="8EDBD4">
                <a:alpha val="18574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3-E02 ellipse 9" descr="sci-ppt:o009"/>
          <p:cNvSpPr/>
          <p:nvPr/>
        </p:nvSpPr>
        <p:spPr>
          <a:xfrm>
            <a:off x="1138843" y="2053243"/>
            <a:ext cx="2660072" cy="2660072"/>
          </a:xfrm>
          <a:prstGeom prst="ellipse">
            <a:avLst/>
          </a:prstGeom>
          <a:solidFill>
            <a:srgbClr val="8EDBD4">
              <a:alpha val="21783"/>
            </a:srgbClr>
          </a:solidFill>
          <a:ln>
            <a:solidFill>
              <a:srgbClr val="8EDBD4">
                <a:alpha val="2178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02 ellipse 10" descr="sci-ppt:o010"/>
          <p:cNvSpPr/>
          <p:nvPr/>
        </p:nvSpPr>
        <p:spPr>
          <a:xfrm>
            <a:off x="1221970" y="2136370"/>
            <a:ext cx="2493818" cy="2493818"/>
          </a:xfrm>
          <a:prstGeom prst="ellipse">
            <a:avLst/>
          </a:prstGeom>
          <a:solidFill>
            <a:srgbClr val="8EDBD4">
              <a:alpha val="25301"/>
            </a:srgbClr>
          </a:solidFill>
          <a:ln>
            <a:solidFill>
              <a:srgbClr val="8EDBD4">
                <a:alpha val="2530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02 ellipse 11" descr="sci-ppt:o011"/>
          <p:cNvSpPr/>
          <p:nvPr/>
        </p:nvSpPr>
        <p:spPr>
          <a:xfrm>
            <a:off x="1305098" y="2219498"/>
            <a:ext cx="2327563" cy="2327563"/>
          </a:xfrm>
          <a:prstGeom prst="ellipse">
            <a:avLst/>
          </a:prstGeom>
          <a:solidFill>
            <a:srgbClr val="8EDBD4">
              <a:alpha val="29105"/>
            </a:srgbClr>
          </a:solidFill>
          <a:ln>
            <a:solidFill>
              <a:srgbClr val="8EDBD4">
                <a:alpha val="2910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02 ellipse 12" descr="sci-ppt:o012"/>
          <p:cNvSpPr/>
          <p:nvPr/>
        </p:nvSpPr>
        <p:spPr>
          <a:xfrm>
            <a:off x="1388225" y="2302625"/>
            <a:ext cx="2161309" cy="2161309"/>
          </a:xfrm>
          <a:prstGeom prst="ellipse">
            <a:avLst/>
          </a:prstGeom>
          <a:solidFill>
            <a:srgbClr val="8EDBD4">
              <a:alpha val="33159"/>
            </a:srgbClr>
          </a:solidFill>
          <a:ln>
            <a:solidFill>
              <a:srgbClr val="8EDBD4">
                <a:alpha val="3315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02 ellipse 13" descr="sci-ppt:o013"/>
          <p:cNvSpPr/>
          <p:nvPr/>
        </p:nvSpPr>
        <p:spPr>
          <a:xfrm>
            <a:off x="1471352" y="2385752"/>
            <a:ext cx="1995054" cy="1995054"/>
          </a:xfrm>
          <a:prstGeom prst="ellipse">
            <a:avLst/>
          </a:prstGeom>
          <a:solidFill>
            <a:srgbClr val="8EDBD4">
              <a:alpha val="37414"/>
            </a:srgbClr>
          </a:solidFill>
          <a:ln>
            <a:solidFill>
              <a:srgbClr val="8EDBD4">
                <a:alpha val="37414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3-E02 ellipse 14" descr="sci-ppt:o014"/>
          <p:cNvSpPr/>
          <p:nvPr/>
        </p:nvSpPr>
        <p:spPr>
          <a:xfrm>
            <a:off x="1554480" y="2468880"/>
            <a:ext cx="1828800" cy="1828800"/>
          </a:xfrm>
          <a:prstGeom prst="ellipse">
            <a:avLst/>
          </a:prstGeom>
          <a:solidFill>
            <a:srgbClr val="8EDBD4">
              <a:alpha val="41809"/>
            </a:srgbClr>
          </a:solidFill>
          <a:ln>
            <a:solidFill>
              <a:srgbClr val="8EDBD4">
                <a:alpha val="4180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3-E02 ellipse 15" descr="sci-ppt:o015"/>
          <p:cNvSpPr/>
          <p:nvPr/>
        </p:nvSpPr>
        <p:spPr>
          <a:xfrm>
            <a:off x="1637607" y="2552007"/>
            <a:ext cx="1662545" cy="1662545"/>
          </a:xfrm>
          <a:prstGeom prst="ellipse">
            <a:avLst/>
          </a:prstGeom>
          <a:solidFill>
            <a:srgbClr val="8EDBD4">
              <a:alpha val="46272"/>
            </a:srgbClr>
          </a:solidFill>
          <a:ln>
            <a:solidFill>
              <a:srgbClr val="8EDBD4">
                <a:alpha val="46272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02 ellipse 16" descr="sci-ppt:o016"/>
          <p:cNvSpPr/>
          <p:nvPr/>
        </p:nvSpPr>
        <p:spPr>
          <a:xfrm>
            <a:off x="1720734" y="2635134"/>
            <a:ext cx="1496290" cy="1496290"/>
          </a:xfrm>
          <a:prstGeom prst="ellipse">
            <a:avLst/>
          </a:prstGeom>
          <a:solidFill>
            <a:srgbClr val="8EDBD4">
              <a:alpha val="50719"/>
            </a:srgbClr>
          </a:solidFill>
          <a:ln>
            <a:solidFill>
              <a:srgbClr val="8EDBD4">
                <a:alpha val="5071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3-E02 ellipse 17" descr="sci-ppt:o017"/>
          <p:cNvSpPr/>
          <p:nvPr/>
        </p:nvSpPr>
        <p:spPr>
          <a:xfrm>
            <a:off x="1803861" y="2718261"/>
            <a:ext cx="1330036" cy="1330036"/>
          </a:xfrm>
          <a:prstGeom prst="ellipse">
            <a:avLst/>
          </a:prstGeom>
          <a:solidFill>
            <a:srgbClr val="8EDBD4">
              <a:alpha val="55059"/>
            </a:srgbClr>
          </a:solidFill>
          <a:ln>
            <a:solidFill>
              <a:srgbClr val="8EDBD4">
                <a:alpha val="5505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3-E02 ellipse 18" descr="sci-ppt:o018"/>
          <p:cNvSpPr/>
          <p:nvPr/>
        </p:nvSpPr>
        <p:spPr>
          <a:xfrm>
            <a:off x="1886989" y="2801389"/>
            <a:ext cx="1163781" cy="1163781"/>
          </a:xfrm>
          <a:prstGeom prst="ellipse">
            <a:avLst/>
          </a:prstGeom>
          <a:solidFill>
            <a:srgbClr val="8EDBD4">
              <a:alpha val="59195"/>
            </a:srgbClr>
          </a:solidFill>
          <a:ln>
            <a:solidFill>
              <a:srgbClr val="8EDBD4">
                <a:alpha val="5919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3-E02 ellipse 19" descr="sci-ppt:o019"/>
          <p:cNvSpPr/>
          <p:nvPr/>
        </p:nvSpPr>
        <p:spPr>
          <a:xfrm>
            <a:off x="1970116" y="2884516"/>
            <a:ext cx="997527" cy="997527"/>
          </a:xfrm>
          <a:prstGeom prst="ellipse">
            <a:avLst/>
          </a:prstGeom>
          <a:solidFill>
            <a:srgbClr val="8EDBD4">
              <a:alpha val="63031"/>
            </a:srgbClr>
          </a:solidFill>
          <a:ln>
            <a:solidFill>
              <a:srgbClr val="8EDBD4">
                <a:alpha val="63031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3-E02 ellipse 20" descr="sci-ppt:o020"/>
          <p:cNvSpPr/>
          <p:nvPr/>
        </p:nvSpPr>
        <p:spPr>
          <a:xfrm>
            <a:off x="2053243" y="2967643"/>
            <a:ext cx="831272" cy="831272"/>
          </a:xfrm>
          <a:prstGeom prst="ellipse">
            <a:avLst/>
          </a:prstGeom>
          <a:solidFill>
            <a:srgbClr val="8EDBD4">
              <a:alpha val="66470"/>
            </a:srgbClr>
          </a:solidFill>
          <a:ln>
            <a:solidFill>
              <a:srgbClr val="8EDBD4">
                <a:alpha val="6647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3-E02 ellipse 21" descr="sci-ppt:o021"/>
          <p:cNvSpPr/>
          <p:nvPr/>
        </p:nvSpPr>
        <p:spPr>
          <a:xfrm>
            <a:off x="2136370" y="3050770"/>
            <a:ext cx="665018" cy="665018"/>
          </a:xfrm>
          <a:prstGeom prst="ellipse">
            <a:avLst/>
          </a:prstGeom>
          <a:solidFill>
            <a:srgbClr val="8EDBD4">
              <a:alpha val="69423"/>
            </a:srgbClr>
          </a:solidFill>
          <a:ln>
            <a:solidFill>
              <a:srgbClr val="8EDBD4">
                <a:alpha val="69423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3-E02 ellipse 22" descr="sci-ppt:o022"/>
          <p:cNvSpPr/>
          <p:nvPr/>
        </p:nvSpPr>
        <p:spPr>
          <a:xfrm>
            <a:off x="2219498" y="3133898"/>
            <a:ext cx="498763" cy="498763"/>
          </a:xfrm>
          <a:prstGeom prst="ellipse">
            <a:avLst/>
          </a:prstGeom>
          <a:solidFill>
            <a:srgbClr val="8EDBD4">
              <a:alpha val="71810"/>
            </a:srgbClr>
          </a:solidFill>
          <a:ln>
            <a:solidFill>
              <a:srgbClr val="8EDBD4">
                <a:alpha val="7181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3-E02 ellipse 23" descr="sci-ppt:o023"/>
          <p:cNvSpPr/>
          <p:nvPr/>
        </p:nvSpPr>
        <p:spPr>
          <a:xfrm>
            <a:off x="2302625" y="3217025"/>
            <a:ext cx="332509" cy="332509"/>
          </a:xfrm>
          <a:prstGeom prst="ellipse">
            <a:avLst/>
          </a:prstGeom>
          <a:solidFill>
            <a:srgbClr val="8EDBD4">
              <a:alpha val="73565"/>
            </a:srgbClr>
          </a:solidFill>
          <a:ln>
            <a:solidFill>
              <a:srgbClr val="8EDBD4">
                <a:alpha val="73565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02 ellipse 24" descr="sci-ppt:o024"/>
          <p:cNvSpPr/>
          <p:nvPr/>
        </p:nvSpPr>
        <p:spPr>
          <a:xfrm>
            <a:off x="2385752" y="3300152"/>
            <a:ext cx="166254" cy="166254"/>
          </a:xfrm>
          <a:prstGeom prst="ellipse">
            <a:avLst/>
          </a:prstGeom>
          <a:solidFill>
            <a:srgbClr val="8EDBD4">
              <a:alpha val="74639"/>
            </a:srgbClr>
          </a:solidFill>
          <a:ln>
            <a:solidFill>
              <a:srgbClr val="8EDBD4">
                <a:alpha val="74639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3-E02 ellipse 25" descr="sci-ppt:o025"/>
          <p:cNvSpPr/>
          <p:nvPr/>
        </p:nvSpPr>
        <p:spPr>
          <a:xfrm>
            <a:off x="777240" y="1691640"/>
            <a:ext cx="3383280" cy="3383280"/>
          </a:xfrm>
          <a:prstGeom prst="ellipse">
            <a:avLst/>
          </a:prstGeom>
          <a:noFill/>
          <a:ln w="254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3-E02 text 26" descr="sci-ppt:o026"/>
          <p:cNvSpPr txBox="1"/>
          <p:nvPr/>
        </p:nvSpPr>
        <p:spPr>
          <a:xfrm>
            <a:off x="2194560" y="1371600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beam w</a:t>
            </a:r>
          </a:p>
        </p:txBody>
      </p:sp>
      <p:sp>
        <p:nvSpPr>
          <p:cNvPr id="29" name="C3-E02 ellipse 27" descr="sci-ppt:o027"/>
          <p:cNvSpPr/>
          <p:nvPr/>
        </p:nvSpPr>
        <p:spPr>
          <a:xfrm>
            <a:off x="2194777" y="3109177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02 ellipse 28" descr="sci-ppt:o028"/>
          <p:cNvSpPr/>
          <p:nvPr/>
        </p:nvSpPr>
        <p:spPr>
          <a:xfrm>
            <a:off x="2194777" y="3342132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3-E02 ellipse 29" descr="sci-ppt:o029"/>
          <p:cNvSpPr/>
          <p:nvPr/>
        </p:nvSpPr>
        <p:spPr>
          <a:xfrm>
            <a:off x="2194777" y="3575086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3-E02 ellipse 30" descr="sci-ppt:o030"/>
          <p:cNvSpPr/>
          <p:nvPr/>
        </p:nvSpPr>
        <p:spPr>
          <a:xfrm>
            <a:off x="2427732" y="3109177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02 ellipse 31" descr="sci-ppt:o031"/>
          <p:cNvSpPr/>
          <p:nvPr/>
        </p:nvSpPr>
        <p:spPr>
          <a:xfrm>
            <a:off x="2427732" y="3342132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3-E02 ellipse 32" descr="sci-ppt:o032"/>
          <p:cNvSpPr/>
          <p:nvPr/>
        </p:nvSpPr>
        <p:spPr>
          <a:xfrm>
            <a:off x="2427732" y="3575086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02 ellipse 33" descr="sci-ppt:o033"/>
          <p:cNvSpPr/>
          <p:nvPr/>
        </p:nvSpPr>
        <p:spPr>
          <a:xfrm>
            <a:off x="2660686" y="3109177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02 ellipse 34" descr="sci-ppt:o034"/>
          <p:cNvSpPr/>
          <p:nvPr/>
        </p:nvSpPr>
        <p:spPr>
          <a:xfrm>
            <a:off x="2660686" y="3342132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02 ellipse 35" descr="sci-ppt:o035"/>
          <p:cNvSpPr/>
          <p:nvPr/>
        </p:nvSpPr>
        <p:spPr>
          <a:xfrm>
            <a:off x="2660686" y="3575086"/>
            <a:ext cx="82296" cy="82296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02 ellipse 36" descr="sci-ppt:o036"/>
          <p:cNvSpPr/>
          <p:nvPr/>
        </p:nvSpPr>
        <p:spPr>
          <a:xfrm>
            <a:off x="2080622" y="2995022"/>
            <a:ext cx="776515" cy="776515"/>
          </a:xfrm>
          <a:prstGeom prst="ellipse">
            <a:avLst/>
          </a:prstGeom>
          <a:noFill/>
          <a:ln w="3048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02 text 37" descr="sci-ppt:o037"/>
          <p:cNvSpPr txBox="1"/>
          <p:nvPr/>
        </p:nvSpPr>
        <p:spPr>
          <a:xfrm>
            <a:off x="2560320" y="3817257"/>
            <a:ext cx="1188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R_A</a:t>
            </a:r>
          </a:p>
        </p:txBody>
      </p:sp>
      <p:sp>
        <p:nvSpPr>
          <p:cNvPr id="40" name="C3-E02 text 38" descr="sci-ppt:o038"/>
          <p:cNvSpPr txBox="1"/>
          <p:nvPr/>
        </p:nvSpPr>
        <p:spPr>
          <a:xfrm>
            <a:off x="502920" y="5120640"/>
            <a:ext cx="39319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Wide beam, small array: edge sites receive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nearly the same fluence as the centre.</a:t>
            </a:r>
          </a:p>
        </p:txBody>
      </p:sp>
      <p:cxnSp>
        <p:nvCxnSpPr>
          <p:cNvPr id="41" name="C3-E02 line 39" descr="sci-ppt:o039"/>
          <p:cNvCxnSpPr/>
          <p:nvPr/>
        </p:nvCxnSpPr>
        <p:spPr>
          <a:xfrm>
            <a:off x="576072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2" name="C3-E02 line 40" descr="sci-ppt:o040"/>
          <p:cNvCxnSpPr/>
          <p:nvPr/>
        </p:nvCxnSpPr>
        <p:spPr>
          <a:xfrm>
            <a:off x="576072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3" name="C3-E02 line 41" descr="sci-ppt:o041"/>
          <p:cNvCxnSpPr/>
          <p:nvPr/>
        </p:nvCxnSpPr>
        <p:spPr>
          <a:xfrm>
            <a:off x="57607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3-E02 line 42" descr="sci-ppt:o042"/>
          <p:cNvCxnSpPr/>
          <p:nvPr/>
        </p:nvCxnSpPr>
        <p:spPr>
          <a:xfrm>
            <a:off x="57607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3-E02 text 43" descr="sci-ppt:o043"/>
          <p:cNvSpPr txBox="1"/>
          <p:nvPr/>
        </p:nvSpPr>
        <p:spPr>
          <a:xfrm>
            <a:off x="53035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46" name="C3-E02 line 44" descr="sci-ppt:o044"/>
          <p:cNvCxnSpPr/>
          <p:nvPr/>
        </p:nvCxnSpPr>
        <p:spPr>
          <a:xfrm>
            <a:off x="774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7" name="C3-E02 line 45" descr="sci-ppt:o045"/>
          <p:cNvCxnSpPr/>
          <p:nvPr/>
        </p:nvCxnSpPr>
        <p:spPr>
          <a:xfrm>
            <a:off x="774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8" name="C3-E02 text 46" descr="sci-ppt:o046"/>
          <p:cNvSpPr txBox="1"/>
          <p:nvPr/>
        </p:nvSpPr>
        <p:spPr>
          <a:xfrm>
            <a:off x="728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49" name="C3-E02 line 47" descr="sci-ppt:o047"/>
          <p:cNvCxnSpPr/>
          <p:nvPr/>
        </p:nvCxnSpPr>
        <p:spPr>
          <a:xfrm>
            <a:off x="97231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0" name="C3-E02 line 48" descr="sci-ppt:o048"/>
          <p:cNvCxnSpPr/>
          <p:nvPr/>
        </p:nvCxnSpPr>
        <p:spPr>
          <a:xfrm>
            <a:off x="97231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1" name="C3-E02 text 49" descr="sci-ppt:o049"/>
          <p:cNvSpPr txBox="1"/>
          <p:nvPr/>
        </p:nvSpPr>
        <p:spPr>
          <a:xfrm>
            <a:off x="92659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52" name="C3-E02 line 50" descr="sci-ppt:o050"/>
          <p:cNvCxnSpPr/>
          <p:nvPr/>
        </p:nvCxnSpPr>
        <p:spPr>
          <a:xfrm>
            <a:off x="11704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3" name="C3-E02 line 51" descr="sci-ppt:o051"/>
          <p:cNvCxnSpPr/>
          <p:nvPr/>
        </p:nvCxnSpPr>
        <p:spPr>
          <a:xfrm>
            <a:off x="11704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4" name="C3-E02 text 52" descr="sci-ppt:o052"/>
          <p:cNvSpPr txBox="1"/>
          <p:nvPr/>
        </p:nvSpPr>
        <p:spPr>
          <a:xfrm>
            <a:off x="11247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55" name="C3-E02 line 53" descr="sci-ppt:o053"/>
          <p:cNvCxnSpPr/>
          <p:nvPr/>
        </p:nvCxnSpPr>
        <p:spPr>
          <a:xfrm>
            <a:off x="569671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6" name="C3-E02 line 54" descr="sci-ppt:o054"/>
          <p:cNvCxnSpPr/>
          <p:nvPr/>
        </p:nvCxnSpPr>
        <p:spPr>
          <a:xfrm>
            <a:off x="5696712" y="4114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7" name="C3-E02 line 55" descr="sci-ppt:o055"/>
          <p:cNvCxnSpPr/>
          <p:nvPr/>
        </p:nvCxnSpPr>
        <p:spPr>
          <a:xfrm>
            <a:off x="5760720" y="41148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8" name="C3-E02 text 56" descr="sci-ppt:o056"/>
          <p:cNvSpPr txBox="1"/>
          <p:nvPr/>
        </p:nvSpPr>
        <p:spPr>
          <a:xfrm>
            <a:off x="4892040" y="4032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59" name="C3-E02 line 57" descr="sci-ppt:o057"/>
          <p:cNvCxnSpPr/>
          <p:nvPr/>
        </p:nvCxnSpPr>
        <p:spPr>
          <a:xfrm>
            <a:off x="569671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0" name="C3-E02 line 58" descr="sci-ppt:o058"/>
          <p:cNvCxnSpPr/>
          <p:nvPr/>
        </p:nvCxnSpPr>
        <p:spPr>
          <a:xfrm>
            <a:off x="5760720" y="32004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1" name="C3-E02 text 59" descr="sci-ppt:o059"/>
          <p:cNvSpPr txBox="1"/>
          <p:nvPr/>
        </p:nvSpPr>
        <p:spPr>
          <a:xfrm>
            <a:off x="489204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62" name="C3-E02 line 60" descr="sci-ppt:o060"/>
          <p:cNvCxnSpPr/>
          <p:nvPr/>
        </p:nvCxnSpPr>
        <p:spPr>
          <a:xfrm>
            <a:off x="5696712" y="2286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3" name="C3-E02 line 61" descr="sci-ppt:o061"/>
          <p:cNvCxnSpPr/>
          <p:nvPr/>
        </p:nvCxnSpPr>
        <p:spPr>
          <a:xfrm>
            <a:off x="5760720" y="22860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4" name="C3-E02 text 62" descr="sci-ppt:o062"/>
          <p:cNvSpPr txBox="1"/>
          <p:nvPr/>
        </p:nvSpPr>
        <p:spPr>
          <a:xfrm>
            <a:off x="4892040" y="2203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9</a:t>
            </a:r>
          </a:p>
        </p:txBody>
      </p:sp>
      <p:cxnSp>
        <p:nvCxnSpPr>
          <p:cNvPr id="65" name="C3-E02 line 63" descr="sci-ppt:o063"/>
          <p:cNvCxnSpPr/>
          <p:nvPr/>
        </p:nvCxnSpPr>
        <p:spPr>
          <a:xfrm>
            <a:off x="569671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6" name="C3-E02 line 64" descr="sci-ppt:o064"/>
          <p:cNvCxnSpPr/>
          <p:nvPr/>
        </p:nvCxnSpPr>
        <p:spPr>
          <a:xfrm>
            <a:off x="5760720" y="13716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7" name="C3-E02 text 65" descr="sci-ppt:o065"/>
          <p:cNvSpPr txBox="1"/>
          <p:nvPr/>
        </p:nvSpPr>
        <p:spPr>
          <a:xfrm>
            <a:off x="489204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</a:t>
            </a:r>
          </a:p>
        </p:txBody>
      </p:sp>
      <p:sp>
        <p:nvSpPr>
          <p:cNvPr id="68" name="C3-E02 text 66" descr="sci-ppt:o066"/>
          <p:cNvSpPr txBox="1"/>
          <p:nvPr/>
        </p:nvSpPr>
        <p:spPr>
          <a:xfrm>
            <a:off x="576072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allowed edge decrease ε</a:t>
            </a:r>
          </a:p>
        </p:txBody>
      </p:sp>
      <p:sp>
        <p:nvSpPr>
          <p:cNvPr id="69" name="C3-E02 text 67" descr="sci-ppt:o067"/>
          <p:cNvSpPr txBox="1"/>
          <p:nvPr/>
        </p:nvSpPr>
        <p:spPr>
          <a:xfrm>
            <a:off x="521208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required beam radius  w / R_A</a:t>
            </a:r>
          </a:p>
        </p:txBody>
      </p:sp>
      <p:sp>
        <p:nvSpPr>
          <p:cNvPr id="70" name="C3-E02 polygon 68" descr="sci-ppt:o068"/>
          <p:cNvSpPr/>
          <p:nvPr/>
        </p:nvSpPr>
        <p:spPr>
          <a:xfrm>
            <a:off x="6045455" y="1446556"/>
            <a:ext cx="5658865" cy="2860882"/>
          </a:xfrm>
          <a:custGeom>
            <a:avLst/>
            <a:gdLst/>
            <a:ahLst/>
            <a:cxnLst/>
            <a:rect l="l" t="t" r="r" b="b"/>
            <a:pathLst>
              <a:path w="5658865" h="2860882">
                <a:moveTo>
                  <a:pt x="0" y="0"/>
                </a:moveTo>
                <a:lnTo>
                  <a:pt x="28872" y="170155"/>
                </a:lnTo>
                <a:lnTo>
                  <a:pt x="57743" y="318368"/>
                </a:lnTo>
                <a:lnTo>
                  <a:pt x="86615" y="448990"/>
                </a:lnTo>
                <a:lnTo>
                  <a:pt x="115487" y="565253"/>
                </a:lnTo>
                <a:lnTo>
                  <a:pt x="144359" y="669614"/>
                </a:lnTo>
                <a:lnTo>
                  <a:pt x="173230" y="763979"/>
                </a:lnTo>
                <a:lnTo>
                  <a:pt x="202102" y="849853"/>
                </a:lnTo>
                <a:lnTo>
                  <a:pt x="230974" y="928440"/>
                </a:lnTo>
                <a:lnTo>
                  <a:pt x="259846" y="1000718"/>
                </a:lnTo>
                <a:lnTo>
                  <a:pt x="288717" y="1067493"/>
                </a:lnTo>
                <a:lnTo>
                  <a:pt x="317589" y="1129430"/>
                </a:lnTo>
                <a:lnTo>
                  <a:pt x="346461" y="1187089"/>
                </a:lnTo>
                <a:lnTo>
                  <a:pt x="375333" y="1240944"/>
                </a:lnTo>
                <a:lnTo>
                  <a:pt x="404204" y="1291396"/>
                </a:lnTo>
                <a:lnTo>
                  <a:pt x="433076" y="1338790"/>
                </a:lnTo>
                <a:lnTo>
                  <a:pt x="461948" y="1383426"/>
                </a:lnTo>
                <a:lnTo>
                  <a:pt x="490820" y="1425562"/>
                </a:lnTo>
                <a:lnTo>
                  <a:pt x="519691" y="1465424"/>
                </a:lnTo>
                <a:lnTo>
                  <a:pt x="548563" y="1503210"/>
                </a:lnTo>
                <a:lnTo>
                  <a:pt x="577435" y="1539096"/>
                </a:lnTo>
                <a:lnTo>
                  <a:pt x="606307" y="1573237"/>
                </a:lnTo>
                <a:lnTo>
                  <a:pt x="635178" y="1605770"/>
                </a:lnTo>
                <a:lnTo>
                  <a:pt x="664050" y="1636819"/>
                </a:lnTo>
                <a:lnTo>
                  <a:pt x="692922" y="1666494"/>
                </a:lnTo>
                <a:lnTo>
                  <a:pt x="721794" y="1694893"/>
                </a:lnTo>
                <a:lnTo>
                  <a:pt x="750666" y="1722108"/>
                </a:lnTo>
                <a:lnTo>
                  <a:pt x="779537" y="1748217"/>
                </a:lnTo>
                <a:lnTo>
                  <a:pt x="808409" y="1773295"/>
                </a:lnTo>
                <a:lnTo>
                  <a:pt x="837281" y="1797408"/>
                </a:lnTo>
                <a:lnTo>
                  <a:pt x="866153" y="1820618"/>
                </a:lnTo>
                <a:lnTo>
                  <a:pt x="895024" y="1842979"/>
                </a:lnTo>
                <a:lnTo>
                  <a:pt x="923896" y="1864542"/>
                </a:lnTo>
                <a:lnTo>
                  <a:pt x="952768" y="1885355"/>
                </a:lnTo>
                <a:lnTo>
                  <a:pt x="981640" y="1905460"/>
                </a:lnTo>
                <a:lnTo>
                  <a:pt x="1010511" y="1924896"/>
                </a:lnTo>
                <a:lnTo>
                  <a:pt x="1039383" y="1943701"/>
                </a:lnTo>
                <a:lnTo>
                  <a:pt x="1068255" y="1961908"/>
                </a:lnTo>
                <a:lnTo>
                  <a:pt x="1097127" y="1979549"/>
                </a:lnTo>
                <a:lnTo>
                  <a:pt x="1125998" y="1996652"/>
                </a:lnTo>
                <a:lnTo>
                  <a:pt x="1154870" y="2013245"/>
                </a:lnTo>
                <a:lnTo>
                  <a:pt x="1183742" y="2029353"/>
                </a:lnTo>
                <a:lnTo>
                  <a:pt x="1212614" y="2044999"/>
                </a:lnTo>
                <a:lnTo>
                  <a:pt x="1241485" y="2060205"/>
                </a:lnTo>
                <a:lnTo>
                  <a:pt x="1270357" y="2074991"/>
                </a:lnTo>
                <a:lnTo>
                  <a:pt x="1299229" y="2089378"/>
                </a:lnTo>
                <a:lnTo>
                  <a:pt x="1328101" y="2103382"/>
                </a:lnTo>
                <a:lnTo>
                  <a:pt x="1356972" y="2117021"/>
                </a:lnTo>
                <a:lnTo>
                  <a:pt x="1385844" y="2130310"/>
                </a:lnTo>
                <a:lnTo>
                  <a:pt x="1414716" y="2143264"/>
                </a:lnTo>
                <a:lnTo>
                  <a:pt x="1443588" y="2155898"/>
                </a:lnTo>
                <a:lnTo>
                  <a:pt x="1472459" y="2168224"/>
                </a:lnTo>
                <a:lnTo>
                  <a:pt x="1501331" y="2180255"/>
                </a:lnTo>
                <a:lnTo>
                  <a:pt x="1530203" y="2192003"/>
                </a:lnTo>
                <a:lnTo>
                  <a:pt x="1559075" y="2203478"/>
                </a:lnTo>
                <a:lnTo>
                  <a:pt x="1587947" y="2214692"/>
                </a:lnTo>
                <a:lnTo>
                  <a:pt x="1616818" y="2225654"/>
                </a:lnTo>
                <a:lnTo>
                  <a:pt x="1645690" y="2236374"/>
                </a:lnTo>
                <a:lnTo>
                  <a:pt x="1674562" y="2246860"/>
                </a:lnTo>
                <a:lnTo>
                  <a:pt x="1703434" y="2257122"/>
                </a:lnTo>
                <a:lnTo>
                  <a:pt x="1732305" y="2267167"/>
                </a:lnTo>
                <a:lnTo>
                  <a:pt x="1761177" y="2277002"/>
                </a:lnTo>
                <a:lnTo>
                  <a:pt x="1790049" y="2286636"/>
                </a:lnTo>
                <a:lnTo>
                  <a:pt x="1818921" y="2296074"/>
                </a:lnTo>
                <a:lnTo>
                  <a:pt x="1847792" y="2305325"/>
                </a:lnTo>
                <a:lnTo>
                  <a:pt x="1876664" y="2314393"/>
                </a:lnTo>
                <a:lnTo>
                  <a:pt x="1905536" y="2323285"/>
                </a:lnTo>
                <a:lnTo>
                  <a:pt x="1934408" y="2332007"/>
                </a:lnTo>
                <a:lnTo>
                  <a:pt x="1963279" y="2340564"/>
                </a:lnTo>
                <a:lnTo>
                  <a:pt x="1992151" y="2348961"/>
                </a:lnTo>
                <a:lnTo>
                  <a:pt x="2021023" y="2357204"/>
                </a:lnTo>
                <a:lnTo>
                  <a:pt x="2049895" y="2365297"/>
                </a:lnTo>
                <a:lnTo>
                  <a:pt x="2078766" y="2373245"/>
                </a:lnTo>
                <a:lnTo>
                  <a:pt x="2107638" y="2381051"/>
                </a:lnTo>
                <a:lnTo>
                  <a:pt x="2136510" y="2388722"/>
                </a:lnTo>
                <a:lnTo>
                  <a:pt x="2165382" y="2396259"/>
                </a:lnTo>
                <a:lnTo>
                  <a:pt x="2194253" y="2403668"/>
                </a:lnTo>
                <a:lnTo>
                  <a:pt x="2223125" y="2410951"/>
                </a:lnTo>
                <a:lnTo>
                  <a:pt x="2251997" y="2418113"/>
                </a:lnTo>
                <a:lnTo>
                  <a:pt x="2280869" y="2425157"/>
                </a:lnTo>
                <a:lnTo>
                  <a:pt x="2309740" y="2432087"/>
                </a:lnTo>
                <a:lnTo>
                  <a:pt x="2338612" y="2438904"/>
                </a:lnTo>
                <a:lnTo>
                  <a:pt x="2367484" y="2445613"/>
                </a:lnTo>
                <a:lnTo>
                  <a:pt x="2396356" y="2452216"/>
                </a:lnTo>
                <a:lnTo>
                  <a:pt x="2425228" y="2458717"/>
                </a:lnTo>
                <a:lnTo>
                  <a:pt x="2454099" y="2465117"/>
                </a:lnTo>
                <a:lnTo>
                  <a:pt x="2482971" y="2471420"/>
                </a:lnTo>
                <a:lnTo>
                  <a:pt x="2511843" y="2477627"/>
                </a:lnTo>
                <a:lnTo>
                  <a:pt x="2540715" y="2483742"/>
                </a:lnTo>
                <a:lnTo>
                  <a:pt x="2569586" y="2489767"/>
                </a:lnTo>
                <a:lnTo>
                  <a:pt x="2598458" y="2495704"/>
                </a:lnTo>
                <a:lnTo>
                  <a:pt x="2627330" y="2501555"/>
                </a:lnTo>
                <a:lnTo>
                  <a:pt x="2656202" y="2507322"/>
                </a:lnTo>
                <a:lnTo>
                  <a:pt x="2685073" y="2513007"/>
                </a:lnTo>
                <a:lnTo>
                  <a:pt x="2713945" y="2518613"/>
                </a:lnTo>
                <a:lnTo>
                  <a:pt x="2742817" y="2524141"/>
                </a:lnTo>
                <a:lnTo>
                  <a:pt x="2771689" y="2529593"/>
                </a:lnTo>
                <a:lnTo>
                  <a:pt x="2800560" y="2534971"/>
                </a:lnTo>
                <a:lnTo>
                  <a:pt x="2829432" y="2540277"/>
                </a:lnTo>
                <a:lnTo>
                  <a:pt x="2858304" y="2545511"/>
                </a:lnTo>
                <a:lnTo>
                  <a:pt x="2887176" y="2550677"/>
                </a:lnTo>
                <a:lnTo>
                  <a:pt x="2916047" y="2555774"/>
                </a:lnTo>
                <a:lnTo>
                  <a:pt x="2944919" y="2560806"/>
                </a:lnTo>
                <a:lnTo>
                  <a:pt x="2973791" y="2565773"/>
                </a:lnTo>
                <a:lnTo>
                  <a:pt x="3002663" y="2570676"/>
                </a:lnTo>
                <a:lnTo>
                  <a:pt x="3031534" y="2575518"/>
                </a:lnTo>
                <a:lnTo>
                  <a:pt x="3060406" y="2580299"/>
                </a:lnTo>
                <a:lnTo>
                  <a:pt x="3089278" y="2585021"/>
                </a:lnTo>
                <a:lnTo>
                  <a:pt x="3118150" y="2589685"/>
                </a:lnTo>
                <a:lnTo>
                  <a:pt x="3147021" y="2594293"/>
                </a:lnTo>
                <a:lnTo>
                  <a:pt x="3175893" y="2598844"/>
                </a:lnTo>
                <a:lnTo>
                  <a:pt x="3204765" y="2603342"/>
                </a:lnTo>
                <a:lnTo>
                  <a:pt x="3233637" y="2607786"/>
                </a:lnTo>
                <a:lnTo>
                  <a:pt x="3262509" y="2612177"/>
                </a:lnTo>
                <a:lnTo>
                  <a:pt x="3291380" y="2616518"/>
                </a:lnTo>
                <a:lnTo>
                  <a:pt x="3320252" y="2620808"/>
                </a:lnTo>
                <a:lnTo>
                  <a:pt x="3349124" y="2625049"/>
                </a:lnTo>
                <a:lnTo>
                  <a:pt x="3377996" y="2629242"/>
                </a:lnTo>
                <a:lnTo>
                  <a:pt x="3406867" y="2633388"/>
                </a:lnTo>
                <a:lnTo>
                  <a:pt x="3435739" y="2637488"/>
                </a:lnTo>
                <a:lnTo>
                  <a:pt x="3464611" y="2641542"/>
                </a:lnTo>
                <a:lnTo>
                  <a:pt x="3493483" y="2645551"/>
                </a:lnTo>
                <a:lnTo>
                  <a:pt x="3522354" y="2649517"/>
                </a:lnTo>
                <a:lnTo>
                  <a:pt x="3551226" y="2653440"/>
                </a:lnTo>
                <a:lnTo>
                  <a:pt x="3580098" y="2657320"/>
                </a:lnTo>
                <a:lnTo>
                  <a:pt x="3608970" y="2661160"/>
                </a:lnTo>
                <a:lnTo>
                  <a:pt x="3637841" y="2664959"/>
                </a:lnTo>
                <a:lnTo>
                  <a:pt x="3666713" y="2668718"/>
                </a:lnTo>
                <a:lnTo>
                  <a:pt x="3695585" y="2672438"/>
                </a:lnTo>
                <a:lnTo>
                  <a:pt x="3724457" y="2676119"/>
                </a:lnTo>
                <a:lnTo>
                  <a:pt x="3753328" y="2679763"/>
                </a:lnTo>
                <a:lnTo>
                  <a:pt x="3782200" y="2683370"/>
                </a:lnTo>
                <a:lnTo>
                  <a:pt x="3811072" y="2686940"/>
                </a:lnTo>
                <a:lnTo>
                  <a:pt x="3839944" y="2690475"/>
                </a:lnTo>
                <a:lnTo>
                  <a:pt x="3868815" y="2693974"/>
                </a:lnTo>
                <a:lnTo>
                  <a:pt x="3897687" y="2697439"/>
                </a:lnTo>
                <a:lnTo>
                  <a:pt x="3926559" y="2700871"/>
                </a:lnTo>
                <a:lnTo>
                  <a:pt x="3955431" y="2704268"/>
                </a:lnTo>
                <a:lnTo>
                  <a:pt x="3984302" y="2707633"/>
                </a:lnTo>
                <a:lnTo>
                  <a:pt x="4013174" y="2710966"/>
                </a:lnTo>
                <a:lnTo>
                  <a:pt x="4042046" y="2714267"/>
                </a:lnTo>
                <a:lnTo>
                  <a:pt x="4070918" y="2717537"/>
                </a:lnTo>
                <a:lnTo>
                  <a:pt x="4099790" y="2720776"/>
                </a:lnTo>
                <a:lnTo>
                  <a:pt x="4128661" y="2723986"/>
                </a:lnTo>
                <a:lnTo>
                  <a:pt x="4157533" y="2727165"/>
                </a:lnTo>
                <a:lnTo>
                  <a:pt x="4186405" y="2730315"/>
                </a:lnTo>
                <a:lnTo>
                  <a:pt x="4215277" y="2733437"/>
                </a:lnTo>
                <a:lnTo>
                  <a:pt x="4244148" y="2736530"/>
                </a:lnTo>
                <a:lnTo>
                  <a:pt x="4273020" y="2739596"/>
                </a:lnTo>
                <a:lnTo>
                  <a:pt x="4301892" y="2742634"/>
                </a:lnTo>
                <a:lnTo>
                  <a:pt x="4330764" y="2745645"/>
                </a:lnTo>
                <a:lnTo>
                  <a:pt x="4359635" y="2748630"/>
                </a:lnTo>
                <a:lnTo>
                  <a:pt x="4388507" y="2751588"/>
                </a:lnTo>
                <a:lnTo>
                  <a:pt x="4417379" y="2754521"/>
                </a:lnTo>
                <a:lnTo>
                  <a:pt x="4446251" y="2757429"/>
                </a:lnTo>
                <a:lnTo>
                  <a:pt x="4475122" y="2760311"/>
                </a:lnTo>
                <a:lnTo>
                  <a:pt x="4503994" y="2763169"/>
                </a:lnTo>
                <a:lnTo>
                  <a:pt x="4532866" y="2766003"/>
                </a:lnTo>
                <a:lnTo>
                  <a:pt x="4561738" y="2768813"/>
                </a:lnTo>
                <a:lnTo>
                  <a:pt x="4590609" y="2771600"/>
                </a:lnTo>
                <a:lnTo>
                  <a:pt x="4619481" y="2774364"/>
                </a:lnTo>
                <a:lnTo>
                  <a:pt x="4648353" y="2777104"/>
                </a:lnTo>
                <a:lnTo>
                  <a:pt x="4677225" y="2779822"/>
                </a:lnTo>
                <a:lnTo>
                  <a:pt x="4706096" y="2782519"/>
                </a:lnTo>
                <a:lnTo>
                  <a:pt x="4734968" y="2785193"/>
                </a:lnTo>
                <a:lnTo>
                  <a:pt x="4763840" y="2787846"/>
                </a:lnTo>
                <a:lnTo>
                  <a:pt x="4792712" y="2790477"/>
                </a:lnTo>
                <a:lnTo>
                  <a:pt x="4821583" y="2793088"/>
                </a:lnTo>
                <a:lnTo>
                  <a:pt x="4850455" y="2795678"/>
                </a:lnTo>
                <a:lnTo>
                  <a:pt x="4879327" y="2798248"/>
                </a:lnTo>
                <a:lnTo>
                  <a:pt x="4908199" y="2800798"/>
                </a:lnTo>
                <a:lnTo>
                  <a:pt x="4937071" y="2803328"/>
                </a:lnTo>
                <a:lnTo>
                  <a:pt x="4965942" y="2805839"/>
                </a:lnTo>
                <a:lnTo>
                  <a:pt x="4994814" y="2808330"/>
                </a:lnTo>
                <a:lnTo>
                  <a:pt x="5023686" y="2810803"/>
                </a:lnTo>
                <a:lnTo>
                  <a:pt x="5052558" y="2813257"/>
                </a:lnTo>
                <a:lnTo>
                  <a:pt x="5081429" y="2815692"/>
                </a:lnTo>
                <a:lnTo>
                  <a:pt x="5110301" y="2818110"/>
                </a:lnTo>
                <a:lnTo>
                  <a:pt x="5139173" y="2820509"/>
                </a:lnTo>
                <a:lnTo>
                  <a:pt x="5168045" y="2822890"/>
                </a:lnTo>
                <a:lnTo>
                  <a:pt x="5196916" y="2825255"/>
                </a:lnTo>
                <a:lnTo>
                  <a:pt x="5225788" y="2827602"/>
                </a:lnTo>
                <a:lnTo>
                  <a:pt x="5254660" y="2829931"/>
                </a:lnTo>
                <a:lnTo>
                  <a:pt x="5283532" y="2832245"/>
                </a:lnTo>
                <a:lnTo>
                  <a:pt x="5312403" y="2834541"/>
                </a:lnTo>
                <a:lnTo>
                  <a:pt x="5341275" y="2836821"/>
                </a:lnTo>
                <a:lnTo>
                  <a:pt x="5370147" y="2839085"/>
                </a:lnTo>
                <a:lnTo>
                  <a:pt x="5399019" y="2841334"/>
                </a:lnTo>
                <a:lnTo>
                  <a:pt x="5427890" y="2843566"/>
                </a:lnTo>
                <a:lnTo>
                  <a:pt x="5456762" y="2845783"/>
                </a:lnTo>
                <a:lnTo>
                  <a:pt x="5485634" y="2847984"/>
                </a:lnTo>
                <a:lnTo>
                  <a:pt x="5514506" y="2850171"/>
                </a:lnTo>
                <a:lnTo>
                  <a:pt x="5543377" y="2852342"/>
                </a:lnTo>
                <a:lnTo>
                  <a:pt x="5572249" y="2854499"/>
                </a:lnTo>
                <a:lnTo>
                  <a:pt x="5601121" y="2856641"/>
                </a:lnTo>
                <a:lnTo>
                  <a:pt x="5629993" y="2858769"/>
                </a:lnTo>
                <a:lnTo>
                  <a:pt x="5658865" y="2860882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C3-E02 ellipse 69" descr="sci-ppt:o069"/>
          <p:cNvSpPr/>
          <p:nvPr/>
        </p:nvSpPr>
        <p:spPr>
          <a:xfrm>
            <a:off x="7668768" y="362806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3-E02 text 70" descr="sci-ppt:o070"/>
          <p:cNvSpPr txBox="1"/>
          <p:nvPr/>
        </p:nvSpPr>
        <p:spPr>
          <a:xfrm>
            <a:off x="7851647" y="3609781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ε = 0.1: w ≥ 4.36 R_A</a:t>
            </a:r>
          </a:p>
        </p:txBody>
      </p:sp>
      <p:sp>
        <p:nvSpPr>
          <p:cNvPr id="73" name="C3-E02 ellipse 71" descr="sci-ppt:o071"/>
          <p:cNvSpPr/>
          <p:nvPr/>
        </p:nvSpPr>
        <p:spPr>
          <a:xfrm>
            <a:off x="6678167" y="3052781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C3-E02 text 72" descr="sci-ppt:o072"/>
          <p:cNvSpPr txBox="1"/>
          <p:nvPr/>
        </p:nvSpPr>
        <p:spPr>
          <a:xfrm>
            <a:off x="6861048" y="3034493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ε = 0.05: w ≥ 6.24 R_A</a:t>
            </a:r>
          </a:p>
        </p:txBody>
      </p:sp>
      <p:sp>
        <p:nvSpPr>
          <p:cNvPr id="75" name="C3-E02 ellipse 73" descr="sci-ppt:o073"/>
          <p:cNvSpPr/>
          <p:nvPr/>
        </p:nvSpPr>
        <p:spPr>
          <a:xfrm>
            <a:off x="6083808" y="1923377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C3-E02 text 74" descr="sci-ppt:o074"/>
          <p:cNvSpPr txBox="1"/>
          <p:nvPr/>
        </p:nvSpPr>
        <p:spPr>
          <a:xfrm>
            <a:off x="6248400" y="1905089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ε = 0.02: w ≥ 9.95 R_A</a:t>
            </a:r>
          </a:p>
        </p:txBody>
      </p:sp>
      <p:sp>
        <p:nvSpPr>
          <p:cNvPr id="77" name="C3-E02 text 75" descr="sci-ppt:o075"/>
          <p:cNvSpPr txBox="1"/>
          <p:nvPr/>
        </p:nvSpPr>
        <p:spPr>
          <a:xfrm>
            <a:off x="5760720" y="5733288"/>
            <a:ext cx="594360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w ≥ R_A √[ 2 / (−ln(1 − ε)) ].  A 10 % edge drop needs w = 4.357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R_A.</a:t>
            </a:r>
          </a:p>
        </p:txBody>
      </p:sp>
      <p:sp>
        <p:nvSpPr>
          <p:cNvPr id="78" name="C3-E02 text 76" descr="sci-ppt:o07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Optical-uniformity condition of Eq. C3-E02; this is checked before any cavity mechanics.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C3-E03 · Continuity and potential integration</a:t>
            </a:r>
          </a:p>
        </p:txBody>
      </p:sp>
      <p:sp>
        <p:nvSpPr>
          <p:cNvPr id="3" name="C3-E03 round_rect 1" descr="sci-ppt:o001"/>
          <p:cNvSpPr/>
          <p:nvPr/>
        </p:nvSpPr>
        <p:spPr>
          <a:xfrm>
            <a:off x="365760" y="914400"/>
            <a:ext cx="51206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3 text 2" descr="sci-ppt:o002"/>
          <p:cNvSpPr txBox="1"/>
          <p:nvPr/>
        </p:nvSpPr>
        <p:spPr>
          <a:xfrm>
            <a:off x="475488" y="969264"/>
            <a:ext cx="49011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A moving sphere is a monopole source</a:t>
            </a:r>
          </a:p>
        </p:txBody>
      </p:sp>
      <p:sp>
        <p:nvSpPr>
          <p:cNvPr id="5" name="C3-E03 ellipse 3" descr="sci-ppt:o003"/>
          <p:cNvSpPr/>
          <p:nvPr/>
        </p:nvSpPr>
        <p:spPr>
          <a:xfrm>
            <a:off x="960120" y="2971800"/>
            <a:ext cx="822960" cy="8229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03 text 4" descr="sci-ppt:o004"/>
          <p:cNvSpPr txBox="1"/>
          <p:nvPr/>
        </p:nvSpPr>
        <p:spPr>
          <a:xfrm>
            <a:off x="868680" y="251460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bubble j</a:t>
            </a:r>
          </a:p>
        </p:txBody>
      </p:sp>
      <p:cxnSp>
        <p:nvCxnSpPr>
          <p:cNvPr id="7" name="C3-E03 arrow 5" descr="sci-ppt:o005"/>
          <p:cNvCxnSpPr/>
          <p:nvPr/>
        </p:nvCxnSpPr>
        <p:spPr>
          <a:xfrm>
            <a:off x="1874519" y="3383280"/>
            <a:ext cx="365761" cy="0"/>
          </a:xfrm>
          <a:prstGeom prst="line">
            <a:avLst/>
          </a:prstGeom>
          <a:ln w="3175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3-E03 line 6" descr="sci-ppt:o006"/>
          <p:cNvCxnSpPr/>
          <p:nvPr/>
        </p:nvCxnSpPr>
        <p:spPr>
          <a:xfrm>
            <a:off x="1371600" y="4206240"/>
            <a:ext cx="301752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9" name="C3-E03 line 7" descr="sci-ppt:o007"/>
          <p:cNvCxnSpPr/>
          <p:nvPr/>
        </p:nvCxnSpPr>
        <p:spPr>
          <a:xfrm>
            <a:off x="1371600" y="414223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10" name="C3-E03 line 8" descr="sci-ppt:o008"/>
          <p:cNvCxnSpPr/>
          <p:nvPr/>
        </p:nvCxnSpPr>
        <p:spPr>
          <a:xfrm>
            <a:off x="4389120" y="414223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1" name="C3-E03 text 9" descr="sci-ppt:o009"/>
          <p:cNvSpPr txBox="1"/>
          <p:nvPr/>
        </p:nvSpPr>
        <p:spPr>
          <a:xfrm>
            <a:off x="1965960" y="4293870"/>
            <a:ext cx="1828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dᵢⱼ</a:t>
            </a:r>
          </a:p>
        </p:txBody>
      </p:sp>
      <p:sp>
        <p:nvSpPr>
          <p:cNvPr id="12" name="C3-E03 ellipse 10" descr="sci-ppt:o010"/>
          <p:cNvSpPr/>
          <p:nvPr/>
        </p:nvSpPr>
        <p:spPr>
          <a:xfrm>
            <a:off x="4306824" y="3300984"/>
            <a:ext cx="164592" cy="164592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03 text 11" descr="sci-ppt:o011"/>
          <p:cNvSpPr txBox="1"/>
          <p:nvPr/>
        </p:nvSpPr>
        <p:spPr>
          <a:xfrm>
            <a:off x="3840480" y="2834640"/>
            <a:ext cx="146304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receiving</a:t>
            </a:r>
          </a:p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8BA0"/>
                </a:solidFill>
                <a:latin typeface="Arial"/>
              </a:rPr>
              <a:t>centre i</a:t>
            </a:r>
          </a:p>
        </p:txBody>
      </p:sp>
      <p:sp>
        <p:nvSpPr>
          <p:cNvPr id="14" name="C3-E03 ellipse 12" descr="sci-ppt:o012"/>
          <p:cNvSpPr/>
          <p:nvPr/>
        </p:nvSpPr>
        <p:spPr>
          <a:xfrm>
            <a:off x="594360" y="2606040"/>
            <a:ext cx="1554480" cy="1554480"/>
          </a:xfrm>
          <a:prstGeom prst="ellipse">
            <a:avLst/>
          </a:prstGeom>
          <a:noFill/>
          <a:ln w="15240">
            <a:solidFill>
              <a:srgbClr val="2B6678">
                <a:alpha val="9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03 ellipse 13" descr="sci-ppt:o013"/>
          <p:cNvSpPr/>
          <p:nvPr/>
        </p:nvSpPr>
        <p:spPr>
          <a:xfrm>
            <a:off x="365759" y="2377440"/>
            <a:ext cx="2011680" cy="2011680"/>
          </a:xfrm>
          <a:prstGeom prst="ellipse">
            <a:avLst/>
          </a:prstGeom>
          <a:noFill/>
          <a:ln w="15240">
            <a:solidFill>
              <a:srgbClr val="2B6678">
                <a:alpha val="90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3-E03 text 14" descr="sci-ppt:o014"/>
          <p:cNvSpPr txBox="1"/>
          <p:nvPr/>
        </p:nvSpPr>
        <p:spPr>
          <a:xfrm>
            <a:off x="548640" y="5074920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Flux through every sphere is the same: 4πr²u = 4πR²Ṙ.</a:t>
            </a:r>
          </a:p>
        </p:txBody>
      </p:sp>
      <p:cxnSp>
        <p:nvCxnSpPr>
          <p:cNvPr id="17" name="C3-E03 line 15" descr="sci-ppt:o015"/>
          <p:cNvCxnSpPr/>
          <p:nvPr/>
        </p:nvCxnSpPr>
        <p:spPr>
          <a:xfrm>
            <a:off x="6400800" y="4572000"/>
            <a:ext cx="5303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8" name="C3-E03 line 16" descr="sci-ppt:o016"/>
          <p:cNvCxnSpPr/>
          <p:nvPr/>
        </p:nvCxnSpPr>
        <p:spPr>
          <a:xfrm>
            <a:off x="6400800" y="1371600"/>
            <a:ext cx="0" cy="32004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9" name="C3-E03 line 17" descr="sci-ppt:o017"/>
          <p:cNvCxnSpPr/>
          <p:nvPr/>
        </p:nvCxnSpPr>
        <p:spPr>
          <a:xfrm>
            <a:off x="640080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3-E03 line 18" descr="sci-ppt:o018"/>
          <p:cNvCxnSpPr/>
          <p:nvPr/>
        </p:nvCxnSpPr>
        <p:spPr>
          <a:xfrm>
            <a:off x="640080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1" name="C3-E03 text 19" descr="sci-ppt:o019"/>
          <p:cNvSpPr txBox="1"/>
          <p:nvPr/>
        </p:nvSpPr>
        <p:spPr>
          <a:xfrm>
            <a:off x="594360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2" name="C3-E03 line 20" descr="sci-ppt:o020"/>
          <p:cNvCxnSpPr/>
          <p:nvPr/>
        </p:nvCxnSpPr>
        <p:spPr>
          <a:xfrm>
            <a:off x="6990079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3-E03 line 21" descr="sci-ppt:o021"/>
          <p:cNvCxnSpPr/>
          <p:nvPr/>
        </p:nvCxnSpPr>
        <p:spPr>
          <a:xfrm>
            <a:off x="6990079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4" name="C3-E03 text 22" descr="sci-ppt:o022"/>
          <p:cNvSpPr txBox="1"/>
          <p:nvPr/>
        </p:nvSpPr>
        <p:spPr>
          <a:xfrm>
            <a:off x="6532879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5" name="C3-E03 line 23" descr="sci-ppt:o023"/>
          <p:cNvCxnSpPr/>
          <p:nvPr/>
        </p:nvCxnSpPr>
        <p:spPr>
          <a:xfrm>
            <a:off x="87579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3-E03 line 24" descr="sci-ppt:o024"/>
          <p:cNvCxnSpPr/>
          <p:nvPr/>
        </p:nvCxnSpPr>
        <p:spPr>
          <a:xfrm>
            <a:off x="875792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7" name="C3-E03 text 25" descr="sci-ppt:o025"/>
          <p:cNvSpPr txBox="1"/>
          <p:nvPr/>
        </p:nvSpPr>
        <p:spPr>
          <a:xfrm>
            <a:off x="83007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8" name="C3-E03 line 26" descr="sci-ppt:o026"/>
          <p:cNvCxnSpPr/>
          <p:nvPr/>
        </p:nvCxnSpPr>
        <p:spPr>
          <a:xfrm>
            <a:off x="117043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3-E03 line 27" descr="sci-ppt:o027"/>
          <p:cNvCxnSpPr/>
          <p:nvPr/>
        </p:nvCxnSpPr>
        <p:spPr>
          <a:xfrm>
            <a:off x="1170432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0" name="C3-E03 text 28" descr="sci-ppt:o028"/>
          <p:cNvSpPr txBox="1"/>
          <p:nvPr/>
        </p:nvSpPr>
        <p:spPr>
          <a:xfrm>
            <a:off x="112471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31" name="C3-E03 line 29" descr="sci-ppt:o029"/>
          <p:cNvCxnSpPr/>
          <p:nvPr/>
        </p:nvCxnSpPr>
        <p:spPr>
          <a:xfrm>
            <a:off x="6336792" y="42810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3-E03 line 30" descr="sci-ppt:o030"/>
          <p:cNvCxnSpPr/>
          <p:nvPr/>
        </p:nvCxnSpPr>
        <p:spPr>
          <a:xfrm>
            <a:off x="6400800" y="4281054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3" name="C3-E03 text 31" descr="sci-ppt:o031"/>
          <p:cNvSpPr txBox="1"/>
          <p:nvPr/>
        </p:nvSpPr>
        <p:spPr>
          <a:xfrm>
            <a:off x="5532120" y="41987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-2.0</a:t>
            </a:r>
          </a:p>
        </p:txBody>
      </p:sp>
      <p:cxnSp>
        <p:nvCxnSpPr>
          <p:cNvPr id="34" name="C3-E03 line 32" descr="sci-ppt:o032"/>
          <p:cNvCxnSpPr/>
          <p:nvPr/>
        </p:nvCxnSpPr>
        <p:spPr>
          <a:xfrm>
            <a:off x="6336792" y="355369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3-E03 line 33" descr="sci-ppt:o033"/>
          <p:cNvCxnSpPr/>
          <p:nvPr/>
        </p:nvCxnSpPr>
        <p:spPr>
          <a:xfrm>
            <a:off x="6400800" y="3553690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3-E03 text 34" descr="sci-ppt:o034"/>
          <p:cNvSpPr txBox="1"/>
          <p:nvPr/>
        </p:nvSpPr>
        <p:spPr>
          <a:xfrm>
            <a:off x="5532120" y="347139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-1.5</a:t>
            </a:r>
          </a:p>
        </p:txBody>
      </p:sp>
      <p:cxnSp>
        <p:nvCxnSpPr>
          <p:cNvPr id="37" name="C3-E03 line 35" descr="sci-ppt:o035"/>
          <p:cNvCxnSpPr/>
          <p:nvPr/>
        </p:nvCxnSpPr>
        <p:spPr>
          <a:xfrm>
            <a:off x="6336792" y="282632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3-E03 line 36" descr="sci-ppt:o036"/>
          <p:cNvCxnSpPr/>
          <p:nvPr/>
        </p:nvCxnSpPr>
        <p:spPr>
          <a:xfrm>
            <a:off x="6400800" y="2826327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9" name="C3-E03 text 37" descr="sci-ppt:o037"/>
          <p:cNvSpPr txBox="1"/>
          <p:nvPr/>
        </p:nvSpPr>
        <p:spPr>
          <a:xfrm>
            <a:off x="5532120" y="274403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-1.0</a:t>
            </a:r>
          </a:p>
        </p:txBody>
      </p:sp>
      <p:cxnSp>
        <p:nvCxnSpPr>
          <p:cNvPr id="40" name="C3-E03 line 38" descr="sci-ppt:o038"/>
          <p:cNvCxnSpPr/>
          <p:nvPr/>
        </p:nvCxnSpPr>
        <p:spPr>
          <a:xfrm>
            <a:off x="6336792" y="209896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3-E03 line 39" descr="sci-ppt:o039"/>
          <p:cNvCxnSpPr/>
          <p:nvPr/>
        </p:nvCxnSpPr>
        <p:spPr>
          <a:xfrm>
            <a:off x="6400800" y="2098963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2" name="C3-E03 text 40" descr="sci-ppt:o040"/>
          <p:cNvSpPr txBox="1"/>
          <p:nvPr/>
        </p:nvSpPr>
        <p:spPr>
          <a:xfrm>
            <a:off x="5532120" y="201666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-0.5</a:t>
            </a:r>
          </a:p>
        </p:txBody>
      </p:sp>
      <p:cxnSp>
        <p:nvCxnSpPr>
          <p:cNvPr id="43" name="C3-E03 line 41" descr="sci-ppt:o041"/>
          <p:cNvCxnSpPr/>
          <p:nvPr/>
        </p:nvCxnSpPr>
        <p:spPr>
          <a:xfrm>
            <a:off x="63367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3-E03 line 42" descr="sci-ppt:o042"/>
          <p:cNvCxnSpPr/>
          <p:nvPr/>
        </p:nvCxnSpPr>
        <p:spPr>
          <a:xfrm>
            <a:off x="6400800" y="1371600"/>
            <a:ext cx="5303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3-E03 text 43" descr="sci-ppt:o043"/>
          <p:cNvSpPr txBox="1"/>
          <p:nvPr/>
        </p:nvSpPr>
        <p:spPr>
          <a:xfrm>
            <a:off x="55321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sp>
        <p:nvSpPr>
          <p:cNvPr id="46" name="C3-E03 text 44" descr="sci-ppt:o044"/>
          <p:cNvSpPr txBox="1"/>
          <p:nvPr/>
        </p:nvSpPr>
        <p:spPr>
          <a:xfrm>
            <a:off x="6400800" y="4855464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dᵢⱼ / Rⱼ</a:t>
            </a:r>
          </a:p>
        </p:txBody>
      </p:sp>
      <p:sp>
        <p:nvSpPr>
          <p:cNvPr id="47" name="C3-E03 text 45" descr="sci-ppt:o045"/>
          <p:cNvSpPr txBox="1"/>
          <p:nvPr/>
        </p:nvSpPr>
        <p:spPr>
          <a:xfrm>
            <a:off x="5852160" y="1024128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∂ₜφⱼ at dᵢⱼ</a:t>
            </a:r>
          </a:p>
        </p:txBody>
      </p:sp>
      <p:sp>
        <p:nvSpPr>
          <p:cNvPr id="48" name="C3-E03 polygon 46" descr="sci-ppt:o046"/>
          <p:cNvSpPr/>
          <p:nvPr/>
        </p:nvSpPr>
        <p:spPr>
          <a:xfrm>
            <a:off x="6400800" y="1604356"/>
            <a:ext cx="5303520" cy="2094807"/>
          </a:xfrm>
          <a:custGeom>
            <a:avLst/>
            <a:gdLst/>
            <a:ahLst/>
            <a:cxnLst/>
            <a:rect l="l" t="t" r="r" b="b"/>
            <a:pathLst>
              <a:path w="5303520" h="2094807">
                <a:moveTo>
                  <a:pt x="0" y="2094807"/>
                </a:moveTo>
                <a:lnTo>
                  <a:pt x="26650" y="1994095"/>
                </a:lnTo>
                <a:lnTo>
                  <a:pt x="53301" y="1901737"/>
                </a:lnTo>
                <a:lnTo>
                  <a:pt x="79952" y="1816735"/>
                </a:lnTo>
                <a:lnTo>
                  <a:pt x="106603" y="1738244"/>
                </a:lnTo>
                <a:lnTo>
                  <a:pt x="133254" y="1665543"/>
                </a:lnTo>
                <a:lnTo>
                  <a:pt x="159905" y="1598015"/>
                </a:lnTo>
                <a:lnTo>
                  <a:pt x="186555" y="1535126"/>
                </a:lnTo>
                <a:lnTo>
                  <a:pt x="213206" y="1476414"/>
                </a:lnTo>
                <a:lnTo>
                  <a:pt x="239857" y="1421476"/>
                </a:lnTo>
                <a:lnTo>
                  <a:pt x="266508" y="1369960"/>
                </a:lnTo>
                <a:lnTo>
                  <a:pt x="293159" y="1321556"/>
                </a:lnTo>
                <a:lnTo>
                  <a:pt x="319810" y="1275990"/>
                </a:lnTo>
                <a:lnTo>
                  <a:pt x="346461" y="1233019"/>
                </a:lnTo>
                <a:lnTo>
                  <a:pt x="373111" y="1192429"/>
                </a:lnTo>
                <a:lnTo>
                  <a:pt x="399762" y="1154025"/>
                </a:lnTo>
                <a:lnTo>
                  <a:pt x="426413" y="1117638"/>
                </a:lnTo>
                <a:lnTo>
                  <a:pt x="453064" y="1083110"/>
                </a:lnTo>
                <a:lnTo>
                  <a:pt x="479715" y="1050305"/>
                </a:lnTo>
                <a:lnTo>
                  <a:pt x="506366" y="1019095"/>
                </a:lnTo>
                <a:lnTo>
                  <a:pt x="533017" y="989368"/>
                </a:lnTo>
                <a:lnTo>
                  <a:pt x="559667" y="961020"/>
                </a:lnTo>
                <a:lnTo>
                  <a:pt x="586318" y="933957"/>
                </a:lnTo>
                <a:lnTo>
                  <a:pt x="612969" y="908094"/>
                </a:lnTo>
                <a:lnTo>
                  <a:pt x="639620" y="883352"/>
                </a:lnTo>
                <a:lnTo>
                  <a:pt x="666271" y="859661"/>
                </a:lnTo>
                <a:lnTo>
                  <a:pt x="692922" y="836955"/>
                </a:lnTo>
                <a:lnTo>
                  <a:pt x="719573" y="815174"/>
                </a:lnTo>
                <a:lnTo>
                  <a:pt x="746223" y="794262"/>
                </a:lnTo>
                <a:lnTo>
                  <a:pt x="772874" y="774168"/>
                </a:lnTo>
                <a:lnTo>
                  <a:pt x="799525" y="754845"/>
                </a:lnTo>
                <a:lnTo>
                  <a:pt x="826176" y="736250"/>
                </a:lnTo>
                <a:lnTo>
                  <a:pt x="852827" y="718342"/>
                </a:lnTo>
                <a:lnTo>
                  <a:pt x="879478" y="701085"/>
                </a:lnTo>
                <a:lnTo>
                  <a:pt x="906129" y="684442"/>
                </a:lnTo>
                <a:lnTo>
                  <a:pt x="932779" y="668382"/>
                </a:lnTo>
                <a:lnTo>
                  <a:pt x="959430" y="652875"/>
                </a:lnTo>
                <a:lnTo>
                  <a:pt x="986081" y="637892"/>
                </a:lnTo>
                <a:lnTo>
                  <a:pt x="1012732" y="623408"/>
                </a:lnTo>
                <a:lnTo>
                  <a:pt x="1039383" y="609398"/>
                </a:lnTo>
                <a:lnTo>
                  <a:pt x="1066034" y="595839"/>
                </a:lnTo>
                <a:lnTo>
                  <a:pt x="1092685" y="582710"/>
                </a:lnTo>
                <a:lnTo>
                  <a:pt x="1119335" y="569991"/>
                </a:lnTo>
                <a:lnTo>
                  <a:pt x="1145986" y="557662"/>
                </a:lnTo>
                <a:lnTo>
                  <a:pt x="1172637" y="545706"/>
                </a:lnTo>
                <a:lnTo>
                  <a:pt x="1199288" y="534106"/>
                </a:lnTo>
                <a:lnTo>
                  <a:pt x="1225939" y="522847"/>
                </a:lnTo>
                <a:lnTo>
                  <a:pt x="1252590" y="511914"/>
                </a:lnTo>
                <a:lnTo>
                  <a:pt x="1279241" y="501293"/>
                </a:lnTo>
                <a:lnTo>
                  <a:pt x="1305891" y="490970"/>
                </a:lnTo>
                <a:lnTo>
                  <a:pt x="1332542" y="480934"/>
                </a:lnTo>
                <a:lnTo>
                  <a:pt x="1359193" y="471172"/>
                </a:lnTo>
                <a:lnTo>
                  <a:pt x="1385844" y="461674"/>
                </a:lnTo>
                <a:lnTo>
                  <a:pt x="1412495" y="452429"/>
                </a:lnTo>
                <a:lnTo>
                  <a:pt x="1439146" y="443426"/>
                </a:lnTo>
                <a:lnTo>
                  <a:pt x="1465796" y="434657"/>
                </a:lnTo>
                <a:lnTo>
                  <a:pt x="1492447" y="426113"/>
                </a:lnTo>
                <a:lnTo>
                  <a:pt x="1519098" y="417784"/>
                </a:lnTo>
                <a:lnTo>
                  <a:pt x="1545749" y="409664"/>
                </a:lnTo>
                <a:lnTo>
                  <a:pt x="1572400" y="401744"/>
                </a:lnTo>
                <a:lnTo>
                  <a:pt x="1599051" y="394016"/>
                </a:lnTo>
                <a:lnTo>
                  <a:pt x="1625702" y="386475"/>
                </a:lnTo>
                <a:lnTo>
                  <a:pt x="1652352" y="379113"/>
                </a:lnTo>
                <a:lnTo>
                  <a:pt x="1679003" y="371924"/>
                </a:lnTo>
                <a:lnTo>
                  <a:pt x="1705654" y="364902"/>
                </a:lnTo>
                <a:lnTo>
                  <a:pt x="1732305" y="358041"/>
                </a:lnTo>
                <a:lnTo>
                  <a:pt x="1758956" y="351336"/>
                </a:lnTo>
                <a:lnTo>
                  <a:pt x="1785607" y="344781"/>
                </a:lnTo>
                <a:lnTo>
                  <a:pt x="1812258" y="338372"/>
                </a:lnTo>
                <a:lnTo>
                  <a:pt x="1838908" y="332103"/>
                </a:lnTo>
                <a:lnTo>
                  <a:pt x="1865559" y="325971"/>
                </a:lnTo>
                <a:lnTo>
                  <a:pt x="1892210" y="319970"/>
                </a:lnTo>
                <a:lnTo>
                  <a:pt x="1918861" y="314097"/>
                </a:lnTo>
                <a:lnTo>
                  <a:pt x="1945512" y="308348"/>
                </a:lnTo>
                <a:lnTo>
                  <a:pt x="1972163" y="302718"/>
                </a:lnTo>
                <a:lnTo>
                  <a:pt x="1998814" y="297204"/>
                </a:lnTo>
                <a:lnTo>
                  <a:pt x="2025464" y="291802"/>
                </a:lnTo>
                <a:lnTo>
                  <a:pt x="2052115" y="286509"/>
                </a:lnTo>
                <a:lnTo>
                  <a:pt x="2078766" y="281322"/>
                </a:lnTo>
                <a:lnTo>
                  <a:pt x="2105417" y="276238"/>
                </a:lnTo>
                <a:lnTo>
                  <a:pt x="2132068" y="271253"/>
                </a:lnTo>
                <a:lnTo>
                  <a:pt x="2158719" y="266365"/>
                </a:lnTo>
                <a:lnTo>
                  <a:pt x="2185370" y="261571"/>
                </a:lnTo>
                <a:lnTo>
                  <a:pt x="2212020" y="256868"/>
                </a:lnTo>
                <a:lnTo>
                  <a:pt x="2238671" y="252254"/>
                </a:lnTo>
                <a:lnTo>
                  <a:pt x="2265322" y="247726"/>
                </a:lnTo>
                <a:lnTo>
                  <a:pt x="2291973" y="243282"/>
                </a:lnTo>
                <a:lnTo>
                  <a:pt x="2318624" y="238919"/>
                </a:lnTo>
                <a:lnTo>
                  <a:pt x="2345275" y="234635"/>
                </a:lnTo>
                <a:lnTo>
                  <a:pt x="2371926" y="230429"/>
                </a:lnTo>
                <a:lnTo>
                  <a:pt x="2398576" y="226297"/>
                </a:lnTo>
                <a:lnTo>
                  <a:pt x="2425227" y="222239"/>
                </a:lnTo>
                <a:lnTo>
                  <a:pt x="2451878" y="218251"/>
                </a:lnTo>
                <a:lnTo>
                  <a:pt x="2478529" y="214333"/>
                </a:lnTo>
                <a:lnTo>
                  <a:pt x="2505180" y="210483"/>
                </a:lnTo>
                <a:lnTo>
                  <a:pt x="2531831" y="206698"/>
                </a:lnTo>
                <a:lnTo>
                  <a:pt x="2558482" y="202977"/>
                </a:lnTo>
                <a:lnTo>
                  <a:pt x="2585132" y="199319"/>
                </a:lnTo>
                <a:lnTo>
                  <a:pt x="2611783" y="195722"/>
                </a:lnTo>
                <a:lnTo>
                  <a:pt x="2638434" y="192184"/>
                </a:lnTo>
                <a:lnTo>
                  <a:pt x="2665085" y="188704"/>
                </a:lnTo>
                <a:lnTo>
                  <a:pt x="2691736" y="185281"/>
                </a:lnTo>
                <a:lnTo>
                  <a:pt x="2718387" y="181912"/>
                </a:lnTo>
                <a:lnTo>
                  <a:pt x="2745037" y="178598"/>
                </a:lnTo>
                <a:lnTo>
                  <a:pt x="2771688" y="175336"/>
                </a:lnTo>
                <a:lnTo>
                  <a:pt x="2798339" y="172126"/>
                </a:lnTo>
                <a:lnTo>
                  <a:pt x="2824990" y="168965"/>
                </a:lnTo>
                <a:lnTo>
                  <a:pt x="2851641" y="165854"/>
                </a:lnTo>
                <a:lnTo>
                  <a:pt x="2878292" y="162790"/>
                </a:lnTo>
                <a:lnTo>
                  <a:pt x="2904943" y="159773"/>
                </a:lnTo>
                <a:lnTo>
                  <a:pt x="2931593" y="156802"/>
                </a:lnTo>
                <a:lnTo>
                  <a:pt x="2958244" y="153876"/>
                </a:lnTo>
                <a:lnTo>
                  <a:pt x="2984895" y="150993"/>
                </a:lnTo>
                <a:lnTo>
                  <a:pt x="3011546" y="148152"/>
                </a:lnTo>
                <a:lnTo>
                  <a:pt x="3038197" y="145354"/>
                </a:lnTo>
                <a:lnTo>
                  <a:pt x="3064848" y="142596"/>
                </a:lnTo>
                <a:lnTo>
                  <a:pt x="3091499" y="139878"/>
                </a:lnTo>
                <a:lnTo>
                  <a:pt x="3118149" y="137200"/>
                </a:lnTo>
                <a:lnTo>
                  <a:pt x="3144800" y="134559"/>
                </a:lnTo>
                <a:lnTo>
                  <a:pt x="3171451" y="131956"/>
                </a:lnTo>
                <a:lnTo>
                  <a:pt x="3198102" y="129390"/>
                </a:lnTo>
                <a:lnTo>
                  <a:pt x="3224753" y="126859"/>
                </a:lnTo>
                <a:lnTo>
                  <a:pt x="3251404" y="124364"/>
                </a:lnTo>
                <a:lnTo>
                  <a:pt x="3278055" y="121903"/>
                </a:lnTo>
                <a:lnTo>
                  <a:pt x="3304705" y="119476"/>
                </a:lnTo>
                <a:lnTo>
                  <a:pt x="3331356" y="117081"/>
                </a:lnTo>
                <a:lnTo>
                  <a:pt x="3358007" y="114719"/>
                </a:lnTo>
                <a:lnTo>
                  <a:pt x="3384658" y="112389"/>
                </a:lnTo>
                <a:lnTo>
                  <a:pt x="3411309" y="110090"/>
                </a:lnTo>
                <a:lnTo>
                  <a:pt x="3437960" y="107821"/>
                </a:lnTo>
                <a:lnTo>
                  <a:pt x="3464611" y="105582"/>
                </a:lnTo>
                <a:lnTo>
                  <a:pt x="3491261" y="103372"/>
                </a:lnTo>
                <a:lnTo>
                  <a:pt x="3517912" y="101191"/>
                </a:lnTo>
                <a:lnTo>
                  <a:pt x="3544563" y="99038"/>
                </a:lnTo>
                <a:lnTo>
                  <a:pt x="3571214" y="96913"/>
                </a:lnTo>
                <a:lnTo>
                  <a:pt x="3597865" y="94814"/>
                </a:lnTo>
                <a:lnTo>
                  <a:pt x="3624516" y="92743"/>
                </a:lnTo>
                <a:lnTo>
                  <a:pt x="3651167" y="90697"/>
                </a:lnTo>
                <a:lnTo>
                  <a:pt x="3677817" y="88677"/>
                </a:lnTo>
                <a:lnTo>
                  <a:pt x="3704468" y="86682"/>
                </a:lnTo>
                <a:lnTo>
                  <a:pt x="3731119" y="84711"/>
                </a:lnTo>
                <a:lnTo>
                  <a:pt x="3757770" y="82765"/>
                </a:lnTo>
                <a:lnTo>
                  <a:pt x="3784421" y="80842"/>
                </a:lnTo>
                <a:lnTo>
                  <a:pt x="3811072" y="78943"/>
                </a:lnTo>
                <a:lnTo>
                  <a:pt x="3837723" y="77066"/>
                </a:lnTo>
                <a:lnTo>
                  <a:pt x="3864373" y="75212"/>
                </a:lnTo>
                <a:lnTo>
                  <a:pt x="3891024" y="73380"/>
                </a:lnTo>
                <a:lnTo>
                  <a:pt x="3917675" y="71570"/>
                </a:lnTo>
                <a:lnTo>
                  <a:pt x="3944326" y="69781"/>
                </a:lnTo>
                <a:lnTo>
                  <a:pt x="3970977" y="68013"/>
                </a:lnTo>
                <a:lnTo>
                  <a:pt x="3997628" y="66266"/>
                </a:lnTo>
                <a:lnTo>
                  <a:pt x="4024278" y="64538"/>
                </a:lnTo>
                <a:lnTo>
                  <a:pt x="4050929" y="62831"/>
                </a:lnTo>
                <a:lnTo>
                  <a:pt x="4077580" y="61143"/>
                </a:lnTo>
                <a:lnTo>
                  <a:pt x="4104231" y="59474"/>
                </a:lnTo>
                <a:lnTo>
                  <a:pt x="4130882" y="57824"/>
                </a:lnTo>
                <a:lnTo>
                  <a:pt x="4157533" y="56192"/>
                </a:lnTo>
                <a:lnTo>
                  <a:pt x="4184184" y="54579"/>
                </a:lnTo>
                <a:lnTo>
                  <a:pt x="4210834" y="52984"/>
                </a:lnTo>
                <a:lnTo>
                  <a:pt x="4237485" y="51406"/>
                </a:lnTo>
                <a:lnTo>
                  <a:pt x="4264136" y="49846"/>
                </a:lnTo>
                <a:lnTo>
                  <a:pt x="4290787" y="48302"/>
                </a:lnTo>
                <a:lnTo>
                  <a:pt x="4317438" y="46776"/>
                </a:lnTo>
                <a:lnTo>
                  <a:pt x="4344089" y="45266"/>
                </a:lnTo>
                <a:lnTo>
                  <a:pt x="4370740" y="43772"/>
                </a:lnTo>
                <a:lnTo>
                  <a:pt x="4397390" y="42294"/>
                </a:lnTo>
                <a:lnTo>
                  <a:pt x="4424041" y="40832"/>
                </a:lnTo>
                <a:lnTo>
                  <a:pt x="4450692" y="39385"/>
                </a:lnTo>
                <a:lnTo>
                  <a:pt x="4477343" y="37954"/>
                </a:lnTo>
                <a:lnTo>
                  <a:pt x="4503994" y="36537"/>
                </a:lnTo>
                <a:lnTo>
                  <a:pt x="4530645" y="35135"/>
                </a:lnTo>
                <a:lnTo>
                  <a:pt x="4557296" y="33748"/>
                </a:lnTo>
                <a:lnTo>
                  <a:pt x="4583946" y="32375"/>
                </a:lnTo>
                <a:lnTo>
                  <a:pt x="4610597" y="31016"/>
                </a:lnTo>
                <a:lnTo>
                  <a:pt x="4637248" y="29671"/>
                </a:lnTo>
                <a:lnTo>
                  <a:pt x="4663899" y="28340"/>
                </a:lnTo>
                <a:lnTo>
                  <a:pt x="4690550" y="27022"/>
                </a:lnTo>
                <a:lnTo>
                  <a:pt x="4717201" y="25717"/>
                </a:lnTo>
                <a:lnTo>
                  <a:pt x="4743852" y="24426"/>
                </a:lnTo>
                <a:lnTo>
                  <a:pt x="4770502" y="23147"/>
                </a:lnTo>
                <a:lnTo>
                  <a:pt x="4797153" y="21881"/>
                </a:lnTo>
                <a:lnTo>
                  <a:pt x="4823804" y="20627"/>
                </a:lnTo>
                <a:lnTo>
                  <a:pt x="4850455" y="19386"/>
                </a:lnTo>
                <a:lnTo>
                  <a:pt x="4877106" y="18156"/>
                </a:lnTo>
                <a:lnTo>
                  <a:pt x="4903757" y="16939"/>
                </a:lnTo>
                <a:lnTo>
                  <a:pt x="4930408" y="15733"/>
                </a:lnTo>
                <a:lnTo>
                  <a:pt x="4957058" y="14539"/>
                </a:lnTo>
                <a:lnTo>
                  <a:pt x="4983709" y="13357"/>
                </a:lnTo>
                <a:lnTo>
                  <a:pt x="5010360" y="12185"/>
                </a:lnTo>
                <a:lnTo>
                  <a:pt x="5037011" y="11025"/>
                </a:lnTo>
                <a:lnTo>
                  <a:pt x="5063662" y="9876"/>
                </a:lnTo>
                <a:lnTo>
                  <a:pt x="5090313" y="8737"/>
                </a:lnTo>
                <a:lnTo>
                  <a:pt x="5116964" y="7609"/>
                </a:lnTo>
                <a:lnTo>
                  <a:pt x="5143614" y="6492"/>
                </a:lnTo>
                <a:lnTo>
                  <a:pt x="5170265" y="5385"/>
                </a:lnTo>
                <a:lnTo>
                  <a:pt x="5196916" y="4288"/>
                </a:lnTo>
                <a:lnTo>
                  <a:pt x="5223567" y="3201"/>
                </a:lnTo>
                <a:lnTo>
                  <a:pt x="5250218" y="2124"/>
                </a:lnTo>
                <a:lnTo>
                  <a:pt x="5276869" y="1057"/>
                </a:lnTo>
                <a:lnTo>
                  <a:pt x="53035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3-E03 text 47" descr="sci-ppt:o047"/>
          <p:cNvSpPr txBox="1"/>
          <p:nvPr/>
        </p:nvSpPr>
        <p:spPr>
          <a:xfrm>
            <a:off x="7181088" y="2734887"/>
            <a:ext cx="34747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∂ₜφⱼ = −(2RⱼṘⱼ² + Rⱼ²R̈ⱼ) / dᵢⱼ</a:t>
            </a:r>
          </a:p>
        </p:txBody>
      </p:sp>
      <p:sp>
        <p:nvSpPr>
          <p:cNvPr id="50" name="C3-E03 ellipse 48" descr="sci-ppt:o048"/>
          <p:cNvSpPr/>
          <p:nvPr/>
        </p:nvSpPr>
        <p:spPr>
          <a:xfrm>
            <a:off x="8684768" y="1763960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3-E03 text 49" descr="sci-ppt:o049"/>
          <p:cNvSpPr txBox="1"/>
          <p:nvPr/>
        </p:nvSpPr>
        <p:spPr>
          <a:xfrm>
            <a:off x="8867647" y="1425632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falls as 1/d</a:t>
            </a:r>
          </a:p>
        </p:txBody>
      </p:sp>
      <p:sp>
        <p:nvSpPr>
          <p:cNvPr id="52" name="C3-E03 text 50" descr="sci-ppt:o050"/>
          <p:cNvSpPr txBox="1"/>
          <p:nvPr/>
        </p:nvSpPr>
        <p:spPr>
          <a:xfrm>
            <a:off x="6400800" y="530352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φⱼ = −Rⱼ²Ṙⱼ / rⱼ  (zero at infinity).  Units R = Ṙ = 1, R̈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−0.4.</a:t>
            </a:r>
          </a:p>
        </p:txBody>
      </p:sp>
      <p:sp>
        <p:nvSpPr>
          <p:cNvPr id="53" name="C3-E03 text 51" descr="sci-ppt:o051"/>
          <p:cNvSpPr txBox="1"/>
          <p:nvPr/>
        </p:nvSpPr>
        <p:spPr>
          <a:xfrm>
            <a:off x="457200" y="5897880"/>
            <a:ext cx="11338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neighbour feels a potential that depends on the source history through Rⱼ, Ṙⱼ, R̈ⱼ and falls off with distance.</a:t>
            </a:r>
          </a:p>
        </p:txBody>
      </p:sp>
      <p:sp>
        <p:nvSpPr>
          <p:cNvPr id="54" name="C3-E03 text 52" descr="sci-ppt:o05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Monopole potential of Eq. C3-E03.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C3-E04 · Leading unsteady-Bernoulli approximation</a:t>
            </a:r>
          </a:p>
        </p:txBody>
      </p:sp>
      <p:cxnSp>
        <p:nvCxnSpPr>
          <p:cNvPr id="3" name="C3-E04 line 1" descr="sci-ppt:o001"/>
          <p:cNvCxnSpPr/>
          <p:nvPr/>
        </p:nvCxnSpPr>
        <p:spPr>
          <a:xfrm>
            <a:off x="6949440" y="5029200"/>
            <a:ext cx="475488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4 line 2" descr="sci-ppt:o002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4 line 3" descr="sci-ppt:o003"/>
          <p:cNvCxnSpPr/>
          <p:nvPr/>
        </p:nvCxnSpPr>
        <p:spPr>
          <a:xfrm>
            <a:off x="7229138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4 line 4" descr="sci-ppt:o004"/>
          <p:cNvCxnSpPr/>
          <p:nvPr/>
        </p:nvCxnSpPr>
        <p:spPr>
          <a:xfrm>
            <a:off x="7229138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4 text 5" descr="sci-ppt:o005"/>
          <p:cNvSpPr txBox="1"/>
          <p:nvPr/>
        </p:nvSpPr>
        <p:spPr>
          <a:xfrm>
            <a:off x="6771938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8" name="C3-E04 line 6" descr="sci-ppt:o006"/>
          <p:cNvCxnSpPr/>
          <p:nvPr/>
        </p:nvCxnSpPr>
        <p:spPr>
          <a:xfrm>
            <a:off x="834793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4 line 7" descr="sci-ppt:o007"/>
          <p:cNvCxnSpPr/>
          <p:nvPr/>
        </p:nvCxnSpPr>
        <p:spPr>
          <a:xfrm>
            <a:off x="834793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4 text 8" descr="sci-ppt:o008"/>
          <p:cNvSpPr txBox="1"/>
          <p:nvPr/>
        </p:nvSpPr>
        <p:spPr>
          <a:xfrm>
            <a:off x="789073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1" name="C3-E04 line 9" descr="sci-ppt:o009"/>
          <p:cNvCxnSpPr/>
          <p:nvPr/>
        </p:nvCxnSpPr>
        <p:spPr>
          <a:xfrm>
            <a:off x="946672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4 line 10" descr="sci-ppt:o010"/>
          <p:cNvCxnSpPr/>
          <p:nvPr/>
        </p:nvCxnSpPr>
        <p:spPr>
          <a:xfrm>
            <a:off x="946672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4 text 11" descr="sci-ppt:o011"/>
          <p:cNvSpPr txBox="1"/>
          <p:nvPr/>
        </p:nvSpPr>
        <p:spPr>
          <a:xfrm>
            <a:off x="900952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60</a:t>
            </a:r>
          </a:p>
        </p:txBody>
      </p:sp>
      <p:cxnSp>
        <p:nvCxnSpPr>
          <p:cNvPr id="14" name="C3-E04 line 12" descr="sci-ppt:o012"/>
          <p:cNvCxnSpPr/>
          <p:nvPr/>
        </p:nvCxnSpPr>
        <p:spPr>
          <a:xfrm>
            <a:off x="10585524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4 line 13" descr="sci-ppt:o013"/>
          <p:cNvCxnSpPr/>
          <p:nvPr/>
        </p:nvCxnSpPr>
        <p:spPr>
          <a:xfrm>
            <a:off x="10585524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4 text 14" descr="sci-ppt:o014"/>
          <p:cNvSpPr txBox="1"/>
          <p:nvPr/>
        </p:nvSpPr>
        <p:spPr>
          <a:xfrm>
            <a:off x="10128324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17" name="C3-E04 line 15" descr="sci-ppt:o015"/>
          <p:cNvCxnSpPr/>
          <p:nvPr/>
        </p:nvCxnSpPr>
        <p:spPr>
          <a:xfrm>
            <a:off x="117043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4 line 16" descr="sci-ppt:o016"/>
          <p:cNvCxnSpPr/>
          <p:nvPr/>
        </p:nvCxnSpPr>
        <p:spPr>
          <a:xfrm>
            <a:off x="117043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04 text 17" descr="sci-ppt:o017"/>
          <p:cNvSpPr txBox="1"/>
          <p:nvPr/>
        </p:nvSpPr>
        <p:spPr>
          <a:xfrm>
            <a:off x="112471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0" name="C3-E04 line 18" descr="sci-ppt:o018"/>
          <p:cNvCxnSpPr/>
          <p:nvPr/>
        </p:nvCxnSpPr>
        <p:spPr>
          <a:xfrm>
            <a:off x="6885431" y="50292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04 line 19" descr="sci-ppt:o019"/>
          <p:cNvCxnSpPr/>
          <p:nvPr/>
        </p:nvCxnSpPr>
        <p:spPr>
          <a:xfrm>
            <a:off x="6949440" y="5029200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04 text 20" descr="sci-ppt:o020"/>
          <p:cNvSpPr txBox="1"/>
          <p:nvPr/>
        </p:nvSpPr>
        <p:spPr>
          <a:xfrm>
            <a:off x="6080759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23" name="C3-E04 line 21" descr="sci-ppt:o021"/>
          <p:cNvCxnSpPr/>
          <p:nvPr/>
        </p:nvCxnSpPr>
        <p:spPr>
          <a:xfrm>
            <a:off x="6885431" y="42164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04 line 22" descr="sci-ppt:o022"/>
          <p:cNvCxnSpPr/>
          <p:nvPr/>
        </p:nvCxnSpPr>
        <p:spPr>
          <a:xfrm>
            <a:off x="6949440" y="4216400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04 text 23" descr="sci-ppt:o023"/>
          <p:cNvSpPr txBox="1"/>
          <p:nvPr/>
        </p:nvSpPr>
        <p:spPr>
          <a:xfrm>
            <a:off x="6080759" y="4134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0.07</a:t>
            </a:r>
          </a:p>
        </p:txBody>
      </p:sp>
      <p:cxnSp>
        <p:nvCxnSpPr>
          <p:cNvPr id="26" name="C3-E04 line 24" descr="sci-ppt:o024"/>
          <p:cNvCxnSpPr/>
          <p:nvPr/>
        </p:nvCxnSpPr>
        <p:spPr>
          <a:xfrm>
            <a:off x="6885431" y="32874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04 line 25" descr="sci-ppt:o025"/>
          <p:cNvCxnSpPr/>
          <p:nvPr/>
        </p:nvCxnSpPr>
        <p:spPr>
          <a:xfrm>
            <a:off x="6949440" y="3287485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04 text 26" descr="sci-ppt:o026"/>
          <p:cNvSpPr txBox="1"/>
          <p:nvPr/>
        </p:nvSpPr>
        <p:spPr>
          <a:xfrm>
            <a:off x="6080759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0.15</a:t>
            </a:r>
          </a:p>
        </p:txBody>
      </p:sp>
      <p:cxnSp>
        <p:nvCxnSpPr>
          <p:cNvPr id="29" name="C3-E04 line 27" descr="sci-ppt:o027"/>
          <p:cNvCxnSpPr/>
          <p:nvPr/>
        </p:nvCxnSpPr>
        <p:spPr>
          <a:xfrm>
            <a:off x="6885431" y="2474685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04 line 28" descr="sci-ppt:o028"/>
          <p:cNvCxnSpPr/>
          <p:nvPr/>
        </p:nvCxnSpPr>
        <p:spPr>
          <a:xfrm>
            <a:off x="6949440" y="2474685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3-E04 text 29" descr="sci-ppt:o029"/>
          <p:cNvSpPr txBox="1"/>
          <p:nvPr/>
        </p:nvSpPr>
        <p:spPr>
          <a:xfrm>
            <a:off x="6080759" y="23923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0.22</a:t>
            </a:r>
          </a:p>
        </p:txBody>
      </p:sp>
      <p:cxnSp>
        <p:nvCxnSpPr>
          <p:cNvPr id="32" name="C3-E04 line 30" descr="sci-ppt:o030"/>
          <p:cNvCxnSpPr/>
          <p:nvPr/>
        </p:nvCxnSpPr>
        <p:spPr>
          <a:xfrm>
            <a:off x="6885431" y="1545771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04 line 31" descr="sci-ppt:o031"/>
          <p:cNvCxnSpPr/>
          <p:nvPr/>
        </p:nvCxnSpPr>
        <p:spPr>
          <a:xfrm>
            <a:off x="6949440" y="1545771"/>
            <a:ext cx="475488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3-E04 text 32" descr="sci-ppt:o032"/>
          <p:cNvSpPr txBox="1"/>
          <p:nvPr/>
        </p:nvSpPr>
        <p:spPr>
          <a:xfrm>
            <a:off x="6080759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0.30</a:t>
            </a:r>
          </a:p>
        </p:txBody>
      </p:sp>
      <p:sp>
        <p:nvSpPr>
          <p:cNvPr id="35" name="C3-E04 text 33" descr="sci-ppt:o033"/>
          <p:cNvSpPr txBox="1"/>
          <p:nvPr/>
        </p:nvSpPr>
        <p:spPr>
          <a:xfrm>
            <a:off x="6949440" y="5312664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distance dᵢⱼ  (µm)</a:t>
            </a:r>
          </a:p>
        </p:txBody>
      </p:sp>
      <p:sp>
        <p:nvSpPr>
          <p:cNvPr id="36" name="C3-E04 text 34" descr="sci-ppt:o034"/>
          <p:cNvSpPr txBox="1"/>
          <p:nvPr/>
        </p:nvSpPr>
        <p:spPr>
          <a:xfrm>
            <a:off x="6400800" y="1024128"/>
            <a:ext cx="4754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p′ (MPa)</a:t>
            </a:r>
          </a:p>
        </p:txBody>
      </p:sp>
      <p:sp>
        <p:nvSpPr>
          <p:cNvPr id="37" name="C3-E04 polygon 35" descr="sci-ppt:o035"/>
          <p:cNvSpPr/>
          <p:nvPr/>
        </p:nvSpPr>
        <p:spPr>
          <a:xfrm>
            <a:off x="6949440" y="1666021"/>
            <a:ext cx="4754880" cy="2858702"/>
          </a:xfrm>
          <a:custGeom>
            <a:avLst/>
            <a:gdLst/>
            <a:ahLst/>
            <a:cxnLst/>
            <a:rect l="l" t="t" r="r" b="b"/>
            <a:pathLst>
              <a:path w="4754880" h="2858702">
                <a:moveTo>
                  <a:pt x="0" y="0"/>
                </a:moveTo>
                <a:lnTo>
                  <a:pt x="23893" y="93117"/>
                </a:lnTo>
                <a:lnTo>
                  <a:pt x="47787" y="181217"/>
                </a:lnTo>
                <a:lnTo>
                  <a:pt x="71681" y="264695"/>
                </a:lnTo>
                <a:lnTo>
                  <a:pt x="95575" y="343904"/>
                </a:lnTo>
                <a:lnTo>
                  <a:pt x="119469" y="419164"/>
                </a:lnTo>
                <a:lnTo>
                  <a:pt x="143363" y="490764"/>
                </a:lnTo>
                <a:lnTo>
                  <a:pt x="167257" y="558964"/>
                </a:lnTo>
                <a:lnTo>
                  <a:pt x="191150" y="624000"/>
                </a:lnTo>
                <a:lnTo>
                  <a:pt x="215044" y="686088"/>
                </a:lnTo>
                <a:lnTo>
                  <a:pt x="238938" y="745424"/>
                </a:lnTo>
                <a:lnTo>
                  <a:pt x="262832" y="802187"/>
                </a:lnTo>
                <a:lnTo>
                  <a:pt x="286726" y="856540"/>
                </a:lnTo>
                <a:lnTo>
                  <a:pt x="310620" y="908634"/>
                </a:lnTo>
                <a:lnTo>
                  <a:pt x="334514" y="958606"/>
                </a:lnTo>
                <a:lnTo>
                  <a:pt x="358408" y="1006585"/>
                </a:lnTo>
                <a:lnTo>
                  <a:pt x="382301" y="1052686"/>
                </a:lnTo>
                <a:lnTo>
                  <a:pt x="406195" y="1097019"/>
                </a:lnTo>
                <a:lnTo>
                  <a:pt x="430089" y="1139682"/>
                </a:lnTo>
                <a:lnTo>
                  <a:pt x="453983" y="1180768"/>
                </a:lnTo>
                <a:lnTo>
                  <a:pt x="477877" y="1220364"/>
                </a:lnTo>
                <a:lnTo>
                  <a:pt x="501771" y="1258548"/>
                </a:lnTo>
                <a:lnTo>
                  <a:pt x="525665" y="1295395"/>
                </a:lnTo>
                <a:lnTo>
                  <a:pt x="549558" y="1330974"/>
                </a:lnTo>
                <a:lnTo>
                  <a:pt x="573452" y="1365350"/>
                </a:lnTo>
                <a:lnTo>
                  <a:pt x="597346" y="1398582"/>
                </a:lnTo>
                <a:lnTo>
                  <a:pt x="621240" y="1430727"/>
                </a:lnTo>
                <a:lnTo>
                  <a:pt x="645134" y="1461836"/>
                </a:lnTo>
                <a:lnTo>
                  <a:pt x="669028" y="1491960"/>
                </a:lnTo>
                <a:lnTo>
                  <a:pt x="692922" y="1521144"/>
                </a:lnTo>
                <a:lnTo>
                  <a:pt x="716816" y="1549432"/>
                </a:lnTo>
                <a:lnTo>
                  <a:pt x="740709" y="1576864"/>
                </a:lnTo>
                <a:lnTo>
                  <a:pt x="764603" y="1603479"/>
                </a:lnTo>
                <a:lnTo>
                  <a:pt x="788497" y="1629312"/>
                </a:lnTo>
                <a:lnTo>
                  <a:pt x="812391" y="1654398"/>
                </a:lnTo>
                <a:lnTo>
                  <a:pt x="836285" y="1678768"/>
                </a:lnTo>
                <a:lnTo>
                  <a:pt x="860179" y="1702453"/>
                </a:lnTo>
                <a:lnTo>
                  <a:pt x="884073" y="1725481"/>
                </a:lnTo>
                <a:lnTo>
                  <a:pt x="907967" y="1747879"/>
                </a:lnTo>
                <a:lnTo>
                  <a:pt x="931860" y="1769672"/>
                </a:lnTo>
                <a:lnTo>
                  <a:pt x="955754" y="1790886"/>
                </a:lnTo>
                <a:lnTo>
                  <a:pt x="979648" y="1811542"/>
                </a:lnTo>
                <a:lnTo>
                  <a:pt x="1003542" y="1831662"/>
                </a:lnTo>
                <a:lnTo>
                  <a:pt x="1027436" y="1851268"/>
                </a:lnTo>
                <a:lnTo>
                  <a:pt x="1051330" y="1870377"/>
                </a:lnTo>
                <a:lnTo>
                  <a:pt x="1075224" y="1889010"/>
                </a:lnTo>
                <a:lnTo>
                  <a:pt x="1099117" y="1907183"/>
                </a:lnTo>
                <a:lnTo>
                  <a:pt x="1123011" y="1924914"/>
                </a:lnTo>
                <a:lnTo>
                  <a:pt x="1146905" y="1942218"/>
                </a:lnTo>
                <a:lnTo>
                  <a:pt x="1170799" y="1959110"/>
                </a:lnTo>
                <a:lnTo>
                  <a:pt x="1194693" y="1975606"/>
                </a:lnTo>
                <a:lnTo>
                  <a:pt x="1218587" y="1991718"/>
                </a:lnTo>
                <a:lnTo>
                  <a:pt x="1242481" y="2007461"/>
                </a:lnTo>
                <a:lnTo>
                  <a:pt x="1266375" y="2022846"/>
                </a:lnTo>
                <a:lnTo>
                  <a:pt x="1290268" y="2037886"/>
                </a:lnTo>
                <a:lnTo>
                  <a:pt x="1314162" y="2052593"/>
                </a:lnTo>
                <a:lnTo>
                  <a:pt x="1338056" y="2066976"/>
                </a:lnTo>
                <a:lnTo>
                  <a:pt x="1361950" y="2081047"/>
                </a:lnTo>
                <a:lnTo>
                  <a:pt x="1385844" y="2094816"/>
                </a:lnTo>
                <a:lnTo>
                  <a:pt x="1409738" y="2108292"/>
                </a:lnTo>
                <a:lnTo>
                  <a:pt x="1433632" y="2121485"/>
                </a:lnTo>
                <a:lnTo>
                  <a:pt x="1457526" y="2134404"/>
                </a:lnTo>
                <a:lnTo>
                  <a:pt x="1481419" y="2147056"/>
                </a:lnTo>
                <a:lnTo>
                  <a:pt x="1505313" y="2159451"/>
                </a:lnTo>
                <a:lnTo>
                  <a:pt x="1529207" y="2171595"/>
                </a:lnTo>
                <a:lnTo>
                  <a:pt x="1553101" y="2183497"/>
                </a:lnTo>
                <a:lnTo>
                  <a:pt x="1576995" y="2195164"/>
                </a:lnTo>
                <a:lnTo>
                  <a:pt x="1600889" y="2206602"/>
                </a:lnTo>
                <a:lnTo>
                  <a:pt x="1624783" y="2217818"/>
                </a:lnTo>
                <a:lnTo>
                  <a:pt x="1648676" y="2228818"/>
                </a:lnTo>
                <a:lnTo>
                  <a:pt x="1672570" y="2239610"/>
                </a:lnTo>
                <a:lnTo>
                  <a:pt x="1696464" y="2250198"/>
                </a:lnTo>
                <a:lnTo>
                  <a:pt x="1720358" y="2260588"/>
                </a:lnTo>
                <a:lnTo>
                  <a:pt x="1744252" y="2270786"/>
                </a:lnTo>
                <a:lnTo>
                  <a:pt x="1768146" y="2280797"/>
                </a:lnTo>
                <a:lnTo>
                  <a:pt x="1792040" y="2290626"/>
                </a:lnTo>
                <a:lnTo>
                  <a:pt x="1815934" y="2300279"/>
                </a:lnTo>
                <a:lnTo>
                  <a:pt x="1839827" y="2309759"/>
                </a:lnTo>
                <a:lnTo>
                  <a:pt x="1863721" y="2319072"/>
                </a:lnTo>
                <a:lnTo>
                  <a:pt x="1887615" y="2328221"/>
                </a:lnTo>
                <a:lnTo>
                  <a:pt x="1911509" y="2337211"/>
                </a:lnTo>
                <a:lnTo>
                  <a:pt x="1935403" y="2346047"/>
                </a:lnTo>
                <a:lnTo>
                  <a:pt x="1959297" y="2354732"/>
                </a:lnTo>
                <a:lnTo>
                  <a:pt x="1983191" y="2363269"/>
                </a:lnTo>
                <a:lnTo>
                  <a:pt x="2007085" y="2371664"/>
                </a:lnTo>
                <a:lnTo>
                  <a:pt x="2030978" y="2379918"/>
                </a:lnTo>
                <a:lnTo>
                  <a:pt x="2054872" y="2388036"/>
                </a:lnTo>
                <a:lnTo>
                  <a:pt x="2078766" y="2396022"/>
                </a:lnTo>
                <a:lnTo>
                  <a:pt x="2102660" y="2403877"/>
                </a:lnTo>
                <a:lnTo>
                  <a:pt x="2126554" y="2411606"/>
                </a:lnTo>
                <a:lnTo>
                  <a:pt x="2150448" y="2419212"/>
                </a:lnTo>
                <a:lnTo>
                  <a:pt x="2174342" y="2426696"/>
                </a:lnTo>
                <a:lnTo>
                  <a:pt x="2198235" y="2434063"/>
                </a:lnTo>
                <a:lnTo>
                  <a:pt x="2222129" y="2441315"/>
                </a:lnTo>
                <a:lnTo>
                  <a:pt x="2246023" y="2448455"/>
                </a:lnTo>
                <a:lnTo>
                  <a:pt x="2269917" y="2455485"/>
                </a:lnTo>
                <a:lnTo>
                  <a:pt x="2293811" y="2462408"/>
                </a:lnTo>
                <a:lnTo>
                  <a:pt x="2317705" y="2469226"/>
                </a:lnTo>
                <a:lnTo>
                  <a:pt x="2341599" y="2475941"/>
                </a:lnTo>
                <a:lnTo>
                  <a:pt x="2365493" y="2482557"/>
                </a:lnTo>
                <a:lnTo>
                  <a:pt x="2389386" y="2489074"/>
                </a:lnTo>
                <a:lnTo>
                  <a:pt x="2413280" y="2495496"/>
                </a:lnTo>
                <a:lnTo>
                  <a:pt x="2437174" y="2501824"/>
                </a:lnTo>
                <a:lnTo>
                  <a:pt x="2461068" y="2508060"/>
                </a:lnTo>
                <a:lnTo>
                  <a:pt x="2484962" y="2514207"/>
                </a:lnTo>
                <a:lnTo>
                  <a:pt x="2508856" y="2520266"/>
                </a:lnTo>
                <a:lnTo>
                  <a:pt x="2532750" y="2526239"/>
                </a:lnTo>
                <a:lnTo>
                  <a:pt x="2556644" y="2532128"/>
                </a:lnTo>
                <a:lnTo>
                  <a:pt x="2580537" y="2537935"/>
                </a:lnTo>
                <a:lnTo>
                  <a:pt x="2604431" y="2543661"/>
                </a:lnTo>
                <a:lnTo>
                  <a:pt x="2628325" y="2549308"/>
                </a:lnTo>
                <a:lnTo>
                  <a:pt x="2652219" y="2554878"/>
                </a:lnTo>
                <a:lnTo>
                  <a:pt x="2676113" y="2560373"/>
                </a:lnTo>
                <a:lnTo>
                  <a:pt x="2700007" y="2565793"/>
                </a:lnTo>
                <a:lnTo>
                  <a:pt x="2723901" y="2571140"/>
                </a:lnTo>
                <a:lnTo>
                  <a:pt x="2747794" y="2576416"/>
                </a:lnTo>
                <a:lnTo>
                  <a:pt x="2771688" y="2581622"/>
                </a:lnTo>
                <a:lnTo>
                  <a:pt x="2795582" y="2586760"/>
                </a:lnTo>
                <a:lnTo>
                  <a:pt x="2819476" y="2591831"/>
                </a:lnTo>
                <a:lnTo>
                  <a:pt x="2843370" y="2596836"/>
                </a:lnTo>
                <a:lnTo>
                  <a:pt x="2867264" y="2601776"/>
                </a:lnTo>
                <a:lnTo>
                  <a:pt x="2891158" y="2606653"/>
                </a:lnTo>
                <a:lnTo>
                  <a:pt x="2915052" y="2611468"/>
                </a:lnTo>
                <a:lnTo>
                  <a:pt x="2938945" y="2616223"/>
                </a:lnTo>
                <a:lnTo>
                  <a:pt x="2962839" y="2620917"/>
                </a:lnTo>
                <a:lnTo>
                  <a:pt x="2986733" y="2625553"/>
                </a:lnTo>
                <a:lnTo>
                  <a:pt x="3010627" y="2630131"/>
                </a:lnTo>
                <a:lnTo>
                  <a:pt x="3034521" y="2634653"/>
                </a:lnTo>
                <a:lnTo>
                  <a:pt x="3058415" y="2639119"/>
                </a:lnTo>
                <a:lnTo>
                  <a:pt x="3082309" y="2643531"/>
                </a:lnTo>
                <a:lnTo>
                  <a:pt x="3106203" y="2647889"/>
                </a:lnTo>
                <a:lnTo>
                  <a:pt x="3130096" y="2652195"/>
                </a:lnTo>
                <a:lnTo>
                  <a:pt x="3153990" y="2656449"/>
                </a:lnTo>
                <a:lnTo>
                  <a:pt x="3177884" y="2660653"/>
                </a:lnTo>
                <a:lnTo>
                  <a:pt x="3201778" y="2664807"/>
                </a:lnTo>
                <a:lnTo>
                  <a:pt x="3225672" y="2668912"/>
                </a:lnTo>
                <a:lnTo>
                  <a:pt x="3249566" y="2672970"/>
                </a:lnTo>
                <a:lnTo>
                  <a:pt x="3273460" y="2676980"/>
                </a:lnTo>
                <a:lnTo>
                  <a:pt x="3297353" y="2680943"/>
                </a:lnTo>
                <a:lnTo>
                  <a:pt x="3321247" y="2684862"/>
                </a:lnTo>
                <a:lnTo>
                  <a:pt x="3345141" y="2688735"/>
                </a:lnTo>
                <a:lnTo>
                  <a:pt x="3369035" y="2692565"/>
                </a:lnTo>
                <a:lnTo>
                  <a:pt x="3392929" y="2696351"/>
                </a:lnTo>
                <a:lnTo>
                  <a:pt x="3416823" y="2700095"/>
                </a:lnTo>
                <a:lnTo>
                  <a:pt x="3440717" y="2703797"/>
                </a:lnTo>
                <a:lnTo>
                  <a:pt x="3464611" y="2707458"/>
                </a:lnTo>
                <a:lnTo>
                  <a:pt x="3488504" y="2711078"/>
                </a:lnTo>
                <a:lnTo>
                  <a:pt x="3512398" y="2714659"/>
                </a:lnTo>
                <a:lnTo>
                  <a:pt x="3536292" y="2718200"/>
                </a:lnTo>
                <a:lnTo>
                  <a:pt x="3560186" y="2721703"/>
                </a:lnTo>
                <a:lnTo>
                  <a:pt x="3584080" y="2725168"/>
                </a:lnTo>
                <a:lnTo>
                  <a:pt x="3607974" y="2728596"/>
                </a:lnTo>
                <a:lnTo>
                  <a:pt x="3631868" y="2731988"/>
                </a:lnTo>
                <a:lnTo>
                  <a:pt x="3655762" y="2735343"/>
                </a:lnTo>
                <a:lnTo>
                  <a:pt x="3679655" y="2738663"/>
                </a:lnTo>
                <a:lnTo>
                  <a:pt x="3703549" y="2741948"/>
                </a:lnTo>
                <a:lnTo>
                  <a:pt x="3727443" y="2745198"/>
                </a:lnTo>
                <a:lnTo>
                  <a:pt x="3751337" y="2748415"/>
                </a:lnTo>
                <a:lnTo>
                  <a:pt x="3775231" y="2751598"/>
                </a:lnTo>
                <a:lnTo>
                  <a:pt x="3799125" y="2754749"/>
                </a:lnTo>
                <a:lnTo>
                  <a:pt x="3823019" y="2757867"/>
                </a:lnTo>
                <a:lnTo>
                  <a:pt x="3846912" y="2760954"/>
                </a:lnTo>
                <a:lnTo>
                  <a:pt x="3870806" y="2764009"/>
                </a:lnTo>
                <a:lnTo>
                  <a:pt x="3894700" y="2767033"/>
                </a:lnTo>
                <a:lnTo>
                  <a:pt x="3918594" y="2770027"/>
                </a:lnTo>
                <a:lnTo>
                  <a:pt x="3942488" y="2772991"/>
                </a:lnTo>
                <a:lnTo>
                  <a:pt x="3966382" y="2775926"/>
                </a:lnTo>
                <a:lnTo>
                  <a:pt x="3990276" y="2778831"/>
                </a:lnTo>
                <a:lnTo>
                  <a:pt x="4014170" y="2781708"/>
                </a:lnTo>
                <a:lnTo>
                  <a:pt x="4038063" y="2784557"/>
                </a:lnTo>
                <a:lnTo>
                  <a:pt x="4061957" y="2787378"/>
                </a:lnTo>
                <a:lnTo>
                  <a:pt x="4085851" y="2790171"/>
                </a:lnTo>
                <a:lnTo>
                  <a:pt x="4109745" y="2792938"/>
                </a:lnTo>
                <a:lnTo>
                  <a:pt x="4133639" y="2795678"/>
                </a:lnTo>
                <a:lnTo>
                  <a:pt x="4157533" y="2798392"/>
                </a:lnTo>
                <a:lnTo>
                  <a:pt x="4181427" y="2801080"/>
                </a:lnTo>
                <a:lnTo>
                  <a:pt x="4205321" y="2803742"/>
                </a:lnTo>
                <a:lnTo>
                  <a:pt x="4229214" y="2806379"/>
                </a:lnTo>
                <a:lnTo>
                  <a:pt x="4253108" y="2808992"/>
                </a:lnTo>
                <a:lnTo>
                  <a:pt x="4277002" y="2811580"/>
                </a:lnTo>
                <a:lnTo>
                  <a:pt x="4300896" y="2814144"/>
                </a:lnTo>
                <a:lnTo>
                  <a:pt x="4324790" y="2816685"/>
                </a:lnTo>
                <a:lnTo>
                  <a:pt x="4348684" y="2819202"/>
                </a:lnTo>
                <a:lnTo>
                  <a:pt x="4372578" y="2821696"/>
                </a:lnTo>
                <a:lnTo>
                  <a:pt x="4396471" y="2824167"/>
                </a:lnTo>
                <a:lnTo>
                  <a:pt x="4420365" y="2826616"/>
                </a:lnTo>
                <a:lnTo>
                  <a:pt x="4444259" y="2829042"/>
                </a:lnTo>
                <a:lnTo>
                  <a:pt x="4468153" y="2831447"/>
                </a:lnTo>
                <a:lnTo>
                  <a:pt x="4492047" y="2833830"/>
                </a:lnTo>
                <a:lnTo>
                  <a:pt x="4515941" y="2836192"/>
                </a:lnTo>
                <a:lnTo>
                  <a:pt x="4539835" y="2838533"/>
                </a:lnTo>
                <a:lnTo>
                  <a:pt x="4563729" y="2840853"/>
                </a:lnTo>
                <a:lnTo>
                  <a:pt x="4587622" y="2843153"/>
                </a:lnTo>
                <a:lnTo>
                  <a:pt x="4611516" y="2845433"/>
                </a:lnTo>
                <a:lnTo>
                  <a:pt x="4635410" y="2847693"/>
                </a:lnTo>
                <a:lnTo>
                  <a:pt x="4659304" y="2849933"/>
                </a:lnTo>
                <a:lnTo>
                  <a:pt x="4683198" y="2852153"/>
                </a:lnTo>
                <a:lnTo>
                  <a:pt x="4707092" y="2854355"/>
                </a:lnTo>
                <a:lnTo>
                  <a:pt x="4730986" y="2856538"/>
                </a:lnTo>
                <a:lnTo>
                  <a:pt x="4754880" y="2858702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04 text 36" descr="sci-ppt:o036"/>
          <p:cNvSpPr txBox="1"/>
          <p:nvPr/>
        </p:nvSpPr>
        <p:spPr>
          <a:xfrm>
            <a:off x="7861688" y="1976845"/>
            <a:ext cx="4114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p′ = ρ(Rⱼ²R̈ⱼ + 2RⱼṘⱼ²) / dᵢⱼ</a:t>
            </a:r>
          </a:p>
        </p:txBody>
      </p:sp>
      <p:sp>
        <p:nvSpPr>
          <p:cNvPr id="39" name="C3-E04 round_rect 37" descr="sci-ppt:o037"/>
          <p:cNvSpPr/>
          <p:nvPr/>
        </p:nvSpPr>
        <p:spPr>
          <a:xfrm>
            <a:off x="365760" y="914400"/>
            <a:ext cx="56692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3-E04 text 38" descr="sci-ppt:o038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Neighbours add pressure at i</a:t>
            </a:r>
          </a:p>
        </p:txBody>
      </p:sp>
      <p:sp>
        <p:nvSpPr>
          <p:cNvPr id="41" name="C3-E04 ellipse 39" descr="sci-ppt:o039"/>
          <p:cNvSpPr/>
          <p:nvPr/>
        </p:nvSpPr>
        <p:spPr>
          <a:xfrm>
            <a:off x="2788920" y="2880360"/>
            <a:ext cx="822960" cy="8229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04 text 40" descr="sci-ppt:o040"/>
          <p:cNvSpPr txBox="1"/>
          <p:nvPr/>
        </p:nvSpPr>
        <p:spPr>
          <a:xfrm>
            <a:off x="2834640" y="3154680"/>
            <a:ext cx="7315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8BA0"/>
                </a:solidFill>
                <a:latin typeface="Arial"/>
              </a:rPr>
              <a:t>i</a:t>
            </a:r>
          </a:p>
        </p:txBody>
      </p:sp>
      <p:sp>
        <p:nvSpPr>
          <p:cNvPr id="43" name="C3-E04 ellipse 41" descr="sci-ppt:o041"/>
          <p:cNvSpPr/>
          <p:nvPr/>
        </p:nvSpPr>
        <p:spPr>
          <a:xfrm>
            <a:off x="4472738" y="2454582"/>
            <a:ext cx="548640" cy="5486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3-E04 arrow 42" descr="sci-ppt:o042"/>
          <p:cNvCxnSpPr/>
          <p:nvPr/>
        </p:nvCxnSpPr>
        <p:spPr>
          <a:xfrm flipH="1">
            <a:off x="3672990" y="2822725"/>
            <a:ext cx="816292" cy="297106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5" name="C3-E04 ellipse 43" descr="sci-ppt:o043"/>
          <p:cNvSpPr/>
          <p:nvPr/>
        </p:nvSpPr>
        <p:spPr>
          <a:xfrm>
            <a:off x="2488239" y="1814563"/>
            <a:ext cx="548640" cy="5486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3-E04 arrow 44" descr="sci-ppt:o044"/>
          <p:cNvCxnSpPr/>
          <p:nvPr/>
        </p:nvCxnSpPr>
        <p:spPr>
          <a:xfrm>
            <a:off x="2856382" y="2346659"/>
            <a:ext cx="172009" cy="47259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7" name="C3-E04 ellipse 45" descr="sci-ppt:o045"/>
          <p:cNvSpPr/>
          <p:nvPr/>
        </p:nvSpPr>
        <p:spPr>
          <a:xfrm>
            <a:off x="1293495" y="3611732"/>
            <a:ext cx="548640" cy="5486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3-E04 arrow 46" descr="sci-ppt:o046"/>
          <p:cNvCxnSpPr/>
          <p:nvPr/>
        </p:nvCxnSpPr>
        <p:spPr>
          <a:xfrm flipV="1">
            <a:off x="1825592" y="3463848"/>
            <a:ext cx="902217" cy="328381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9" name="C3-E04 ellipse 47" descr="sci-ppt:o047"/>
          <p:cNvSpPr/>
          <p:nvPr/>
        </p:nvSpPr>
        <p:spPr>
          <a:xfrm>
            <a:off x="3395194" y="4306402"/>
            <a:ext cx="548640" cy="54864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3-E04 arrow 48" descr="sci-ppt:o048"/>
          <p:cNvCxnSpPr/>
          <p:nvPr/>
        </p:nvCxnSpPr>
        <p:spPr>
          <a:xfrm flipH="1" flipV="1">
            <a:off x="3372408" y="3764430"/>
            <a:ext cx="203283" cy="558515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1" name="C3-E04 text 49" descr="sci-ppt:o049"/>
          <p:cNvSpPr txBox="1"/>
          <p:nvPr/>
        </p:nvSpPr>
        <p:spPr>
          <a:xfrm>
            <a:off x="502920" y="489204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pₑₓₜ,i ≈ p∞ + Σ_{j≠i} p′_{j→i}: each source changes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surrounding pressure; none adds energy.</a:t>
            </a:r>
          </a:p>
        </p:txBody>
      </p:sp>
      <p:sp>
        <p:nvSpPr>
          <p:cNvPr id="52" name="C3-E04 text 50" descr="sci-ppt:o050"/>
          <p:cNvSpPr txBox="1"/>
          <p:nvPr/>
        </p:nvSpPr>
        <p:spPr>
          <a:xfrm>
            <a:off x="6309360" y="5760720"/>
            <a:ext cx="54864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Snapshot of fastest wall acceleration of a 5 µm bubble: R = 5.0 µm, Ṙ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= 1 m/s, R̈ = 1.7e+08 m/s².</a:t>
            </a:r>
          </a:p>
        </p:txBody>
      </p:sp>
      <p:sp>
        <p:nvSpPr>
          <p:cNvPr id="53" name="C3-E04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Leading unsteady-Bernoulli correction of Eq. C3-E04; snapshot from a Rayleigh–Plesset run (p_g0 = 1 MPa).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C3-E05 · Coupled spherical approximation</a:t>
            </a:r>
          </a:p>
        </p:txBody>
      </p:sp>
      <p:cxnSp>
        <p:nvCxnSpPr>
          <p:cNvPr id="3" name="C3-E05 line 1" descr="sci-ppt:o001"/>
          <p:cNvCxnSpPr/>
          <p:nvPr/>
        </p:nvCxnSpPr>
        <p:spPr>
          <a:xfrm>
            <a:off x="914400" y="5029200"/>
            <a:ext cx="59436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5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5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5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5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3-E05 line 6" descr="sci-ppt:o006"/>
          <p:cNvCxnSpPr/>
          <p:nvPr/>
        </p:nvCxnSpPr>
        <p:spPr>
          <a:xfrm>
            <a:off x="2895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5 line 7" descr="sci-ppt:o007"/>
          <p:cNvCxnSpPr/>
          <p:nvPr/>
        </p:nvCxnSpPr>
        <p:spPr>
          <a:xfrm>
            <a:off x="2895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5 text 8" descr="sci-ppt:o008"/>
          <p:cNvSpPr txBox="1"/>
          <p:nvPr/>
        </p:nvSpPr>
        <p:spPr>
          <a:xfrm>
            <a:off x="2438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3-E05 line 9" descr="sci-ppt:o009"/>
          <p:cNvCxnSpPr/>
          <p:nvPr/>
        </p:nvCxnSpPr>
        <p:spPr>
          <a:xfrm>
            <a:off x="48768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5 line 10" descr="sci-ppt:o010"/>
          <p:cNvCxnSpPr/>
          <p:nvPr/>
        </p:nvCxnSpPr>
        <p:spPr>
          <a:xfrm>
            <a:off x="48768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5 text 11" descr="sci-ppt:o011"/>
          <p:cNvSpPr txBox="1"/>
          <p:nvPr/>
        </p:nvSpPr>
        <p:spPr>
          <a:xfrm>
            <a:off x="44196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3-E05 line 12" descr="sci-ppt:o012"/>
          <p:cNvCxnSpPr/>
          <p:nvPr/>
        </p:nvCxnSpPr>
        <p:spPr>
          <a:xfrm>
            <a:off x="68580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5 line 13" descr="sci-ppt:o013"/>
          <p:cNvCxnSpPr/>
          <p:nvPr/>
        </p:nvCxnSpPr>
        <p:spPr>
          <a:xfrm>
            <a:off x="68580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5 text 14" descr="sci-ppt:o014"/>
          <p:cNvSpPr txBox="1"/>
          <p:nvPr/>
        </p:nvSpPr>
        <p:spPr>
          <a:xfrm>
            <a:off x="64008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3-E05 line 15" descr="sci-ppt:o015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5 line 16" descr="sci-ppt:o016"/>
          <p:cNvCxnSpPr/>
          <p:nvPr/>
        </p:nvCxnSpPr>
        <p:spPr>
          <a:xfrm>
            <a:off x="850392" y="3886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05 line 17" descr="sci-ppt:o017"/>
          <p:cNvCxnSpPr/>
          <p:nvPr/>
        </p:nvCxnSpPr>
        <p:spPr>
          <a:xfrm>
            <a:off x="914400" y="38862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3-E05 text 18" descr="sci-ppt:o018"/>
          <p:cNvSpPr txBox="1"/>
          <p:nvPr/>
        </p:nvSpPr>
        <p:spPr>
          <a:xfrm>
            <a:off x="45720" y="3803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21" name="C3-E05 line 19" descr="sci-ppt:o019"/>
          <p:cNvCxnSpPr/>
          <p:nvPr/>
        </p:nvCxnSpPr>
        <p:spPr>
          <a:xfrm>
            <a:off x="850392" y="2743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05 line 20" descr="sci-ppt:o020"/>
          <p:cNvCxnSpPr/>
          <p:nvPr/>
        </p:nvCxnSpPr>
        <p:spPr>
          <a:xfrm>
            <a:off x="914400" y="27432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05 text 21" descr="sci-ppt:o021"/>
          <p:cNvSpPr txBox="1"/>
          <p:nvPr/>
        </p:nvSpPr>
        <p:spPr>
          <a:xfrm>
            <a:off x="45720" y="2660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4" name="C3-E05 line 22" descr="sci-ppt:o022"/>
          <p:cNvCxnSpPr/>
          <p:nvPr/>
        </p:nvCxnSpPr>
        <p:spPr>
          <a:xfrm>
            <a:off x="850392" y="1600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05 line 23" descr="sci-ppt:o023"/>
          <p:cNvCxnSpPr/>
          <p:nvPr/>
        </p:nvCxnSpPr>
        <p:spPr>
          <a:xfrm>
            <a:off x="914400" y="1600200"/>
            <a:ext cx="59436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05 text 24" descr="sci-ppt:o024"/>
          <p:cNvSpPr txBox="1"/>
          <p:nvPr/>
        </p:nvSpPr>
        <p:spPr>
          <a:xfrm>
            <a:off x="45720" y="1517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sp>
        <p:nvSpPr>
          <p:cNvPr id="27" name="C3-E05 text 25" descr="sci-ppt:o025"/>
          <p:cNvSpPr txBox="1"/>
          <p:nvPr/>
        </p:nvSpPr>
        <p:spPr>
          <a:xfrm>
            <a:off x="914400" y="5312664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28" name="C3-E05 text 26" descr="sci-ppt:o026"/>
          <p:cNvSpPr txBox="1"/>
          <p:nvPr/>
        </p:nvSpPr>
        <p:spPr>
          <a:xfrm>
            <a:off x="365760" y="1024128"/>
            <a:ext cx="5943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R₀</a:t>
            </a:r>
          </a:p>
        </p:txBody>
      </p:sp>
      <p:sp>
        <p:nvSpPr>
          <p:cNvPr id="29" name="C3-E05 polygon 27" descr="sci-ppt:o027"/>
          <p:cNvSpPr/>
          <p:nvPr/>
        </p:nvSpPr>
        <p:spPr>
          <a:xfrm>
            <a:off x="914400" y="2231317"/>
            <a:ext cx="5943600" cy="1654883"/>
          </a:xfrm>
          <a:custGeom>
            <a:avLst/>
            <a:gdLst/>
            <a:ahLst/>
            <a:cxnLst/>
            <a:rect l="l" t="t" r="r" b="b"/>
            <a:pathLst>
              <a:path w="5943600" h="1654883">
                <a:moveTo>
                  <a:pt x="0" y="1654883"/>
                </a:moveTo>
                <a:lnTo>
                  <a:pt x="39690" y="1652893"/>
                </a:lnTo>
                <a:lnTo>
                  <a:pt x="79380" y="1646991"/>
                </a:lnTo>
                <a:lnTo>
                  <a:pt x="119070" y="1637353"/>
                </a:lnTo>
                <a:lnTo>
                  <a:pt x="158760" y="1624256"/>
                </a:lnTo>
                <a:lnTo>
                  <a:pt x="198450" y="1608041"/>
                </a:lnTo>
                <a:lnTo>
                  <a:pt x="238140" y="1589092"/>
                </a:lnTo>
                <a:lnTo>
                  <a:pt x="277831" y="1567805"/>
                </a:lnTo>
                <a:lnTo>
                  <a:pt x="317521" y="1544569"/>
                </a:lnTo>
                <a:lnTo>
                  <a:pt x="357211" y="1519750"/>
                </a:lnTo>
                <a:lnTo>
                  <a:pt x="396901" y="1493678"/>
                </a:lnTo>
                <a:lnTo>
                  <a:pt x="436591" y="1466649"/>
                </a:lnTo>
                <a:lnTo>
                  <a:pt x="476281" y="1438916"/>
                </a:lnTo>
                <a:lnTo>
                  <a:pt x="515971" y="1410697"/>
                </a:lnTo>
                <a:lnTo>
                  <a:pt x="555662" y="1382175"/>
                </a:lnTo>
                <a:lnTo>
                  <a:pt x="595352" y="1353503"/>
                </a:lnTo>
                <a:lnTo>
                  <a:pt x="635042" y="1324805"/>
                </a:lnTo>
                <a:lnTo>
                  <a:pt x="674732" y="1296184"/>
                </a:lnTo>
                <a:lnTo>
                  <a:pt x="714422" y="1267724"/>
                </a:lnTo>
                <a:lnTo>
                  <a:pt x="754112" y="1239490"/>
                </a:lnTo>
                <a:lnTo>
                  <a:pt x="793803" y="1211537"/>
                </a:lnTo>
                <a:lnTo>
                  <a:pt x="833493" y="1183906"/>
                </a:lnTo>
                <a:lnTo>
                  <a:pt x="873183" y="1156630"/>
                </a:lnTo>
                <a:lnTo>
                  <a:pt x="912873" y="1129733"/>
                </a:lnTo>
                <a:lnTo>
                  <a:pt x="952563" y="1103236"/>
                </a:lnTo>
                <a:lnTo>
                  <a:pt x="992253" y="1077151"/>
                </a:lnTo>
                <a:lnTo>
                  <a:pt x="1031943" y="1051489"/>
                </a:lnTo>
                <a:lnTo>
                  <a:pt x="1071634" y="1026254"/>
                </a:lnTo>
                <a:lnTo>
                  <a:pt x="1111324" y="1001451"/>
                </a:lnTo>
                <a:lnTo>
                  <a:pt x="1151014" y="977081"/>
                </a:lnTo>
                <a:lnTo>
                  <a:pt x="1190704" y="953143"/>
                </a:lnTo>
                <a:lnTo>
                  <a:pt x="1230394" y="929636"/>
                </a:lnTo>
                <a:lnTo>
                  <a:pt x="1270084" y="906555"/>
                </a:lnTo>
                <a:lnTo>
                  <a:pt x="1309774" y="883897"/>
                </a:lnTo>
                <a:lnTo>
                  <a:pt x="1349465" y="861657"/>
                </a:lnTo>
                <a:lnTo>
                  <a:pt x="1389155" y="839830"/>
                </a:lnTo>
                <a:lnTo>
                  <a:pt x="1428845" y="818410"/>
                </a:lnTo>
                <a:lnTo>
                  <a:pt x="1468535" y="797391"/>
                </a:lnTo>
                <a:lnTo>
                  <a:pt x="1508225" y="776767"/>
                </a:lnTo>
                <a:lnTo>
                  <a:pt x="1547915" y="756532"/>
                </a:lnTo>
                <a:lnTo>
                  <a:pt x="1587606" y="736679"/>
                </a:lnTo>
                <a:lnTo>
                  <a:pt x="1627296" y="717201"/>
                </a:lnTo>
                <a:lnTo>
                  <a:pt x="1666986" y="698093"/>
                </a:lnTo>
                <a:lnTo>
                  <a:pt x="1706676" y="679348"/>
                </a:lnTo>
                <a:lnTo>
                  <a:pt x="1746366" y="660959"/>
                </a:lnTo>
                <a:lnTo>
                  <a:pt x="1786056" y="642920"/>
                </a:lnTo>
                <a:lnTo>
                  <a:pt x="1825746" y="625226"/>
                </a:lnTo>
                <a:lnTo>
                  <a:pt x="1865437" y="607871"/>
                </a:lnTo>
                <a:lnTo>
                  <a:pt x="1905127" y="590847"/>
                </a:lnTo>
                <a:lnTo>
                  <a:pt x="1944817" y="574151"/>
                </a:lnTo>
                <a:lnTo>
                  <a:pt x="1984507" y="557775"/>
                </a:lnTo>
                <a:lnTo>
                  <a:pt x="2024197" y="541716"/>
                </a:lnTo>
                <a:lnTo>
                  <a:pt x="2063887" y="525967"/>
                </a:lnTo>
                <a:lnTo>
                  <a:pt x="2103577" y="510523"/>
                </a:lnTo>
                <a:lnTo>
                  <a:pt x="2143268" y="495379"/>
                </a:lnTo>
                <a:lnTo>
                  <a:pt x="2182958" y="480531"/>
                </a:lnTo>
                <a:lnTo>
                  <a:pt x="2222648" y="465974"/>
                </a:lnTo>
                <a:lnTo>
                  <a:pt x="2262338" y="451703"/>
                </a:lnTo>
                <a:lnTo>
                  <a:pt x="2302028" y="437714"/>
                </a:lnTo>
                <a:lnTo>
                  <a:pt x="2341718" y="424002"/>
                </a:lnTo>
                <a:lnTo>
                  <a:pt x="2381409" y="410564"/>
                </a:lnTo>
                <a:lnTo>
                  <a:pt x="2421099" y="397395"/>
                </a:lnTo>
                <a:lnTo>
                  <a:pt x="2460789" y="384492"/>
                </a:lnTo>
                <a:lnTo>
                  <a:pt x="2500479" y="371850"/>
                </a:lnTo>
                <a:lnTo>
                  <a:pt x="2540169" y="359466"/>
                </a:lnTo>
                <a:lnTo>
                  <a:pt x="2579859" y="347336"/>
                </a:lnTo>
                <a:lnTo>
                  <a:pt x="2619549" y="335457"/>
                </a:lnTo>
                <a:lnTo>
                  <a:pt x="2659240" y="323827"/>
                </a:lnTo>
                <a:lnTo>
                  <a:pt x="2698930" y="312440"/>
                </a:lnTo>
                <a:lnTo>
                  <a:pt x="2738620" y="301295"/>
                </a:lnTo>
                <a:lnTo>
                  <a:pt x="2778310" y="290388"/>
                </a:lnTo>
                <a:lnTo>
                  <a:pt x="2818000" y="279717"/>
                </a:lnTo>
                <a:lnTo>
                  <a:pt x="2857690" y="269278"/>
                </a:lnTo>
                <a:lnTo>
                  <a:pt x="2897380" y="259069"/>
                </a:lnTo>
                <a:lnTo>
                  <a:pt x="2937071" y="249087"/>
                </a:lnTo>
                <a:lnTo>
                  <a:pt x="2976761" y="239330"/>
                </a:lnTo>
                <a:lnTo>
                  <a:pt x="3016451" y="229795"/>
                </a:lnTo>
                <a:lnTo>
                  <a:pt x="3056141" y="220480"/>
                </a:lnTo>
                <a:lnTo>
                  <a:pt x="3095831" y="211382"/>
                </a:lnTo>
                <a:lnTo>
                  <a:pt x="3135521" y="202500"/>
                </a:lnTo>
                <a:lnTo>
                  <a:pt x="3175212" y="193830"/>
                </a:lnTo>
                <a:lnTo>
                  <a:pt x="3214902" y="185372"/>
                </a:lnTo>
                <a:lnTo>
                  <a:pt x="3254592" y="177122"/>
                </a:lnTo>
                <a:lnTo>
                  <a:pt x="3294282" y="169080"/>
                </a:lnTo>
                <a:lnTo>
                  <a:pt x="3333972" y="161242"/>
                </a:lnTo>
                <a:lnTo>
                  <a:pt x="3373662" y="153608"/>
                </a:lnTo>
                <a:lnTo>
                  <a:pt x="3413352" y="146176"/>
                </a:lnTo>
                <a:lnTo>
                  <a:pt x="3453043" y="138943"/>
                </a:lnTo>
                <a:lnTo>
                  <a:pt x="3492733" y="131908"/>
                </a:lnTo>
                <a:lnTo>
                  <a:pt x="3532423" y="125070"/>
                </a:lnTo>
                <a:lnTo>
                  <a:pt x="3572113" y="118427"/>
                </a:lnTo>
                <a:lnTo>
                  <a:pt x="3611803" y="111978"/>
                </a:lnTo>
                <a:lnTo>
                  <a:pt x="3651493" y="105721"/>
                </a:lnTo>
                <a:lnTo>
                  <a:pt x="3691183" y="99654"/>
                </a:lnTo>
                <a:lnTo>
                  <a:pt x="3730874" y="93777"/>
                </a:lnTo>
                <a:lnTo>
                  <a:pt x="3770564" y="88088"/>
                </a:lnTo>
                <a:lnTo>
                  <a:pt x="3810254" y="82587"/>
                </a:lnTo>
                <a:lnTo>
                  <a:pt x="3849944" y="77270"/>
                </a:lnTo>
                <a:lnTo>
                  <a:pt x="3889634" y="72139"/>
                </a:lnTo>
                <a:lnTo>
                  <a:pt x="3929324" y="67191"/>
                </a:lnTo>
                <a:lnTo>
                  <a:pt x="3969015" y="62426"/>
                </a:lnTo>
                <a:lnTo>
                  <a:pt x="4008705" y="57842"/>
                </a:lnTo>
                <a:lnTo>
                  <a:pt x="4048395" y="53438"/>
                </a:lnTo>
                <a:lnTo>
                  <a:pt x="4088085" y="49215"/>
                </a:lnTo>
                <a:lnTo>
                  <a:pt x="4127775" y="45170"/>
                </a:lnTo>
                <a:lnTo>
                  <a:pt x="4167465" y="41303"/>
                </a:lnTo>
                <a:lnTo>
                  <a:pt x="4207155" y="37613"/>
                </a:lnTo>
                <a:lnTo>
                  <a:pt x="4246846" y="34099"/>
                </a:lnTo>
                <a:lnTo>
                  <a:pt x="4286536" y="30761"/>
                </a:lnTo>
                <a:lnTo>
                  <a:pt x="4326226" y="27598"/>
                </a:lnTo>
                <a:lnTo>
                  <a:pt x="4365916" y="24609"/>
                </a:lnTo>
                <a:lnTo>
                  <a:pt x="4405606" y="21794"/>
                </a:lnTo>
                <a:lnTo>
                  <a:pt x="4445296" y="19152"/>
                </a:lnTo>
                <a:lnTo>
                  <a:pt x="4484986" y="16682"/>
                </a:lnTo>
                <a:lnTo>
                  <a:pt x="4524677" y="14385"/>
                </a:lnTo>
                <a:lnTo>
                  <a:pt x="4564367" y="12259"/>
                </a:lnTo>
                <a:lnTo>
                  <a:pt x="4604057" y="10304"/>
                </a:lnTo>
                <a:lnTo>
                  <a:pt x="4643747" y="8520"/>
                </a:lnTo>
                <a:lnTo>
                  <a:pt x="4683437" y="6906"/>
                </a:lnTo>
                <a:lnTo>
                  <a:pt x="4723127" y="5462"/>
                </a:lnTo>
                <a:lnTo>
                  <a:pt x="4762818" y="4188"/>
                </a:lnTo>
                <a:lnTo>
                  <a:pt x="4802508" y="3084"/>
                </a:lnTo>
                <a:lnTo>
                  <a:pt x="4842198" y="2148"/>
                </a:lnTo>
                <a:lnTo>
                  <a:pt x="4881888" y="1381"/>
                </a:lnTo>
                <a:lnTo>
                  <a:pt x="4921578" y="783"/>
                </a:lnTo>
                <a:lnTo>
                  <a:pt x="4961268" y="354"/>
                </a:lnTo>
                <a:lnTo>
                  <a:pt x="5000958" y="93"/>
                </a:lnTo>
                <a:lnTo>
                  <a:pt x="5040649" y="0"/>
                </a:lnTo>
                <a:lnTo>
                  <a:pt x="5080339" y="76"/>
                </a:lnTo>
                <a:lnTo>
                  <a:pt x="5120029" y="320"/>
                </a:lnTo>
                <a:lnTo>
                  <a:pt x="5159719" y="732"/>
                </a:lnTo>
                <a:lnTo>
                  <a:pt x="5199409" y="1313"/>
                </a:lnTo>
                <a:lnTo>
                  <a:pt x="5239099" y="2062"/>
                </a:lnTo>
                <a:lnTo>
                  <a:pt x="5278789" y="2979"/>
                </a:lnTo>
                <a:lnTo>
                  <a:pt x="5318480" y="4065"/>
                </a:lnTo>
                <a:lnTo>
                  <a:pt x="5358170" y="5320"/>
                </a:lnTo>
                <a:lnTo>
                  <a:pt x="5397860" y="6743"/>
                </a:lnTo>
                <a:lnTo>
                  <a:pt x="5437550" y="8336"/>
                </a:lnTo>
                <a:lnTo>
                  <a:pt x="5477240" y="10098"/>
                </a:lnTo>
                <a:lnTo>
                  <a:pt x="5516930" y="12030"/>
                </a:lnTo>
                <a:lnTo>
                  <a:pt x="5556621" y="14131"/>
                </a:lnTo>
                <a:lnTo>
                  <a:pt x="5596311" y="16403"/>
                </a:lnTo>
                <a:lnTo>
                  <a:pt x="5636001" y="18846"/>
                </a:lnTo>
                <a:lnTo>
                  <a:pt x="5675691" y="21460"/>
                </a:lnTo>
                <a:lnTo>
                  <a:pt x="5715381" y="24245"/>
                </a:lnTo>
                <a:lnTo>
                  <a:pt x="5755071" y="27202"/>
                </a:lnTo>
                <a:lnTo>
                  <a:pt x="5794761" y="30332"/>
                </a:lnTo>
                <a:lnTo>
                  <a:pt x="5834452" y="33635"/>
                </a:lnTo>
                <a:lnTo>
                  <a:pt x="5874142" y="37111"/>
                </a:lnTo>
                <a:lnTo>
                  <a:pt x="5913832" y="40762"/>
                </a:lnTo>
                <a:lnTo>
                  <a:pt x="5943600" y="4361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05 polygon 28" descr="sci-ppt:o028"/>
          <p:cNvSpPr/>
          <p:nvPr/>
        </p:nvSpPr>
        <p:spPr>
          <a:xfrm>
            <a:off x="914400" y="2227731"/>
            <a:ext cx="5943600" cy="1658469"/>
          </a:xfrm>
          <a:custGeom>
            <a:avLst/>
            <a:gdLst/>
            <a:ahLst/>
            <a:cxnLst/>
            <a:rect l="l" t="t" r="r" b="b"/>
            <a:pathLst>
              <a:path w="5943600" h="1658469">
                <a:moveTo>
                  <a:pt x="0" y="1658469"/>
                </a:moveTo>
                <a:lnTo>
                  <a:pt x="39690" y="1656763"/>
                </a:lnTo>
                <a:lnTo>
                  <a:pt x="79380" y="1651695"/>
                </a:lnTo>
                <a:lnTo>
                  <a:pt x="119070" y="1643402"/>
                </a:lnTo>
                <a:lnTo>
                  <a:pt x="158760" y="1632095"/>
                </a:lnTo>
                <a:lnTo>
                  <a:pt x="198450" y="1618040"/>
                </a:lnTo>
                <a:lnTo>
                  <a:pt x="238140" y="1601542"/>
                </a:lnTo>
                <a:lnTo>
                  <a:pt x="277831" y="1582918"/>
                </a:lnTo>
                <a:lnTo>
                  <a:pt x="317521" y="1562490"/>
                </a:lnTo>
                <a:lnTo>
                  <a:pt x="357211" y="1540561"/>
                </a:lnTo>
                <a:lnTo>
                  <a:pt x="396901" y="1517414"/>
                </a:lnTo>
                <a:lnTo>
                  <a:pt x="436591" y="1493307"/>
                </a:lnTo>
                <a:lnTo>
                  <a:pt x="476281" y="1468464"/>
                </a:lnTo>
                <a:lnTo>
                  <a:pt x="515971" y="1443082"/>
                </a:lnTo>
                <a:lnTo>
                  <a:pt x="555662" y="1417329"/>
                </a:lnTo>
                <a:lnTo>
                  <a:pt x="595352" y="1391349"/>
                </a:lnTo>
                <a:lnTo>
                  <a:pt x="635042" y="1365261"/>
                </a:lnTo>
                <a:lnTo>
                  <a:pt x="674732" y="1339164"/>
                </a:lnTo>
                <a:lnTo>
                  <a:pt x="714422" y="1313141"/>
                </a:lnTo>
                <a:lnTo>
                  <a:pt x="754112" y="1287259"/>
                </a:lnTo>
                <a:lnTo>
                  <a:pt x="793803" y="1261573"/>
                </a:lnTo>
                <a:lnTo>
                  <a:pt x="833493" y="1236126"/>
                </a:lnTo>
                <a:lnTo>
                  <a:pt x="873183" y="1210955"/>
                </a:lnTo>
                <a:lnTo>
                  <a:pt x="912873" y="1186085"/>
                </a:lnTo>
                <a:lnTo>
                  <a:pt x="952563" y="1161540"/>
                </a:lnTo>
                <a:lnTo>
                  <a:pt x="992253" y="1137335"/>
                </a:lnTo>
                <a:lnTo>
                  <a:pt x="1031943" y="1113482"/>
                </a:lnTo>
                <a:lnTo>
                  <a:pt x="1071634" y="1089990"/>
                </a:lnTo>
                <a:lnTo>
                  <a:pt x="1111324" y="1066865"/>
                </a:lnTo>
                <a:lnTo>
                  <a:pt x="1151014" y="1044110"/>
                </a:lnTo>
                <a:lnTo>
                  <a:pt x="1190704" y="1021726"/>
                </a:lnTo>
                <a:lnTo>
                  <a:pt x="1230394" y="999714"/>
                </a:lnTo>
                <a:lnTo>
                  <a:pt x="1270084" y="978072"/>
                </a:lnTo>
                <a:lnTo>
                  <a:pt x="1309774" y="956797"/>
                </a:lnTo>
                <a:lnTo>
                  <a:pt x="1349465" y="935887"/>
                </a:lnTo>
                <a:lnTo>
                  <a:pt x="1389155" y="915338"/>
                </a:lnTo>
                <a:lnTo>
                  <a:pt x="1428845" y="895144"/>
                </a:lnTo>
                <a:lnTo>
                  <a:pt x="1468535" y="875302"/>
                </a:lnTo>
                <a:lnTo>
                  <a:pt x="1508225" y="855806"/>
                </a:lnTo>
                <a:lnTo>
                  <a:pt x="1547915" y="836651"/>
                </a:lnTo>
                <a:lnTo>
                  <a:pt x="1587606" y="817831"/>
                </a:lnTo>
                <a:lnTo>
                  <a:pt x="1627296" y="799341"/>
                </a:lnTo>
                <a:lnTo>
                  <a:pt x="1666986" y="781175"/>
                </a:lnTo>
                <a:lnTo>
                  <a:pt x="1706676" y="763328"/>
                </a:lnTo>
                <a:lnTo>
                  <a:pt x="1746366" y="745794"/>
                </a:lnTo>
                <a:lnTo>
                  <a:pt x="1786056" y="728567"/>
                </a:lnTo>
                <a:lnTo>
                  <a:pt x="1825746" y="711643"/>
                </a:lnTo>
                <a:lnTo>
                  <a:pt x="1865437" y="695014"/>
                </a:lnTo>
                <a:lnTo>
                  <a:pt x="1905127" y="678677"/>
                </a:lnTo>
                <a:lnTo>
                  <a:pt x="1944817" y="662626"/>
                </a:lnTo>
                <a:lnTo>
                  <a:pt x="1984507" y="646856"/>
                </a:lnTo>
                <a:lnTo>
                  <a:pt x="2024197" y="631361"/>
                </a:lnTo>
                <a:lnTo>
                  <a:pt x="2063887" y="616138"/>
                </a:lnTo>
                <a:lnTo>
                  <a:pt x="2103577" y="601180"/>
                </a:lnTo>
                <a:lnTo>
                  <a:pt x="2143268" y="586484"/>
                </a:lnTo>
                <a:lnTo>
                  <a:pt x="2182958" y="572044"/>
                </a:lnTo>
                <a:lnTo>
                  <a:pt x="2222648" y="557857"/>
                </a:lnTo>
                <a:lnTo>
                  <a:pt x="2262338" y="543919"/>
                </a:lnTo>
                <a:lnTo>
                  <a:pt x="2302028" y="530224"/>
                </a:lnTo>
                <a:lnTo>
                  <a:pt x="2341718" y="516769"/>
                </a:lnTo>
                <a:lnTo>
                  <a:pt x="2381409" y="503549"/>
                </a:lnTo>
                <a:lnTo>
                  <a:pt x="2421099" y="490562"/>
                </a:lnTo>
                <a:lnTo>
                  <a:pt x="2460789" y="477803"/>
                </a:lnTo>
                <a:lnTo>
                  <a:pt x="2500479" y="465269"/>
                </a:lnTo>
                <a:lnTo>
                  <a:pt x="2540169" y="452956"/>
                </a:lnTo>
                <a:lnTo>
                  <a:pt x="2579859" y="440860"/>
                </a:lnTo>
                <a:lnTo>
                  <a:pt x="2619549" y="428979"/>
                </a:lnTo>
                <a:lnTo>
                  <a:pt x="2659240" y="417309"/>
                </a:lnTo>
                <a:lnTo>
                  <a:pt x="2698930" y="405847"/>
                </a:lnTo>
                <a:lnTo>
                  <a:pt x="2738620" y="394590"/>
                </a:lnTo>
                <a:lnTo>
                  <a:pt x="2778310" y="383535"/>
                </a:lnTo>
                <a:lnTo>
                  <a:pt x="2818000" y="372679"/>
                </a:lnTo>
                <a:lnTo>
                  <a:pt x="2857690" y="362020"/>
                </a:lnTo>
                <a:lnTo>
                  <a:pt x="2897380" y="351554"/>
                </a:lnTo>
                <a:lnTo>
                  <a:pt x="2937071" y="341280"/>
                </a:lnTo>
                <a:lnTo>
                  <a:pt x="2976761" y="331194"/>
                </a:lnTo>
                <a:lnTo>
                  <a:pt x="3016451" y="321294"/>
                </a:lnTo>
                <a:lnTo>
                  <a:pt x="3056141" y="311578"/>
                </a:lnTo>
                <a:lnTo>
                  <a:pt x="3095831" y="302043"/>
                </a:lnTo>
                <a:lnTo>
                  <a:pt x="3135521" y="292688"/>
                </a:lnTo>
                <a:lnTo>
                  <a:pt x="3175212" y="283509"/>
                </a:lnTo>
                <a:lnTo>
                  <a:pt x="3214902" y="274506"/>
                </a:lnTo>
                <a:lnTo>
                  <a:pt x="3254592" y="265675"/>
                </a:lnTo>
                <a:lnTo>
                  <a:pt x="3294282" y="257015"/>
                </a:lnTo>
                <a:lnTo>
                  <a:pt x="3333972" y="248523"/>
                </a:lnTo>
                <a:lnTo>
                  <a:pt x="3373662" y="240199"/>
                </a:lnTo>
                <a:lnTo>
                  <a:pt x="3413352" y="232040"/>
                </a:lnTo>
                <a:lnTo>
                  <a:pt x="3453043" y="224045"/>
                </a:lnTo>
                <a:lnTo>
                  <a:pt x="3492733" y="216211"/>
                </a:lnTo>
                <a:lnTo>
                  <a:pt x="3532423" y="208537"/>
                </a:lnTo>
                <a:lnTo>
                  <a:pt x="3572113" y="201021"/>
                </a:lnTo>
                <a:lnTo>
                  <a:pt x="3611803" y="193663"/>
                </a:lnTo>
                <a:lnTo>
                  <a:pt x="3651493" y="186459"/>
                </a:lnTo>
                <a:lnTo>
                  <a:pt x="3691183" y="179410"/>
                </a:lnTo>
                <a:lnTo>
                  <a:pt x="3730874" y="172513"/>
                </a:lnTo>
                <a:lnTo>
                  <a:pt x="3770564" y="165767"/>
                </a:lnTo>
                <a:lnTo>
                  <a:pt x="3810254" y="159170"/>
                </a:lnTo>
                <a:lnTo>
                  <a:pt x="3849944" y="152722"/>
                </a:lnTo>
                <a:lnTo>
                  <a:pt x="3889634" y="146421"/>
                </a:lnTo>
                <a:lnTo>
                  <a:pt x="3929324" y="140266"/>
                </a:lnTo>
                <a:lnTo>
                  <a:pt x="3969015" y="134256"/>
                </a:lnTo>
                <a:lnTo>
                  <a:pt x="4008705" y="128389"/>
                </a:lnTo>
                <a:lnTo>
                  <a:pt x="4048395" y="122665"/>
                </a:lnTo>
                <a:lnTo>
                  <a:pt x="4088085" y="117082"/>
                </a:lnTo>
                <a:lnTo>
                  <a:pt x="4127775" y="111639"/>
                </a:lnTo>
                <a:lnTo>
                  <a:pt x="4167465" y="106336"/>
                </a:lnTo>
                <a:lnTo>
                  <a:pt x="4207155" y="101170"/>
                </a:lnTo>
                <a:lnTo>
                  <a:pt x="4246846" y="96143"/>
                </a:lnTo>
                <a:lnTo>
                  <a:pt x="4286536" y="91251"/>
                </a:lnTo>
                <a:lnTo>
                  <a:pt x="4326226" y="86495"/>
                </a:lnTo>
                <a:lnTo>
                  <a:pt x="4365916" y="81874"/>
                </a:lnTo>
                <a:lnTo>
                  <a:pt x="4405606" y="77386"/>
                </a:lnTo>
                <a:lnTo>
                  <a:pt x="4445296" y="73032"/>
                </a:lnTo>
                <a:lnTo>
                  <a:pt x="4484986" y="68809"/>
                </a:lnTo>
                <a:lnTo>
                  <a:pt x="4524677" y="64719"/>
                </a:lnTo>
                <a:lnTo>
                  <a:pt x="4564367" y="60759"/>
                </a:lnTo>
                <a:lnTo>
                  <a:pt x="4604057" y="56929"/>
                </a:lnTo>
                <a:lnTo>
                  <a:pt x="4643747" y="53228"/>
                </a:lnTo>
                <a:lnTo>
                  <a:pt x="4683437" y="49657"/>
                </a:lnTo>
                <a:lnTo>
                  <a:pt x="4723127" y="46213"/>
                </a:lnTo>
                <a:lnTo>
                  <a:pt x="4762818" y="42897"/>
                </a:lnTo>
                <a:lnTo>
                  <a:pt x="4802508" y="39708"/>
                </a:lnTo>
                <a:lnTo>
                  <a:pt x="4842198" y="36645"/>
                </a:lnTo>
                <a:lnTo>
                  <a:pt x="4881888" y="33708"/>
                </a:lnTo>
                <a:lnTo>
                  <a:pt x="4921578" y="30897"/>
                </a:lnTo>
                <a:lnTo>
                  <a:pt x="4961268" y="28210"/>
                </a:lnTo>
                <a:lnTo>
                  <a:pt x="5000958" y="25648"/>
                </a:lnTo>
                <a:lnTo>
                  <a:pt x="5040649" y="23210"/>
                </a:lnTo>
                <a:lnTo>
                  <a:pt x="5080339" y="20896"/>
                </a:lnTo>
                <a:lnTo>
                  <a:pt x="5120029" y="18704"/>
                </a:lnTo>
                <a:lnTo>
                  <a:pt x="5159719" y="16636"/>
                </a:lnTo>
                <a:lnTo>
                  <a:pt x="5199409" y="14690"/>
                </a:lnTo>
                <a:lnTo>
                  <a:pt x="5239099" y="12866"/>
                </a:lnTo>
                <a:lnTo>
                  <a:pt x="5278789" y="11164"/>
                </a:lnTo>
                <a:lnTo>
                  <a:pt x="5318480" y="9583"/>
                </a:lnTo>
                <a:lnTo>
                  <a:pt x="5358170" y="8124"/>
                </a:lnTo>
                <a:lnTo>
                  <a:pt x="5397860" y="6786"/>
                </a:lnTo>
                <a:lnTo>
                  <a:pt x="5437550" y="5569"/>
                </a:lnTo>
                <a:lnTo>
                  <a:pt x="5477240" y="4472"/>
                </a:lnTo>
                <a:lnTo>
                  <a:pt x="5516930" y="3495"/>
                </a:lnTo>
                <a:lnTo>
                  <a:pt x="5556621" y="2639"/>
                </a:lnTo>
                <a:lnTo>
                  <a:pt x="5596311" y="1903"/>
                </a:lnTo>
                <a:lnTo>
                  <a:pt x="5636001" y="1286"/>
                </a:lnTo>
                <a:lnTo>
                  <a:pt x="5675691" y="790"/>
                </a:lnTo>
                <a:lnTo>
                  <a:pt x="5715381" y="413"/>
                </a:lnTo>
                <a:lnTo>
                  <a:pt x="5755071" y="156"/>
                </a:lnTo>
                <a:lnTo>
                  <a:pt x="5794761" y="18"/>
                </a:lnTo>
                <a:lnTo>
                  <a:pt x="5834452" y="0"/>
                </a:lnTo>
                <a:lnTo>
                  <a:pt x="5874142" y="101"/>
                </a:lnTo>
                <a:lnTo>
                  <a:pt x="5913832" y="322"/>
                </a:lnTo>
                <a:lnTo>
                  <a:pt x="5943600" y="566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3-E05 polygon 29" descr="sci-ppt:o029"/>
          <p:cNvSpPr/>
          <p:nvPr/>
        </p:nvSpPr>
        <p:spPr>
          <a:xfrm>
            <a:off x="914400" y="2234452"/>
            <a:ext cx="5943600" cy="1651748"/>
          </a:xfrm>
          <a:custGeom>
            <a:avLst/>
            <a:gdLst/>
            <a:ahLst/>
            <a:cxnLst/>
            <a:rect l="l" t="t" r="r" b="b"/>
            <a:pathLst>
              <a:path w="5943600" h="1651748">
                <a:moveTo>
                  <a:pt x="0" y="1651748"/>
                </a:moveTo>
                <a:lnTo>
                  <a:pt x="39690" y="1650255"/>
                </a:lnTo>
                <a:lnTo>
                  <a:pt x="79380" y="1645815"/>
                </a:lnTo>
                <a:lnTo>
                  <a:pt x="119070" y="1638535"/>
                </a:lnTo>
                <a:lnTo>
                  <a:pt x="158760" y="1628583"/>
                </a:lnTo>
                <a:lnTo>
                  <a:pt x="198450" y="1616174"/>
                </a:lnTo>
                <a:lnTo>
                  <a:pt x="238140" y="1601551"/>
                </a:lnTo>
                <a:lnTo>
                  <a:pt x="277831" y="1584979"/>
                </a:lnTo>
                <a:lnTo>
                  <a:pt x="317521" y="1566723"/>
                </a:lnTo>
                <a:lnTo>
                  <a:pt x="357211" y="1547043"/>
                </a:lnTo>
                <a:lnTo>
                  <a:pt x="396901" y="1526182"/>
                </a:lnTo>
                <a:lnTo>
                  <a:pt x="436591" y="1504364"/>
                </a:lnTo>
                <a:lnTo>
                  <a:pt x="476281" y="1481793"/>
                </a:lnTo>
                <a:lnTo>
                  <a:pt x="515971" y="1458645"/>
                </a:lnTo>
                <a:lnTo>
                  <a:pt x="555662" y="1435075"/>
                </a:lnTo>
                <a:lnTo>
                  <a:pt x="595352" y="1411219"/>
                </a:lnTo>
                <a:lnTo>
                  <a:pt x="635042" y="1387188"/>
                </a:lnTo>
                <a:lnTo>
                  <a:pt x="674732" y="1363081"/>
                </a:lnTo>
                <a:lnTo>
                  <a:pt x="714422" y="1338976"/>
                </a:lnTo>
                <a:lnTo>
                  <a:pt x="754112" y="1314942"/>
                </a:lnTo>
                <a:lnTo>
                  <a:pt x="793803" y="1291034"/>
                </a:lnTo>
                <a:lnTo>
                  <a:pt x="833493" y="1267297"/>
                </a:lnTo>
                <a:lnTo>
                  <a:pt x="873183" y="1243769"/>
                </a:lnTo>
                <a:lnTo>
                  <a:pt x="912873" y="1220479"/>
                </a:lnTo>
                <a:lnTo>
                  <a:pt x="952563" y="1197450"/>
                </a:lnTo>
                <a:lnTo>
                  <a:pt x="992253" y="1174702"/>
                </a:lnTo>
                <a:lnTo>
                  <a:pt x="1031943" y="1152249"/>
                </a:lnTo>
                <a:lnTo>
                  <a:pt x="1071634" y="1130102"/>
                </a:lnTo>
                <a:lnTo>
                  <a:pt x="1111324" y="1108269"/>
                </a:lnTo>
                <a:lnTo>
                  <a:pt x="1151014" y="1086755"/>
                </a:lnTo>
                <a:lnTo>
                  <a:pt x="1190704" y="1065564"/>
                </a:lnTo>
                <a:lnTo>
                  <a:pt x="1230394" y="1044697"/>
                </a:lnTo>
                <a:lnTo>
                  <a:pt x="1270084" y="1024155"/>
                </a:lnTo>
                <a:lnTo>
                  <a:pt x="1309774" y="1003938"/>
                </a:lnTo>
                <a:lnTo>
                  <a:pt x="1349465" y="984043"/>
                </a:lnTo>
                <a:lnTo>
                  <a:pt x="1389155" y="964468"/>
                </a:lnTo>
                <a:lnTo>
                  <a:pt x="1428845" y="945209"/>
                </a:lnTo>
                <a:lnTo>
                  <a:pt x="1468535" y="926265"/>
                </a:lnTo>
                <a:lnTo>
                  <a:pt x="1508225" y="907630"/>
                </a:lnTo>
                <a:lnTo>
                  <a:pt x="1547915" y="889300"/>
                </a:lnTo>
                <a:lnTo>
                  <a:pt x="1587606" y="871271"/>
                </a:lnTo>
                <a:lnTo>
                  <a:pt x="1627296" y="853538"/>
                </a:lnTo>
                <a:lnTo>
                  <a:pt x="1666986" y="836097"/>
                </a:lnTo>
                <a:lnTo>
                  <a:pt x="1706676" y="818942"/>
                </a:lnTo>
                <a:lnTo>
                  <a:pt x="1746366" y="802069"/>
                </a:lnTo>
                <a:lnTo>
                  <a:pt x="1786056" y="785474"/>
                </a:lnTo>
                <a:lnTo>
                  <a:pt x="1825746" y="769151"/>
                </a:lnTo>
                <a:lnTo>
                  <a:pt x="1865437" y="753095"/>
                </a:lnTo>
                <a:lnTo>
                  <a:pt x="1905127" y="737302"/>
                </a:lnTo>
                <a:lnTo>
                  <a:pt x="1944817" y="721767"/>
                </a:lnTo>
                <a:lnTo>
                  <a:pt x="1984507" y="706486"/>
                </a:lnTo>
                <a:lnTo>
                  <a:pt x="2024197" y="691453"/>
                </a:lnTo>
                <a:lnTo>
                  <a:pt x="2063887" y="676665"/>
                </a:lnTo>
                <a:lnTo>
                  <a:pt x="2103577" y="662117"/>
                </a:lnTo>
                <a:lnTo>
                  <a:pt x="2143268" y="647805"/>
                </a:lnTo>
                <a:lnTo>
                  <a:pt x="2182958" y="633724"/>
                </a:lnTo>
                <a:lnTo>
                  <a:pt x="2222648" y="619872"/>
                </a:lnTo>
                <a:lnTo>
                  <a:pt x="2262338" y="606242"/>
                </a:lnTo>
                <a:lnTo>
                  <a:pt x="2302028" y="592833"/>
                </a:lnTo>
                <a:lnTo>
                  <a:pt x="2341718" y="579640"/>
                </a:lnTo>
                <a:lnTo>
                  <a:pt x="2381409" y="566658"/>
                </a:lnTo>
                <a:lnTo>
                  <a:pt x="2421099" y="553886"/>
                </a:lnTo>
                <a:lnTo>
                  <a:pt x="2460789" y="541319"/>
                </a:lnTo>
                <a:lnTo>
                  <a:pt x="2500479" y="528954"/>
                </a:lnTo>
                <a:lnTo>
                  <a:pt x="2540169" y="516787"/>
                </a:lnTo>
                <a:lnTo>
                  <a:pt x="2579859" y="504815"/>
                </a:lnTo>
                <a:lnTo>
                  <a:pt x="2619549" y="493036"/>
                </a:lnTo>
                <a:lnTo>
                  <a:pt x="2659240" y="481446"/>
                </a:lnTo>
                <a:lnTo>
                  <a:pt x="2698930" y="470043"/>
                </a:lnTo>
                <a:lnTo>
                  <a:pt x="2738620" y="458822"/>
                </a:lnTo>
                <a:lnTo>
                  <a:pt x="2778310" y="447782"/>
                </a:lnTo>
                <a:lnTo>
                  <a:pt x="2818000" y="436921"/>
                </a:lnTo>
                <a:lnTo>
                  <a:pt x="2857690" y="426234"/>
                </a:lnTo>
                <a:lnTo>
                  <a:pt x="2897380" y="415720"/>
                </a:lnTo>
                <a:lnTo>
                  <a:pt x="2937071" y="405376"/>
                </a:lnTo>
                <a:lnTo>
                  <a:pt x="2976761" y="395200"/>
                </a:lnTo>
                <a:lnTo>
                  <a:pt x="3016451" y="385189"/>
                </a:lnTo>
                <a:lnTo>
                  <a:pt x="3056141" y="375342"/>
                </a:lnTo>
                <a:lnTo>
                  <a:pt x="3095831" y="365655"/>
                </a:lnTo>
                <a:lnTo>
                  <a:pt x="3135521" y="356128"/>
                </a:lnTo>
                <a:lnTo>
                  <a:pt x="3175212" y="346756"/>
                </a:lnTo>
                <a:lnTo>
                  <a:pt x="3214902" y="337540"/>
                </a:lnTo>
                <a:lnTo>
                  <a:pt x="3254592" y="328476"/>
                </a:lnTo>
                <a:lnTo>
                  <a:pt x="3294282" y="319562"/>
                </a:lnTo>
                <a:lnTo>
                  <a:pt x="3333972" y="310798"/>
                </a:lnTo>
                <a:lnTo>
                  <a:pt x="3373662" y="302180"/>
                </a:lnTo>
                <a:lnTo>
                  <a:pt x="3413352" y="293708"/>
                </a:lnTo>
                <a:lnTo>
                  <a:pt x="3453043" y="285379"/>
                </a:lnTo>
                <a:lnTo>
                  <a:pt x="3492733" y="277192"/>
                </a:lnTo>
                <a:lnTo>
                  <a:pt x="3532423" y="269145"/>
                </a:lnTo>
                <a:lnTo>
                  <a:pt x="3572113" y="261237"/>
                </a:lnTo>
                <a:lnTo>
                  <a:pt x="3611803" y="253466"/>
                </a:lnTo>
                <a:lnTo>
                  <a:pt x="3651493" y="245830"/>
                </a:lnTo>
                <a:lnTo>
                  <a:pt x="3691183" y="238328"/>
                </a:lnTo>
                <a:lnTo>
                  <a:pt x="3730874" y="230959"/>
                </a:lnTo>
                <a:lnTo>
                  <a:pt x="3770564" y="223721"/>
                </a:lnTo>
                <a:lnTo>
                  <a:pt x="3810254" y="216613"/>
                </a:lnTo>
                <a:lnTo>
                  <a:pt x="3849944" y="209634"/>
                </a:lnTo>
                <a:lnTo>
                  <a:pt x="3889634" y="202782"/>
                </a:lnTo>
                <a:lnTo>
                  <a:pt x="3929324" y="196056"/>
                </a:lnTo>
                <a:lnTo>
                  <a:pt x="3969015" y="189455"/>
                </a:lnTo>
                <a:lnTo>
                  <a:pt x="4008705" y="182977"/>
                </a:lnTo>
                <a:lnTo>
                  <a:pt x="4048395" y="176623"/>
                </a:lnTo>
                <a:lnTo>
                  <a:pt x="4088085" y="170389"/>
                </a:lnTo>
                <a:lnTo>
                  <a:pt x="4127775" y="164276"/>
                </a:lnTo>
                <a:lnTo>
                  <a:pt x="4167465" y="158283"/>
                </a:lnTo>
                <a:lnTo>
                  <a:pt x="4207155" y="152407"/>
                </a:lnTo>
                <a:lnTo>
                  <a:pt x="4246846" y="146649"/>
                </a:lnTo>
                <a:lnTo>
                  <a:pt x="4286536" y="141008"/>
                </a:lnTo>
                <a:lnTo>
                  <a:pt x="4326226" y="135482"/>
                </a:lnTo>
                <a:lnTo>
                  <a:pt x="4365916" y="130070"/>
                </a:lnTo>
                <a:lnTo>
                  <a:pt x="4405606" y="124772"/>
                </a:lnTo>
                <a:lnTo>
                  <a:pt x="4445296" y="119586"/>
                </a:lnTo>
                <a:lnTo>
                  <a:pt x="4484986" y="114513"/>
                </a:lnTo>
                <a:lnTo>
                  <a:pt x="4524677" y="109550"/>
                </a:lnTo>
                <a:lnTo>
                  <a:pt x="4564367" y="104698"/>
                </a:lnTo>
                <a:lnTo>
                  <a:pt x="4604057" y="99956"/>
                </a:lnTo>
                <a:lnTo>
                  <a:pt x="4643747" y="95322"/>
                </a:lnTo>
                <a:lnTo>
                  <a:pt x="4683437" y="90796"/>
                </a:lnTo>
                <a:lnTo>
                  <a:pt x="4723127" y="86378"/>
                </a:lnTo>
                <a:lnTo>
                  <a:pt x="4762818" y="82066"/>
                </a:lnTo>
                <a:lnTo>
                  <a:pt x="4802508" y="77861"/>
                </a:lnTo>
                <a:lnTo>
                  <a:pt x="4842198" y="73760"/>
                </a:lnTo>
                <a:lnTo>
                  <a:pt x="4881888" y="69765"/>
                </a:lnTo>
                <a:lnTo>
                  <a:pt x="4921578" y="65873"/>
                </a:lnTo>
                <a:lnTo>
                  <a:pt x="4961268" y="62085"/>
                </a:lnTo>
                <a:lnTo>
                  <a:pt x="5000958" y="58400"/>
                </a:lnTo>
                <a:lnTo>
                  <a:pt x="5040649" y="54818"/>
                </a:lnTo>
                <a:lnTo>
                  <a:pt x="5080339" y="51337"/>
                </a:lnTo>
                <a:lnTo>
                  <a:pt x="5120029" y="47958"/>
                </a:lnTo>
                <a:lnTo>
                  <a:pt x="5159719" y="44680"/>
                </a:lnTo>
                <a:lnTo>
                  <a:pt x="5199409" y="41502"/>
                </a:lnTo>
                <a:lnTo>
                  <a:pt x="5239099" y="38424"/>
                </a:lnTo>
                <a:lnTo>
                  <a:pt x="5278789" y="35445"/>
                </a:lnTo>
                <a:lnTo>
                  <a:pt x="5318480" y="32566"/>
                </a:lnTo>
                <a:lnTo>
                  <a:pt x="5358170" y="29785"/>
                </a:lnTo>
                <a:lnTo>
                  <a:pt x="5397860" y="27103"/>
                </a:lnTo>
                <a:lnTo>
                  <a:pt x="5437550" y="24518"/>
                </a:lnTo>
                <a:lnTo>
                  <a:pt x="5477240" y="22031"/>
                </a:lnTo>
                <a:lnTo>
                  <a:pt x="5516930" y="19641"/>
                </a:lnTo>
                <a:lnTo>
                  <a:pt x="5556621" y="17348"/>
                </a:lnTo>
                <a:lnTo>
                  <a:pt x="5596311" y="15151"/>
                </a:lnTo>
                <a:lnTo>
                  <a:pt x="5636001" y="13050"/>
                </a:lnTo>
                <a:lnTo>
                  <a:pt x="5675691" y="11045"/>
                </a:lnTo>
                <a:lnTo>
                  <a:pt x="5715381" y="9136"/>
                </a:lnTo>
                <a:lnTo>
                  <a:pt x="5755071" y="7322"/>
                </a:lnTo>
                <a:lnTo>
                  <a:pt x="5794761" y="5603"/>
                </a:lnTo>
                <a:lnTo>
                  <a:pt x="5834452" y="3979"/>
                </a:lnTo>
                <a:lnTo>
                  <a:pt x="5874142" y="2450"/>
                </a:lnTo>
                <a:lnTo>
                  <a:pt x="5913832" y="1014"/>
                </a:lnTo>
                <a:lnTo>
                  <a:pt x="5943600" y="0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3-E05 rect 30" descr="sci-ppt:o030"/>
          <p:cNvSpPr/>
          <p:nvPr/>
        </p:nvSpPr>
        <p:spPr>
          <a:xfrm>
            <a:off x="1188720" y="1481328"/>
            <a:ext cx="274320" cy="1828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05 text 31" descr="sci-ppt:o031"/>
          <p:cNvSpPr txBox="1"/>
          <p:nvPr/>
        </p:nvSpPr>
        <p:spPr>
          <a:xfrm>
            <a:off x="1572768" y="1435608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isolated bubble</a:t>
            </a:r>
          </a:p>
        </p:txBody>
      </p:sp>
      <p:sp>
        <p:nvSpPr>
          <p:cNvPr id="34" name="C3-E05 rect 32" descr="sci-ppt:o032"/>
          <p:cNvSpPr/>
          <p:nvPr/>
        </p:nvSpPr>
        <p:spPr>
          <a:xfrm>
            <a:off x="1188720" y="1810512"/>
            <a:ext cx="274320" cy="1828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05 text 33" descr="sci-ppt:o033"/>
          <p:cNvSpPr txBox="1"/>
          <p:nvPr/>
        </p:nvSpPr>
        <p:spPr>
          <a:xfrm>
            <a:off x="1572768" y="1764792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identical neighbour, d = 30 µm</a:t>
            </a:r>
          </a:p>
        </p:txBody>
      </p:sp>
      <p:sp>
        <p:nvSpPr>
          <p:cNvPr id="36" name="C3-E05 rect 34" descr="sci-ppt:o034"/>
          <p:cNvSpPr/>
          <p:nvPr/>
        </p:nvSpPr>
        <p:spPr>
          <a:xfrm>
            <a:off x="1188720" y="2139696"/>
            <a:ext cx="274320" cy="18288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05 text 35" descr="sci-ppt:o035"/>
          <p:cNvSpPr txBox="1"/>
          <p:nvPr/>
        </p:nvSpPr>
        <p:spPr>
          <a:xfrm>
            <a:off x="1572768" y="2093976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identical neighbour, d = 15 µm</a:t>
            </a:r>
          </a:p>
        </p:txBody>
      </p:sp>
      <p:sp>
        <p:nvSpPr>
          <p:cNvPr id="38" name="C3-E05 round_rect 36" descr="sci-ppt:o036"/>
          <p:cNvSpPr/>
          <p:nvPr/>
        </p:nvSpPr>
        <p:spPr>
          <a:xfrm>
            <a:off x="7132320" y="1371600"/>
            <a:ext cx="470916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05 text 37" descr="sci-ppt:o037"/>
          <p:cNvSpPr txBox="1"/>
          <p:nvPr/>
        </p:nvSpPr>
        <p:spPr>
          <a:xfrm>
            <a:off x="7242048" y="1426464"/>
            <a:ext cx="4489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Same equation, extra inertia</a:t>
            </a:r>
          </a:p>
        </p:txBody>
      </p:sp>
      <p:sp>
        <p:nvSpPr>
          <p:cNvPr id="40" name="C3-E05 text 38" descr="sci-ppt:o038"/>
          <p:cNvSpPr txBox="1"/>
          <p:nvPr/>
        </p:nvSpPr>
        <p:spPr>
          <a:xfrm>
            <a:off x="7269480" y="1828800"/>
            <a:ext cx="4480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R_iR̈ᵢ + (3/2)Ṙᵢ² + Σ (Rⱼ²R̈ⱼ + 2RⱼṘⱼ²)/dᵢⱼ = Bᵢ</a:t>
            </a:r>
          </a:p>
        </p:txBody>
      </p:sp>
      <p:sp>
        <p:nvSpPr>
          <p:cNvPr id="41" name="C3-E05 text 39" descr="sci-ppt:o039"/>
          <p:cNvSpPr txBox="1"/>
          <p:nvPr/>
        </p:nvSpPr>
        <p:spPr>
          <a:xfrm>
            <a:off x="7269480" y="2606040"/>
            <a:ext cx="44805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Bᵢ = [p_b,i − p∞ − 2σ_b/Rᵢ − 4μṘᵢ/Rᵢ] / ρ  (isolated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driving)</a:t>
            </a:r>
          </a:p>
        </p:txBody>
      </p:sp>
      <p:sp>
        <p:nvSpPr>
          <p:cNvPr id="42" name="C3-E05 text 40" descr="sci-ppt:o040"/>
          <p:cNvSpPr txBox="1"/>
          <p:nvPr/>
        </p:nvSpPr>
        <p:spPr>
          <a:xfrm>
            <a:off x="7470648" y="3291840"/>
            <a:ext cx="427939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Identical neighbours move together, so the extra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term acts as added liquid mass.</a:t>
            </a:r>
          </a:p>
        </p:txBody>
      </p:sp>
      <p:sp>
        <p:nvSpPr>
          <p:cNvPr id="43" name="C3-E05 ellipse 41" descr="sci-ppt:o041"/>
          <p:cNvSpPr/>
          <p:nvPr/>
        </p:nvSpPr>
        <p:spPr>
          <a:xfrm>
            <a:off x="7301483" y="334518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05 text 42" descr="sci-ppt:o042"/>
          <p:cNvSpPr txBox="1"/>
          <p:nvPr/>
        </p:nvSpPr>
        <p:spPr>
          <a:xfrm>
            <a:off x="7470648" y="3755136"/>
            <a:ext cx="427939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closer the neighbour, the slower the expansion.</a:t>
            </a:r>
          </a:p>
        </p:txBody>
      </p:sp>
      <p:sp>
        <p:nvSpPr>
          <p:cNvPr id="45" name="C3-E05 ellipse 43" descr="sci-ppt:o043"/>
          <p:cNvSpPr/>
          <p:nvPr/>
        </p:nvSpPr>
        <p:spPr>
          <a:xfrm>
            <a:off x="7301483" y="380847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05 text 44" descr="sci-ppt:o044"/>
          <p:cNvSpPr txBox="1"/>
          <p:nvPr/>
        </p:nvSpPr>
        <p:spPr>
          <a:xfrm>
            <a:off x="7470648" y="4032503"/>
            <a:ext cx="427939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is shared, not created.</a:t>
            </a:r>
          </a:p>
        </p:txBody>
      </p:sp>
      <p:sp>
        <p:nvSpPr>
          <p:cNvPr id="47" name="C3-E05 ellipse 45" descr="sci-ppt:o045"/>
          <p:cNvSpPr/>
          <p:nvPr/>
        </p:nvSpPr>
        <p:spPr>
          <a:xfrm>
            <a:off x="7301483" y="4085843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3-E05 text 46" descr="sci-ppt:o046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Two identical bubbles (p_g0 = 1 MPa, γ = 1.4) integrated with the coupled equation of Eq. C3-E05.</a:t>
            </a:r>
          </a:p>
        </p:txBody>
      </p:sp>
      <p:sp>
        <p:nvSpPr>
          <p:cNvPr id="49" name="C3-E05 text 47" descr="sci-ppt:o04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Coupled spherical approximation of Eq. C3-E05 for N = 2 identical bubbles.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C3-E06 · Exact polygon geometry</a:t>
            </a:r>
          </a:p>
        </p:txBody>
      </p:sp>
      <p:sp>
        <p:nvSpPr>
          <p:cNvPr id="3" name="C3-E06 polygon 1" descr="sci-ppt:o001"/>
          <p:cNvSpPr/>
          <p:nvPr/>
        </p:nvSpPr>
        <p:spPr>
          <a:xfrm>
            <a:off x="1125503" y="2103120"/>
            <a:ext cx="2138113" cy="1851660"/>
          </a:xfrm>
          <a:custGeom>
            <a:avLst/>
            <a:gdLst/>
            <a:ahLst/>
            <a:cxnLst/>
            <a:rect l="l" t="t" r="r" b="b"/>
            <a:pathLst>
              <a:path w="2138113" h="1851660">
                <a:moveTo>
                  <a:pt x="1069057" y="0"/>
                </a:moveTo>
                <a:lnTo>
                  <a:pt x="2138113" y="1851659"/>
                </a:lnTo>
                <a:lnTo>
                  <a:pt x="0" y="1851660"/>
                </a:lnTo>
                <a:close/>
              </a:path>
            </a:pathLst>
          </a:custGeom>
          <a:solidFill>
            <a:srgbClr val="1E4A5A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6 ellipse 2" descr="sci-ppt:o002"/>
          <p:cNvSpPr/>
          <p:nvPr/>
        </p:nvSpPr>
        <p:spPr>
          <a:xfrm>
            <a:off x="2011679" y="192023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C3-E06 ellipse 3" descr="sci-ppt:o003"/>
          <p:cNvSpPr/>
          <p:nvPr/>
        </p:nvSpPr>
        <p:spPr>
          <a:xfrm>
            <a:off x="3080736" y="377189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06 ellipse 4" descr="sci-ppt:o004"/>
          <p:cNvSpPr/>
          <p:nvPr/>
        </p:nvSpPr>
        <p:spPr>
          <a:xfrm>
            <a:off x="942623" y="3771900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06 text 5" descr="sci-ppt:o005"/>
          <p:cNvSpPr txBox="1"/>
          <p:nvPr/>
        </p:nvSpPr>
        <p:spPr>
          <a:xfrm>
            <a:off x="914400" y="4709160"/>
            <a:ext cx="25603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N = 3</a:t>
            </a:r>
          </a:p>
        </p:txBody>
      </p:sp>
      <p:sp>
        <p:nvSpPr>
          <p:cNvPr id="8" name="C3-E06 text 6" descr="sci-ppt:o006"/>
          <p:cNvSpPr txBox="1"/>
          <p:nvPr/>
        </p:nvSpPr>
        <p:spPr>
          <a:xfrm>
            <a:off x="731519" y="5029200"/>
            <a:ext cx="2926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S₃ s = 2.0000</a:t>
            </a:r>
          </a:p>
        </p:txBody>
      </p:sp>
      <p:sp>
        <p:nvSpPr>
          <p:cNvPr id="9" name="C3-E06 polygon 7" descr="sci-ppt:o007"/>
          <p:cNvSpPr/>
          <p:nvPr/>
        </p:nvSpPr>
        <p:spPr>
          <a:xfrm>
            <a:off x="4800600" y="2103120"/>
            <a:ext cx="2468879" cy="2468880"/>
          </a:xfrm>
          <a:custGeom>
            <a:avLst/>
            <a:gdLst/>
            <a:ahLst/>
            <a:cxnLst/>
            <a:rect l="l" t="t" r="r" b="b"/>
            <a:pathLst>
              <a:path w="2468879" h="2468880">
                <a:moveTo>
                  <a:pt x="1234440" y="0"/>
                </a:moveTo>
                <a:lnTo>
                  <a:pt x="2468879" y="1234440"/>
                </a:lnTo>
                <a:lnTo>
                  <a:pt x="1234440" y="2468880"/>
                </a:lnTo>
                <a:lnTo>
                  <a:pt x="0" y="1234440"/>
                </a:lnTo>
                <a:close/>
              </a:path>
            </a:pathLst>
          </a:custGeom>
          <a:solidFill>
            <a:srgbClr val="1E4A5A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3-E06 line 8" descr="sci-ppt:o008"/>
          <p:cNvCxnSpPr/>
          <p:nvPr/>
        </p:nvCxnSpPr>
        <p:spPr>
          <a:xfrm>
            <a:off x="6035040" y="2103120"/>
            <a:ext cx="0" cy="2468880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11" name="C3-E06 line 9" descr="sci-ppt:o009"/>
          <p:cNvCxnSpPr/>
          <p:nvPr/>
        </p:nvCxnSpPr>
        <p:spPr>
          <a:xfrm flipH="1">
            <a:off x="4800600" y="3337560"/>
            <a:ext cx="2468879" cy="0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12" name="C3-E06 ellipse 10" descr="sci-ppt:o010"/>
          <p:cNvSpPr/>
          <p:nvPr/>
        </p:nvSpPr>
        <p:spPr>
          <a:xfrm>
            <a:off x="5852159" y="192023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06 ellipse 11" descr="sci-ppt:o011"/>
          <p:cNvSpPr/>
          <p:nvPr/>
        </p:nvSpPr>
        <p:spPr>
          <a:xfrm>
            <a:off x="7086599" y="315467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06 ellipse 12" descr="sci-ppt:o012"/>
          <p:cNvSpPr/>
          <p:nvPr/>
        </p:nvSpPr>
        <p:spPr>
          <a:xfrm>
            <a:off x="5852159" y="4389120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06 ellipse 13" descr="sci-ppt:o013"/>
          <p:cNvSpPr/>
          <p:nvPr/>
        </p:nvSpPr>
        <p:spPr>
          <a:xfrm>
            <a:off x="4617720" y="3154680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3-E06 text 14" descr="sci-ppt:o014"/>
          <p:cNvSpPr txBox="1"/>
          <p:nvPr/>
        </p:nvSpPr>
        <p:spPr>
          <a:xfrm>
            <a:off x="4754879" y="4709160"/>
            <a:ext cx="25603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N = 4</a:t>
            </a:r>
          </a:p>
        </p:txBody>
      </p:sp>
      <p:sp>
        <p:nvSpPr>
          <p:cNvPr id="17" name="C3-E06 text 15" descr="sci-ppt:o015"/>
          <p:cNvSpPr txBox="1"/>
          <p:nvPr/>
        </p:nvSpPr>
        <p:spPr>
          <a:xfrm>
            <a:off x="4572000" y="5029200"/>
            <a:ext cx="2926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S₄ s = 2.7071</a:t>
            </a:r>
          </a:p>
        </p:txBody>
      </p:sp>
      <p:sp>
        <p:nvSpPr>
          <p:cNvPr id="18" name="C3-E06 polygon 16" descr="sci-ppt:o016"/>
          <p:cNvSpPr/>
          <p:nvPr/>
        </p:nvSpPr>
        <p:spPr>
          <a:xfrm>
            <a:off x="8701497" y="2103120"/>
            <a:ext cx="2348045" cy="2233122"/>
          </a:xfrm>
          <a:custGeom>
            <a:avLst/>
            <a:gdLst/>
            <a:ahLst/>
            <a:cxnLst/>
            <a:rect l="l" t="t" r="r" b="b"/>
            <a:pathLst>
              <a:path w="2348045" h="2233122">
                <a:moveTo>
                  <a:pt x="1174023" y="0"/>
                </a:moveTo>
                <a:lnTo>
                  <a:pt x="2348045" y="852977"/>
                </a:lnTo>
                <a:lnTo>
                  <a:pt x="1899608" y="2233122"/>
                </a:lnTo>
                <a:lnTo>
                  <a:pt x="448437" y="2233122"/>
                </a:lnTo>
                <a:lnTo>
                  <a:pt x="0" y="852977"/>
                </a:lnTo>
                <a:close/>
              </a:path>
            </a:pathLst>
          </a:custGeom>
          <a:solidFill>
            <a:srgbClr val="1E4A5A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9" name="C3-E06 line 17" descr="sci-ppt:o017"/>
          <p:cNvCxnSpPr/>
          <p:nvPr/>
        </p:nvCxnSpPr>
        <p:spPr>
          <a:xfrm>
            <a:off x="9875520" y="2103120"/>
            <a:ext cx="725585" cy="2233122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0" name="C3-E06 line 18" descr="sci-ppt:o018"/>
          <p:cNvCxnSpPr/>
          <p:nvPr/>
        </p:nvCxnSpPr>
        <p:spPr>
          <a:xfrm flipH="1">
            <a:off x="9149934" y="2103120"/>
            <a:ext cx="725586" cy="2233122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1" name="C3-E06 line 19" descr="sci-ppt:o019"/>
          <p:cNvCxnSpPr/>
          <p:nvPr/>
        </p:nvCxnSpPr>
        <p:spPr>
          <a:xfrm flipH="1">
            <a:off x="9149934" y="2956097"/>
            <a:ext cx="1899608" cy="1380145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2" name="C3-E06 line 20" descr="sci-ppt:o020"/>
          <p:cNvCxnSpPr/>
          <p:nvPr/>
        </p:nvCxnSpPr>
        <p:spPr>
          <a:xfrm flipH="1">
            <a:off x="8701497" y="2956097"/>
            <a:ext cx="2348045" cy="0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cxnSp>
        <p:nvCxnSpPr>
          <p:cNvPr id="23" name="C3-E06 line 21" descr="sci-ppt:o021"/>
          <p:cNvCxnSpPr/>
          <p:nvPr/>
        </p:nvCxnSpPr>
        <p:spPr>
          <a:xfrm flipH="1" flipV="1">
            <a:off x="8701497" y="2956097"/>
            <a:ext cx="1899608" cy="1380145"/>
          </a:xfrm>
          <a:prstGeom prst="line">
            <a:avLst/>
          </a:prstGeom>
          <a:ln w="13970">
            <a:solidFill>
              <a:srgbClr val="B4C7D2"/>
            </a:solidFill>
            <a:prstDash val="dash"/>
          </a:ln>
          <a:effectLst/>
        </p:spPr>
      </p:cxnSp>
      <p:sp>
        <p:nvSpPr>
          <p:cNvPr id="24" name="C3-E06 ellipse 22" descr="sci-ppt:o022"/>
          <p:cNvSpPr/>
          <p:nvPr/>
        </p:nvSpPr>
        <p:spPr>
          <a:xfrm>
            <a:off x="9692640" y="1920239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C3-E06 ellipse 23" descr="sci-ppt:o023"/>
          <p:cNvSpPr/>
          <p:nvPr/>
        </p:nvSpPr>
        <p:spPr>
          <a:xfrm>
            <a:off x="10866662" y="2773217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06 ellipse 24" descr="sci-ppt:o024"/>
          <p:cNvSpPr/>
          <p:nvPr/>
        </p:nvSpPr>
        <p:spPr>
          <a:xfrm>
            <a:off x="10418225" y="4153362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3-E06 ellipse 25" descr="sci-ppt:o025"/>
          <p:cNvSpPr/>
          <p:nvPr/>
        </p:nvSpPr>
        <p:spPr>
          <a:xfrm>
            <a:off x="8967054" y="4153362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3-E06 ellipse 26" descr="sci-ppt:o026"/>
          <p:cNvSpPr/>
          <p:nvPr/>
        </p:nvSpPr>
        <p:spPr>
          <a:xfrm>
            <a:off x="8518617" y="2773217"/>
            <a:ext cx="365760" cy="36576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3-E06 text 27" descr="sci-ppt:o027"/>
          <p:cNvSpPr txBox="1"/>
          <p:nvPr/>
        </p:nvSpPr>
        <p:spPr>
          <a:xfrm>
            <a:off x="8595360" y="4709160"/>
            <a:ext cx="2560320" cy="27813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8EDBD4"/>
                </a:solidFill>
                <a:latin typeface="Arial"/>
              </a:rPr>
              <a:t>N = 5</a:t>
            </a:r>
          </a:p>
        </p:txBody>
      </p:sp>
      <p:sp>
        <p:nvSpPr>
          <p:cNvPr id="30" name="C3-E06 text 28" descr="sci-ppt:o028"/>
          <p:cNvSpPr txBox="1"/>
          <p:nvPr/>
        </p:nvSpPr>
        <p:spPr>
          <a:xfrm>
            <a:off x="8412480" y="5029200"/>
            <a:ext cx="29260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S₅ s = 3.2361</a:t>
            </a:r>
          </a:p>
        </p:txBody>
      </p:sp>
      <p:sp>
        <p:nvSpPr>
          <p:cNvPr id="31" name="C3-E06 text 29" descr="sci-ppt:o029"/>
          <p:cNvSpPr txBox="1"/>
          <p:nvPr/>
        </p:nvSpPr>
        <p:spPr>
          <a:xfrm>
            <a:off x="457200" y="960120"/>
            <a:ext cx="112471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Regular polygons of N bubbles, neighbouring distance s</a:t>
            </a:r>
          </a:p>
        </p:txBody>
      </p:sp>
      <p:sp>
        <p:nvSpPr>
          <p:cNvPr id="32" name="C3-E06 text 30" descr="sci-ppt:o030"/>
          <p:cNvSpPr txBox="1"/>
          <p:nvPr/>
        </p:nvSpPr>
        <p:spPr>
          <a:xfrm>
            <a:off x="457200" y="1371600"/>
            <a:ext cx="112471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dₖ = s sin(kπ/N) / sin(π/N),   S_N = Σₖ₌₁^{N−1} 1/dₖ</a:t>
            </a:r>
          </a:p>
        </p:txBody>
      </p:sp>
      <p:sp>
        <p:nvSpPr>
          <p:cNvPr id="33" name="C3-E06 text 31" descr="sci-ppt:o031"/>
          <p:cNvSpPr txBox="1"/>
          <p:nvPr/>
        </p:nvSpPr>
        <p:spPr>
          <a:xfrm>
            <a:off x="457200" y="5486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E7F0F3"/>
                </a:solidFill>
                <a:latin typeface="Arial"/>
              </a:rPr>
              <a:t>S₃ = 2/s,   S₄ = (2 + 1/√2)/s,   S₅ = (2 + 2/φ)/s,   φ = (1 + √5)/2</a:t>
            </a:r>
          </a:p>
        </p:txBody>
      </p:sp>
      <p:sp>
        <p:nvSpPr>
          <p:cNvPr id="34" name="C3-E06 text 32" descr="sci-ppt:o032"/>
          <p:cNvSpPr txBox="1"/>
          <p:nvPr/>
        </p:nvSpPr>
        <p:spPr>
          <a:xfrm>
            <a:off x="457200" y="5943600"/>
            <a:ext cx="11247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Every bubble sees the same sum of reciprocal distances, so they can share one radius history in this constrained control.</a:t>
            </a:r>
          </a:p>
        </p:txBody>
      </p:sp>
      <p:sp>
        <p:nvSpPr>
          <p:cNvPr id="35" name="C3-E06 text 33" descr="sci-ppt:o03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Exact polygon geometry of Eq. C3-E06 (chords drawn dashed).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C3-E07 · Symmetric constant-pressure collapse control</a:t>
            </a:r>
          </a:p>
        </p:txBody>
      </p:sp>
      <p:cxnSp>
        <p:nvCxnSpPr>
          <p:cNvPr id="3" name="C3-E07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7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7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7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7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07 line 6" descr="sci-ppt:o006"/>
          <p:cNvCxnSpPr/>
          <p:nvPr/>
        </p:nvCxnSpPr>
        <p:spPr>
          <a:xfrm>
            <a:off x="2255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7 line 7" descr="sci-ppt:o007"/>
          <p:cNvCxnSpPr/>
          <p:nvPr/>
        </p:nvCxnSpPr>
        <p:spPr>
          <a:xfrm>
            <a:off x="2255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7 text 8" descr="sci-ppt:o008"/>
          <p:cNvSpPr txBox="1"/>
          <p:nvPr/>
        </p:nvSpPr>
        <p:spPr>
          <a:xfrm>
            <a:off x="1798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3-E07 line 9" descr="sci-ppt:o009"/>
          <p:cNvCxnSpPr/>
          <p:nvPr/>
        </p:nvCxnSpPr>
        <p:spPr>
          <a:xfrm>
            <a:off x="35966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7 line 10" descr="sci-ppt:o010"/>
          <p:cNvCxnSpPr/>
          <p:nvPr/>
        </p:nvCxnSpPr>
        <p:spPr>
          <a:xfrm>
            <a:off x="35966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7 text 11" descr="sci-ppt:o011"/>
          <p:cNvSpPr txBox="1"/>
          <p:nvPr/>
        </p:nvSpPr>
        <p:spPr>
          <a:xfrm>
            <a:off x="31394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3-E07 line 12" descr="sci-ppt:o012"/>
          <p:cNvCxnSpPr/>
          <p:nvPr/>
        </p:nvCxnSpPr>
        <p:spPr>
          <a:xfrm>
            <a:off x="4937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7 line 13" descr="sci-ppt:o013"/>
          <p:cNvCxnSpPr/>
          <p:nvPr/>
        </p:nvCxnSpPr>
        <p:spPr>
          <a:xfrm>
            <a:off x="4937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7 text 14" descr="sci-ppt:o014"/>
          <p:cNvSpPr txBox="1"/>
          <p:nvPr/>
        </p:nvSpPr>
        <p:spPr>
          <a:xfrm>
            <a:off x="4480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3-E07 line 15" descr="sci-ppt:o015"/>
          <p:cNvCxnSpPr/>
          <p:nvPr/>
        </p:nvCxnSpPr>
        <p:spPr>
          <a:xfrm>
            <a:off x="62788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7 line 16" descr="sci-ppt:o016"/>
          <p:cNvCxnSpPr/>
          <p:nvPr/>
        </p:nvCxnSpPr>
        <p:spPr>
          <a:xfrm>
            <a:off x="62788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07 text 17" descr="sci-ppt:o017"/>
          <p:cNvSpPr txBox="1"/>
          <p:nvPr/>
        </p:nvSpPr>
        <p:spPr>
          <a:xfrm>
            <a:off x="58216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3-E07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07 line 19" descr="sci-ppt:o019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07 line 20" descr="sci-ppt:o020"/>
          <p:cNvCxnSpPr/>
          <p:nvPr/>
        </p:nvCxnSpPr>
        <p:spPr>
          <a:xfrm>
            <a:off x="914400" y="41583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07 text 21" descr="sci-ppt:o021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4" name="C3-E07 line 22" descr="sci-ppt:o022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07 line 23" descr="sci-ppt:o023"/>
          <p:cNvCxnSpPr/>
          <p:nvPr/>
        </p:nvCxnSpPr>
        <p:spPr>
          <a:xfrm>
            <a:off x="914400" y="32874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07 text 24" descr="sci-ppt:o024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7" name="C3-E07 line 25" descr="sci-ppt:o025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07 line 26" descr="sci-ppt:o026"/>
          <p:cNvCxnSpPr/>
          <p:nvPr/>
        </p:nvCxnSpPr>
        <p:spPr>
          <a:xfrm>
            <a:off x="914400" y="2416628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07 text 27" descr="sci-ppt:o027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0" name="C3-E07 line 28" descr="sci-ppt:o028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07 line 29" descr="sci-ppt:o029"/>
          <p:cNvCxnSpPr/>
          <p:nvPr/>
        </p:nvCxnSpPr>
        <p:spPr>
          <a:xfrm>
            <a:off x="914400" y="15457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07 text 30" descr="sci-ppt:o030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3" name="C3-E07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4" name="C3-E07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5" name="C3-E07 polygon 33" descr="sci-ppt:o033"/>
          <p:cNvSpPr/>
          <p:nvPr/>
        </p:nvSpPr>
        <p:spPr>
          <a:xfrm>
            <a:off x="914400" y="1545771"/>
            <a:ext cx="3678909" cy="3304248"/>
          </a:xfrm>
          <a:custGeom>
            <a:avLst/>
            <a:gdLst/>
            <a:ahLst/>
            <a:cxnLst/>
            <a:rect l="l" t="t" r="r" b="b"/>
            <a:pathLst>
              <a:path w="3678909" h="3304248">
                <a:moveTo>
                  <a:pt x="0" y="0"/>
                </a:moveTo>
                <a:lnTo>
                  <a:pt x="21472" y="50"/>
                </a:lnTo>
                <a:lnTo>
                  <a:pt x="42944" y="198"/>
                </a:lnTo>
                <a:lnTo>
                  <a:pt x="64416" y="446"/>
                </a:lnTo>
                <a:lnTo>
                  <a:pt x="85888" y="794"/>
                </a:lnTo>
                <a:lnTo>
                  <a:pt x="107361" y="1240"/>
                </a:lnTo>
                <a:lnTo>
                  <a:pt x="128833" y="1786"/>
                </a:lnTo>
                <a:lnTo>
                  <a:pt x="150305" y="2432"/>
                </a:lnTo>
                <a:lnTo>
                  <a:pt x="171777" y="3177"/>
                </a:lnTo>
                <a:lnTo>
                  <a:pt x="193250" y="4021"/>
                </a:lnTo>
                <a:lnTo>
                  <a:pt x="214722" y="4965"/>
                </a:lnTo>
                <a:lnTo>
                  <a:pt x="236194" y="6009"/>
                </a:lnTo>
                <a:lnTo>
                  <a:pt x="257666" y="7153"/>
                </a:lnTo>
                <a:lnTo>
                  <a:pt x="279139" y="8397"/>
                </a:lnTo>
                <a:lnTo>
                  <a:pt x="300611" y="9741"/>
                </a:lnTo>
                <a:lnTo>
                  <a:pt x="322083" y="11186"/>
                </a:lnTo>
                <a:lnTo>
                  <a:pt x="343555" y="12731"/>
                </a:lnTo>
                <a:lnTo>
                  <a:pt x="365027" y="14376"/>
                </a:lnTo>
                <a:lnTo>
                  <a:pt x="386500" y="16123"/>
                </a:lnTo>
                <a:lnTo>
                  <a:pt x="407972" y="17970"/>
                </a:lnTo>
                <a:lnTo>
                  <a:pt x="429444" y="19919"/>
                </a:lnTo>
                <a:lnTo>
                  <a:pt x="450916" y="21969"/>
                </a:lnTo>
                <a:lnTo>
                  <a:pt x="472389" y="24122"/>
                </a:lnTo>
                <a:lnTo>
                  <a:pt x="493861" y="26376"/>
                </a:lnTo>
                <a:lnTo>
                  <a:pt x="515333" y="28732"/>
                </a:lnTo>
                <a:lnTo>
                  <a:pt x="536805" y="31191"/>
                </a:lnTo>
                <a:lnTo>
                  <a:pt x="558278" y="33753"/>
                </a:lnTo>
                <a:lnTo>
                  <a:pt x="579750" y="36418"/>
                </a:lnTo>
                <a:lnTo>
                  <a:pt x="601222" y="39186"/>
                </a:lnTo>
                <a:lnTo>
                  <a:pt x="622694" y="42059"/>
                </a:lnTo>
                <a:lnTo>
                  <a:pt x="644167" y="45035"/>
                </a:lnTo>
                <a:lnTo>
                  <a:pt x="665639" y="48116"/>
                </a:lnTo>
                <a:lnTo>
                  <a:pt x="687111" y="51302"/>
                </a:lnTo>
                <a:lnTo>
                  <a:pt x="708583" y="54593"/>
                </a:lnTo>
                <a:lnTo>
                  <a:pt x="730055" y="57990"/>
                </a:lnTo>
                <a:lnTo>
                  <a:pt x="751528" y="61493"/>
                </a:lnTo>
                <a:lnTo>
                  <a:pt x="773000" y="65102"/>
                </a:lnTo>
                <a:lnTo>
                  <a:pt x="794472" y="68819"/>
                </a:lnTo>
                <a:lnTo>
                  <a:pt x="815944" y="72643"/>
                </a:lnTo>
                <a:lnTo>
                  <a:pt x="837417" y="76575"/>
                </a:lnTo>
                <a:lnTo>
                  <a:pt x="858889" y="80615"/>
                </a:lnTo>
                <a:lnTo>
                  <a:pt x="880361" y="84764"/>
                </a:lnTo>
                <a:lnTo>
                  <a:pt x="901833" y="89023"/>
                </a:lnTo>
                <a:lnTo>
                  <a:pt x="923306" y="93392"/>
                </a:lnTo>
                <a:lnTo>
                  <a:pt x="944778" y="97871"/>
                </a:lnTo>
                <a:lnTo>
                  <a:pt x="966250" y="102462"/>
                </a:lnTo>
                <a:lnTo>
                  <a:pt x="987722" y="107164"/>
                </a:lnTo>
                <a:lnTo>
                  <a:pt x="1009195" y="111979"/>
                </a:lnTo>
                <a:lnTo>
                  <a:pt x="1030667" y="116907"/>
                </a:lnTo>
                <a:lnTo>
                  <a:pt x="1052139" y="121949"/>
                </a:lnTo>
                <a:lnTo>
                  <a:pt x="1073611" y="127105"/>
                </a:lnTo>
                <a:lnTo>
                  <a:pt x="1095083" y="132376"/>
                </a:lnTo>
                <a:lnTo>
                  <a:pt x="1116556" y="137763"/>
                </a:lnTo>
                <a:lnTo>
                  <a:pt x="1138028" y="143267"/>
                </a:lnTo>
                <a:lnTo>
                  <a:pt x="1159500" y="148888"/>
                </a:lnTo>
                <a:lnTo>
                  <a:pt x="1180972" y="154627"/>
                </a:lnTo>
                <a:lnTo>
                  <a:pt x="1202445" y="160485"/>
                </a:lnTo>
                <a:lnTo>
                  <a:pt x="1223917" y="166463"/>
                </a:lnTo>
                <a:lnTo>
                  <a:pt x="1245389" y="172562"/>
                </a:lnTo>
                <a:lnTo>
                  <a:pt x="1266861" y="178782"/>
                </a:lnTo>
                <a:lnTo>
                  <a:pt x="1288334" y="185125"/>
                </a:lnTo>
                <a:lnTo>
                  <a:pt x="1309806" y="191591"/>
                </a:lnTo>
                <a:lnTo>
                  <a:pt x="1331278" y="198181"/>
                </a:lnTo>
                <a:lnTo>
                  <a:pt x="1352750" y="204897"/>
                </a:lnTo>
                <a:lnTo>
                  <a:pt x="1374223" y="211740"/>
                </a:lnTo>
                <a:lnTo>
                  <a:pt x="1395695" y="218710"/>
                </a:lnTo>
                <a:lnTo>
                  <a:pt x="1417167" y="225808"/>
                </a:lnTo>
                <a:lnTo>
                  <a:pt x="1438639" y="233036"/>
                </a:lnTo>
                <a:lnTo>
                  <a:pt x="1460111" y="240396"/>
                </a:lnTo>
                <a:lnTo>
                  <a:pt x="1481584" y="247887"/>
                </a:lnTo>
                <a:lnTo>
                  <a:pt x="1503056" y="255511"/>
                </a:lnTo>
                <a:lnTo>
                  <a:pt x="1524528" y="263270"/>
                </a:lnTo>
                <a:lnTo>
                  <a:pt x="1546000" y="271165"/>
                </a:lnTo>
                <a:lnTo>
                  <a:pt x="1567473" y="279198"/>
                </a:lnTo>
                <a:lnTo>
                  <a:pt x="1588945" y="287368"/>
                </a:lnTo>
                <a:lnTo>
                  <a:pt x="1610417" y="295679"/>
                </a:lnTo>
                <a:lnTo>
                  <a:pt x="1631889" y="304131"/>
                </a:lnTo>
                <a:lnTo>
                  <a:pt x="1653362" y="312727"/>
                </a:lnTo>
                <a:lnTo>
                  <a:pt x="1674834" y="321466"/>
                </a:lnTo>
                <a:lnTo>
                  <a:pt x="1696306" y="330352"/>
                </a:lnTo>
                <a:lnTo>
                  <a:pt x="1717778" y="339386"/>
                </a:lnTo>
                <a:lnTo>
                  <a:pt x="1739251" y="348569"/>
                </a:lnTo>
                <a:lnTo>
                  <a:pt x="1760723" y="357904"/>
                </a:lnTo>
                <a:lnTo>
                  <a:pt x="1782195" y="367391"/>
                </a:lnTo>
                <a:lnTo>
                  <a:pt x="1803667" y="377034"/>
                </a:lnTo>
                <a:lnTo>
                  <a:pt x="1825139" y="386833"/>
                </a:lnTo>
                <a:lnTo>
                  <a:pt x="1846612" y="396792"/>
                </a:lnTo>
                <a:lnTo>
                  <a:pt x="1868084" y="406911"/>
                </a:lnTo>
                <a:lnTo>
                  <a:pt x="1889556" y="417193"/>
                </a:lnTo>
                <a:lnTo>
                  <a:pt x="1911028" y="427641"/>
                </a:lnTo>
                <a:lnTo>
                  <a:pt x="1932501" y="438256"/>
                </a:lnTo>
                <a:lnTo>
                  <a:pt x="1953973" y="449041"/>
                </a:lnTo>
                <a:lnTo>
                  <a:pt x="1975445" y="459999"/>
                </a:lnTo>
                <a:lnTo>
                  <a:pt x="1996917" y="471131"/>
                </a:lnTo>
                <a:lnTo>
                  <a:pt x="2018390" y="482440"/>
                </a:lnTo>
                <a:lnTo>
                  <a:pt x="2039862" y="493930"/>
                </a:lnTo>
                <a:lnTo>
                  <a:pt x="2061334" y="505603"/>
                </a:lnTo>
                <a:lnTo>
                  <a:pt x="2082806" y="517461"/>
                </a:lnTo>
                <a:lnTo>
                  <a:pt x="2104279" y="529509"/>
                </a:lnTo>
                <a:lnTo>
                  <a:pt x="2125751" y="541748"/>
                </a:lnTo>
                <a:lnTo>
                  <a:pt x="2147223" y="554182"/>
                </a:lnTo>
                <a:lnTo>
                  <a:pt x="2168695" y="566815"/>
                </a:lnTo>
                <a:lnTo>
                  <a:pt x="2190167" y="579649"/>
                </a:lnTo>
                <a:lnTo>
                  <a:pt x="2211640" y="592689"/>
                </a:lnTo>
                <a:lnTo>
                  <a:pt x="2233112" y="605939"/>
                </a:lnTo>
                <a:lnTo>
                  <a:pt x="2254584" y="619401"/>
                </a:lnTo>
                <a:lnTo>
                  <a:pt x="2276056" y="633081"/>
                </a:lnTo>
                <a:lnTo>
                  <a:pt x="2297529" y="646981"/>
                </a:lnTo>
                <a:lnTo>
                  <a:pt x="2319001" y="661108"/>
                </a:lnTo>
                <a:lnTo>
                  <a:pt x="2340473" y="675465"/>
                </a:lnTo>
                <a:lnTo>
                  <a:pt x="2361945" y="690057"/>
                </a:lnTo>
                <a:lnTo>
                  <a:pt x="2383418" y="704888"/>
                </a:lnTo>
                <a:lnTo>
                  <a:pt x="2404890" y="719965"/>
                </a:lnTo>
                <a:lnTo>
                  <a:pt x="2426362" y="735293"/>
                </a:lnTo>
                <a:lnTo>
                  <a:pt x="2447834" y="750876"/>
                </a:lnTo>
                <a:lnTo>
                  <a:pt x="2469307" y="766722"/>
                </a:lnTo>
                <a:lnTo>
                  <a:pt x="2490779" y="782836"/>
                </a:lnTo>
                <a:lnTo>
                  <a:pt x="2512251" y="799224"/>
                </a:lnTo>
                <a:lnTo>
                  <a:pt x="2533723" y="815894"/>
                </a:lnTo>
                <a:lnTo>
                  <a:pt x="2555195" y="832853"/>
                </a:lnTo>
                <a:lnTo>
                  <a:pt x="2576668" y="850107"/>
                </a:lnTo>
                <a:lnTo>
                  <a:pt x="2598140" y="867665"/>
                </a:lnTo>
                <a:lnTo>
                  <a:pt x="2619612" y="885536"/>
                </a:lnTo>
                <a:lnTo>
                  <a:pt x="2641084" y="903727"/>
                </a:lnTo>
                <a:lnTo>
                  <a:pt x="2662557" y="922248"/>
                </a:lnTo>
                <a:lnTo>
                  <a:pt x="2684029" y="941109"/>
                </a:lnTo>
                <a:lnTo>
                  <a:pt x="2705501" y="960319"/>
                </a:lnTo>
                <a:lnTo>
                  <a:pt x="2726973" y="979890"/>
                </a:lnTo>
                <a:lnTo>
                  <a:pt x="2748446" y="999833"/>
                </a:lnTo>
                <a:lnTo>
                  <a:pt x="2769918" y="1020160"/>
                </a:lnTo>
                <a:lnTo>
                  <a:pt x="2791390" y="1040883"/>
                </a:lnTo>
                <a:lnTo>
                  <a:pt x="2812862" y="1062018"/>
                </a:lnTo>
                <a:lnTo>
                  <a:pt x="2834334" y="1083577"/>
                </a:lnTo>
                <a:lnTo>
                  <a:pt x="2855807" y="1105577"/>
                </a:lnTo>
                <a:lnTo>
                  <a:pt x="2877279" y="1128033"/>
                </a:lnTo>
                <a:lnTo>
                  <a:pt x="2898751" y="1150965"/>
                </a:lnTo>
                <a:lnTo>
                  <a:pt x="2920223" y="1174390"/>
                </a:lnTo>
                <a:lnTo>
                  <a:pt x="2941696" y="1198329"/>
                </a:lnTo>
                <a:lnTo>
                  <a:pt x="2963168" y="1222805"/>
                </a:lnTo>
                <a:lnTo>
                  <a:pt x="2984640" y="1247839"/>
                </a:lnTo>
                <a:lnTo>
                  <a:pt x="3006112" y="1273459"/>
                </a:lnTo>
                <a:lnTo>
                  <a:pt x="3027585" y="1299691"/>
                </a:lnTo>
                <a:lnTo>
                  <a:pt x="3049057" y="1326566"/>
                </a:lnTo>
                <a:lnTo>
                  <a:pt x="3070529" y="1354117"/>
                </a:lnTo>
                <a:lnTo>
                  <a:pt x="3092001" y="1382378"/>
                </a:lnTo>
                <a:lnTo>
                  <a:pt x="3113474" y="1411389"/>
                </a:lnTo>
                <a:lnTo>
                  <a:pt x="3134946" y="1441193"/>
                </a:lnTo>
                <a:lnTo>
                  <a:pt x="3156418" y="1471838"/>
                </a:lnTo>
                <a:lnTo>
                  <a:pt x="3177890" y="1503375"/>
                </a:lnTo>
                <a:lnTo>
                  <a:pt x="3199362" y="1535863"/>
                </a:lnTo>
                <a:lnTo>
                  <a:pt x="3220835" y="1569367"/>
                </a:lnTo>
                <a:lnTo>
                  <a:pt x="3242307" y="1603960"/>
                </a:lnTo>
                <a:lnTo>
                  <a:pt x="3263779" y="1639725"/>
                </a:lnTo>
                <a:lnTo>
                  <a:pt x="3285251" y="1676755"/>
                </a:lnTo>
                <a:lnTo>
                  <a:pt x="3306724" y="1715158"/>
                </a:lnTo>
                <a:lnTo>
                  <a:pt x="3328196" y="1755057"/>
                </a:lnTo>
                <a:lnTo>
                  <a:pt x="3349668" y="1796595"/>
                </a:lnTo>
                <a:lnTo>
                  <a:pt x="3371140" y="1839939"/>
                </a:lnTo>
                <a:lnTo>
                  <a:pt x="3392613" y="1885290"/>
                </a:lnTo>
                <a:lnTo>
                  <a:pt x="3414085" y="1932884"/>
                </a:lnTo>
                <a:lnTo>
                  <a:pt x="3435557" y="1983011"/>
                </a:lnTo>
                <a:lnTo>
                  <a:pt x="3457029" y="2036028"/>
                </a:lnTo>
                <a:lnTo>
                  <a:pt x="3478502" y="2092384"/>
                </a:lnTo>
                <a:lnTo>
                  <a:pt x="3499974" y="2152656"/>
                </a:lnTo>
                <a:lnTo>
                  <a:pt x="3521446" y="2217610"/>
                </a:lnTo>
                <a:lnTo>
                  <a:pt x="3542918" y="2288290"/>
                </a:lnTo>
                <a:lnTo>
                  <a:pt x="3564390" y="2366191"/>
                </a:lnTo>
                <a:lnTo>
                  <a:pt x="3585863" y="2453581"/>
                </a:lnTo>
                <a:lnTo>
                  <a:pt x="3607335" y="2554197"/>
                </a:lnTo>
                <a:lnTo>
                  <a:pt x="3628807" y="2675025"/>
                </a:lnTo>
                <a:lnTo>
                  <a:pt x="3650279" y="2832355"/>
                </a:lnTo>
                <a:lnTo>
                  <a:pt x="3671752" y="3092097"/>
                </a:lnTo>
                <a:lnTo>
                  <a:pt x="3678909" y="3304248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3-E07 line 34" descr="sci-ppt:o034"/>
          <p:cNvCxnSpPr/>
          <p:nvPr/>
        </p:nvCxnSpPr>
        <p:spPr>
          <a:xfrm>
            <a:off x="4593309" y="1371600"/>
            <a:ext cx="0" cy="3657600"/>
          </a:xfrm>
          <a:prstGeom prst="line">
            <a:avLst/>
          </a:prstGeom>
          <a:ln w="12700">
            <a:solidFill>
              <a:srgbClr val="8EDBD4"/>
            </a:solidFill>
            <a:prstDash val="dash"/>
          </a:ln>
          <a:effectLst/>
        </p:spPr>
      </p:cxnSp>
      <p:sp>
        <p:nvSpPr>
          <p:cNvPr id="37" name="C3-E07 polygon 35" descr="sci-ppt:o035"/>
          <p:cNvSpPr/>
          <p:nvPr/>
        </p:nvSpPr>
        <p:spPr>
          <a:xfrm>
            <a:off x="914400" y="1545771"/>
            <a:ext cx="4945771" cy="3309349"/>
          </a:xfrm>
          <a:custGeom>
            <a:avLst/>
            <a:gdLst/>
            <a:ahLst/>
            <a:cxnLst/>
            <a:rect l="l" t="t" r="r" b="b"/>
            <a:pathLst>
              <a:path w="4945771" h="3309349">
                <a:moveTo>
                  <a:pt x="0" y="0"/>
                </a:moveTo>
                <a:lnTo>
                  <a:pt x="28629" y="44"/>
                </a:lnTo>
                <a:lnTo>
                  <a:pt x="57259" y="176"/>
                </a:lnTo>
                <a:lnTo>
                  <a:pt x="85888" y="397"/>
                </a:lnTo>
                <a:lnTo>
                  <a:pt x="114518" y="706"/>
                </a:lnTo>
                <a:lnTo>
                  <a:pt x="143148" y="1103"/>
                </a:lnTo>
                <a:lnTo>
                  <a:pt x="171777" y="1588"/>
                </a:lnTo>
                <a:lnTo>
                  <a:pt x="200407" y="2162"/>
                </a:lnTo>
                <a:lnTo>
                  <a:pt x="229037" y="2824"/>
                </a:lnTo>
                <a:lnTo>
                  <a:pt x="257666" y="3575"/>
                </a:lnTo>
                <a:lnTo>
                  <a:pt x="286296" y="4414"/>
                </a:lnTo>
                <a:lnTo>
                  <a:pt x="314926" y="5342"/>
                </a:lnTo>
                <a:lnTo>
                  <a:pt x="343555" y="6359"/>
                </a:lnTo>
                <a:lnTo>
                  <a:pt x="372185" y="7466"/>
                </a:lnTo>
                <a:lnTo>
                  <a:pt x="400815" y="8661"/>
                </a:lnTo>
                <a:lnTo>
                  <a:pt x="429444" y="9945"/>
                </a:lnTo>
                <a:lnTo>
                  <a:pt x="458074" y="11319"/>
                </a:lnTo>
                <a:lnTo>
                  <a:pt x="486703" y="12783"/>
                </a:lnTo>
                <a:lnTo>
                  <a:pt x="515333" y="14336"/>
                </a:lnTo>
                <a:lnTo>
                  <a:pt x="543963" y="15980"/>
                </a:lnTo>
                <a:lnTo>
                  <a:pt x="572592" y="17713"/>
                </a:lnTo>
                <a:lnTo>
                  <a:pt x="601222" y="19538"/>
                </a:lnTo>
                <a:lnTo>
                  <a:pt x="629852" y="21452"/>
                </a:lnTo>
                <a:lnTo>
                  <a:pt x="658481" y="23458"/>
                </a:lnTo>
                <a:lnTo>
                  <a:pt x="687111" y="25555"/>
                </a:lnTo>
                <a:lnTo>
                  <a:pt x="715741" y="27744"/>
                </a:lnTo>
                <a:lnTo>
                  <a:pt x="744370" y="30024"/>
                </a:lnTo>
                <a:lnTo>
                  <a:pt x="773000" y="32397"/>
                </a:lnTo>
                <a:lnTo>
                  <a:pt x="801630" y="34861"/>
                </a:lnTo>
                <a:lnTo>
                  <a:pt x="830259" y="37419"/>
                </a:lnTo>
                <a:lnTo>
                  <a:pt x="858889" y="40070"/>
                </a:lnTo>
                <a:lnTo>
                  <a:pt x="887519" y="42814"/>
                </a:lnTo>
                <a:lnTo>
                  <a:pt x="916148" y="45651"/>
                </a:lnTo>
                <a:lnTo>
                  <a:pt x="944778" y="48584"/>
                </a:lnTo>
                <a:lnTo>
                  <a:pt x="973407" y="51610"/>
                </a:lnTo>
                <a:lnTo>
                  <a:pt x="1002037" y="54732"/>
                </a:lnTo>
                <a:lnTo>
                  <a:pt x="1030667" y="57949"/>
                </a:lnTo>
                <a:lnTo>
                  <a:pt x="1059296" y="61262"/>
                </a:lnTo>
                <a:lnTo>
                  <a:pt x="1087926" y="64671"/>
                </a:lnTo>
                <a:lnTo>
                  <a:pt x="1116556" y="68177"/>
                </a:lnTo>
                <a:lnTo>
                  <a:pt x="1145185" y="71781"/>
                </a:lnTo>
                <a:lnTo>
                  <a:pt x="1173815" y="75482"/>
                </a:lnTo>
                <a:lnTo>
                  <a:pt x="1202445" y="79281"/>
                </a:lnTo>
                <a:lnTo>
                  <a:pt x="1231074" y="83180"/>
                </a:lnTo>
                <a:lnTo>
                  <a:pt x="1259704" y="87178"/>
                </a:lnTo>
                <a:lnTo>
                  <a:pt x="1288334" y="91276"/>
                </a:lnTo>
                <a:lnTo>
                  <a:pt x="1316963" y="95474"/>
                </a:lnTo>
                <a:lnTo>
                  <a:pt x="1345593" y="99774"/>
                </a:lnTo>
                <a:lnTo>
                  <a:pt x="1374223" y="104176"/>
                </a:lnTo>
                <a:lnTo>
                  <a:pt x="1402852" y="108680"/>
                </a:lnTo>
                <a:lnTo>
                  <a:pt x="1431482" y="113287"/>
                </a:lnTo>
                <a:lnTo>
                  <a:pt x="1460111" y="117999"/>
                </a:lnTo>
                <a:lnTo>
                  <a:pt x="1488741" y="122815"/>
                </a:lnTo>
                <a:lnTo>
                  <a:pt x="1517371" y="127736"/>
                </a:lnTo>
                <a:lnTo>
                  <a:pt x="1546000" y="132764"/>
                </a:lnTo>
                <a:lnTo>
                  <a:pt x="1574630" y="137898"/>
                </a:lnTo>
                <a:lnTo>
                  <a:pt x="1603260" y="143140"/>
                </a:lnTo>
                <a:lnTo>
                  <a:pt x="1631889" y="148491"/>
                </a:lnTo>
                <a:lnTo>
                  <a:pt x="1660519" y="153951"/>
                </a:lnTo>
                <a:lnTo>
                  <a:pt x="1689149" y="159521"/>
                </a:lnTo>
                <a:lnTo>
                  <a:pt x="1717778" y="165203"/>
                </a:lnTo>
                <a:lnTo>
                  <a:pt x="1746408" y="170997"/>
                </a:lnTo>
                <a:lnTo>
                  <a:pt x="1775038" y="176903"/>
                </a:lnTo>
                <a:lnTo>
                  <a:pt x="1803667" y="182924"/>
                </a:lnTo>
                <a:lnTo>
                  <a:pt x="1832297" y="189060"/>
                </a:lnTo>
                <a:lnTo>
                  <a:pt x="1860927" y="195312"/>
                </a:lnTo>
                <a:lnTo>
                  <a:pt x="1889556" y="201682"/>
                </a:lnTo>
                <a:lnTo>
                  <a:pt x="1918186" y="208170"/>
                </a:lnTo>
                <a:lnTo>
                  <a:pt x="1946815" y="214777"/>
                </a:lnTo>
                <a:lnTo>
                  <a:pt x="1975445" y="221505"/>
                </a:lnTo>
                <a:lnTo>
                  <a:pt x="2004075" y="228355"/>
                </a:lnTo>
                <a:lnTo>
                  <a:pt x="2032704" y="235327"/>
                </a:lnTo>
                <a:lnTo>
                  <a:pt x="2061334" y="242425"/>
                </a:lnTo>
                <a:lnTo>
                  <a:pt x="2089964" y="249648"/>
                </a:lnTo>
                <a:lnTo>
                  <a:pt x="2118593" y="256998"/>
                </a:lnTo>
                <a:lnTo>
                  <a:pt x="2147223" y="264477"/>
                </a:lnTo>
                <a:lnTo>
                  <a:pt x="2175853" y="272086"/>
                </a:lnTo>
                <a:lnTo>
                  <a:pt x="2204482" y="279826"/>
                </a:lnTo>
                <a:lnTo>
                  <a:pt x="2233112" y="287699"/>
                </a:lnTo>
                <a:lnTo>
                  <a:pt x="2261742" y="295707"/>
                </a:lnTo>
                <a:lnTo>
                  <a:pt x="2290371" y="303851"/>
                </a:lnTo>
                <a:lnTo>
                  <a:pt x="2319001" y="312133"/>
                </a:lnTo>
                <a:lnTo>
                  <a:pt x="2347631" y="320554"/>
                </a:lnTo>
                <a:lnTo>
                  <a:pt x="2376260" y="329117"/>
                </a:lnTo>
                <a:lnTo>
                  <a:pt x="2404890" y="337824"/>
                </a:lnTo>
                <a:lnTo>
                  <a:pt x="2433519" y="346675"/>
                </a:lnTo>
                <a:lnTo>
                  <a:pt x="2462149" y="355674"/>
                </a:lnTo>
                <a:lnTo>
                  <a:pt x="2490779" y="364822"/>
                </a:lnTo>
                <a:lnTo>
                  <a:pt x="2519408" y="374121"/>
                </a:lnTo>
                <a:lnTo>
                  <a:pt x="2548038" y="383574"/>
                </a:lnTo>
                <a:lnTo>
                  <a:pt x="2576668" y="393182"/>
                </a:lnTo>
                <a:lnTo>
                  <a:pt x="2605297" y="402948"/>
                </a:lnTo>
                <a:lnTo>
                  <a:pt x="2633927" y="412875"/>
                </a:lnTo>
                <a:lnTo>
                  <a:pt x="2662557" y="422965"/>
                </a:lnTo>
                <a:lnTo>
                  <a:pt x="2691186" y="433221"/>
                </a:lnTo>
                <a:lnTo>
                  <a:pt x="2719816" y="443644"/>
                </a:lnTo>
                <a:lnTo>
                  <a:pt x="2748446" y="454239"/>
                </a:lnTo>
                <a:lnTo>
                  <a:pt x="2777075" y="465007"/>
                </a:lnTo>
                <a:lnTo>
                  <a:pt x="2805705" y="475952"/>
                </a:lnTo>
                <a:lnTo>
                  <a:pt x="2834334" y="487076"/>
                </a:lnTo>
                <a:lnTo>
                  <a:pt x="2862964" y="498384"/>
                </a:lnTo>
                <a:lnTo>
                  <a:pt x="2891594" y="509878"/>
                </a:lnTo>
                <a:lnTo>
                  <a:pt x="2920223" y="521561"/>
                </a:lnTo>
                <a:lnTo>
                  <a:pt x="2948853" y="533437"/>
                </a:lnTo>
                <a:lnTo>
                  <a:pt x="2977483" y="545511"/>
                </a:lnTo>
                <a:lnTo>
                  <a:pt x="3006112" y="557785"/>
                </a:lnTo>
                <a:lnTo>
                  <a:pt x="3034742" y="570264"/>
                </a:lnTo>
                <a:lnTo>
                  <a:pt x="3063372" y="582951"/>
                </a:lnTo>
                <a:lnTo>
                  <a:pt x="3092001" y="595851"/>
                </a:lnTo>
                <a:lnTo>
                  <a:pt x="3120631" y="608969"/>
                </a:lnTo>
                <a:lnTo>
                  <a:pt x="3149261" y="622310"/>
                </a:lnTo>
                <a:lnTo>
                  <a:pt x="3177890" y="635877"/>
                </a:lnTo>
                <a:lnTo>
                  <a:pt x="3206520" y="649676"/>
                </a:lnTo>
                <a:lnTo>
                  <a:pt x="3235150" y="663713"/>
                </a:lnTo>
                <a:lnTo>
                  <a:pt x="3263779" y="677993"/>
                </a:lnTo>
                <a:lnTo>
                  <a:pt x="3292409" y="692522"/>
                </a:lnTo>
                <a:lnTo>
                  <a:pt x="3321038" y="707305"/>
                </a:lnTo>
                <a:lnTo>
                  <a:pt x="3349668" y="722350"/>
                </a:lnTo>
                <a:lnTo>
                  <a:pt x="3378298" y="737662"/>
                </a:lnTo>
                <a:lnTo>
                  <a:pt x="3406927" y="753249"/>
                </a:lnTo>
                <a:lnTo>
                  <a:pt x="3435557" y="769118"/>
                </a:lnTo>
                <a:lnTo>
                  <a:pt x="3464187" y="785277"/>
                </a:lnTo>
                <a:lnTo>
                  <a:pt x="3492816" y="801733"/>
                </a:lnTo>
                <a:lnTo>
                  <a:pt x="3521446" y="818495"/>
                </a:lnTo>
                <a:lnTo>
                  <a:pt x="3550076" y="835573"/>
                </a:lnTo>
                <a:lnTo>
                  <a:pt x="3578705" y="852975"/>
                </a:lnTo>
                <a:lnTo>
                  <a:pt x="3607335" y="870711"/>
                </a:lnTo>
                <a:lnTo>
                  <a:pt x="3635965" y="888792"/>
                </a:lnTo>
                <a:lnTo>
                  <a:pt x="3664594" y="907229"/>
                </a:lnTo>
                <a:lnTo>
                  <a:pt x="3693224" y="926034"/>
                </a:lnTo>
                <a:lnTo>
                  <a:pt x="3721854" y="945218"/>
                </a:lnTo>
                <a:lnTo>
                  <a:pt x="3750483" y="964796"/>
                </a:lnTo>
                <a:lnTo>
                  <a:pt x="3779113" y="984781"/>
                </a:lnTo>
                <a:lnTo>
                  <a:pt x="3807742" y="1005188"/>
                </a:lnTo>
                <a:lnTo>
                  <a:pt x="3836372" y="1026034"/>
                </a:lnTo>
                <a:lnTo>
                  <a:pt x="3865002" y="1047334"/>
                </a:lnTo>
                <a:lnTo>
                  <a:pt x="3893631" y="1069108"/>
                </a:lnTo>
                <a:lnTo>
                  <a:pt x="3922261" y="1091374"/>
                </a:lnTo>
                <a:lnTo>
                  <a:pt x="3950891" y="1114154"/>
                </a:lnTo>
                <a:lnTo>
                  <a:pt x="3979520" y="1137470"/>
                </a:lnTo>
                <a:lnTo>
                  <a:pt x="4008150" y="1161346"/>
                </a:lnTo>
                <a:lnTo>
                  <a:pt x="4036780" y="1185808"/>
                </a:lnTo>
                <a:lnTo>
                  <a:pt x="4065409" y="1210886"/>
                </a:lnTo>
                <a:lnTo>
                  <a:pt x="4094039" y="1236609"/>
                </a:lnTo>
                <a:lnTo>
                  <a:pt x="4122669" y="1263011"/>
                </a:lnTo>
                <a:lnTo>
                  <a:pt x="4151298" y="1290128"/>
                </a:lnTo>
                <a:lnTo>
                  <a:pt x="4179928" y="1318001"/>
                </a:lnTo>
                <a:lnTo>
                  <a:pt x="4208558" y="1346674"/>
                </a:lnTo>
                <a:lnTo>
                  <a:pt x="4237187" y="1376194"/>
                </a:lnTo>
                <a:lnTo>
                  <a:pt x="4265817" y="1406616"/>
                </a:lnTo>
                <a:lnTo>
                  <a:pt x="4294446" y="1437999"/>
                </a:lnTo>
                <a:lnTo>
                  <a:pt x="4323076" y="1470409"/>
                </a:lnTo>
                <a:lnTo>
                  <a:pt x="4351706" y="1503921"/>
                </a:lnTo>
                <a:lnTo>
                  <a:pt x="4380335" y="1538619"/>
                </a:lnTo>
                <a:lnTo>
                  <a:pt x="4408965" y="1574598"/>
                </a:lnTo>
                <a:lnTo>
                  <a:pt x="4437595" y="1611967"/>
                </a:lnTo>
                <a:lnTo>
                  <a:pt x="4466224" y="1650850"/>
                </a:lnTo>
                <a:lnTo>
                  <a:pt x="4494854" y="1691392"/>
                </a:lnTo>
                <a:lnTo>
                  <a:pt x="4523484" y="1733763"/>
                </a:lnTo>
                <a:lnTo>
                  <a:pt x="4552113" y="1778160"/>
                </a:lnTo>
                <a:lnTo>
                  <a:pt x="4580743" y="1824823"/>
                </a:lnTo>
                <a:lnTo>
                  <a:pt x="4609373" y="1874040"/>
                </a:lnTo>
                <a:lnTo>
                  <a:pt x="4638002" y="1926162"/>
                </a:lnTo>
                <a:lnTo>
                  <a:pt x="4666632" y="1981633"/>
                </a:lnTo>
                <a:lnTo>
                  <a:pt x="4695262" y="2041015"/>
                </a:lnTo>
                <a:lnTo>
                  <a:pt x="4723891" y="2105045"/>
                </a:lnTo>
                <a:lnTo>
                  <a:pt x="4752521" y="2174719"/>
                </a:lnTo>
                <a:lnTo>
                  <a:pt x="4781150" y="2251438"/>
                </a:lnTo>
                <a:lnTo>
                  <a:pt x="4809780" y="2337273"/>
                </a:lnTo>
                <a:lnTo>
                  <a:pt x="4838410" y="2435523"/>
                </a:lnTo>
                <a:lnTo>
                  <a:pt x="4867039" y="2552021"/>
                </a:lnTo>
                <a:lnTo>
                  <a:pt x="4895669" y="2699033"/>
                </a:lnTo>
                <a:lnTo>
                  <a:pt x="4924299" y="2913323"/>
                </a:lnTo>
                <a:lnTo>
                  <a:pt x="4945771" y="3309349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3-E07 line 36" descr="sci-ppt:o036"/>
          <p:cNvCxnSpPr/>
          <p:nvPr/>
        </p:nvCxnSpPr>
        <p:spPr>
          <a:xfrm>
            <a:off x="5860171" y="1371600"/>
            <a:ext cx="0" cy="3657600"/>
          </a:xfrm>
          <a:prstGeom prst="line">
            <a:avLst/>
          </a:prstGeom>
          <a:ln w="12700">
            <a:solidFill>
              <a:srgbClr val="F2B880"/>
            </a:solidFill>
            <a:prstDash val="dash"/>
          </a:ln>
          <a:effectLst/>
        </p:spPr>
      </p:cxnSp>
      <p:sp>
        <p:nvSpPr>
          <p:cNvPr id="39" name="C3-E07 polygon 37" descr="sci-ppt:o037"/>
          <p:cNvSpPr/>
          <p:nvPr/>
        </p:nvSpPr>
        <p:spPr>
          <a:xfrm>
            <a:off x="914400" y="1545771"/>
            <a:ext cx="6012225" cy="1472321"/>
          </a:xfrm>
          <a:custGeom>
            <a:avLst/>
            <a:gdLst/>
            <a:ahLst/>
            <a:cxnLst/>
            <a:rect l="l" t="t" r="r" b="b"/>
            <a:pathLst>
              <a:path w="6012225" h="1472321">
                <a:moveTo>
                  <a:pt x="0" y="0"/>
                </a:moveTo>
                <a:lnTo>
                  <a:pt x="42944" y="50"/>
                </a:lnTo>
                <a:lnTo>
                  <a:pt x="85888" y="198"/>
                </a:lnTo>
                <a:lnTo>
                  <a:pt x="128833" y="446"/>
                </a:lnTo>
                <a:lnTo>
                  <a:pt x="171777" y="794"/>
                </a:lnTo>
                <a:lnTo>
                  <a:pt x="214722" y="1241"/>
                </a:lnTo>
                <a:lnTo>
                  <a:pt x="257666" y="1787"/>
                </a:lnTo>
                <a:lnTo>
                  <a:pt x="300611" y="2432"/>
                </a:lnTo>
                <a:lnTo>
                  <a:pt x="343555" y="3178"/>
                </a:lnTo>
                <a:lnTo>
                  <a:pt x="386500" y="4022"/>
                </a:lnTo>
                <a:lnTo>
                  <a:pt x="429444" y="4967"/>
                </a:lnTo>
                <a:lnTo>
                  <a:pt x="472389" y="6012"/>
                </a:lnTo>
                <a:lnTo>
                  <a:pt x="515333" y="7157"/>
                </a:lnTo>
                <a:lnTo>
                  <a:pt x="558278" y="8402"/>
                </a:lnTo>
                <a:lnTo>
                  <a:pt x="601222" y="9748"/>
                </a:lnTo>
                <a:lnTo>
                  <a:pt x="644167" y="11195"/>
                </a:lnTo>
                <a:lnTo>
                  <a:pt x="687111" y="12742"/>
                </a:lnTo>
                <a:lnTo>
                  <a:pt x="730055" y="14391"/>
                </a:lnTo>
                <a:lnTo>
                  <a:pt x="773000" y="16141"/>
                </a:lnTo>
                <a:lnTo>
                  <a:pt x="815944" y="17994"/>
                </a:lnTo>
                <a:lnTo>
                  <a:pt x="858889" y="19948"/>
                </a:lnTo>
                <a:lnTo>
                  <a:pt x="901833" y="22004"/>
                </a:lnTo>
                <a:lnTo>
                  <a:pt x="944778" y="24164"/>
                </a:lnTo>
                <a:lnTo>
                  <a:pt x="987722" y="26426"/>
                </a:lnTo>
                <a:lnTo>
                  <a:pt x="1030667" y="28792"/>
                </a:lnTo>
                <a:lnTo>
                  <a:pt x="1073611" y="31262"/>
                </a:lnTo>
                <a:lnTo>
                  <a:pt x="1116556" y="33836"/>
                </a:lnTo>
                <a:lnTo>
                  <a:pt x="1159500" y="36514"/>
                </a:lnTo>
                <a:lnTo>
                  <a:pt x="1202445" y="39298"/>
                </a:lnTo>
                <a:lnTo>
                  <a:pt x="1245389" y="42187"/>
                </a:lnTo>
                <a:lnTo>
                  <a:pt x="1288334" y="45183"/>
                </a:lnTo>
                <a:lnTo>
                  <a:pt x="1331278" y="48284"/>
                </a:lnTo>
                <a:lnTo>
                  <a:pt x="1374223" y="51494"/>
                </a:lnTo>
                <a:lnTo>
                  <a:pt x="1417167" y="54810"/>
                </a:lnTo>
                <a:lnTo>
                  <a:pt x="1460111" y="58235"/>
                </a:lnTo>
                <a:lnTo>
                  <a:pt x="1503056" y="61769"/>
                </a:lnTo>
                <a:lnTo>
                  <a:pt x="1546000" y="65412"/>
                </a:lnTo>
                <a:lnTo>
                  <a:pt x="1588945" y="69165"/>
                </a:lnTo>
                <a:lnTo>
                  <a:pt x="1631889" y="73029"/>
                </a:lnTo>
                <a:lnTo>
                  <a:pt x="1674834" y="77004"/>
                </a:lnTo>
                <a:lnTo>
                  <a:pt x="1717778" y="81092"/>
                </a:lnTo>
                <a:lnTo>
                  <a:pt x="1760723" y="85292"/>
                </a:lnTo>
                <a:lnTo>
                  <a:pt x="1803667" y="89606"/>
                </a:lnTo>
                <a:lnTo>
                  <a:pt x="1846612" y="94034"/>
                </a:lnTo>
                <a:lnTo>
                  <a:pt x="1889556" y="98578"/>
                </a:lnTo>
                <a:lnTo>
                  <a:pt x="1932501" y="103237"/>
                </a:lnTo>
                <a:lnTo>
                  <a:pt x="1975445" y="108014"/>
                </a:lnTo>
                <a:lnTo>
                  <a:pt x="2018390" y="112908"/>
                </a:lnTo>
                <a:lnTo>
                  <a:pt x="2061334" y="117921"/>
                </a:lnTo>
                <a:lnTo>
                  <a:pt x="2104279" y="123053"/>
                </a:lnTo>
                <a:lnTo>
                  <a:pt x="2147223" y="128306"/>
                </a:lnTo>
                <a:lnTo>
                  <a:pt x="2190167" y="133681"/>
                </a:lnTo>
                <a:lnTo>
                  <a:pt x="2233112" y="139179"/>
                </a:lnTo>
                <a:lnTo>
                  <a:pt x="2276056" y="144801"/>
                </a:lnTo>
                <a:lnTo>
                  <a:pt x="2319001" y="150547"/>
                </a:lnTo>
                <a:lnTo>
                  <a:pt x="2361945" y="156420"/>
                </a:lnTo>
                <a:lnTo>
                  <a:pt x="2404890" y="162419"/>
                </a:lnTo>
                <a:lnTo>
                  <a:pt x="2447834" y="168548"/>
                </a:lnTo>
                <a:lnTo>
                  <a:pt x="2490779" y="174806"/>
                </a:lnTo>
                <a:lnTo>
                  <a:pt x="2533723" y="181196"/>
                </a:lnTo>
                <a:lnTo>
                  <a:pt x="2576668" y="187718"/>
                </a:lnTo>
                <a:lnTo>
                  <a:pt x="2619612" y="194374"/>
                </a:lnTo>
                <a:lnTo>
                  <a:pt x="2662557" y="201165"/>
                </a:lnTo>
                <a:lnTo>
                  <a:pt x="2705501" y="208093"/>
                </a:lnTo>
                <a:lnTo>
                  <a:pt x="2748446" y="215159"/>
                </a:lnTo>
                <a:lnTo>
                  <a:pt x="2791390" y="222366"/>
                </a:lnTo>
                <a:lnTo>
                  <a:pt x="2834334" y="229714"/>
                </a:lnTo>
                <a:lnTo>
                  <a:pt x="2877279" y="237206"/>
                </a:lnTo>
                <a:lnTo>
                  <a:pt x="2920223" y="244842"/>
                </a:lnTo>
                <a:lnTo>
                  <a:pt x="2963168" y="252626"/>
                </a:lnTo>
                <a:lnTo>
                  <a:pt x="3006112" y="260558"/>
                </a:lnTo>
                <a:lnTo>
                  <a:pt x="3049057" y="268642"/>
                </a:lnTo>
                <a:lnTo>
                  <a:pt x="3092001" y="276878"/>
                </a:lnTo>
                <a:lnTo>
                  <a:pt x="3134946" y="285268"/>
                </a:lnTo>
                <a:lnTo>
                  <a:pt x="3177890" y="293816"/>
                </a:lnTo>
                <a:lnTo>
                  <a:pt x="3220835" y="302524"/>
                </a:lnTo>
                <a:lnTo>
                  <a:pt x="3263779" y="311392"/>
                </a:lnTo>
                <a:lnTo>
                  <a:pt x="3306724" y="320425"/>
                </a:lnTo>
                <a:lnTo>
                  <a:pt x="3349668" y="329624"/>
                </a:lnTo>
                <a:lnTo>
                  <a:pt x="3392613" y="338992"/>
                </a:lnTo>
                <a:lnTo>
                  <a:pt x="3435557" y="348531"/>
                </a:lnTo>
                <a:lnTo>
                  <a:pt x="3478502" y="358245"/>
                </a:lnTo>
                <a:lnTo>
                  <a:pt x="3521446" y="368136"/>
                </a:lnTo>
                <a:lnTo>
                  <a:pt x="3564390" y="378207"/>
                </a:lnTo>
                <a:lnTo>
                  <a:pt x="3607335" y="388461"/>
                </a:lnTo>
                <a:lnTo>
                  <a:pt x="3650279" y="398902"/>
                </a:lnTo>
                <a:lnTo>
                  <a:pt x="3693224" y="409532"/>
                </a:lnTo>
                <a:lnTo>
                  <a:pt x="3736168" y="420355"/>
                </a:lnTo>
                <a:lnTo>
                  <a:pt x="3779113" y="431375"/>
                </a:lnTo>
                <a:lnTo>
                  <a:pt x="3822057" y="442595"/>
                </a:lnTo>
                <a:lnTo>
                  <a:pt x="3865002" y="454019"/>
                </a:lnTo>
                <a:lnTo>
                  <a:pt x="3907946" y="465652"/>
                </a:lnTo>
                <a:lnTo>
                  <a:pt x="3950891" y="477496"/>
                </a:lnTo>
                <a:lnTo>
                  <a:pt x="3993835" y="489557"/>
                </a:lnTo>
                <a:lnTo>
                  <a:pt x="4036780" y="501840"/>
                </a:lnTo>
                <a:lnTo>
                  <a:pt x="4079724" y="514348"/>
                </a:lnTo>
                <a:lnTo>
                  <a:pt x="4122669" y="527087"/>
                </a:lnTo>
                <a:lnTo>
                  <a:pt x="4165613" y="540061"/>
                </a:lnTo>
                <a:lnTo>
                  <a:pt x="4208558" y="553277"/>
                </a:lnTo>
                <a:lnTo>
                  <a:pt x="4251502" y="566740"/>
                </a:lnTo>
                <a:lnTo>
                  <a:pt x="4294446" y="580455"/>
                </a:lnTo>
                <a:lnTo>
                  <a:pt x="4337391" y="594429"/>
                </a:lnTo>
                <a:lnTo>
                  <a:pt x="4380335" y="608667"/>
                </a:lnTo>
                <a:lnTo>
                  <a:pt x="4423280" y="623178"/>
                </a:lnTo>
                <a:lnTo>
                  <a:pt x="4466224" y="637968"/>
                </a:lnTo>
                <a:lnTo>
                  <a:pt x="4509169" y="653043"/>
                </a:lnTo>
                <a:lnTo>
                  <a:pt x="4552113" y="668413"/>
                </a:lnTo>
                <a:lnTo>
                  <a:pt x="4595058" y="684084"/>
                </a:lnTo>
                <a:lnTo>
                  <a:pt x="4638002" y="700067"/>
                </a:lnTo>
                <a:lnTo>
                  <a:pt x="4680947" y="716369"/>
                </a:lnTo>
                <a:lnTo>
                  <a:pt x="4723891" y="733000"/>
                </a:lnTo>
                <a:lnTo>
                  <a:pt x="4766836" y="749970"/>
                </a:lnTo>
                <a:lnTo>
                  <a:pt x="4809780" y="767290"/>
                </a:lnTo>
                <a:lnTo>
                  <a:pt x="4852725" y="784972"/>
                </a:lnTo>
                <a:lnTo>
                  <a:pt x="4895669" y="803026"/>
                </a:lnTo>
                <a:lnTo>
                  <a:pt x="4938614" y="821466"/>
                </a:lnTo>
                <a:lnTo>
                  <a:pt x="4981558" y="840304"/>
                </a:lnTo>
                <a:lnTo>
                  <a:pt x="5024502" y="859556"/>
                </a:lnTo>
                <a:lnTo>
                  <a:pt x="5067447" y="879237"/>
                </a:lnTo>
                <a:lnTo>
                  <a:pt x="5110391" y="899361"/>
                </a:lnTo>
                <a:lnTo>
                  <a:pt x="5153336" y="919948"/>
                </a:lnTo>
                <a:lnTo>
                  <a:pt x="5196280" y="941014"/>
                </a:lnTo>
                <a:lnTo>
                  <a:pt x="5239225" y="962581"/>
                </a:lnTo>
                <a:lnTo>
                  <a:pt x="5282169" y="984669"/>
                </a:lnTo>
                <a:lnTo>
                  <a:pt x="5325114" y="1007300"/>
                </a:lnTo>
                <a:lnTo>
                  <a:pt x="5368058" y="1030500"/>
                </a:lnTo>
                <a:lnTo>
                  <a:pt x="5411003" y="1054296"/>
                </a:lnTo>
                <a:lnTo>
                  <a:pt x="5453947" y="1078715"/>
                </a:lnTo>
                <a:lnTo>
                  <a:pt x="5496892" y="1103789"/>
                </a:lnTo>
                <a:lnTo>
                  <a:pt x="5539836" y="1129553"/>
                </a:lnTo>
                <a:lnTo>
                  <a:pt x="5582781" y="1156042"/>
                </a:lnTo>
                <a:lnTo>
                  <a:pt x="5625725" y="1183298"/>
                </a:lnTo>
                <a:lnTo>
                  <a:pt x="5668669" y="1211366"/>
                </a:lnTo>
                <a:lnTo>
                  <a:pt x="5711614" y="1240293"/>
                </a:lnTo>
                <a:lnTo>
                  <a:pt x="5754558" y="1270136"/>
                </a:lnTo>
                <a:lnTo>
                  <a:pt x="5797503" y="1300952"/>
                </a:lnTo>
                <a:lnTo>
                  <a:pt x="5840447" y="1332811"/>
                </a:lnTo>
                <a:lnTo>
                  <a:pt x="5883392" y="1365787"/>
                </a:lnTo>
                <a:lnTo>
                  <a:pt x="5926336" y="1399964"/>
                </a:lnTo>
                <a:lnTo>
                  <a:pt x="5969281" y="1435439"/>
                </a:lnTo>
                <a:lnTo>
                  <a:pt x="6012225" y="1472321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3-E07 line 38" descr="sci-ppt:o038"/>
          <p:cNvCxnSpPr/>
          <p:nvPr/>
        </p:nvCxnSpPr>
        <p:spPr>
          <a:xfrm>
            <a:off x="7706783" y="1371600"/>
            <a:ext cx="0" cy="3657600"/>
          </a:xfrm>
          <a:prstGeom prst="line">
            <a:avLst/>
          </a:prstGeom>
          <a:ln w="12700">
            <a:solidFill>
              <a:srgbClr val="F28BA0"/>
            </a:solidFill>
            <a:prstDash val="dash"/>
          </a:ln>
          <a:effectLst/>
        </p:spPr>
      </p:cxnSp>
      <p:sp>
        <p:nvSpPr>
          <p:cNvPr id="41" name="C3-E07 rect 39" descr="sci-ppt:o039"/>
          <p:cNvSpPr/>
          <p:nvPr/>
        </p:nvSpPr>
        <p:spPr>
          <a:xfrm>
            <a:off x="1188720" y="3840480"/>
            <a:ext cx="274320" cy="1828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07 text 40" descr="sci-ppt:o040"/>
          <p:cNvSpPr txBox="1"/>
          <p:nvPr/>
        </p:nvSpPr>
        <p:spPr>
          <a:xfrm>
            <a:off x="1572768" y="3794760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χ = S Rₘₐₓ = 0  (no neighbours)</a:t>
            </a:r>
          </a:p>
        </p:txBody>
      </p:sp>
      <p:sp>
        <p:nvSpPr>
          <p:cNvPr id="43" name="C3-E07 rect 41" descr="sci-ppt:o041"/>
          <p:cNvSpPr/>
          <p:nvPr/>
        </p:nvSpPr>
        <p:spPr>
          <a:xfrm>
            <a:off x="1188720" y="4169664"/>
            <a:ext cx="274320" cy="1828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07 text 42" descr="sci-ppt:o042"/>
          <p:cNvSpPr txBox="1"/>
          <p:nvPr/>
        </p:nvSpPr>
        <p:spPr>
          <a:xfrm>
            <a:off x="1572768" y="4123944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χ = S Rₘₐₓ = 1</a:t>
            </a:r>
          </a:p>
        </p:txBody>
      </p:sp>
      <p:sp>
        <p:nvSpPr>
          <p:cNvPr id="45" name="C3-E07 rect 43" descr="sci-ppt:o043"/>
          <p:cNvSpPr/>
          <p:nvPr/>
        </p:nvSpPr>
        <p:spPr>
          <a:xfrm>
            <a:off x="1188720" y="4498848"/>
            <a:ext cx="274320" cy="18288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07 text 44" descr="sci-ppt:o044"/>
          <p:cNvSpPr txBox="1"/>
          <p:nvPr/>
        </p:nvSpPr>
        <p:spPr>
          <a:xfrm>
            <a:off x="1572768" y="4453128"/>
            <a:ext cx="3840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χ = S Rₘₐₓ = 3</a:t>
            </a:r>
          </a:p>
        </p:txBody>
      </p:sp>
      <p:sp>
        <p:nvSpPr>
          <p:cNvPr id="47" name="C3-E07 round_rect 45" descr="sci-ppt:o045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3-E07 text 46" descr="sci-ppt:o046"/>
          <p:cNvSpPr txBox="1"/>
          <p:nvPr/>
        </p:nvSpPr>
        <p:spPr>
          <a:xfrm>
            <a:off x="7333488" y="1426464"/>
            <a:ext cx="439826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Symmetric constant-pressure control</a:t>
            </a:r>
          </a:p>
        </p:txBody>
      </p:sp>
      <p:sp>
        <p:nvSpPr>
          <p:cNvPr id="49" name="C3-E07 text 47" descr="sci-ppt:o047"/>
          <p:cNvSpPr txBox="1"/>
          <p:nvPr/>
        </p:nvSpPr>
        <p:spPr>
          <a:xfrm>
            <a:off x="7360920" y="1828800"/>
            <a:ext cx="4389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(1 + SR) R R̈ + (3/2 + 2SR) Ṙ² = −Δp_c / ρ</a:t>
            </a:r>
          </a:p>
        </p:txBody>
      </p:sp>
      <p:sp>
        <p:nvSpPr>
          <p:cNvPr id="50" name="C3-E07 text 48" descr="sci-ppt:o048"/>
          <p:cNvSpPr txBox="1"/>
          <p:nvPr/>
        </p:nvSpPr>
        <p:spPr>
          <a:xfrm>
            <a:off x="7562088" y="2514600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 = S_N is the reciprocal-distance sum from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polygon.</a:t>
            </a:r>
          </a:p>
        </p:txBody>
      </p:sp>
      <p:sp>
        <p:nvSpPr>
          <p:cNvPr id="51" name="C3-E07 ellipse 49" descr="sci-ppt:o049"/>
          <p:cNvSpPr/>
          <p:nvPr/>
        </p:nvSpPr>
        <p:spPr>
          <a:xfrm>
            <a:off x="7392924" y="256794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3-E07 text 50" descr="sci-ppt:o050"/>
          <p:cNvSpPr txBox="1"/>
          <p:nvPr/>
        </p:nvSpPr>
        <p:spPr>
          <a:xfrm>
            <a:off x="7562088" y="2977895"/>
            <a:ext cx="418795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Start at rest at Rₘₐₓ: R(0) = Rₘₐₓ, Ṙ(0) = 0.</a:t>
            </a:r>
          </a:p>
        </p:txBody>
      </p:sp>
      <p:sp>
        <p:nvSpPr>
          <p:cNvPr id="53" name="C3-E07 ellipse 51" descr="sci-ppt:o051"/>
          <p:cNvSpPr/>
          <p:nvPr/>
        </p:nvSpPr>
        <p:spPr>
          <a:xfrm>
            <a:off x="7392924" y="303123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3-E07 text 52" descr="sci-ppt:o052"/>
          <p:cNvSpPr txBox="1"/>
          <p:nvPr/>
        </p:nvSpPr>
        <p:spPr>
          <a:xfrm>
            <a:off x="7562088" y="3255263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Larger χ means stronger coupling and a later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collapse.</a:t>
            </a:r>
          </a:p>
        </p:txBody>
      </p:sp>
      <p:sp>
        <p:nvSpPr>
          <p:cNvPr id="55" name="C3-E07 ellipse 53" descr="sci-ppt:o053"/>
          <p:cNvSpPr/>
          <p:nvPr/>
        </p:nvSpPr>
        <p:spPr>
          <a:xfrm>
            <a:off x="7392924" y="330860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3-E07 text 54" descr="sci-ppt:o054"/>
          <p:cNvSpPr txBox="1"/>
          <p:nvPr/>
        </p:nvSpPr>
        <p:spPr>
          <a:xfrm>
            <a:off x="7562088" y="3718560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Surface tension and viscosity are omitted in this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ideal control.</a:t>
            </a:r>
          </a:p>
        </p:txBody>
      </p:sp>
      <p:sp>
        <p:nvSpPr>
          <p:cNvPr id="57" name="C3-E07 ellipse 55" descr="sci-ppt:o055"/>
          <p:cNvSpPr/>
          <p:nvPr/>
        </p:nvSpPr>
        <p:spPr>
          <a:xfrm>
            <a:off x="7392924" y="377190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3-E07 text 56" descr="sci-ppt:o056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Inputs: Rₘₐₓ = 30 µm, ρ = 1000 kg/m³, Δp_c = 100 kPa. Dashed lines mark each collapse time.</a:t>
            </a:r>
          </a:p>
        </p:txBody>
      </p:sp>
      <p:sp>
        <p:nvSpPr>
          <p:cNvPr id="59" name="C3-E07 text 57" descr="sci-ppt:o05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Numerical integration of Eq. C3-E07.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C3-E08 · Chain rule and integrating-factor derivation</a:t>
            </a:r>
          </a:p>
        </p:txBody>
      </p:sp>
      <p:cxnSp>
        <p:nvCxnSpPr>
          <p:cNvPr id="3" name="C3-E08 line 1" descr="sci-ppt:o001"/>
          <p:cNvCxnSpPr/>
          <p:nvPr/>
        </p:nvCxnSpPr>
        <p:spPr>
          <a:xfrm>
            <a:off x="6949440" y="4937760"/>
            <a:ext cx="484631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8 line 2" descr="sci-ppt:o002"/>
          <p:cNvCxnSpPr/>
          <p:nvPr/>
        </p:nvCxnSpPr>
        <p:spPr>
          <a:xfrm>
            <a:off x="694944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8 line 3" descr="sci-ppt:o003"/>
          <p:cNvCxnSpPr/>
          <p:nvPr/>
        </p:nvCxnSpPr>
        <p:spPr>
          <a:xfrm>
            <a:off x="69494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8 line 4" descr="sci-ppt:o004"/>
          <p:cNvCxnSpPr/>
          <p:nvPr/>
        </p:nvCxnSpPr>
        <p:spPr>
          <a:xfrm>
            <a:off x="69494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8 text 5" descr="sci-ppt:o005"/>
          <p:cNvSpPr txBox="1"/>
          <p:nvPr/>
        </p:nvSpPr>
        <p:spPr>
          <a:xfrm>
            <a:off x="64922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8" name="C3-E08 line 6" descr="sci-ppt:o006"/>
          <p:cNvCxnSpPr/>
          <p:nvPr/>
        </p:nvCxnSpPr>
        <p:spPr>
          <a:xfrm>
            <a:off x="816101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8 line 7" descr="sci-ppt:o007"/>
          <p:cNvCxnSpPr/>
          <p:nvPr/>
        </p:nvCxnSpPr>
        <p:spPr>
          <a:xfrm>
            <a:off x="816101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8 text 8" descr="sci-ppt:o008"/>
          <p:cNvSpPr txBox="1"/>
          <p:nvPr/>
        </p:nvSpPr>
        <p:spPr>
          <a:xfrm>
            <a:off x="77038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11" name="C3-E08 line 9" descr="sci-ppt:o009"/>
          <p:cNvCxnSpPr/>
          <p:nvPr/>
        </p:nvCxnSpPr>
        <p:spPr>
          <a:xfrm>
            <a:off x="93726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8 line 10" descr="sci-ppt:o010"/>
          <p:cNvCxnSpPr/>
          <p:nvPr/>
        </p:nvCxnSpPr>
        <p:spPr>
          <a:xfrm>
            <a:off x="93726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8 text 11" descr="sci-ppt:o011"/>
          <p:cNvSpPr txBox="1"/>
          <p:nvPr/>
        </p:nvSpPr>
        <p:spPr>
          <a:xfrm>
            <a:off x="89154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cxnSp>
        <p:nvCxnSpPr>
          <p:cNvPr id="14" name="C3-E08 line 12" descr="sci-ppt:o012"/>
          <p:cNvCxnSpPr/>
          <p:nvPr/>
        </p:nvCxnSpPr>
        <p:spPr>
          <a:xfrm>
            <a:off x="105841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8 line 13" descr="sci-ppt:o013"/>
          <p:cNvCxnSpPr/>
          <p:nvPr/>
        </p:nvCxnSpPr>
        <p:spPr>
          <a:xfrm>
            <a:off x="105841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8 text 14" descr="sci-ppt:o014"/>
          <p:cNvSpPr txBox="1"/>
          <p:nvPr/>
        </p:nvSpPr>
        <p:spPr>
          <a:xfrm>
            <a:off x="101269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0.8</a:t>
            </a:r>
          </a:p>
        </p:txBody>
      </p:sp>
      <p:cxnSp>
        <p:nvCxnSpPr>
          <p:cNvPr id="17" name="C3-E08 line 15" descr="sci-ppt:o015"/>
          <p:cNvCxnSpPr/>
          <p:nvPr/>
        </p:nvCxnSpPr>
        <p:spPr>
          <a:xfrm>
            <a:off x="117957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8 line 16" descr="sci-ppt:o016"/>
          <p:cNvCxnSpPr/>
          <p:nvPr/>
        </p:nvCxnSpPr>
        <p:spPr>
          <a:xfrm>
            <a:off x="117957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08 text 17" descr="sci-ppt:o017"/>
          <p:cNvSpPr txBox="1"/>
          <p:nvPr/>
        </p:nvSpPr>
        <p:spPr>
          <a:xfrm>
            <a:off x="113385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0" name="C3-E08 line 18" descr="sci-ppt:o018"/>
          <p:cNvCxnSpPr/>
          <p:nvPr/>
        </p:nvCxnSpPr>
        <p:spPr>
          <a:xfrm>
            <a:off x="6885431" y="49377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08 line 19" descr="sci-ppt:o019"/>
          <p:cNvCxnSpPr/>
          <p:nvPr/>
        </p:nvCxnSpPr>
        <p:spPr>
          <a:xfrm>
            <a:off x="6885431" y="40462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08 line 20" descr="sci-ppt:o020"/>
          <p:cNvCxnSpPr/>
          <p:nvPr/>
        </p:nvCxnSpPr>
        <p:spPr>
          <a:xfrm>
            <a:off x="6949440" y="404622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08 text 21" descr="sci-ppt:o021"/>
          <p:cNvSpPr txBox="1"/>
          <p:nvPr/>
        </p:nvSpPr>
        <p:spPr>
          <a:xfrm>
            <a:off x="6080759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4" name="C3-E08 line 22" descr="sci-ppt:o022"/>
          <p:cNvCxnSpPr/>
          <p:nvPr/>
        </p:nvCxnSpPr>
        <p:spPr>
          <a:xfrm>
            <a:off x="6885431" y="315468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08 line 23" descr="sci-ppt:o023"/>
          <p:cNvCxnSpPr/>
          <p:nvPr/>
        </p:nvCxnSpPr>
        <p:spPr>
          <a:xfrm>
            <a:off x="6949440" y="315468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08 text 24" descr="sci-ppt:o024"/>
          <p:cNvSpPr txBox="1"/>
          <p:nvPr/>
        </p:nvSpPr>
        <p:spPr>
          <a:xfrm>
            <a:off x="6080759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cxnSp>
        <p:nvCxnSpPr>
          <p:cNvPr id="27" name="C3-E08 line 25" descr="sci-ppt:o025"/>
          <p:cNvCxnSpPr/>
          <p:nvPr/>
        </p:nvCxnSpPr>
        <p:spPr>
          <a:xfrm>
            <a:off x="6885431" y="226314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08 line 26" descr="sci-ppt:o026"/>
          <p:cNvCxnSpPr/>
          <p:nvPr/>
        </p:nvCxnSpPr>
        <p:spPr>
          <a:xfrm>
            <a:off x="6949440" y="226314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08 text 27" descr="sci-ppt:o027"/>
          <p:cNvSpPr txBox="1"/>
          <p:nvPr/>
        </p:nvSpPr>
        <p:spPr>
          <a:xfrm>
            <a:off x="6080759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</a:t>
            </a:r>
          </a:p>
        </p:txBody>
      </p:sp>
      <p:cxnSp>
        <p:nvCxnSpPr>
          <p:cNvPr id="30" name="C3-E08 line 28" descr="sci-ppt:o028"/>
          <p:cNvCxnSpPr/>
          <p:nvPr/>
        </p:nvCxnSpPr>
        <p:spPr>
          <a:xfrm>
            <a:off x="688543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08 line 29" descr="sci-ppt:o029"/>
          <p:cNvCxnSpPr/>
          <p:nvPr/>
        </p:nvCxnSpPr>
        <p:spPr>
          <a:xfrm>
            <a:off x="6949440" y="137160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08 text 30" descr="sci-ppt:o030"/>
          <p:cNvSpPr txBox="1"/>
          <p:nvPr/>
        </p:nvSpPr>
        <p:spPr>
          <a:xfrm>
            <a:off x="6080759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16</a:t>
            </a:r>
          </a:p>
        </p:txBody>
      </p:sp>
      <p:sp>
        <p:nvSpPr>
          <p:cNvPr id="33" name="C3-E08 text 31" descr="sci-ppt:o031"/>
          <p:cNvSpPr txBox="1"/>
          <p:nvPr/>
        </p:nvSpPr>
        <p:spPr>
          <a:xfrm>
            <a:off x="6949440" y="5221224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34" name="C3-E08 text 32" descr="sci-ppt:o032"/>
          <p:cNvSpPr txBox="1"/>
          <p:nvPr/>
        </p:nvSpPr>
        <p:spPr>
          <a:xfrm>
            <a:off x="6400800" y="1024128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coefficient × Rₘₐₓ</a:t>
            </a:r>
          </a:p>
        </p:txBody>
      </p:sp>
      <p:sp>
        <p:nvSpPr>
          <p:cNvPr id="35" name="C3-E08 polygon 33" descr="sci-ppt:o033"/>
          <p:cNvSpPr/>
          <p:nvPr/>
        </p:nvSpPr>
        <p:spPr>
          <a:xfrm>
            <a:off x="6970916" y="1467524"/>
            <a:ext cx="4824843" cy="2690138"/>
          </a:xfrm>
          <a:custGeom>
            <a:avLst/>
            <a:gdLst/>
            <a:ahLst/>
            <a:cxnLst/>
            <a:rect l="l" t="t" r="r" b="b"/>
            <a:pathLst>
              <a:path w="4824843" h="2690138">
                <a:moveTo>
                  <a:pt x="0" y="0"/>
                </a:moveTo>
                <a:lnTo>
                  <a:pt x="39710" y="103497"/>
                </a:lnTo>
                <a:lnTo>
                  <a:pt x="79421" y="200782"/>
                </a:lnTo>
                <a:lnTo>
                  <a:pt x="119132" y="292400"/>
                </a:lnTo>
                <a:lnTo>
                  <a:pt x="158842" y="378836"/>
                </a:lnTo>
                <a:lnTo>
                  <a:pt x="198553" y="460520"/>
                </a:lnTo>
                <a:lnTo>
                  <a:pt x="238264" y="537837"/>
                </a:lnTo>
                <a:lnTo>
                  <a:pt x="277974" y="611130"/>
                </a:lnTo>
                <a:lnTo>
                  <a:pt x="317685" y="680707"/>
                </a:lnTo>
                <a:lnTo>
                  <a:pt x="357396" y="746847"/>
                </a:lnTo>
                <a:lnTo>
                  <a:pt x="397106" y="809800"/>
                </a:lnTo>
                <a:lnTo>
                  <a:pt x="436817" y="869793"/>
                </a:lnTo>
                <a:lnTo>
                  <a:pt x="476527" y="927032"/>
                </a:lnTo>
                <a:lnTo>
                  <a:pt x="516238" y="981703"/>
                </a:lnTo>
                <a:lnTo>
                  <a:pt x="555949" y="1033977"/>
                </a:lnTo>
                <a:lnTo>
                  <a:pt x="595659" y="1084011"/>
                </a:lnTo>
                <a:lnTo>
                  <a:pt x="635370" y="1131945"/>
                </a:lnTo>
                <a:lnTo>
                  <a:pt x="675081" y="1177912"/>
                </a:lnTo>
                <a:lnTo>
                  <a:pt x="714791" y="1222031"/>
                </a:lnTo>
                <a:lnTo>
                  <a:pt x="754502" y="1264412"/>
                </a:lnTo>
                <a:lnTo>
                  <a:pt x="794213" y="1305157"/>
                </a:lnTo>
                <a:lnTo>
                  <a:pt x="833923" y="1344360"/>
                </a:lnTo>
                <a:lnTo>
                  <a:pt x="873634" y="1382108"/>
                </a:lnTo>
                <a:lnTo>
                  <a:pt x="913345" y="1418481"/>
                </a:lnTo>
                <a:lnTo>
                  <a:pt x="953055" y="1453555"/>
                </a:lnTo>
                <a:lnTo>
                  <a:pt x="992766" y="1487397"/>
                </a:lnTo>
                <a:lnTo>
                  <a:pt x="1032477" y="1520073"/>
                </a:lnTo>
                <a:lnTo>
                  <a:pt x="1072187" y="1551643"/>
                </a:lnTo>
                <a:lnTo>
                  <a:pt x="1111898" y="1582163"/>
                </a:lnTo>
                <a:lnTo>
                  <a:pt x="1151608" y="1611684"/>
                </a:lnTo>
                <a:lnTo>
                  <a:pt x="1191319" y="1640255"/>
                </a:lnTo>
                <a:lnTo>
                  <a:pt x="1231030" y="1667923"/>
                </a:lnTo>
                <a:lnTo>
                  <a:pt x="1270740" y="1694730"/>
                </a:lnTo>
                <a:lnTo>
                  <a:pt x="1310451" y="1720716"/>
                </a:lnTo>
                <a:lnTo>
                  <a:pt x="1350162" y="1745919"/>
                </a:lnTo>
                <a:lnTo>
                  <a:pt x="1389872" y="1770374"/>
                </a:lnTo>
                <a:lnTo>
                  <a:pt x="1429583" y="1794115"/>
                </a:lnTo>
                <a:lnTo>
                  <a:pt x="1469294" y="1817172"/>
                </a:lnTo>
                <a:lnTo>
                  <a:pt x="1509004" y="1839575"/>
                </a:lnTo>
                <a:lnTo>
                  <a:pt x="1548715" y="1861352"/>
                </a:lnTo>
                <a:lnTo>
                  <a:pt x="1588426" y="1882529"/>
                </a:lnTo>
                <a:lnTo>
                  <a:pt x="1628136" y="1903132"/>
                </a:lnTo>
                <a:lnTo>
                  <a:pt x="1667847" y="1923183"/>
                </a:lnTo>
                <a:lnTo>
                  <a:pt x="1707558" y="1942704"/>
                </a:lnTo>
                <a:lnTo>
                  <a:pt x="1747268" y="1961717"/>
                </a:lnTo>
                <a:lnTo>
                  <a:pt x="1786979" y="1980242"/>
                </a:lnTo>
                <a:lnTo>
                  <a:pt x="1826690" y="1998297"/>
                </a:lnTo>
                <a:lnTo>
                  <a:pt x="1866400" y="2015901"/>
                </a:lnTo>
                <a:lnTo>
                  <a:pt x="1906111" y="2033070"/>
                </a:lnTo>
                <a:lnTo>
                  <a:pt x="1945821" y="2049820"/>
                </a:lnTo>
                <a:lnTo>
                  <a:pt x="1985532" y="2066167"/>
                </a:lnTo>
                <a:lnTo>
                  <a:pt x="2025243" y="2082126"/>
                </a:lnTo>
                <a:lnTo>
                  <a:pt x="2064953" y="2097710"/>
                </a:lnTo>
                <a:lnTo>
                  <a:pt x="2104664" y="2112932"/>
                </a:lnTo>
                <a:lnTo>
                  <a:pt x="2144375" y="2127806"/>
                </a:lnTo>
                <a:lnTo>
                  <a:pt x="2184085" y="2142343"/>
                </a:lnTo>
                <a:lnTo>
                  <a:pt x="2223796" y="2156555"/>
                </a:lnTo>
                <a:lnTo>
                  <a:pt x="2263507" y="2170453"/>
                </a:lnTo>
                <a:lnTo>
                  <a:pt x="2303217" y="2184047"/>
                </a:lnTo>
                <a:lnTo>
                  <a:pt x="2342928" y="2197347"/>
                </a:lnTo>
                <a:lnTo>
                  <a:pt x="2382639" y="2210363"/>
                </a:lnTo>
                <a:lnTo>
                  <a:pt x="2422349" y="2223104"/>
                </a:lnTo>
                <a:lnTo>
                  <a:pt x="2462060" y="2235579"/>
                </a:lnTo>
                <a:lnTo>
                  <a:pt x="2501771" y="2247796"/>
                </a:lnTo>
                <a:lnTo>
                  <a:pt x="2541481" y="2259763"/>
                </a:lnTo>
                <a:lnTo>
                  <a:pt x="2581192" y="2271488"/>
                </a:lnTo>
                <a:lnTo>
                  <a:pt x="2620902" y="2282978"/>
                </a:lnTo>
                <a:lnTo>
                  <a:pt x="2660613" y="2294241"/>
                </a:lnTo>
                <a:lnTo>
                  <a:pt x="2700324" y="2305283"/>
                </a:lnTo>
                <a:lnTo>
                  <a:pt x="2740034" y="2316111"/>
                </a:lnTo>
                <a:lnTo>
                  <a:pt x="2779745" y="2326731"/>
                </a:lnTo>
                <a:lnTo>
                  <a:pt x="2819456" y="2337149"/>
                </a:lnTo>
                <a:lnTo>
                  <a:pt x="2859166" y="2347371"/>
                </a:lnTo>
                <a:lnTo>
                  <a:pt x="2898877" y="2357403"/>
                </a:lnTo>
                <a:lnTo>
                  <a:pt x="2938588" y="2367249"/>
                </a:lnTo>
                <a:lnTo>
                  <a:pt x="2978298" y="2376915"/>
                </a:lnTo>
                <a:lnTo>
                  <a:pt x="3018009" y="2386407"/>
                </a:lnTo>
                <a:lnTo>
                  <a:pt x="3057720" y="2395728"/>
                </a:lnTo>
                <a:lnTo>
                  <a:pt x="3097430" y="2404883"/>
                </a:lnTo>
                <a:lnTo>
                  <a:pt x="3137141" y="2413878"/>
                </a:lnTo>
                <a:lnTo>
                  <a:pt x="3176852" y="2422715"/>
                </a:lnTo>
                <a:lnTo>
                  <a:pt x="3216562" y="2431400"/>
                </a:lnTo>
                <a:lnTo>
                  <a:pt x="3256273" y="2439937"/>
                </a:lnTo>
                <a:lnTo>
                  <a:pt x="3295984" y="2448328"/>
                </a:lnTo>
                <a:lnTo>
                  <a:pt x="3335694" y="2456578"/>
                </a:lnTo>
                <a:lnTo>
                  <a:pt x="3375405" y="2464691"/>
                </a:lnTo>
                <a:lnTo>
                  <a:pt x="3415115" y="2472670"/>
                </a:lnTo>
                <a:lnTo>
                  <a:pt x="3454826" y="2480518"/>
                </a:lnTo>
                <a:lnTo>
                  <a:pt x="3494537" y="2488238"/>
                </a:lnTo>
                <a:lnTo>
                  <a:pt x="3534247" y="2495835"/>
                </a:lnTo>
                <a:lnTo>
                  <a:pt x="3573958" y="2503310"/>
                </a:lnTo>
                <a:lnTo>
                  <a:pt x="3613669" y="2510666"/>
                </a:lnTo>
                <a:lnTo>
                  <a:pt x="3653379" y="2517907"/>
                </a:lnTo>
                <a:lnTo>
                  <a:pt x="3693090" y="2525036"/>
                </a:lnTo>
                <a:lnTo>
                  <a:pt x="3732801" y="2532054"/>
                </a:lnTo>
                <a:lnTo>
                  <a:pt x="3772511" y="2538965"/>
                </a:lnTo>
                <a:lnTo>
                  <a:pt x="3812222" y="2545771"/>
                </a:lnTo>
                <a:lnTo>
                  <a:pt x="3851933" y="2552474"/>
                </a:lnTo>
                <a:lnTo>
                  <a:pt x="3891643" y="2559077"/>
                </a:lnTo>
                <a:lnTo>
                  <a:pt x="3931354" y="2565582"/>
                </a:lnTo>
                <a:lnTo>
                  <a:pt x="3971065" y="2571991"/>
                </a:lnTo>
                <a:lnTo>
                  <a:pt x="4010775" y="2578307"/>
                </a:lnTo>
                <a:lnTo>
                  <a:pt x="4050486" y="2584531"/>
                </a:lnTo>
                <a:lnTo>
                  <a:pt x="4090196" y="2590665"/>
                </a:lnTo>
                <a:lnTo>
                  <a:pt x="4129907" y="2596712"/>
                </a:lnTo>
                <a:lnTo>
                  <a:pt x="4169618" y="2602673"/>
                </a:lnTo>
                <a:lnTo>
                  <a:pt x="4209328" y="2608551"/>
                </a:lnTo>
                <a:lnTo>
                  <a:pt x="4249039" y="2614346"/>
                </a:lnTo>
                <a:lnTo>
                  <a:pt x="4288750" y="2620061"/>
                </a:lnTo>
                <a:lnTo>
                  <a:pt x="4328460" y="2625698"/>
                </a:lnTo>
                <a:lnTo>
                  <a:pt x="4368171" y="2631257"/>
                </a:lnTo>
                <a:lnTo>
                  <a:pt x="4407882" y="2636741"/>
                </a:lnTo>
                <a:lnTo>
                  <a:pt x="4447592" y="2642151"/>
                </a:lnTo>
                <a:lnTo>
                  <a:pt x="4487303" y="2647489"/>
                </a:lnTo>
                <a:lnTo>
                  <a:pt x="4527014" y="2652756"/>
                </a:lnTo>
                <a:lnTo>
                  <a:pt x="4566724" y="2657954"/>
                </a:lnTo>
                <a:lnTo>
                  <a:pt x="4606435" y="2663083"/>
                </a:lnTo>
                <a:lnTo>
                  <a:pt x="4646146" y="2668146"/>
                </a:lnTo>
                <a:lnTo>
                  <a:pt x="4685856" y="2673143"/>
                </a:lnTo>
                <a:lnTo>
                  <a:pt x="4725567" y="2678077"/>
                </a:lnTo>
                <a:lnTo>
                  <a:pt x="4765278" y="2682947"/>
                </a:lnTo>
                <a:lnTo>
                  <a:pt x="4804988" y="2687756"/>
                </a:lnTo>
                <a:lnTo>
                  <a:pt x="4824843" y="2690138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08 polygon 34" descr="sci-ppt:o034"/>
          <p:cNvSpPr/>
          <p:nvPr/>
        </p:nvSpPr>
        <p:spPr>
          <a:xfrm>
            <a:off x="6970916" y="1652714"/>
            <a:ext cx="4824843" cy="2616391"/>
          </a:xfrm>
          <a:custGeom>
            <a:avLst/>
            <a:gdLst/>
            <a:ahLst/>
            <a:cxnLst/>
            <a:rect l="l" t="t" r="r" b="b"/>
            <a:pathLst>
              <a:path w="4824843" h="2616391">
                <a:moveTo>
                  <a:pt x="0" y="0"/>
                </a:moveTo>
                <a:lnTo>
                  <a:pt x="39710" y="102495"/>
                </a:lnTo>
                <a:lnTo>
                  <a:pt x="79421" y="198787"/>
                </a:lnTo>
                <a:lnTo>
                  <a:pt x="119132" y="289423"/>
                </a:lnTo>
                <a:lnTo>
                  <a:pt x="158842" y="374888"/>
                </a:lnTo>
                <a:lnTo>
                  <a:pt x="198553" y="455611"/>
                </a:lnTo>
                <a:lnTo>
                  <a:pt x="238264" y="531977"/>
                </a:lnTo>
                <a:lnTo>
                  <a:pt x="277974" y="604329"/>
                </a:lnTo>
                <a:lnTo>
                  <a:pt x="317685" y="672975"/>
                </a:lnTo>
                <a:lnTo>
                  <a:pt x="357396" y="738194"/>
                </a:lnTo>
                <a:lnTo>
                  <a:pt x="397106" y="800235"/>
                </a:lnTo>
                <a:lnTo>
                  <a:pt x="436817" y="859325"/>
                </a:lnTo>
                <a:lnTo>
                  <a:pt x="476527" y="915671"/>
                </a:lnTo>
                <a:lnTo>
                  <a:pt x="516238" y="969458"/>
                </a:lnTo>
                <a:lnTo>
                  <a:pt x="555949" y="1020857"/>
                </a:lnTo>
                <a:lnTo>
                  <a:pt x="595659" y="1070024"/>
                </a:lnTo>
                <a:lnTo>
                  <a:pt x="635370" y="1117101"/>
                </a:lnTo>
                <a:lnTo>
                  <a:pt x="675081" y="1162219"/>
                </a:lnTo>
                <a:lnTo>
                  <a:pt x="714791" y="1205496"/>
                </a:lnTo>
                <a:lnTo>
                  <a:pt x="754502" y="1247045"/>
                </a:lnTo>
                <a:lnTo>
                  <a:pt x="794213" y="1286966"/>
                </a:lnTo>
                <a:lnTo>
                  <a:pt x="833923" y="1325353"/>
                </a:lnTo>
                <a:lnTo>
                  <a:pt x="873634" y="1362293"/>
                </a:lnTo>
                <a:lnTo>
                  <a:pt x="913345" y="1397866"/>
                </a:lnTo>
                <a:lnTo>
                  <a:pt x="953055" y="1432146"/>
                </a:lnTo>
                <a:lnTo>
                  <a:pt x="992766" y="1465203"/>
                </a:lnTo>
                <a:lnTo>
                  <a:pt x="1032477" y="1497102"/>
                </a:lnTo>
                <a:lnTo>
                  <a:pt x="1072187" y="1527901"/>
                </a:lnTo>
                <a:lnTo>
                  <a:pt x="1111898" y="1557658"/>
                </a:lnTo>
                <a:lnTo>
                  <a:pt x="1151608" y="1586423"/>
                </a:lnTo>
                <a:lnTo>
                  <a:pt x="1191319" y="1614246"/>
                </a:lnTo>
                <a:lnTo>
                  <a:pt x="1231030" y="1641172"/>
                </a:lnTo>
                <a:lnTo>
                  <a:pt x="1270740" y="1667245"/>
                </a:lnTo>
                <a:lnTo>
                  <a:pt x="1310451" y="1692503"/>
                </a:lnTo>
                <a:lnTo>
                  <a:pt x="1350162" y="1716984"/>
                </a:lnTo>
                <a:lnTo>
                  <a:pt x="1389872" y="1740724"/>
                </a:lnTo>
                <a:lnTo>
                  <a:pt x="1429583" y="1763756"/>
                </a:lnTo>
                <a:lnTo>
                  <a:pt x="1469294" y="1786111"/>
                </a:lnTo>
                <a:lnTo>
                  <a:pt x="1509004" y="1807819"/>
                </a:lnTo>
                <a:lnTo>
                  <a:pt x="1548715" y="1828907"/>
                </a:lnTo>
                <a:lnTo>
                  <a:pt x="1588426" y="1849401"/>
                </a:lnTo>
                <a:lnTo>
                  <a:pt x="1628136" y="1869326"/>
                </a:lnTo>
                <a:lnTo>
                  <a:pt x="1667847" y="1888706"/>
                </a:lnTo>
                <a:lnTo>
                  <a:pt x="1707558" y="1907563"/>
                </a:lnTo>
                <a:lnTo>
                  <a:pt x="1747268" y="1925917"/>
                </a:lnTo>
                <a:lnTo>
                  <a:pt x="1786979" y="1943788"/>
                </a:lnTo>
                <a:lnTo>
                  <a:pt x="1826690" y="1961195"/>
                </a:lnTo>
                <a:lnTo>
                  <a:pt x="1866400" y="1978157"/>
                </a:lnTo>
                <a:lnTo>
                  <a:pt x="1906111" y="1994689"/>
                </a:lnTo>
                <a:lnTo>
                  <a:pt x="1945821" y="2010808"/>
                </a:lnTo>
                <a:lnTo>
                  <a:pt x="1985532" y="2026530"/>
                </a:lnTo>
                <a:lnTo>
                  <a:pt x="2025243" y="2041868"/>
                </a:lnTo>
                <a:lnTo>
                  <a:pt x="2064953" y="2056837"/>
                </a:lnTo>
                <a:lnTo>
                  <a:pt x="2104664" y="2071449"/>
                </a:lnTo>
                <a:lnTo>
                  <a:pt x="2144375" y="2085718"/>
                </a:lnTo>
                <a:lnTo>
                  <a:pt x="2184085" y="2099656"/>
                </a:lnTo>
                <a:lnTo>
                  <a:pt x="2223796" y="2113273"/>
                </a:lnTo>
                <a:lnTo>
                  <a:pt x="2263507" y="2126581"/>
                </a:lnTo>
                <a:lnTo>
                  <a:pt x="2303217" y="2139590"/>
                </a:lnTo>
                <a:lnTo>
                  <a:pt x="2342928" y="2152310"/>
                </a:lnTo>
                <a:lnTo>
                  <a:pt x="2382639" y="2164751"/>
                </a:lnTo>
                <a:lnTo>
                  <a:pt x="2422349" y="2176921"/>
                </a:lnTo>
                <a:lnTo>
                  <a:pt x="2462060" y="2188830"/>
                </a:lnTo>
                <a:lnTo>
                  <a:pt x="2501771" y="2200485"/>
                </a:lnTo>
                <a:lnTo>
                  <a:pt x="2541481" y="2211896"/>
                </a:lnTo>
                <a:lnTo>
                  <a:pt x="2581192" y="2223068"/>
                </a:lnTo>
                <a:lnTo>
                  <a:pt x="2620902" y="2234011"/>
                </a:lnTo>
                <a:lnTo>
                  <a:pt x="2660613" y="2244730"/>
                </a:lnTo>
                <a:lnTo>
                  <a:pt x="2700324" y="2255233"/>
                </a:lnTo>
                <a:lnTo>
                  <a:pt x="2740034" y="2265526"/>
                </a:lnTo>
                <a:lnTo>
                  <a:pt x="2779745" y="2275615"/>
                </a:lnTo>
                <a:lnTo>
                  <a:pt x="2819456" y="2285506"/>
                </a:lnTo>
                <a:lnTo>
                  <a:pt x="2859166" y="2295206"/>
                </a:lnTo>
                <a:lnTo>
                  <a:pt x="2898877" y="2304719"/>
                </a:lnTo>
                <a:lnTo>
                  <a:pt x="2938588" y="2314051"/>
                </a:lnTo>
                <a:lnTo>
                  <a:pt x="2978298" y="2323207"/>
                </a:lnTo>
                <a:lnTo>
                  <a:pt x="3018009" y="2332191"/>
                </a:lnTo>
                <a:lnTo>
                  <a:pt x="3057720" y="2341010"/>
                </a:lnTo>
                <a:lnTo>
                  <a:pt x="3097430" y="2349667"/>
                </a:lnTo>
                <a:lnTo>
                  <a:pt x="3137141" y="2358166"/>
                </a:lnTo>
                <a:lnTo>
                  <a:pt x="3176852" y="2366513"/>
                </a:lnTo>
                <a:lnTo>
                  <a:pt x="3216562" y="2374710"/>
                </a:lnTo>
                <a:lnTo>
                  <a:pt x="3256273" y="2382763"/>
                </a:lnTo>
                <a:lnTo>
                  <a:pt x="3295984" y="2390674"/>
                </a:lnTo>
                <a:lnTo>
                  <a:pt x="3335694" y="2398448"/>
                </a:lnTo>
                <a:lnTo>
                  <a:pt x="3375405" y="2406087"/>
                </a:lnTo>
                <a:lnTo>
                  <a:pt x="3415115" y="2413596"/>
                </a:lnTo>
                <a:lnTo>
                  <a:pt x="3454826" y="2420978"/>
                </a:lnTo>
                <a:lnTo>
                  <a:pt x="3494537" y="2428236"/>
                </a:lnTo>
                <a:lnTo>
                  <a:pt x="3534247" y="2435373"/>
                </a:lnTo>
                <a:lnTo>
                  <a:pt x="3573958" y="2442393"/>
                </a:lnTo>
                <a:lnTo>
                  <a:pt x="3613669" y="2449297"/>
                </a:lnTo>
                <a:lnTo>
                  <a:pt x="3653379" y="2456089"/>
                </a:lnTo>
                <a:lnTo>
                  <a:pt x="3693090" y="2462771"/>
                </a:lnTo>
                <a:lnTo>
                  <a:pt x="3732801" y="2469346"/>
                </a:lnTo>
                <a:lnTo>
                  <a:pt x="3772511" y="2475818"/>
                </a:lnTo>
                <a:lnTo>
                  <a:pt x="3812222" y="2482187"/>
                </a:lnTo>
                <a:lnTo>
                  <a:pt x="3851933" y="2488457"/>
                </a:lnTo>
                <a:lnTo>
                  <a:pt x="3891643" y="2494629"/>
                </a:lnTo>
                <a:lnTo>
                  <a:pt x="3931354" y="2500707"/>
                </a:lnTo>
                <a:lnTo>
                  <a:pt x="3971065" y="2506692"/>
                </a:lnTo>
                <a:lnTo>
                  <a:pt x="4010775" y="2512586"/>
                </a:lnTo>
                <a:lnTo>
                  <a:pt x="4050486" y="2518392"/>
                </a:lnTo>
                <a:lnTo>
                  <a:pt x="4090196" y="2524111"/>
                </a:lnTo>
                <a:lnTo>
                  <a:pt x="4129907" y="2529746"/>
                </a:lnTo>
                <a:lnTo>
                  <a:pt x="4169618" y="2535297"/>
                </a:lnTo>
                <a:lnTo>
                  <a:pt x="4209328" y="2540768"/>
                </a:lnTo>
                <a:lnTo>
                  <a:pt x="4249039" y="2546159"/>
                </a:lnTo>
                <a:lnTo>
                  <a:pt x="4288750" y="2551473"/>
                </a:lnTo>
                <a:lnTo>
                  <a:pt x="4328460" y="2556711"/>
                </a:lnTo>
                <a:lnTo>
                  <a:pt x="4368171" y="2561875"/>
                </a:lnTo>
                <a:lnTo>
                  <a:pt x="4407882" y="2566965"/>
                </a:lnTo>
                <a:lnTo>
                  <a:pt x="4447592" y="2571985"/>
                </a:lnTo>
                <a:lnTo>
                  <a:pt x="4487303" y="2576935"/>
                </a:lnTo>
                <a:lnTo>
                  <a:pt x="4527014" y="2581817"/>
                </a:lnTo>
                <a:lnTo>
                  <a:pt x="4566724" y="2586632"/>
                </a:lnTo>
                <a:lnTo>
                  <a:pt x="4606435" y="2591381"/>
                </a:lnTo>
                <a:lnTo>
                  <a:pt x="4646146" y="2596067"/>
                </a:lnTo>
                <a:lnTo>
                  <a:pt x="4685856" y="2600689"/>
                </a:lnTo>
                <a:lnTo>
                  <a:pt x="4725567" y="2605250"/>
                </a:lnTo>
                <a:lnTo>
                  <a:pt x="4765278" y="2609750"/>
                </a:lnTo>
                <a:lnTo>
                  <a:pt x="4804988" y="2614192"/>
                </a:lnTo>
                <a:lnTo>
                  <a:pt x="4824843" y="2616391"/>
                </a:lnTo>
              </a:path>
            </a:pathLst>
          </a:custGeom>
          <a:noFill/>
          <a:ln w="25400">
            <a:solidFill>
              <a:srgbClr val="8EDBD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08 polygon 35" descr="sci-ppt:o035"/>
          <p:cNvSpPr/>
          <p:nvPr/>
        </p:nvSpPr>
        <p:spPr>
          <a:xfrm>
            <a:off x="6970916" y="4752569"/>
            <a:ext cx="4824843" cy="73748"/>
          </a:xfrm>
          <a:custGeom>
            <a:avLst/>
            <a:gdLst/>
            <a:ahLst/>
            <a:cxnLst/>
            <a:rect l="l" t="t" r="r" b="b"/>
            <a:pathLst>
              <a:path w="4824843" h="73748">
                <a:moveTo>
                  <a:pt x="0" y="0"/>
                </a:moveTo>
                <a:lnTo>
                  <a:pt x="39710" y="1003"/>
                </a:lnTo>
                <a:lnTo>
                  <a:pt x="79421" y="1996"/>
                </a:lnTo>
                <a:lnTo>
                  <a:pt x="119132" y="2977"/>
                </a:lnTo>
                <a:lnTo>
                  <a:pt x="158842" y="3949"/>
                </a:lnTo>
                <a:lnTo>
                  <a:pt x="198553" y="4910"/>
                </a:lnTo>
                <a:lnTo>
                  <a:pt x="238264" y="5860"/>
                </a:lnTo>
                <a:lnTo>
                  <a:pt x="277974" y="6801"/>
                </a:lnTo>
                <a:lnTo>
                  <a:pt x="317685" y="7732"/>
                </a:lnTo>
                <a:lnTo>
                  <a:pt x="357396" y="8654"/>
                </a:lnTo>
                <a:lnTo>
                  <a:pt x="397106" y="9566"/>
                </a:lnTo>
                <a:lnTo>
                  <a:pt x="436817" y="10468"/>
                </a:lnTo>
                <a:lnTo>
                  <a:pt x="476527" y="11361"/>
                </a:lnTo>
                <a:lnTo>
                  <a:pt x="516238" y="12246"/>
                </a:lnTo>
                <a:lnTo>
                  <a:pt x="555949" y="13121"/>
                </a:lnTo>
                <a:lnTo>
                  <a:pt x="595659" y="13987"/>
                </a:lnTo>
                <a:lnTo>
                  <a:pt x="635370" y="14845"/>
                </a:lnTo>
                <a:lnTo>
                  <a:pt x="675081" y="15694"/>
                </a:lnTo>
                <a:lnTo>
                  <a:pt x="714791" y="16535"/>
                </a:lnTo>
                <a:lnTo>
                  <a:pt x="754502" y="17367"/>
                </a:lnTo>
                <a:lnTo>
                  <a:pt x="794213" y="18192"/>
                </a:lnTo>
                <a:lnTo>
                  <a:pt x="833923" y="19008"/>
                </a:lnTo>
                <a:lnTo>
                  <a:pt x="873634" y="19816"/>
                </a:lnTo>
                <a:lnTo>
                  <a:pt x="913345" y="20616"/>
                </a:lnTo>
                <a:lnTo>
                  <a:pt x="953055" y="21409"/>
                </a:lnTo>
                <a:lnTo>
                  <a:pt x="992766" y="22194"/>
                </a:lnTo>
                <a:lnTo>
                  <a:pt x="1032477" y="22972"/>
                </a:lnTo>
                <a:lnTo>
                  <a:pt x="1072187" y="23742"/>
                </a:lnTo>
                <a:lnTo>
                  <a:pt x="1111898" y="24505"/>
                </a:lnTo>
                <a:lnTo>
                  <a:pt x="1151608" y="25261"/>
                </a:lnTo>
                <a:lnTo>
                  <a:pt x="1191319" y="26010"/>
                </a:lnTo>
                <a:lnTo>
                  <a:pt x="1231030" y="26751"/>
                </a:lnTo>
                <a:lnTo>
                  <a:pt x="1270740" y="27486"/>
                </a:lnTo>
                <a:lnTo>
                  <a:pt x="1310451" y="28214"/>
                </a:lnTo>
                <a:lnTo>
                  <a:pt x="1350162" y="28936"/>
                </a:lnTo>
                <a:lnTo>
                  <a:pt x="1389872" y="29651"/>
                </a:lnTo>
                <a:lnTo>
                  <a:pt x="1429583" y="30359"/>
                </a:lnTo>
                <a:lnTo>
                  <a:pt x="1469294" y="31061"/>
                </a:lnTo>
                <a:lnTo>
                  <a:pt x="1509004" y="31756"/>
                </a:lnTo>
                <a:lnTo>
                  <a:pt x="1548715" y="32446"/>
                </a:lnTo>
                <a:lnTo>
                  <a:pt x="1588426" y="33129"/>
                </a:lnTo>
                <a:lnTo>
                  <a:pt x="1628136" y="33806"/>
                </a:lnTo>
                <a:lnTo>
                  <a:pt x="1667847" y="34477"/>
                </a:lnTo>
                <a:lnTo>
                  <a:pt x="1707558" y="35142"/>
                </a:lnTo>
                <a:lnTo>
                  <a:pt x="1747268" y="35801"/>
                </a:lnTo>
                <a:lnTo>
                  <a:pt x="1786979" y="36455"/>
                </a:lnTo>
                <a:lnTo>
                  <a:pt x="1826690" y="37102"/>
                </a:lnTo>
                <a:lnTo>
                  <a:pt x="1866400" y="37745"/>
                </a:lnTo>
                <a:lnTo>
                  <a:pt x="1906111" y="38381"/>
                </a:lnTo>
                <a:lnTo>
                  <a:pt x="1945821" y="39012"/>
                </a:lnTo>
                <a:lnTo>
                  <a:pt x="1985532" y="39638"/>
                </a:lnTo>
                <a:lnTo>
                  <a:pt x="2025243" y="40259"/>
                </a:lnTo>
                <a:lnTo>
                  <a:pt x="2064953" y="40874"/>
                </a:lnTo>
                <a:lnTo>
                  <a:pt x="2104664" y="41484"/>
                </a:lnTo>
                <a:lnTo>
                  <a:pt x="2144375" y="42088"/>
                </a:lnTo>
                <a:lnTo>
                  <a:pt x="2184085" y="42688"/>
                </a:lnTo>
                <a:lnTo>
                  <a:pt x="2223796" y="43283"/>
                </a:lnTo>
                <a:lnTo>
                  <a:pt x="2263507" y="43873"/>
                </a:lnTo>
                <a:lnTo>
                  <a:pt x="2303217" y="44458"/>
                </a:lnTo>
                <a:lnTo>
                  <a:pt x="2342928" y="45038"/>
                </a:lnTo>
                <a:lnTo>
                  <a:pt x="2382639" y="45613"/>
                </a:lnTo>
                <a:lnTo>
                  <a:pt x="2422349" y="46184"/>
                </a:lnTo>
                <a:lnTo>
                  <a:pt x="2462060" y="46750"/>
                </a:lnTo>
                <a:lnTo>
                  <a:pt x="2501771" y="47311"/>
                </a:lnTo>
                <a:lnTo>
                  <a:pt x="2541481" y="47868"/>
                </a:lnTo>
                <a:lnTo>
                  <a:pt x="2581192" y="48420"/>
                </a:lnTo>
                <a:lnTo>
                  <a:pt x="2620902" y="48968"/>
                </a:lnTo>
                <a:lnTo>
                  <a:pt x="2660613" y="49512"/>
                </a:lnTo>
                <a:lnTo>
                  <a:pt x="2700324" y="50051"/>
                </a:lnTo>
                <a:lnTo>
                  <a:pt x="2740034" y="50586"/>
                </a:lnTo>
                <a:lnTo>
                  <a:pt x="2779745" y="51117"/>
                </a:lnTo>
                <a:lnTo>
                  <a:pt x="2819456" y="51644"/>
                </a:lnTo>
                <a:lnTo>
                  <a:pt x="2859166" y="52166"/>
                </a:lnTo>
                <a:lnTo>
                  <a:pt x="2898877" y="52684"/>
                </a:lnTo>
                <a:lnTo>
                  <a:pt x="2938588" y="53199"/>
                </a:lnTo>
                <a:lnTo>
                  <a:pt x="2978298" y="53709"/>
                </a:lnTo>
                <a:lnTo>
                  <a:pt x="3018009" y="54216"/>
                </a:lnTo>
                <a:lnTo>
                  <a:pt x="3057720" y="54718"/>
                </a:lnTo>
                <a:lnTo>
                  <a:pt x="3097430" y="55217"/>
                </a:lnTo>
                <a:lnTo>
                  <a:pt x="3137141" y="55712"/>
                </a:lnTo>
                <a:lnTo>
                  <a:pt x="3176852" y="56203"/>
                </a:lnTo>
                <a:lnTo>
                  <a:pt x="3216562" y="56691"/>
                </a:lnTo>
                <a:lnTo>
                  <a:pt x="3256273" y="57174"/>
                </a:lnTo>
                <a:lnTo>
                  <a:pt x="3295984" y="57655"/>
                </a:lnTo>
                <a:lnTo>
                  <a:pt x="3335694" y="58131"/>
                </a:lnTo>
                <a:lnTo>
                  <a:pt x="3375405" y="58604"/>
                </a:lnTo>
                <a:lnTo>
                  <a:pt x="3415115" y="59074"/>
                </a:lnTo>
                <a:lnTo>
                  <a:pt x="3454826" y="59540"/>
                </a:lnTo>
                <a:lnTo>
                  <a:pt x="3494537" y="60002"/>
                </a:lnTo>
                <a:lnTo>
                  <a:pt x="3534247" y="60462"/>
                </a:lnTo>
                <a:lnTo>
                  <a:pt x="3573958" y="60918"/>
                </a:lnTo>
                <a:lnTo>
                  <a:pt x="3613669" y="61370"/>
                </a:lnTo>
                <a:lnTo>
                  <a:pt x="3653379" y="61819"/>
                </a:lnTo>
                <a:lnTo>
                  <a:pt x="3693090" y="62265"/>
                </a:lnTo>
                <a:lnTo>
                  <a:pt x="3732801" y="62708"/>
                </a:lnTo>
                <a:lnTo>
                  <a:pt x="3772511" y="63148"/>
                </a:lnTo>
                <a:lnTo>
                  <a:pt x="3812222" y="63584"/>
                </a:lnTo>
                <a:lnTo>
                  <a:pt x="3851933" y="64018"/>
                </a:lnTo>
                <a:lnTo>
                  <a:pt x="3891643" y="64448"/>
                </a:lnTo>
                <a:lnTo>
                  <a:pt x="3931354" y="64875"/>
                </a:lnTo>
                <a:lnTo>
                  <a:pt x="3971065" y="65299"/>
                </a:lnTo>
                <a:lnTo>
                  <a:pt x="4010775" y="65721"/>
                </a:lnTo>
                <a:lnTo>
                  <a:pt x="4050486" y="66139"/>
                </a:lnTo>
                <a:lnTo>
                  <a:pt x="4090196" y="66554"/>
                </a:lnTo>
                <a:lnTo>
                  <a:pt x="4129907" y="66967"/>
                </a:lnTo>
                <a:lnTo>
                  <a:pt x="4169618" y="67377"/>
                </a:lnTo>
                <a:lnTo>
                  <a:pt x="4209328" y="67783"/>
                </a:lnTo>
                <a:lnTo>
                  <a:pt x="4249039" y="68187"/>
                </a:lnTo>
                <a:lnTo>
                  <a:pt x="4288750" y="68589"/>
                </a:lnTo>
                <a:lnTo>
                  <a:pt x="4328460" y="68987"/>
                </a:lnTo>
                <a:lnTo>
                  <a:pt x="4368171" y="69383"/>
                </a:lnTo>
                <a:lnTo>
                  <a:pt x="4407882" y="69776"/>
                </a:lnTo>
                <a:lnTo>
                  <a:pt x="4447592" y="70166"/>
                </a:lnTo>
                <a:lnTo>
                  <a:pt x="4487303" y="70554"/>
                </a:lnTo>
                <a:lnTo>
                  <a:pt x="4527014" y="70939"/>
                </a:lnTo>
                <a:lnTo>
                  <a:pt x="4566724" y="71322"/>
                </a:lnTo>
                <a:lnTo>
                  <a:pt x="4606435" y="71702"/>
                </a:lnTo>
                <a:lnTo>
                  <a:pt x="4646146" y="72080"/>
                </a:lnTo>
                <a:lnTo>
                  <a:pt x="4685856" y="72455"/>
                </a:lnTo>
                <a:lnTo>
                  <a:pt x="4725567" y="72827"/>
                </a:lnTo>
                <a:lnTo>
                  <a:pt x="4765278" y="73197"/>
                </a:lnTo>
                <a:lnTo>
                  <a:pt x="4804988" y="73565"/>
                </a:lnTo>
                <a:lnTo>
                  <a:pt x="4824843" y="73748"/>
                </a:lnTo>
              </a:path>
            </a:pathLst>
          </a:custGeom>
          <a:noFill/>
          <a:ln w="25400">
            <a:solidFill>
              <a:srgbClr val="F28BA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08 text 36" descr="sci-ppt:o036"/>
          <p:cNvSpPr txBox="1"/>
          <p:nvPr/>
        </p:nvSpPr>
        <p:spPr>
          <a:xfrm>
            <a:off x="7628381" y="1437322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(3 + 4SR)/[R(1 + SR)], χ = 1</a:t>
            </a:r>
          </a:p>
        </p:txBody>
      </p:sp>
      <p:sp>
        <p:nvSpPr>
          <p:cNvPr id="39" name="C3-E08 text 37" descr="sci-ppt:o037"/>
          <p:cNvSpPr txBox="1"/>
          <p:nvPr/>
        </p:nvSpPr>
        <p:spPr>
          <a:xfrm>
            <a:off x="9566909" y="3464433"/>
            <a:ext cx="731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3/R</a:t>
            </a:r>
          </a:p>
        </p:txBody>
      </p:sp>
      <p:sp>
        <p:nvSpPr>
          <p:cNvPr id="40" name="C3-E08 text 38" descr="sci-ppt:o038"/>
          <p:cNvSpPr txBox="1"/>
          <p:nvPr/>
        </p:nvSpPr>
        <p:spPr>
          <a:xfrm>
            <a:off x="9142857" y="4511992"/>
            <a:ext cx="1463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S/(1 + SR)</a:t>
            </a:r>
          </a:p>
        </p:txBody>
      </p:sp>
      <p:sp>
        <p:nvSpPr>
          <p:cNvPr id="41" name="C3-E08 round_rect 39" descr="sci-ppt:o039"/>
          <p:cNvSpPr/>
          <p:nvPr/>
        </p:nvSpPr>
        <p:spPr>
          <a:xfrm>
            <a:off x="365760" y="914400"/>
            <a:ext cx="60350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08 text 40" descr="sci-ppt:o040"/>
          <p:cNvSpPr txBox="1"/>
          <p:nvPr/>
        </p:nvSpPr>
        <p:spPr>
          <a:xfrm>
            <a:off x="475488" y="969264"/>
            <a:ext cx="58155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Rebuilding the integrating factor</a:t>
            </a:r>
          </a:p>
        </p:txBody>
      </p:sp>
      <p:sp>
        <p:nvSpPr>
          <p:cNvPr id="43" name="C3-E08 text 41" descr="sci-ppt:o041"/>
          <p:cNvSpPr txBox="1"/>
          <p:nvPr/>
        </p:nvSpPr>
        <p:spPr>
          <a:xfrm>
            <a:off x="548640" y="1371600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1  y = Ṙ²,  dy/dR = 2R̈</a:t>
            </a:r>
          </a:p>
        </p:txBody>
      </p:sp>
      <p:sp>
        <p:nvSpPr>
          <p:cNvPr id="44" name="C3-E08 text 42" descr="sci-ppt:o042"/>
          <p:cNvSpPr txBox="1"/>
          <p:nvPr/>
        </p:nvSpPr>
        <p:spPr>
          <a:xfrm>
            <a:off x="777240" y="1673352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turns the radial equation into a first-order ODE for y(R)</a:t>
            </a:r>
          </a:p>
        </p:txBody>
      </p:sp>
      <p:sp>
        <p:nvSpPr>
          <p:cNvPr id="45" name="C3-E08 text 43" descr="sci-ppt:o043"/>
          <p:cNvSpPr txBox="1"/>
          <p:nvPr/>
        </p:nvSpPr>
        <p:spPr>
          <a:xfrm>
            <a:off x="548640" y="2179320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2  y′ + [(3 + 4SR)/(R(1 + SR))] y = −2Δp_c / [ρR(1 + SR)]</a:t>
            </a:r>
          </a:p>
        </p:txBody>
      </p:sp>
      <p:sp>
        <p:nvSpPr>
          <p:cNvPr id="46" name="C3-E08 text 44" descr="sci-ppt:o044"/>
          <p:cNvSpPr txBox="1"/>
          <p:nvPr/>
        </p:nvSpPr>
        <p:spPr>
          <a:xfrm>
            <a:off x="777240" y="2636520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linear first order</a:t>
            </a:r>
          </a:p>
        </p:txBody>
      </p:sp>
      <p:sp>
        <p:nvSpPr>
          <p:cNvPr id="47" name="C3-E08 text 45" descr="sci-ppt:o045"/>
          <p:cNvSpPr txBox="1"/>
          <p:nvPr/>
        </p:nvSpPr>
        <p:spPr>
          <a:xfrm>
            <a:off x="548640" y="3142488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3  (3 + 4SR)/(R(1 + SR)) = 3/R + S/(1 + SR)</a:t>
            </a:r>
          </a:p>
        </p:txBody>
      </p:sp>
      <p:sp>
        <p:nvSpPr>
          <p:cNvPr id="48" name="C3-E08 text 46" descr="sci-ppt:o046"/>
          <p:cNvSpPr txBox="1"/>
          <p:nvPr/>
        </p:nvSpPr>
        <p:spPr>
          <a:xfrm>
            <a:off x="777240" y="3444240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partial fractions: both pieces are logarithmic derivatives</a:t>
            </a:r>
          </a:p>
        </p:txBody>
      </p:sp>
      <p:sp>
        <p:nvSpPr>
          <p:cNvPr id="49" name="C3-E08 text 47" descr="sci-ppt:o047"/>
          <p:cNvSpPr txBox="1"/>
          <p:nvPr/>
        </p:nvSpPr>
        <p:spPr>
          <a:xfrm>
            <a:off x="548640" y="3950207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4  integrating factor R³(1 + SR)</a:t>
            </a:r>
          </a:p>
        </p:txBody>
      </p:sp>
      <p:sp>
        <p:nvSpPr>
          <p:cNvPr id="50" name="C3-E08 text 48" descr="sci-ppt:o048"/>
          <p:cNvSpPr txBox="1"/>
          <p:nvPr/>
        </p:nvSpPr>
        <p:spPr>
          <a:xfrm>
            <a:off x="777240" y="4251959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then d/dR [R³(1 + SR) y] = −(2Δp_c/ρ) R²</a:t>
            </a:r>
          </a:p>
        </p:txBody>
      </p:sp>
      <p:sp>
        <p:nvSpPr>
          <p:cNvPr id="51" name="C3-E08 text 49" descr="sci-ppt:o049"/>
          <p:cNvSpPr txBox="1"/>
          <p:nvPr/>
        </p:nvSpPr>
        <p:spPr>
          <a:xfrm>
            <a:off x="6675120" y="5715000"/>
            <a:ext cx="51206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two dashed pieces add to the solid curve (partial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fractions).</a:t>
            </a:r>
          </a:p>
        </p:txBody>
      </p:sp>
      <p:sp>
        <p:nvSpPr>
          <p:cNvPr id="52" name="C3-E08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Integrating factor of Eq. C3-E08.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C3-E09 · Integrated solution on the inward branch</a:t>
            </a:r>
          </a:p>
        </p:txBody>
      </p:sp>
      <p:cxnSp>
        <p:nvCxnSpPr>
          <p:cNvPr id="3" name="C3-E09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9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9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9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9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3-E09 line 6" descr="sci-ppt:o006"/>
          <p:cNvCxnSpPr/>
          <p:nvPr/>
        </p:nvCxnSpPr>
        <p:spPr>
          <a:xfrm>
            <a:off x="2423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9 line 7" descr="sci-ppt:o007"/>
          <p:cNvCxnSpPr/>
          <p:nvPr/>
        </p:nvCxnSpPr>
        <p:spPr>
          <a:xfrm>
            <a:off x="2423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9 text 8" descr="sci-ppt:o008"/>
          <p:cNvSpPr txBox="1"/>
          <p:nvPr/>
        </p:nvSpPr>
        <p:spPr>
          <a:xfrm>
            <a:off x="1965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3-E09 line 9" descr="sci-ppt:o009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9 line 10" descr="sci-ppt:o010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9 text 11" descr="sci-ppt:o011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3-E09 line 12" descr="sci-ppt:o012"/>
          <p:cNvCxnSpPr/>
          <p:nvPr/>
        </p:nvCxnSpPr>
        <p:spPr>
          <a:xfrm>
            <a:off x="54406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9 line 13" descr="sci-ppt:o013"/>
          <p:cNvCxnSpPr/>
          <p:nvPr/>
        </p:nvCxnSpPr>
        <p:spPr>
          <a:xfrm>
            <a:off x="54406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9 text 14" descr="sci-ppt:o014"/>
          <p:cNvSpPr txBox="1"/>
          <p:nvPr/>
        </p:nvSpPr>
        <p:spPr>
          <a:xfrm>
            <a:off x="4983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3-E09 line 15" descr="sci-ppt:o015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9 line 16" descr="sci-ppt:o016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09 text 17" descr="sci-ppt:o017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3-E09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09 line 19" descr="sci-ppt:o019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09 line 20" descr="sci-ppt:o020"/>
          <p:cNvCxnSpPr/>
          <p:nvPr/>
        </p:nvCxnSpPr>
        <p:spPr>
          <a:xfrm>
            <a:off x="914400" y="38100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09 text 21" descr="sci-ppt:o021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4" name="C3-E09 line 22" descr="sci-ppt:o022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09 line 23" descr="sci-ppt:o023"/>
          <p:cNvCxnSpPr/>
          <p:nvPr/>
        </p:nvCxnSpPr>
        <p:spPr>
          <a:xfrm>
            <a:off x="914400" y="25908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09 text 24" descr="sci-ppt:o024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200</a:t>
            </a:r>
          </a:p>
        </p:txBody>
      </p:sp>
      <p:cxnSp>
        <p:nvCxnSpPr>
          <p:cNvPr id="27" name="C3-E09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09 line 26" descr="sci-ppt:o026"/>
          <p:cNvCxnSpPr/>
          <p:nvPr/>
        </p:nvCxnSpPr>
        <p:spPr>
          <a:xfrm>
            <a:off x="914400" y="13716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09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sp>
        <p:nvSpPr>
          <p:cNvPr id="30" name="C3-E09 text 28" descr="sci-ppt:o028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Rₘₐₓ</a:t>
            </a:r>
          </a:p>
        </p:txBody>
      </p:sp>
      <p:sp>
        <p:nvSpPr>
          <p:cNvPr id="31" name="C3-E09 text 29" descr="sci-ppt:o029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|Ṙ|  (m/s)</a:t>
            </a:r>
          </a:p>
        </p:txBody>
      </p:sp>
      <p:sp>
        <p:nvSpPr>
          <p:cNvPr id="32" name="C3-E09 polygon 30" descr="sci-ppt:o030"/>
          <p:cNvSpPr/>
          <p:nvPr/>
        </p:nvSpPr>
        <p:spPr>
          <a:xfrm>
            <a:off x="1465829" y="1426323"/>
            <a:ext cx="5483611" cy="3602877"/>
          </a:xfrm>
          <a:custGeom>
            <a:avLst/>
            <a:gdLst/>
            <a:ahLst/>
            <a:cxnLst/>
            <a:rect l="l" t="t" r="r" b="b"/>
            <a:pathLst>
              <a:path w="5483611" h="3602877">
                <a:moveTo>
                  <a:pt x="0" y="0"/>
                </a:moveTo>
                <a:lnTo>
                  <a:pt x="38753" y="349256"/>
                </a:lnTo>
                <a:lnTo>
                  <a:pt x="77506" y="645586"/>
                </a:lnTo>
                <a:lnTo>
                  <a:pt x="116260" y="899581"/>
                </a:lnTo>
                <a:lnTo>
                  <a:pt x="155013" y="1119255"/>
                </a:lnTo>
                <a:lnTo>
                  <a:pt x="193767" y="1310772"/>
                </a:lnTo>
                <a:lnTo>
                  <a:pt x="232520" y="1478944"/>
                </a:lnTo>
                <a:lnTo>
                  <a:pt x="271274" y="1627572"/>
                </a:lnTo>
                <a:lnTo>
                  <a:pt x="310027" y="1759700"/>
                </a:lnTo>
                <a:lnTo>
                  <a:pt x="348780" y="1877786"/>
                </a:lnTo>
                <a:lnTo>
                  <a:pt x="387534" y="1983838"/>
                </a:lnTo>
                <a:lnTo>
                  <a:pt x="426287" y="2079509"/>
                </a:lnTo>
                <a:lnTo>
                  <a:pt x="465041" y="2166172"/>
                </a:lnTo>
                <a:lnTo>
                  <a:pt x="503794" y="2244973"/>
                </a:lnTo>
                <a:lnTo>
                  <a:pt x="542548" y="2316880"/>
                </a:lnTo>
                <a:lnTo>
                  <a:pt x="581301" y="2382710"/>
                </a:lnTo>
                <a:lnTo>
                  <a:pt x="620055" y="2443163"/>
                </a:lnTo>
                <a:lnTo>
                  <a:pt x="658808" y="2498835"/>
                </a:lnTo>
                <a:lnTo>
                  <a:pt x="697561" y="2550243"/>
                </a:lnTo>
                <a:lnTo>
                  <a:pt x="736315" y="2597832"/>
                </a:lnTo>
                <a:lnTo>
                  <a:pt x="775068" y="2641991"/>
                </a:lnTo>
                <a:lnTo>
                  <a:pt x="813822" y="2683058"/>
                </a:lnTo>
                <a:lnTo>
                  <a:pt x="852575" y="2721330"/>
                </a:lnTo>
                <a:lnTo>
                  <a:pt x="891329" y="2757068"/>
                </a:lnTo>
                <a:lnTo>
                  <a:pt x="930082" y="2790503"/>
                </a:lnTo>
                <a:lnTo>
                  <a:pt x="968835" y="2821840"/>
                </a:lnTo>
                <a:lnTo>
                  <a:pt x="1007589" y="2851259"/>
                </a:lnTo>
                <a:lnTo>
                  <a:pt x="1046342" y="2878924"/>
                </a:lnTo>
                <a:lnTo>
                  <a:pt x="1085096" y="2904979"/>
                </a:lnTo>
                <a:lnTo>
                  <a:pt x="1123849" y="2929553"/>
                </a:lnTo>
                <a:lnTo>
                  <a:pt x="1162603" y="2952764"/>
                </a:lnTo>
                <a:lnTo>
                  <a:pt x="1201356" y="2974717"/>
                </a:lnTo>
                <a:lnTo>
                  <a:pt x="1240109" y="2995506"/>
                </a:lnTo>
                <a:lnTo>
                  <a:pt x="1278863" y="3015217"/>
                </a:lnTo>
                <a:lnTo>
                  <a:pt x="1317616" y="3033930"/>
                </a:lnTo>
                <a:lnTo>
                  <a:pt x="1356370" y="3051714"/>
                </a:lnTo>
                <a:lnTo>
                  <a:pt x="1395123" y="3068633"/>
                </a:lnTo>
                <a:lnTo>
                  <a:pt x="1433877" y="3084748"/>
                </a:lnTo>
                <a:lnTo>
                  <a:pt x="1472630" y="3100112"/>
                </a:lnTo>
                <a:lnTo>
                  <a:pt x="1511384" y="3114775"/>
                </a:lnTo>
                <a:lnTo>
                  <a:pt x="1550137" y="3128781"/>
                </a:lnTo>
                <a:lnTo>
                  <a:pt x="1588890" y="3142172"/>
                </a:lnTo>
                <a:lnTo>
                  <a:pt x="1627644" y="3154986"/>
                </a:lnTo>
                <a:lnTo>
                  <a:pt x="1666397" y="3167260"/>
                </a:lnTo>
                <a:lnTo>
                  <a:pt x="1705151" y="3179025"/>
                </a:lnTo>
                <a:lnTo>
                  <a:pt x="1743904" y="3190311"/>
                </a:lnTo>
                <a:lnTo>
                  <a:pt x="1782658" y="3201147"/>
                </a:lnTo>
                <a:lnTo>
                  <a:pt x="1821411" y="3211558"/>
                </a:lnTo>
                <a:lnTo>
                  <a:pt x="1860164" y="3221569"/>
                </a:lnTo>
                <a:lnTo>
                  <a:pt x="1898918" y="3231201"/>
                </a:lnTo>
                <a:lnTo>
                  <a:pt x="1937671" y="3240475"/>
                </a:lnTo>
                <a:lnTo>
                  <a:pt x="1976425" y="3249411"/>
                </a:lnTo>
                <a:lnTo>
                  <a:pt x="2015178" y="3258027"/>
                </a:lnTo>
                <a:lnTo>
                  <a:pt x="2053932" y="3266339"/>
                </a:lnTo>
                <a:lnTo>
                  <a:pt x="2092685" y="3274363"/>
                </a:lnTo>
                <a:lnTo>
                  <a:pt x="2131438" y="3282114"/>
                </a:lnTo>
                <a:lnTo>
                  <a:pt x="2170192" y="3289606"/>
                </a:lnTo>
                <a:lnTo>
                  <a:pt x="2208945" y="3296852"/>
                </a:lnTo>
                <a:lnTo>
                  <a:pt x="2247699" y="3303863"/>
                </a:lnTo>
                <a:lnTo>
                  <a:pt x="2286452" y="3310651"/>
                </a:lnTo>
                <a:lnTo>
                  <a:pt x="2325206" y="3317228"/>
                </a:lnTo>
                <a:lnTo>
                  <a:pt x="2363959" y="3323601"/>
                </a:lnTo>
                <a:lnTo>
                  <a:pt x="2402712" y="3329783"/>
                </a:lnTo>
                <a:lnTo>
                  <a:pt x="2441466" y="3335780"/>
                </a:lnTo>
                <a:lnTo>
                  <a:pt x="2480219" y="3341602"/>
                </a:lnTo>
                <a:lnTo>
                  <a:pt x="2518973" y="3347257"/>
                </a:lnTo>
                <a:lnTo>
                  <a:pt x="2557726" y="3352751"/>
                </a:lnTo>
                <a:lnTo>
                  <a:pt x="2596480" y="3358093"/>
                </a:lnTo>
                <a:lnTo>
                  <a:pt x="2635233" y="3363289"/>
                </a:lnTo>
                <a:lnTo>
                  <a:pt x="2673987" y="3368345"/>
                </a:lnTo>
                <a:lnTo>
                  <a:pt x="2712740" y="3373268"/>
                </a:lnTo>
                <a:lnTo>
                  <a:pt x="2751493" y="3378062"/>
                </a:lnTo>
                <a:lnTo>
                  <a:pt x="2790247" y="3382734"/>
                </a:lnTo>
                <a:lnTo>
                  <a:pt x="2829000" y="3387289"/>
                </a:lnTo>
                <a:lnTo>
                  <a:pt x="2867754" y="3391731"/>
                </a:lnTo>
                <a:lnTo>
                  <a:pt x="2906507" y="3396066"/>
                </a:lnTo>
                <a:lnTo>
                  <a:pt x="2945261" y="3400297"/>
                </a:lnTo>
                <a:lnTo>
                  <a:pt x="2984014" y="3404429"/>
                </a:lnTo>
                <a:lnTo>
                  <a:pt x="3022767" y="3408466"/>
                </a:lnTo>
                <a:lnTo>
                  <a:pt x="3061521" y="3412412"/>
                </a:lnTo>
                <a:lnTo>
                  <a:pt x="3100274" y="3416271"/>
                </a:lnTo>
                <a:lnTo>
                  <a:pt x="3139028" y="3420045"/>
                </a:lnTo>
                <a:lnTo>
                  <a:pt x="3177781" y="3423739"/>
                </a:lnTo>
                <a:lnTo>
                  <a:pt x="3216535" y="3427355"/>
                </a:lnTo>
                <a:lnTo>
                  <a:pt x="3255288" y="3430898"/>
                </a:lnTo>
                <a:lnTo>
                  <a:pt x="3294041" y="3434369"/>
                </a:lnTo>
                <a:lnTo>
                  <a:pt x="3332795" y="3437771"/>
                </a:lnTo>
                <a:lnTo>
                  <a:pt x="3371548" y="3441108"/>
                </a:lnTo>
                <a:lnTo>
                  <a:pt x="3410302" y="3444382"/>
                </a:lnTo>
                <a:lnTo>
                  <a:pt x="3449055" y="3447595"/>
                </a:lnTo>
                <a:lnTo>
                  <a:pt x="3487809" y="3450750"/>
                </a:lnTo>
                <a:lnTo>
                  <a:pt x="3526562" y="3453849"/>
                </a:lnTo>
                <a:lnTo>
                  <a:pt x="3565316" y="3456895"/>
                </a:lnTo>
                <a:lnTo>
                  <a:pt x="3604069" y="3459889"/>
                </a:lnTo>
                <a:lnTo>
                  <a:pt x="3642822" y="3462835"/>
                </a:lnTo>
                <a:lnTo>
                  <a:pt x="3681576" y="3465733"/>
                </a:lnTo>
                <a:lnTo>
                  <a:pt x="3720329" y="3468587"/>
                </a:lnTo>
                <a:lnTo>
                  <a:pt x="3759083" y="3471397"/>
                </a:lnTo>
                <a:lnTo>
                  <a:pt x="3797836" y="3474166"/>
                </a:lnTo>
                <a:lnTo>
                  <a:pt x="3836590" y="3476896"/>
                </a:lnTo>
                <a:lnTo>
                  <a:pt x="3875343" y="3479589"/>
                </a:lnTo>
                <a:lnTo>
                  <a:pt x="3914096" y="3482246"/>
                </a:lnTo>
                <a:lnTo>
                  <a:pt x="3952850" y="3484869"/>
                </a:lnTo>
                <a:lnTo>
                  <a:pt x="3991603" y="3487460"/>
                </a:lnTo>
                <a:lnTo>
                  <a:pt x="4030357" y="3490020"/>
                </a:lnTo>
                <a:lnTo>
                  <a:pt x="4069110" y="3492552"/>
                </a:lnTo>
                <a:lnTo>
                  <a:pt x="4107864" y="3495057"/>
                </a:lnTo>
                <a:lnTo>
                  <a:pt x="4146617" y="3497536"/>
                </a:lnTo>
                <a:lnTo>
                  <a:pt x="4185370" y="3499992"/>
                </a:lnTo>
                <a:lnTo>
                  <a:pt x="4224124" y="3502426"/>
                </a:lnTo>
                <a:lnTo>
                  <a:pt x="4262877" y="3504840"/>
                </a:lnTo>
                <a:lnTo>
                  <a:pt x="4301631" y="3507235"/>
                </a:lnTo>
                <a:lnTo>
                  <a:pt x="4340384" y="3509614"/>
                </a:lnTo>
                <a:lnTo>
                  <a:pt x="4379138" y="3511978"/>
                </a:lnTo>
                <a:lnTo>
                  <a:pt x="4417891" y="3514329"/>
                </a:lnTo>
                <a:lnTo>
                  <a:pt x="4456644" y="3516668"/>
                </a:lnTo>
                <a:lnTo>
                  <a:pt x="4495398" y="3518999"/>
                </a:lnTo>
                <a:lnTo>
                  <a:pt x="4534151" y="3521323"/>
                </a:lnTo>
                <a:lnTo>
                  <a:pt x="4572905" y="3523642"/>
                </a:lnTo>
                <a:lnTo>
                  <a:pt x="4611658" y="3525959"/>
                </a:lnTo>
                <a:lnTo>
                  <a:pt x="4650412" y="3528276"/>
                </a:lnTo>
                <a:lnTo>
                  <a:pt x="4689165" y="3530596"/>
                </a:lnTo>
                <a:lnTo>
                  <a:pt x="4727919" y="3532922"/>
                </a:lnTo>
                <a:lnTo>
                  <a:pt x="4766672" y="3535257"/>
                </a:lnTo>
                <a:lnTo>
                  <a:pt x="4805425" y="3537605"/>
                </a:lnTo>
                <a:lnTo>
                  <a:pt x="4844179" y="3539970"/>
                </a:lnTo>
                <a:lnTo>
                  <a:pt x="4882932" y="3542357"/>
                </a:lnTo>
                <a:lnTo>
                  <a:pt x="4921686" y="3544770"/>
                </a:lnTo>
                <a:lnTo>
                  <a:pt x="4960439" y="3547216"/>
                </a:lnTo>
                <a:lnTo>
                  <a:pt x="4999193" y="3549702"/>
                </a:lnTo>
                <a:lnTo>
                  <a:pt x="5037946" y="3552236"/>
                </a:lnTo>
                <a:lnTo>
                  <a:pt x="5076699" y="3554829"/>
                </a:lnTo>
                <a:lnTo>
                  <a:pt x="5115453" y="3557494"/>
                </a:lnTo>
                <a:lnTo>
                  <a:pt x="5154206" y="3560246"/>
                </a:lnTo>
                <a:lnTo>
                  <a:pt x="5192960" y="3563107"/>
                </a:lnTo>
                <a:lnTo>
                  <a:pt x="5231713" y="3566105"/>
                </a:lnTo>
                <a:lnTo>
                  <a:pt x="5270467" y="3569280"/>
                </a:lnTo>
                <a:lnTo>
                  <a:pt x="5309220" y="3572690"/>
                </a:lnTo>
                <a:lnTo>
                  <a:pt x="5347973" y="3576431"/>
                </a:lnTo>
                <a:lnTo>
                  <a:pt x="5386727" y="3580673"/>
                </a:lnTo>
                <a:lnTo>
                  <a:pt x="5425480" y="3585790"/>
                </a:lnTo>
                <a:lnTo>
                  <a:pt x="5464234" y="3593075"/>
                </a:lnTo>
                <a:lnTo>
                  <a:pt x="5483611" y="3602877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09 ellipse 31" descr="sci-ppt:o031"/>
          <p:cNvSpPr/>
          <p:nvPr/>
        </p:nvSpPr>
        <p:spPr>
          <a:xfrm>
            <a:off x="3877056" y="4710958"/>
            <a:ext cx="109728" cy="109728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3-E09 polygon 32" descr="sci-ppt:o032"/>
          <p:cNvSpPr/>
          <p:nvPr/>
        </p:nvSpPr>
        <p:spPr>
          <a:xfrm>
            <a:off x="1465829" y="1580438"/>
            <a:ext cx="5483611" cy="3448762"/>
          </a:xfrm>
          <a:custGeom>
            <a:avLst/>
            <a:gdLst/>
            <a:ahLst/>
            <a:cxnLst/>
            <a:rect l="l" t="t" r="r" b="b"/>
            <a:pathLst>
              <a:path w="5483611" h="3448762">
                <a:moveTo>
                  <a:pt x="0" y="0"/>
                </a:moveTo>
                <a:lnTo>
                  <a:pt x="38753" y="343439"/>
                </a:lnTo>
                <a:lnTo>
                  <a:pt x="77506" y="634481"/>
                </a:lnTo>
                <a:lnTo>
                  <a:pt x="116260" y="883641"/>
                </a:lnTo>
                <a:lnTo>
                  <a:pt x="155013" y="1098870"/>
                </a:lnTo>
                <a:lnTo>
                  <a:pt x="193767" y="1286282"/>
                </a:lnTo>
                <a:lnTo>
                  <a:pt x="232520" y="1450645"/>
                </a:lnTo>
                <a:lnTo>
                  <a:pt x="271274" y="1595727"/>
                </a:lnTo>
                <a:lnTo>
                  <a:pt x="310027" y="1724541"/>
                </a:lnTo>
                <a:lnTo>
                  <a:pt x="348780" y="1839521"/>
                </a:lnTo>
                <a:lnTo>
                  <a:pt x="387534" y="1942653"/>
                </a:lnTo>
                <a:lnTo>
                  <a:pt x="426287" y="2035572"/>
                </a:lnTo>
                <a:lnTo>
                  <a:pt x="465041" y="2119634"/>
                </a:lnTo>
                <a:lnTo>
                  <a:pt x="503794" y="2195973"/>
                </a:lnTo>
                <a:lnTo>
                  <a:pt x="542548" y="2265542"/>
                </a:lnTo>
                <a:lnTo>
                  <a:pt x="581301" y="2329151"/>
                </a:lnTo>
                <a:lnTo>
                  <a:pt x="620055" y="2387486"/>
                </a:lnTo>
                <a:lnTo>
                  <a:pt x="658808" y="2441139"/>
                </a:lnTo>
                <a:lnTo>
                  <a:pt x="697561" y="2490616"/>
                </a:lnTo>
                <a:lnTo>
                  <a:pt x="736315" y="2536358"/>
                </a:lnTo>
                <a:lnTo>
                  <a:pt x="775068" y="2578745"/>
                </a:lnTo>
                <a:lnTo>
                  <a:pt x="813822" y="2618112"/>
                </a:lnTo>
                <a:lnTo>
                  <a:pt x="852575" y="2654750"/>
                </a:lnTo>
                <a:lnTo>
                  <a:pt x="891329" y="2688916"/>
                </a:lnTo>
                <a:lnTo>
                  <a:pt x="930082" y="2720837"/>
                </a:lnTo>
                <a:lnTo>
                  <a:pt x="968835" y="2750713"/>
                </a:lnTo>
                <a:lnTo>
                  <a:pt x="1007589" y="2778723"/>
                </a:lnTo>
                <a:lnTo>
                  <a:pt x="1046342" y="2805025"/>
                </a:lnTo>
                <a:lnTo>
                  <a:pt x="1085096" y="2829763"/>
                </a:lnTo>
                <a:lnTo>
                  <a:pt x="1123849" y="2853062"/>
                </a:lnTo>
                <a:lnTo>
                  <a:pt x="1162603" y="2875037"/>
                </a:lnTo>
                <a:lnTo>
                  <a:pt x="1201356" y="2895791"/>
                </a:lnTo>
                <a:lnTo>
                  <a:pt x="1240109" y="2915417"/>
                </a:lnTo>
                <a:lnTo>
                  <a:pt x="1278863" y="2933999"/>
                </a:lnTo>
                <a:lnTo>
                  <a:pt x="1317616" y="2951613"/>
                </a:lnTo>
                <a:lnTo>
                  <a:pt x="1356370" y="2968329"/>
                </a:lnTo>
                <a:lnTo>
                  <a:pt x="1395123" y="2984210"/>
                </a:lnTo>
                <a:lnTo>
                  <a:pt x="1433877" y="2999312"/>
                </a:lnTo>
                <a:lnTo>
                  <a:pt x="1472630" y="3013690"/>
                </a:lnTo>
                <a:lnTo>
                  <a:pt x="1511384" y="3027390"/>
                </a:lnTo>
                <a:lnTo>
                  <a:pt x="1550137" y="3040457"/>
                </a:lnTo>
                <a:lnTo>
                  <a:pt x="1588890" y="3052931"/>
                </a:lnTo>
                <a:lnTo>
                  <a:pt x="1627644" y="3064850"/>
                </a:lnTo>
                <a:lnTo>
                  <a:pt x="1666397" y="3076248"/>
                </a:lnTo>
                <a:lnTo>
                  <a:pt x="1705151" y="3087156"/>
                </a:lnTo>
                <a:lnTo>
                  <a:pt x="1743904" y="3097605"/>
                </a:lnTo>
                <a:lnTo>
                  <a:pt x="1782658" y="3107621"/>
                </a:lnTo>
                <a:lnTo>
                  <a:pt x="1821411" y="3117228"/>
                </a:lnTo>
                <a:lnTo>
                  <a:pt x="1860164" y="3126451"/>
                </a:lnTo>
                <a:lnTo>
                  <a:pt x="1898918" y="3135311"/>
                </a:lnTo>
                <a:lnTo>
                  <a:pt x="1937671" y="3143828"/>
                </a:lnTo>
                <a:lnTo>
                  <a:pt x="1976425" y="3152021"/>
                </a:lnTo>
                <a:lnTo>
                  <a:pt x="2015178" y="3159907"/>
                </a:lnTo>
                <a:lnTo>
                  <a:pt x="2053932" y="3167502"/>
                </a:lnTo>
                <a:lnTo>
                  <a:pt x="2092685" y="3174822"/>
                </a:lnTo>
                <a:lnTo>
                  <a:pt x="2131438" y="3181881"/>
                </a:lnTo>
                <a:lnTo>
                  <a:pt x="2170192" y="3188692"/>
                </a:lnTo>
                <a:lnTo>
                  <a:pt x="2208945" y="3195267"/>
                </a:lnTo>
                <a:lnTo>
                  <a:pt x="2247699" y="3201619"/>
                </a:lnTo>
                <a:lnTo>
                  <a:pt x="2286452" y="3207758"/>
                </a:lnTo>
                <a:lnTo>
                  <a:pt x="2325206" y="3213694"/>
                </a:lnTo>
                <a:lnTo>
                  <a:pt x="2363959" y="3219437"/>
                </a:lnTo>
                <a:lnTo>
                  <a:pt x="2402712" y="3224997"/>
                </a:lnTo>
                <a:lnTo>
                  <a:pt x="2441466" y="3230381"/>
                </a:lnTo>
                <a:lnTo>
                  <a:pt x="2480219" y="3235598"/>
                </a:lnTo>
                <a:lnTo>
                  <a:pt x="2518973" y="3240656"/>
                </a:lnTo>
                <a:lnTo>
                  <a:pt x="2557726" y="3245561"/>
                </a:lnTo>
                <a:lnTo>
                  <a:pt x="2596480" y="3250321"/>
                </a:lnTo>
                <a:lnTo>
                  <a:pt x="2635233" y="3254942"/>
                </a:lnTo>
                <a:lnTo>
                  <a:pt x="2673987" y="3259429"/>
                </a:lnTo>
                <a:lnTo>
                  <a:pt x="2712740" y="3263790"/>
                </a:lnTo>
                <a:lnTo>
                  <a:pt x="2751493" y="3268028"/>
                </a:lnTo>
                <a:lnTo>
                  <a:pt x="2790247" y="3272151"/>
                </a:lnTo>
                <a:lnTo>
                  <a:pt x="2829000" y="3276161"/>
                </a:lnTo>
                <a:lnTo>
                  <a:pt x="2867754" y="3280064"/>
                </a:lnTo>
                <a:lnTo>
                  <a:pt x="2906507" y="3283865"/>
                </a:lnTo>
                <a:lnTo>
                  <a:pt x="2945261" y="3287567"/>
                </a:lnTo>
                <a:lnTo>
                  <a:pt x="2984014" y="3291175"/>
                </a:lnTo>
                <a:lnTo>
                  <a:pt x="3022767" y="3294693"/>
                </a:lnTo>
                <a:lnTo>
                  <a:pt x="3061521" y="3298123"/>
                </a:lnTo>
                <a:lnTo>
                  <a:pt x="3100274" y="3301470"/>
                </a:lnTo>
                <a:lnTo>
                  <a:pt x="3139028" y="3304737"/>
                </a:lnTo>
                <a:lnTo>
                  <a:pt x="3177781" y="3307928"/>
                </a:lnTo>
                <a:lnTo>
                  <a:pt x="3216535" y="3311044"/>
                </a:lnTo>
                <a:lnTo>
                  <a:pt x="3255288" y="3314089"/>
                </a:lnTo>
                <a:lnTo>
                  <a:pt x="3294041" y="3317066"/>
                </a:lnTo>
                <a:lnTo>
                  <a:pt x="3332795" y="3319978"/>
                </a:lnTo>
                <a:lnTo>
                  <a:pt x="3371548" y="3322826"/>
                </a:lnTo>
                <a:lnTo>
                  <a:pt x="3410302" y="3325614"/>
                </a:lnTo>
                <a:lnTo>
                  <a:pt x="3449055" y="3328344"/>
                </a:lnTo>
                <a:lnTo>
                  <a:pt x="3487809" y="3331017"/>
                </a:lnTo>
                <a:lnTo>
                  <a:pt x="3526562" y="3333637"/>
                </a:lnTo>
                <a:lnTo>
                  <a:pt x="3565316" y="3336206"/>
                </a:lnTo>
                <a:lnTo>
                  <a:pt x="3604069" y="3338725"/>
                </a:lnTo>
                <a:lnTo>
                  <a:pt x="3642822" y="3341196"/>
                </a:lnTo>
                <a:lnTo>
                  <a:pt x="3681576" y="3343621"/>
                </a:lnTo>
                <a:lnTo>
                  <a:pt x="3720329" y="3346002"/>
                </a:lnTo>
                <a:lnTo>
                  <a:pt x="3759083" y="3348341"/>
                </a:lnTo>
                <a:lnTo>
                  <a:pt x="3797836" y="3350640"/>
                </a:lnTo>
                <a:lnTo>
                  <a:pt x="3836590" y="3352900"/>
                </a:lnTo>
                <a:lnTo>
                  <a:pt x="3875343" y="3355123"/>
                </a:lnTo>
                <a:lnTo>
                  <a:pt x="3914096" y="3357310"/>
                </a:lnTo>
                <a:lnTo>
                  <a:pt x="3952850" y="3359463"/>
                </a:lnTo>
                <a:lnTo>
                  <a:pt x="3991603" y="3361584"/>
                </a:lnTo>
                <a:lnTo>
                  <a:pt x="4030357" y="3363674"/>
                </a:lnTo>
                <a:lnTo>
                  <a:pt x="4069110" y="3365734"/>
                </a:lnTo>
                <a:lnTo>
                  <a:pt x="4107864" y="3367766"/>
                </a:lnTo>
                <a:lnTo>
                  <a:pt x="4146617" y="3369772"/>
                </a:lnTo>
                <a:lnTo>
                  <a:pt x="4185370" y="3371752"/>
                </a:lnTo>
                <a:lnTo>
                  <a:pt x="4224124" y="3373709"/>
                </a:lnTo>
                <a:lnTo>
                  <a:pt x="4262877" y="3375643"/>
                </a:lnTo>
                <a:lnTo>
                  <a:pt x="4301631" y="3377557"/>
                </a:lnTo>
                <a:lnTo>
                  <a:pt x="4340384" y="3379451"/>
                </a:lnTo>
                <a:lnTo>
                  <a:pt x="4379138" y="3381327"/>
                </a:lnTo>
                <a:lnTo>
                  <a:pt x="4417891" y="3383187"/>
                </a:lnTo>
                <a:lnTo>
                  <a:pt x="4456644" y="3385032"/>
                </a:lnTo>
                <a:lnTo>
                  <a:pt x="4495398" y="3386863"/>
                </a:lnTo>
                <a:lnTo>
                  <a:pt x="4534151" y="3388683"/>
                </a:lnTo>
                <a:lnTo>
                  <a:pt x="4572905" y="3390493"/>
                </a:lnTo>
                <a:lnTo>
                  <a:pt x="4611658" y="3392295"/>
                </a:lnTo>
                <a:lnTo>
                  <a:pt x="4650412" y="3394090"/>
                </a:lnTo>
                <a:lnTo>
                  <a:pt x="4689165" y="3395882"/>
                </a:lnTo>
                <a:lnTo>
                  <a:pt x="4727919" y="3397671"/>
                </a:lnTo>
                <a:lnTo>
                  <a:pt x="4766672" y="3399461"/>
                </a:lnTo>
                <a:lnTo>
                  <a:pt x="4805425" y="3401254"/>
                </a:lnTo>
                <a:lnTo>
                  <a:pt x="4844179" y="3403053"/>
                </a:lnTo>
                <a:lnTo>
                  <a:pt x="4882932" y="3404861"/>
                </a:lnTo>
                <a:lnTo>
                  <a:pt x="4921686" y="3406683"/>
                </a:lnTo>
                <a:lnTo>
                  <a:pt x="4960439" y="3408522"/>
                </a:lnTo>
                <a:lnTo>
                  <a:pt x="4999193" y="3410383"/>
                </a:lnTo>
                <a:lnTo>
                  <a:pt x="5037946" y="3412273"/>
                </a:lnTo>
                <a:lnTo>
                  <a:pt x="5076699" y="3414199"/>
                </a:lnTo>
                <a:lnTo>
                  <a:pt x="5115453" y="3416170"/>
                </a:lnTo>
                <a:lnTo>
                  <a:pt x="5154206" y="3418197"/>
                </a:lnTo>
                <a:lnTo>
                  <a:pt x="5192960" y="3420296"/>
                </a:lnTo>
                <a:lnTo>
                  <a:pt x="5231713" y="3422485"/>
                </a:lnTo>
                <a:lnTo>
                  <a:pt x="5270467" y="3424793"/>
                </a:lnTo>
                <a:lnTo>
                  <a:pt x="5309220" y="3427261"/>
                </a:lnTo>
                <a:lnTo>
                  <a:pt x="5347973" y="3429956"/>
                </a:lnTo>
                <a:lnTo>
                  <a:pt x="5386727" y="3432998"/>
                </a:lnTo>
                <a:lnTo>
                  <a:pt x="5425480" y="3436650"/>
                </a:lnTo>
                <a:lnTo>
                  <a:pt x="5464234" y="3441825"/>
                </a:lnTo>
                <a:lnTo>
                  <a:pt x="5483611" y="3448762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09 ellipse 33" descr="sci-ppt:o033"/>
          <p:cNvSpPr/>
          <p:nvPr/>
        </p:nvSpPr>
        <p:spPr>
          <a:xfrm>
            <a:off x="3877056" y="4759289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09 polygon 34" descr="sci-ppt:o034"/>
          <p:cNvSpPr/>
          <p:nvPr/>
        </p:nvSpPr>
        <p:spPr>
          <a:xfrm>
            <a:off x="1427075" y="1441165"/>
            <a:ext cx="5522365" cy="3588035"/>
          </a:xfrm>
          <a:custGeom>
            <a:avLst/>
            <a:gdLst/>
            <a:ahLst/>
            <a:cxnLst/>
            <a:rect l="l" t="t" r="r" b="b"/>
            <a:pathLst>
              <a:path w="5522365" h="3588035">
                <a:moveTo>
                  <a:pt x="0" y="0"/>
                </a:moveTo>
                <a:lnTo>
                  <a:pt x="38754" y="396164"/>
                </a:lnTo>
                <a:lnTo>
                  <a:pt x="77507" y="727125"/>
                </a:lnTo>
                <a:lnTo>
                  <a:pt x="116260" y="1006839"/>
                </a:lnTo>
                <a:lnTo>
                  <a:pt x="155014" y="1245658"/>
                </a:lnTo>
                <a:lnTo>
                  <a:pt x="193767" y="1451399"/>
                </a:lnTo>
                <a:lnTo>
                  <a:pt x="232521" y="1630068"/>
                </a:lnTo>
                <a:lnTo>
                  <a:pt x="271274" y="1786343"/>
                </a:lnTo>
                <a:lnTo>
                  <a:pt x="310028" y="1923916"/>
                </a:lnTo>
                <a:lnTo>
                  <a:pt x="348781" y="2045736"/>
                </a:lnTo>
                <a:lnTo>
                  <a:pt x="387534" y="2154184"/>
                </a:lnTo>
                <a:lnTo>
                  <a:pt x="426288" y="2251198"/>
                </a:lnTo>
                <a:lnTo>
                  <a:pt x="465041" y="2338373"/>
                </a:lnTo>
                <a:lnTo>
                  <a:pt x="503795" y="2417031"/>
                </a:lnTo>
                <a:lnTo>
                  <a:pt x="542548" y="2488274"/>
                </a:lnTo>
                <a:lnTo>
                  <a:pt x="581302" y="2553029"/>
                </a:lnTo>
                <a:lnTo>
                  <a:pt x="620055" y="2612082"/>
                </a:lnTo>
                <a:lnTo>
                  <a:pt x="658809" y="2666098"/>
                </a:lnTo>
                <a:lnTo>
                  <a:pt x="697562" y="2715651"/>
                </a:lnTo>
                <a:lnTo>
                  <a:pt x="736315" y="2761229"/>
                </a:lnTo>
                <a:lnTo>
                  <a:pt x="775069" y="2803259"/>
                </a:lnTo>
                <a:lnTo>
                  <a:pt x="813822" y="2842108"/>
                </a:lnTo>
                <a:lnTo>
                  <a:pt x="852576" y="2878096"/>
                </a:lnTo>
                <a:lnTo>
                  <a:pt x="891329" y="2911506"/>
                </a:lnTo>
                <a:lnTo>
                  <a:pt x="930083" y="2942584"/>
                </a:lnTo>
                <a:lnTo>
                  <a:pt x="968836" y="2971548"/>
                </a:lnTo>
                <a:lnTo>
                  <a:pt x="1007589" y="2998589"/>
                </a:lnTo>
                <a:lnTo>
                  <a:pt x="1046343" y="3023878"/>
                </a:lnTo>
                <a:lnTo>
                  <a:pt x="1085096" y="3047568"/>
                </a:lnTo>
                <a:lnTo>
                  <a:pt x="1123850" y="3069794"/>
                </a:lnTo>
                <a:lnTo>
                  <a:pt x="1162603" y="3090677"/>
                </a:lnTo>
                <a:lnTo>
                  <a:pt x="1201357" y="3110326"/>
                </a:lnTo>
                <a:lnTo>
                  <a:pt x="1240110" y="3128839"/>
                </a:lnTo>
                <a:lnTo>
                  <a:pt x="1278863" y="3146304"/>
                </a:lnTo>
                <a:lnTo>
                  <a:pt x="1317617" y="3162801"/>
                </a:lnTo>
                <a:lnTo>
                  <a:pt x="1356370" y="3178402"/>
                </a:lnTo>
                <a:lnTo>
                  <a:pt x="1395124" y="3193173"/>
                </a:lnTo>
                <a:lnTo>
                  <a:pt x="1433877" y="3207172"/>
                </a:lnTo>
                <a:lnTo>
                  <a:pt x="1472631" y="3220456"/>
                </a:lnTo>
                <a:lnTo>
                  <a:pt x="1511384" y="3233072"/>
                </a:lnTo>
                <a:lnTo>
                  <a:pt x="1550138" y="3245067"/>
                </a:lnTo>
                <a:lnTo>
                  <a:pt x="1588891" y="3256481"/>
                </a:lnTo>
                <a:lnTo>
                  <a:pt x="1627644" y="3267353"/>
                </a:lnTo>
                <a:lnTo>
                  <a:pt x="1666398" y="3277718"/>
                </a:lnTo>
                <a:lnTo>
                  <a:pt x="1705151" y="3287607"/>
                </a:lnTo>
                <a:lnTo>
                  <a:pt x="1743905" y="3297051"/>
                </a:lnTo>
                <a:lnTo>
                  <a:pt x="1782658" y="3306077"/>
                </a:lnTo>
                <a:lnTo>
                  <a:pt x="1821412" y="3314709"/>
                </a:lnTo>
                <a:lnTo>
                  <a:pt x="1860165" y="3322972"/>
                </a:lnTo>
                <a:lnTo>
                  <a:pt x="1898918" y="3330886"/>
                </a:lnTo>
                <a:lnTo>
                  <a:pt x="1937672" y="3338473"/>
                </a:lnTo>
                <a:lnTo>
                  <a:pt x="1976425" y="3345750"/>
                </a:lnTo>
                <a:lnTo>
                  <a:pt x="2015179" y="3352735"/>
                </a:lnTo>
                <a:lnTo>
                  <a:pt x="2053932" y="3359444"/>
                </a:lnTo>
                <a:lnTo>
                  <a:pt x="2092686" y="3365892"/>
                </a:lnTo>
                <a:lnTo>
                  <a:pt x="2131439" y="3372093"/>
                </a:lnTo>
                <a:lnTo>
                  <a:pt x="2170192" y="3378060"/>
                </a:lnTo>
                <a:lnTo>
                  <a:pt x="2208946" y="3383806"/>
                </a:lnTo>
                <a:lnTo>
                  <a:pt x="2247699" y="3389341"/>
                </a:lnTo>
                <a:lnTo>
                  <a:pt x="2286453" y="3394677"/>
                </a:lnTo>
                <a:lnTo>
                  <a:pt x="2325206" y="3399823"/>
                </a:lnTo>
                <a:lnTo>
                  <a:pt x="2363960" y="3404789"/>
                </a:lnTo>
                <a:lnTo>
                  <a:pt x="2402713" y="3409584"/>
                </a:lnTo>
                <a:lnTo>
                  <a:pt x="2441466" y="3414216"/>
                </a:lnTo>
                <a:lnTo>
                  <a:pt x="2480220" y="3418693"/>
                </a:lnTo>
                <a:lnTo>
                  <a:pt x="2518973" y="3423022"/>
                </a:lnTo>
                <a:lnTo>
                  <a:pt x="2557727" y="3427210"/>
                </a:lnTo>
                <a:lnTo>
                  <a:pt x="2596480" y="3431263"/>
                </a:lnTo>
                <a:lnTo>
                  <a:pt x="2635234" y="3435189"/>
                </a:lnTo>
                <a:lnTo>
                  <a:pt x="2673987" y="3438992"/>
                </a:lnTo>
                <a:lnTo>
                  <a:pt x="2712741" y="3442678"/>
                </a:lnTo>
                <a:lnTo>
                  <a:pt x="2751494" y="3446252"/>
                </a:lnTo>
                <a:lnTo>
                  <a:pt x="2790247" y="3449720"/>
                </a:lnTo>
                <a:lnTo>
                  <a:pt x="2829001" y="3453086"/>
                </a:lnTo>
                <a:lnTo>
                  <a:pt x="2867754" y="3456353"/>
                </a:lnTo>
                <a:lnTo>
                  <a:pt x="2906508" y="3459528"/>
                </a:lnTo>
                <a:lnTo>
                  <a:pt x="2945261" y="3462612"/>
                </a:lnTo>
                <a:lnTo>
                  <a:pt x="2984015" y="3465611"/>
                </a:lnTo>
                <a:lnTo>
                  <a:pt x="3022768" y="3468528"/>
                </a:lnTo>
                <a:lnTo>
                  <a:pt x="3061521" y="3471366"/>
                </a:lnTo>
                <a:lnTo>
                  <a:pt x="3100275" y="3474129"/>
                </a:lnTo>
                <a:lnTo>
                  <a:pt x="3139028" y="3476819"/>
                </a:lnTo>
                <a:lnTo>
                  <a:pt x="3177782" y="3479439"/>
                </a:lnTo>
                <a:lnTo>
                  <a:pt x="3216535" y="3481993"/>
                </a:lnTo>
                <a:lnTo>
                  <a:pt x="3255289" y="3484483"/>
                </a:lnTo>
                <a:lnTo>
                  <a:pt x="3294042" y="3486911"/>
                </a:lnTo>
                <a:lnTo>
                  <a:pt x="3332795" y="3489280"/>
                </a:lnTo>
                <a:lnTo>
                  <a:pt x="3371549" y="3491593"/>
                </a:lnTo>
                <a:lnTo>
                  <a:pt x="3410302" y="3493851"/>
                </a:lnTo>
                <a:lnTo>
                  <a:pt x="3449056" y="3496057"/>
                </a:lnTo>
                <a:lnTo>
                  <a:pt x="3487809" y="3498212"/>
                </a:lnTo>
                <a:lnTo>
                  <a:pt x="3526563" y="3500319"/>
                </a:lnTo>
                <a:lnTo>
                  <a:pt x="3565316" y="3502380"/>
                </a:lnTo>
                <a:lnTo>
                  <a:pt x="3604070" y="3504397"/>
                </a:lnTo>
                <a:lnTo>
                  <a:pt x="3642823" y="3506370"/>
                </a:lnTo>
                <a:lnTo>
                  <a:pt x="3681576" y="3508302"/>
                </a:lnTo>
                <a:lnTo>
                  <a:pt x="3720330" y="3510195"/>
                </a:lnTo>
                <a:lnTo>
                  <a:pt x="3759083" y="3512050"/>
                </a:lnTo>
                <a:lnTo>
                  <a:pt x="3797837" y="3513869"/>
                </a:lnTo>
                <a:lnTo>
                  <a:pt x="3836590" y="3515652"/>
                </a:lnTo>
                <a:lnTo>
                  <a:pt x="3875344" y="3517403"/>
                </a:lnTo>
                <a:lnTo>
                  <a:pt x="3914097" y="3519120"/>
                </a:lnTo>
                <a:lnTo>
                  <a:pt x="3952850" y="3520808"/>
                </a:lnTo>
                <a:lnTo>
                  <a:pt x="3991604" y="3522465"/>
                </a:lnTo>
                <a:lnTo>
                  <a:pt x="4030357" y="3524095"/>
                </a:lnTo>
                <a:lnTo>
                  <a:pt x="4069111" y="3525697"/>
                </a:lnTo>
                <a:lnTo>
                  <a:pt x="4107864" y="3527274"/>
                </a:lnTo>
                <a:lnTo>
                  <a:pt x="4146618" y="3528826"/>
                </a:lnTo>
                <a:lnTo>
                  <a:pt x="4185371" y="3530355"/>
                </a:lnTo>
                <a:lnTo>
                  <a:pt x="4224124" y="3531862"/>
                </a:lnTo>
                <a:lnTo>
                  <a:pt x="4262878" y="3533348"/>
                </a:lnTo>
                <a:lnTo>
                  <a:pt x="4301631" y="3534813"/>
                </a:lnTo>
                <a:lnTo>
                  <a:pt x="4340385" y="3536260"/>
                </a:lnTo>
                <a:lnTo>
                  <a:pt x="4379138" y="3537690"/>
                </a:lnTo>
                <a:lnTo>
                  <a:pt x="4417892" y="3539103"/>
                </a:lnTo>
                <a:lnTo>
                  <a:pt x="4456645" y="3540501"/>
                </a:lnTo>
                <a:lnTo>
                  <a:pt x="4495398" y="3541885"/>
                </a:lnTo>
                <a:lnTo>
                  <a:pt x="4534152" y="3543256"/>
                </a:lnTo>
                <a:lnTo>
                  <a:pt x="4572905" y="3544616"/>
                </a:lnTo>
                <a:lnTo>
                  <a:pt x="4611659" y="3545965"/>
                </a:lnTo>
                <a:lnTo>
                  <a:pt x="4650412" y="3547306"/>
                </a:lnTo>
                <a:lnTo>
                  <a:pt x="4689166" y="3548639"/>
                </a:lnTo>
                <a:lnTo>
                  <a:pt x="4727919" y="3549966"/>
                </a:lnTo>
                <a:lnTo>
                  <a:pt x="4766673" y="3551289"/>
                </a:lnTo>
                <a:lnTo>
                  <a:pt x="4805426" y="3552610"/>
                </a:lnTo>
                <a:lnTo>
                  <a:pt x="4844179" y="3553930"/>
                </a:lnTo>
                <a:lnTo>
                  <a:pt x="4882933" y="3555252"/>
                </a:lnTo>
                <a:lnTo>
                  <a:pt x="4921686" y="3556578"/>
                </a:lnTo>
                <a:lnTo>
                  <a:pt x="4960440" y="3557910"/>
                </a:lnTo>
                <a:lnTo>
                  <a:pt x="4999193" y="3559253"/>
                </a:lnTo>
                <a:lnTo>
                  <a:pt x="5037947" y="3560609"/>
                </a:lnTo>
                <a:lnTo>
                  <a:pt x="5076700" y="3561983"/>
                </a:lnTo>
                <a:lnTo>
                  <a:pt x="5115453" y="3563379"/>
                </a:lnTo>
                <a:lnTo>
                  <a:pt x="5154207" y="3564806"/>
                </a:lnTo>
                <a:lnTo>
                  <a:pt x="5192960" y="3566269"/>
                </a:lnTo>
                <a:lnTo>
                  <a:pt x="5231714" y="3567781"/>
                </a:lnTo>
                <a:lnTo>
                  <a:pt x="5270467" y="3569354"/>
                </a:lnTo>
                <a:lnTo>
                  <a:pt x="5309221" y="3571009"/>
                </a:lnTo>
                <a:lnTo>
                  <a:pt x="5347974" y="3572775"/>
                </a:lnTo>
                <a:lnTo>
                  <a:pt x="5386727" y="3574699"/>
                </a:lnTo>
                <a:lnTo>
                  <a:pt x="5425481" y="3576865"/>
                </a:lnTo>
                <a:lnTo>
                  <a:pt x="5464234" y="3579460"/>
                </a:lnTo>
                <a:lnTo>
                  <a:pt x="5502988" y="3583128"/>
                </a:lnTo>
                <a:lnTo>
                  <a:pt x="5522365" y="3588035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09 ellipse 35" descr="sci-ppt:o035"/>
          <p:cNvSpPr/>
          <p:nvPr/>
        </p:nvSpPr>
        <p:spPr>
          <a:xfrm>
            <a:off x="3877056" y="4807761"/>
            <a:ext cx="109728" cy="109728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09 rect 36" descr="sci-ppt:o036"/>
          <p:cNvSpPr/>
          <p:nvPr/>
        </p:nvSpPr>
        <p:spPr>
          <a:xfrm>
            <a:off x="3657600" y="1481328"/>
            <a:ext cx="274320" cy="182880"/>
          </a:xfrm>
          <a:prstGeom prst="rect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09 text 37" descr="sci-ppt:o037"/>
          <p:cNvSpPr txBox="1"/>
          <p:nvPr/>
        </p:nvSpPr>
        <p:spPr>
          <a:xfrm>
            <a:off x="4041648" y="1435608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χ = 0:  |Ṙ| at Rₘₐₓ/2 = 21.6 m/s</a:t>
            </a:r>
          </a:p>
        </p:txBody>
      </p:sp>
      <p:sp>
        <p:nvSpPr>
          <p:cNvPr id="40" name="C3-E09 rect 38" descr="sci-ppt:o038"/>
          <p:cNvSpPr/>
          <p:nvPr/>
        </p:nvSpPr>
        <p:spPr>
          <a:xfrm>
            <a:off x="3657600" y="1810512"/>
            <a:ext cx="274320" cy="182880"/>
          </a:xfrm>
          <a:prstGeom prst="rect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09 text 39" descr="sci-ppt:o039"/>
          <p:cNvSpPr txBox="1"/>
          <p:nvPr/>
        </p:nvSpPr>
        <p:spPr>
          <a:xfrm>
            <a:off x="4041648" y="1764792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χ = 1:  |Ṙ| at Rₘₐₓ/2 = 17.6 m/s</a:t>
            </a:r>
          </a:p>
        </p:txBody>
      </p:sp>
      <p:sp>
        <p:nvSpPr>
          <p:cNvPr id="42" name="C3-E09 rect 40" descr="sci-ppt:o040"/>
          <p:cNvSpPr/>
          <p:nvPr/>
        </p:nvSpPr>
        <p:spPr>
          <a:xfrm>
            <a:off x="3657600" y="2139696"/>
            <a:ext cx="274320" cy="182880"/>
          </a:xfrm>
          <a:prstGeom prst="rect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09 text 41" descr="sci-ppt:o041"/>
          <p:cNvSpPr txBox="1"/>
          <p:nvPr/>
        </p:nvSpPr>
        <p:spPr>
          <a:xfrm>
            <a:off x="4041648" y="2093976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χ = 3:  |Ṙ| at Rₘₐₓ/2 = 13.7 m/s</a:t>
            </a:r>
          </a:p>
        </p:txBody>
      </p:sp>
      <p:sp>
        <p:nvSpPr>
          <p:cNvPr id="44" name="C3-E09 round_rect 42" descr="sci-ppt:o042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3-E09 text 43" descr="sci-ppt:o043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Integrated solution</a:t>
            </a:r>
          </a:p>
        </p:txBody>
      </p:sp>
      <p:sp>
        <p:nvSpPr>
          <p:cNvPr id="46" name="C3-E09 text 44" descr="sci-ppt:o044"/>
          <p:cNvSpPr txBox="1"/>
          <p:nvPr/>
        </p:nvSpPr>
        <p:spPr>
          <a:xfrm>
            <a:off x="7360920" y="1828800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Ṙ = −√{ (2Δp_c/3ρ) (Rₘₐₓ³ − R³) / [R³ (1 + SR)] }</a:t>
            </a:r>
          </a:p>
        </p:txBody>
      </p:sp>
      <p:sp>
        <p:nvSpPr>
          <p:cNvPr id="47" name="C3-E09 text 45" descr="sci-ppt:o045"/>
          <p:cNvSpPr txBox="1"/>
          <p:nvPr/>
        </p:nvSpPr>
        <p:spPr>
          <a:xfrm>
            <a:off x="7562088" y="2560320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[R³(1 + SR) y] from Rₘₐₓ to R integrates to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(2Δp_c/3ρ)(Rₘₐₓ³ − R³).</a:t>
            </a:r>
          </a:p>
        </p:txBody>
      </p:sp>
      <p:sp>
        <p:nvSpPr>
          <p:cNvPr id="48" name="C3-E09 ellipse 46" descr="sci-ppt:o046"/>
          <p:cNvSpPr/>
          <p:nvPr/>
        </p:nvSpPr>
        <p:spPr>
          <a:xfrm>
            <a:off x="7392924" y="261366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3-E09 text 47" descr="sci-ppt:o047"/>
          <p:cNvSpPr txBox="1"/>
          <p:nvPr/>
        </p:nvSpPr>
        <p:spPr>
          <a:xfrm>
            <a:off x="7562088" y="3023615"/>
            <a:ext cx="418795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condition y(Rₘₐₓ) = 0 removes the constant.</a:t>
            </a:r>
          </a:p>
        </p:txBody>
      </p:sp>
      <p:sp>
        <p:nvSpPr>
          <p:cNvPr id="50" name="C3-E09 ellipse 48" descr="sci-ppt:o048"/>
          <p:cNvSpPr/>
          <p:nvPr/>
        </p:nvSpPr>
        <p:spPr>
          <a:xfrm>
            <a:off x="7392924" y="30769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C3-E09 text 49" descr="sci-ppt:o049"/>
          <p:cNvSpPr txBox="1"/>
          <p:nvPr/>
        </p:nvSpPr>
        <p:spPr>
          <a:xfrm>
            <a:off x="7562088" y="3300983"/>
            <a:ext cx="418795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minus sign selects the inward branch.</a:t>
            </a:r>
          </a:p>
        </p:txBody>
      </p:sp>
      <p:sp>
        <p:nvSpPr>
          <p:cNvPr id="52" name="C3-E09 ellipse 50" descr="sci-ppt:o050"/>
          <p:cNvSpPr/>
          <p:nvPr/>
        </p:nvSpPr>
        <p:spPr>
          <a:xfrm>
            <a:off x="7392924" y="3354323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3-E09 text 51" descr="sci-ppt:o051"/>
          <p:cNvSpPr txBox="1"/>
          <p:nvPr/>
        </p:nvSpPr>
        <p:spPr>
          <a:xfrm>
            <a:off x="7562088" y="3578351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Interaction (χ &gt; 0) lowers the speed at every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radius.</a:t>
            </a:r>
          </a:p>
        </p:txBody>
      </p:sp>
      <p:sp>
        <p:nvSpPr>
          <p:cNvPr id="54" name="C3-E09 ellipse 52" descr="sci-ppt:o052"/>
          <p:cNvSpPr/>
          <p:nvPr/>
        </p:nvSpPr>
        <p:spPr>
          <a:xfrm>
            <a:off x="7392924" y="363169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C3-E09 text 53" descr="sci-ppt:o053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Speed at half radius: 21.6 m/s for an isolated bubble, lower when neighbours add inertia.</a:t>
            </a:r>
          </a:p>
        </p:txBody>
      </p:sp>
      <p:sp>
        <p:nvSpPr>
          <p:cNvPr id="56" name="C3-E09 text 54" descr="sci-ppt:o05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Integrated speed of Eq. C3-E09 (Rₘₐₓ = 30 µm, ρ = 1000 kg/m³, Δp_c = 100 kPa).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C3-E10 · Collapse-time quadrature and sign check</a:t>
            </a:r>
          </a:p>
        </p:txBody>
      </p:sp>
      <p:cxnSp>
        <p:nvCxnSpPr>
          <p:cNvPr id="3" name="C3-E10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10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10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0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10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10 line 6" descr="sci-ppt:o006"/>
          <p:cNvCxnSpPr/>
          <p:nvPr/>
        </p:nvCxnSpPr>
        <p:spPr>
          <a:xfrm>
            <a:off x="192023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0 line 7" descr="sci-ppt:o007"/>
          <p:cNvCxnSpPr/>
          <p:nvPr/>
        </p:nvCxnSpPr>
        <p:spPr>
          <a:xfrm>
            <a:off x="192023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10 text 8" descr="sci-ppt:o008"/>
          <p:cNvSpPr txBox="1"/>
          <p:nvPr/>
        </p:nvSpPr>
        <p:spPr>
          <a:xfrm>
            <a:off x="146303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3-E10 line 9" descr="sci-ppt:o009"/>
          <p:cNvCxnSpPr/>
          <p:nvPr/>
        </p:nvCxnSpPr>
        <p:spPr>
          <a:xfrm>
            <a:off x="29260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0 line 10" descr="sci-ppt:o010"/>
          <p:cNvCxnSpPr/>
          <p:nvPr/>
        </p:nvCxnSpPr>
        <p:spPr>
          <a:xfrm>
            <a:off x="29260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10 text 11" descr="sci-ppt:o011"/>
          <p:cNvSpPr txBox="1"/>
          <p:nvPr/>
        </p:nvSpPr>
        <p:spPr>
          <a:xfrm>
            <a:off x="24688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4" name="C3-E10 line 12" descr="sci-ppt:o012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0 line 13" descr="sci-ppt:o013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0 text 14" descr="sci-ppt:o014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3-E10 line 15" descr="sci-ppt:o015"/>
          <p:cNvCxnSpPr/>
          <p:nvPr/>
        </p:nvCxnSpPr>
        <p:spPr>
          <a:xfrm>
            <a:off x="493775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0 line 16" descr="sci-ppt:o016"/>
          <p:cNvCxnSpPr/>
          <p:nvPr/>
        </p:nvCxnSpPr>
        <p:spPr>
          <a:xfrm>
            <a:off x="493775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0 text 17" descr="sci-ppt:o017"/>
          <p:cNvSpPr txBox="1"/>
          <p:nvPr/>
        </p:nvSpPr>
        <p:spPr>
          <a:xfrm>
            <a:off x="448055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0" name="C3-E10 line 18" descr="sci-ppt:o018"/>
          <p:cNvCxnSpPr/>
          <p:nvPr/>
        </p:nvCxnSpPr>
        <p:spPr>
          <a:xfrm>
            <a:off x="59436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0 line 19" descr="sci-ppt:o019"/>
          <p:cNvCxnSpPr/>
          <p:nvPr/>
        </p:nvCxnSpPr>
        <p:spPr>
          <a:xfrm>
            <a:off x="59436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10 text 20" descr="sci-ppt:o020"/>
          <p:cNvSpPr txBox="1"/>
          <p:nvPr/>
        </p:nvSpPr>
        <p:spPr>
          <a:xfrm>
            <a:off x="54864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23" name="C3-E10 line 21" descr="sci-ppt:o021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0 line 22" descr="sci-ppt:o022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10 text 23" descr="sci-ppt:o023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cxnSp>
        <p:nvCxnSpPr>
          <p:cNvPr id="26" name="C3-E10 line 24" descr="sci-ppt:o024"/>
          <p:cNvCxnSpPr/>
          <p:nvPr/>
        </p:nvCxnSpPr>
        <p:spPr>
          <a:xfrm>
            <a:off x="850392" y="45066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0 line 25" descr="sci-ppt:o025"/>
          <p:cNvCxnSpPr/>
          <p:nvPr/>
        </p:nvCxnSpPr>
        <p:spPr>
          <a:xfrm>
            <a:off x="914400" y="45066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10 text 26" descr="sci-ppt:o026"/>
          <p:cNvSpPr txBox="1"/>
          <p:nvPr/>
        </p:nvSpPr>
        <p:spPr>
          <a:xfrm>
            <a:off x="45720" y="44243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9" name="C3-E10 line 27" descr="sci-ppt:o027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0 line 28" descr="sci-ppt:o028"/>
          <p:cNvCxnSpPr/>
          <p:nvPr/>
        </p:nvCxnSpPr>
        <p:spPr>
          <a:xfrm>
            <a:off x="914400" y="320040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3-E10 text 29" descr="sci-ppt:o029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32" name="C3-E10 line 30" descr="sci-ppt:o030"/>
          <p:cNvCxnSpPr/>
          <p:nvPr/>
        </p:nvCxnSpPr>
        <p:spPr>
          <a:xfrm>
            <a:off x="850392" y="189411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10 line 31" descr="sci-ppt:o031"/>
          <p:cNvCxnSpPr/>
          <p:nvPr/>
        </p:nvCxnSpPr>
        <p:spPr>
          <a:xfrm>
            <a:off x="914400" y="189411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4" name="C3-E10 text 32" descr="sci-ppt:o032"/>
          <p:cNvSpPr txBox="1"/>
          <p:nvPr/>
        </p:nvSpPr>
        <p:spPr>
          <a:xfrm>
            <a:off x="45720" y="181181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2.0</a:t>
            </a:r>
          </a:p>
        </p:txBody>
      </p:sp>
      <p:sp>
        <p:nvSpPr>
          <p:cNvPr id="35" name="C3-E10 text 33" descr="sci-ppt:o033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interaction strength χ = S Rₘₐₓ</a:t>
            </a:r>
          </a:p>
        </p:txBody>
      </p:sp>
      <p:sp>
        <p:nvSpPr>
          <p:cNvPr id="36" name="C3-E10 text 34" descr="sci-ppt:o034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C(χ) = t_c / [Rₘₐₓ √(ρ/Δp_c)]</a:t>
            </a:r>
          </a:p>
        </p:txBody>
      </p:sp>
      <p:sp>
        <p:nvSpPr>
          <p:cNvPr id="37" name="C3-E10 polygon 35" descr="sci-ppt:o035"/>
          <p:cNvSpPr/>
          <p:nvPr/>
        </p:nvSpPr>
        <p:spPr>
          <a:xfrm>
            <a:off x="914400" y="1424499"/>
            <a:ext cx="5880295" cy="3305087"/>
          </a:xfrm>
          <a:custGeom>
            <a:avLst/>
            <a:gdLst/>
            <a:ahLst/>
            <a:cxnLst/>
            <a:rect l="l" t="t" r="r" b="b"/>
            <a:pathLst>
              <a:path w="5880295" h="3305087">
                <a:moveTo>
                  <a:pt x="0" y="3305087"/>
                </a:moveTo>
                <a:lnTo>
                  <a:pt x="154744" y="3160322"/>
                </a:lnTo>
                <a:lnTo>
                  <a:pt x="309489" y="3023773"/>
                </a:lnTo>
                <a:lnTo>
                  <a:pt x="464233" y="2894153"/>
                </a:lnTo>
                <a:lnTo>
                  <a:pt x="618978" y="2770482"/>
                </a:lnTo>
                <a:lnTo>
                  <a:pt x="773723" y="2651997"/>
                </a:lnTo>
                <a:lnTo>
                  <a:pt x="928467" y="2538084"/>
                </a:lnTo>
                <a:lnTo>
                  <a:pt x="1083212" y="2428243"/>
                </a:lnTo>
                <a:lnTo>
                  <a:pt x="1237956" y="2322062"/>
                </a:lnTo>
                <a:lnTo>
                  <a:pt x="1392701" y="2219193"/>
                </a:lnTo>
                <a:lnTo>
                  <a:pt x="1547446" y="2119340"/>
                </a:lnTo>
                <a:lnTo>
                  <a:pt x="1702190" y="2022249"/>
                </a:lnTo>
                <a:lnTo>
                  <a:pt x="1856935" y="1927702"/>
                </a:lnTo>
                <a:lnTo>
                  <a:pt x="2011679" y="1835506"/>
                </a:lnTo>
                <a:lnTo>
                  <a:pt x="2166424" y="1745492"/>
                </a:lnTo>
                <a:lnTo>
                  <a:pt x="2321169" y="1657511"/>
                </a:lnTo>
                <a:lnTo>
                  <a:pt x="2475913" y="1571431"/>
                </a:lnTo>
                <a:lnTo>
                  <a:pt x="2630658" y="1487132"/>
                </a:lnTo>
                <a:lnTo>
                  <a:pt x="2785403" y="1404507"/>
                </a:lnTo>
                <a:lnTo>
                  <a:pt x="2940147" y="1323460"/>
                </a:lnTo>
                <a:lnTo>
                  <a:pt x="3094892" y="1243903"/>
                </a:lnTo>
                <a:lnTo>
                  <a:pt x="3249636" y="1165756"/>
                </a:lnTo>
                <a:lnTo>
                  <a:pt x="3404381" y="1088947"/>
                </a:lnTo>
                <a:lnTo>
                  <a:pt x="3559126" y="1013408"/>
                </a:lnTo>
                <a:lnTo>
                  <a:pt x="3713870" y="939078"/>
                </a:lnTo>
                <a:lnTo>
                  <a:pt x="3868615" y="865901"/>
                </a:lnTo>
                <a:lnTo>
                  <a:pt x="4023359" y="793824"/>
                </a:lnTo>
                <a:lnTo>
                  <a:pt x="4178104" y="722800"/>
                </a:lnTo>
                <a:lnTo>
                  <a:pt x="4332849" y="652782"/>
                </a:lnTo>
                <a:lnTo>
                  <a:pt x="4487593" y="583729"/>
                </a:lnTo>
                <a:lnTo>
                  <a:pt x="4642338" y="515602"/>
                </a:lnTo>
                <a:lnTo>
                  <a:pt x="4797083" y="448365"/>
                </a:lnTo>
                <a:lnTo>
                  <a:pt x="4951827" y="381984"/>
                </a:lnTo>
                <a:lnTo>
                  <a:pt x="5106572" y="316426"/>
                </a:lnTo>
                <a:lnTo>
                  <a:pt x="5261316" y="251662"/>
                </a:lnTo>
                <a:lnTo>
                  <a:pt x="5416061" y="187663"/>
                </a:lnTo>
                <a:lnTo>
                  <a:pt x="5570806" y="124403"/>
                </a:lnTo>
                <a:lnTo>
                  <a:pt x="5725550" y="61856"/>
                </a:lnTo>
                <a:lnTo>
                  <a:pt x="5880295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10 ellipse 36" descr="sci-ppt:o036"/>
          <p:cNvSpPr/>
          <p:nvPr/>
        </p:nvSpPr>
        <p:spPr>
          <a:xfrm>
            <a:off x="841248" y="4656434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10 text 37" descr="sci-ppt:o037"/>
          <p:cNvSpPr txBox="1"/>
          <p:nvPr/>
        </p:nvSpPr>
        <p:spPr>
          <a:xfrm>
            <a:off x="1051560" y="4318106"/>
            <a:ext cx="2194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C(0) = 0.9147: isolated</a:t>
            </a:r>
          </a:p>
        </p:txBody>
      </p:sp>
      <p:sp>
        <p:nvSpPr>
          <p:cNvPr id="40" name="C3-E10 ellipse 38" descr="sci-ppt:o038"/>
          <p:cNvSpPr/>
          <p:nvPr/>
        </p:nvSpPr>
        <p:spPr>
          <a:xfrm>
            <a:off x="1847087" y="3834029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0 text 39" descr="sci-ppt:o039"/>
          <p:cNvSpPr txBox="1"/>
          <p:nvPr/>
        </p:nvSpPr>
        <p:spPr>
          <a:xfrm>
            <a:off x="2029967" y="3495701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χ = 1: 1.229</a:t>
            </a:r>
          </a:p>
        </p:txBody>
      </p:sp>
      <p:sp>
        <p:nvSpPr>
          <p:cNvPr id="42" name="C3-E10 ellipse 40" descr="sci-ppt:o040"/>
          <p:cNvSpPr/>
          <p:nvPr/>
        </p:nvSpPr>
        <p:spPr>
          <a:xfrm>
            <a:off x="3858768" y="2634848"/>
            <a:ext cx="146304" cy="146304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10 text 41" descr="sci-ppt:o041"/>
          <p:cNvSpPr txBox="1"/>
          <p:nvPr/>
        </p:nvSpPr>
        <p:spPr>
          <a:xfrm>
            <a:off x="4041648" y="2296520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FC8F8"/>
                </a:solidFill>
                <a:latin typeface="Arial"/>
              </a:rPr>
              <a:t>χ = 3: 1.688</a:t>
            </a:r>
          </a:p>
        </p:txBody>
      </p:sp>
      <p:sp>
        <p:nvSpPr>
          <p:cNvPr id="44" name="C3-E10 round_rect 42" descr="sci-ppt:o042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C3-E10 text 43" descr="sci-ppt:o043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Interaction delays the collapse</a:t>
            </a:r>
          </a:p>
        </p:txBody>
      </p:sp>
      <p:sp>
        <p:nvSpPr>
          <p:cNvPr id="46" name="C3-E10 text 44" descr="sci-ppt:o044"/>
          <p:cNvSpPr txBox="1"/>
          <p:nvPr/>
        </p:nvSpPr>
        <p:spPr>
          <a:xfrm>
            <a:off x="7360920" y="1828800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C(χ) = √(3/2) ∫₀¹ √[ x³(1 + χx) / (1 − x³) ] dx</a:t>
            </a:r>
          </a:p>
        </p:txBody>
      </p:sp>
      <p:sp>
        <p:nvSpPr>
          <p:cNvPr id="47" name="C3-E10 text 45" descr="sci-ppt:o045"/>
          <p:cNvSpPr txBox="1"/>
          <p:nvPr/>
        </p:nvSpPr>
        <p:spPr>
          <a:xfrm>
            <a:off x="7360920" y="2560320"/>
            <a:ext cx="43891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C′(χ) = ½√(3/2) ∫₀¹ x^(5/2) / √[(1 − x³)(1 + χx)] dx &gt; 0</a:t>
            </a:r>
          </a:p>
        </p:txBody>
      </p:sp>
      <p:sp>
        <p:nvSpPr>
          <p:cNvPr id="48" name="C3-E10 text 46" descr="sci-ppt:o046"/>
          <p:cNvSpPr txBox="1"/>
          <p:nvPr/>
        </p:nvSpPr>
        <p:spPr>
          <a:xfrm>
            <a:off x="7562088" y="3200400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integrand of C′ is positive, so C always rises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with χ.</a:t>
            </a:r>
          </a:p>
        </p:txBody>
      </p:sp>
      <p:sp>
        <p:nvSpPr>
          <p:cNvPr id="49" name="C3-E10 ellipse 47" descr="sci-ppt:o047"/>
          <p:cNvSpPr/>
          <p:nvPr/>
        </p:nvSpPr>
        <p:spPr>
          <a:xfrm>
            <a:off x="7392924" y="325374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3-E10 text 48" descr="sci-ppt:o048"/>
          <p:cNvSpPr txBox="1"/>
          <p:nvPr/>
        </p:nvSpPr>
        <p:spPr>
          <a:xfrm>
            <a:off x="7562088" y="3663696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At χ = 3 the formal collapse time is 1.85 times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isolated one.</a:t>
            </a:r>
          </a:p>
        </p:txBody>
      </p:sp>
      <p:sp>
        <p:nvSpPr>
          <p:cNvPr id="51" name="C3-E10 ellipse 49" descr="sci-ppt:o049"/>
          <p:cNvSpPr/>
          <p:nvPr/>
        </p:nvSpPr>
        <p:spPr>
          <a:xfrm>
            <a:off x="7392924" y="371703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C3-E10 text 50" descr="sci-ppt:o050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Time to collapse t_c = Rₘₐₓ √(ρ/Δp_c) C(χ): shared liquid inertia makes every bubble slower, never faster.</a:t>
            </a:r>
          </a:p>
        </p:txBody>
      </p:sp>
      <p:sp>
        <p:nvSpPr>
          <p:cNvPr id="53" name="C3-E10 text 51" descr="sci-ppt:o05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Collapse-time quadrature and sign check of Eq. C3-E10.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C3-E11 · Leading-model energy check and fixed-total-work comparison</a:t>
            </a:r>
          </a:p>
        </p:txBody>
      </p:sp>
      <p:cxnSp>
        <p:nvCxnSpPr>
          <p:cNvPr id="3" name="C3-E11 line 1" descr="sci-ppt:o001"/>
          <p:cNvCxnSpPr/>
          <p:nvPr/>
        </p:nvCxnSpPr>
        <p:spPr>
          <a:xfrm>
            <a:off x="914400" y="4937760"/>
            <a:ext cx="51206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11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11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1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11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3-E11 line 6" descr="sci-ppt:o006"/>
          <p:cNvCxnSpPr/>
          <p:nvPr/>
        </p:nvCxnSpPr>
        <p:spPr>
          <a:xfrm>
            <a:off x="17678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1 line 7" descr="sci-ppt:o007"/>
          <p:cNvCxnSpPr/>
          <p:nvPr/>
        </p:nvCxnSpPr>
        <p:spPr>
          <a:xfrm>
            <a:off x="17678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11 text 8" descr="sci-ppt:o008"/>
          <p:cNvSpPr txBox="1"/>
          <p:nvPr/>
        </p:nvSpPr>
        <p:spPr>
          <a:xfrm>
            <a:off x="13106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1" name="C3-E11 line 9" descr="sci-ppt:o009"/>
          <p:cNvCxnSpPr/>
          <p:nvPr/>
        </p:nvCxnSpPr>
        <p:spPr>
          <a:xfrm>
            <a:off x="28346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1 line 10" descr="sci-ppt:o010"/>
          <p:cNvCxnSpPr/>
          <p:nvPr/>
        </p:nvCxnSpPr>
        <p:spPr>
          <a:xfrm>
            <a:off x="28346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11 text 11" descr="sci-ppt:o011"/>
          <p:cNvSpPr txBox="1"/>
          <p:nvPr/>
        </p:nvSpPr>
        <p:spPr>
          <a:xfrm>
            <a:off x="23774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4" name="C3-E11 line 12" descr="sci-ppt:o012"/>
          <p:cNvCxnSpPr/>
          <p:nvPr/>
        </p:nvCxnSpPr>
        <p:spPr>
          <a:xfrm>
            <a:off x="39014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1 line 13" descr="sci-ppt:o013"/>
          <p:cNvCxnSpPr/>
          <p:nvPr/>
        </p:nvCxnSpPr>
        <p:spPr>
          <a:xfrm>
            <a:off x="39014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1 text 14" descr="sci-ppt:o014"/>
          <p:cNvSpPr txBox="1"/>
          <p:nvPr/>
        </p:nvSpPr>
        <p:spPr>
          <a:xfrm>
            <a:off x="34442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17" name="C3-E11 line 15" descr="sci-ppt:o015"/>
          <p:cNvCxnSpPr/>
          <p:nvPr/>
        </p:nvCxnSpPr>
        <p:spPr>
          <a:xfrm>
            <a:off x="496823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1 line 16" descr="sci-ppt:o016"/>
          <p:cNvCxnSpPr/>
          <p:nvPr/>
        </p:nvCxnSpPr>
        <p:spPr>
          <a:xfrm>
            <a:off x="496823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1 text 17" descr="sci-ppt:o017"/>
          <p:cNvSpPr txBox="1"/>
          <p:nvPr/>
        </p:nvSpPr>
        <p:spPr>
          <a:xfrm>
            <a:off x="451103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0" name="C3-E11 line 18" descr="sci-ppt:o018"/>
          <p:cNvCxnSpPr/>
          <p:nvPr/>
        </p:nvCxnSpPr>
        <p:spPr>
          <a:xfrm>
            <a:off x="60350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1 line 19" descr="sci-ppt:o019"/>
          <p:cNvCxnSpPr/>
          <p:nvPr/>
        </p:nvCxnSpPr>
        <p:spPr>
          <a:xfrm>
            <a:off x="60350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11 text 20" descr="sci-ppt:o020"/>
          <p:cNvSpPr txBox="1"/>
          <p:nvPr/>
        </p:nvSpPr>
        <p:spPr>
          <a:xfrm>
            <a:off x="55778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23" name="C3-E11 line 21" descr="sci-ppt:o021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1 line 22" descr="sci-ppt:o022"/>
          <p:cNvCxnSpPr/>
          <p:nvPr/>
        </p:nvCxnSpPr>
        <p:spPr>
          <a:xfrm>
            <a:off x="850392" y="412726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11 line 23" descr="sci-ppt:o023"/>
          <p:cNvCxnSpPr/>
          <p:nvPr/>
        </p:nvCxnSpPr>
        <p:spPr>
          <a:xfrm>
            <a:off x="914400" y="4127269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11 text 24" descr="sci-ppt:o024"/>
          <p:cNvSpPr txBox="1"/>
          <p:nvPr/>
        </p:nvSpPr>
        <p:spPr>
          <a:xfrm>
            <a:off x="45720" y="404497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7" name="C3-E11 line 25" descr="sci-ppt:o025"/>
          <p:cNvCxnSpPr/>
          <p:nvPr/>
        </p:nvCxnSpPr>
        <p:spPr>
          <a:xfrm>
            <a:off x="850392" y="331677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11 line 26" descr="sci-ppt:o026"/>
          <p:cNvCxnSpPr/>
          <p:nvPr/>
        </p:nvCxnSpPr>
        <p:spPr>
          <a:xfrm>
            <a:off x="914400" y="3316778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11 text 27" descr="sci-ppt:o027"/>
          <p:cNvSpPr txBox="1"/>
          <p:nvPr/>
        </p:nvSpPr>
        <p:spPr>
          <a:xfrm>
            <a:off x="45720" y="323448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30" name="C3-E11 line 28" descr="sci-ppt:o028"/>
          <p:cNvCxnSpPr/>
          <p:nvPr/>
        </p:nvCxnSpPr>
        <p:spPr>
          <a:xfrm>
            <a:off x="850392" y="2506287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11 line 29" descr="sci-ppt:o029"/>
          <p:cNvCxnSpPr/>
          <p:nvPr/>
        </p:nvCxnSpPr>
        <p:spPr>
          <a:xfrm>
            <a:off x="914400" y="2506287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11 text 30" descr="sci-ppt:o030"/>
          <p:cNvSpPr txBox="1"/>
          <p:nvPr/>
        </p:nvSpPr>
        <p:spPr>
          <a:xfrm>
            <a:off x="45720" y="2423991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3" name="C3-E11 line 31" descr="sci-ppt:o031"/>
          <p:cNvCxnSpPr/>
          <p:nvPr/>
        </p:nvCxnSpPr>
        <p:spPr>
          <a:xfrm>
            <a:off x="850392" y="16957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3-E11 line 32" descr="sci-ppt:o032"/>
          <p:cNvCxnSpPr/>
          <p:nvPr/>
        </p:nvCxnSpPr>
        <p:spPr>
          <a:xfrm>
            <a:off x="914400" y="1695796"/>
            <a:ext cx="51206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3-E11 text 33" descr="sci-ppt:o033"/>
          <p:cNvSpPr txBox="1"/>
          <p:nvPr/>
        </p:nvSpPr>
        <p:spPr>
          <a:xfrm>
            <a:off x="45720" y="16135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6" name="C3-E11 text 34" descr="sci-ppt:o034"/>
          <p:cNvSpPr txBox="1"/>
          <p:nvPr/>
        </p:nvSpPr>
        <p:spPr>
          <a:xfrm>
            <a:off x="914400" y="5221224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number of bubbles N</a:t>
            </a:r>
          </a:p>
        </p:txBody>
      </p:sp>
      <p:sp>
        <p:nvSpPr>
          <p:cNvPr id="37" name="C3-E11 text 35" descr="sci-ppt:o035"/>
          <p:cNvSpPr txBox="1"/>
          <p:nvPr/>
        </p:nvSpPr>
        <p:spPr>
          <a:xfrm>
            <a:off x="365760" y="1024128"/>
            <a:ext cx="51206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Rₘₐₓ,N / R_*</a:t>
            </a:r>
          </a:p>
        </p:txBody>
      </p:sp>
      <p:sp>
        <p:nvSpPr>
          <p:cNvPr id="38" name="C3-E11 polygon 36" descr="sci-ppt:o036"/>
          <p:cNvSpPr/>
          <p:nvPr/>
        </p:nvSpPr>
        <p:spPr>
          <a:xfrm>
            <a:off x="914400" y="1695796"/>
            <a:ext cx="5120640" cy="2133228"/>
          </a:xfrm>
          <a:custGeom>
            <a:avLst/>
            <a:gdLst/>
            <a:ahLst/>
            <a:cxnLst/>
            <a:rect l="l" t="t" r="r" b="b"/>
            <a:pathLst>
              <a:path w="5120640" h="2133228">
                <a:moveTo>
                  <a:pt x="0" y="0"/>
                </a:moveTo>
                <a:lnTo>
                  <a:pt x="213360" y="668815"/>
                </a:lnTo>
                <a:lnTo>
                  <a:pt x="426720" y="994111"/>
                </a:lnTo>
                <a:lnTo>
                  <a:pt x="640080" y="1199654"/>
                </a:lnTo>
                <a:lnTo>
                  <a:pt x="853439" y="1346052"/>
                </a:lnTo>
                <a:lnTo>
                  <a:pt x="1066800" y="1457842"/>
                </a:lnTo>
                <a:lnTo>
                  <a:pt x="1280160" y="1547201"/>
                </a:lnTo>
                <a:lnTo>
                  <a:pt x="1493520" y="1620982"/>
                </a:lnTo>
                <a:lnTo>
                  <a:pt x="1706879" y="1683390"/>
                </a:lnTo>
                <a:lnTo>
                  <a:pt x="1920239" y="1737177"/>
                </a:lnTo>
                <a:lnTo>
                  <a:pt x="2133600" y="1784233"/>
                </a:lnTo>
                <a:lnTo>
                  <a:pt x="2346960" y="1825905"/>
                </a:lnTo>
                <a:lnTo>
                  <a:pt x="2560320" y="1863188"/>
                </a:lnTo>
                <a:lnTo>
                  <a:pt x="2773680" y="1896830"/>
                </a:lnTo>
                <a:lnTo>
                  <a:pt x="2987040" y="1927412"/>
                </a:lnTo>
                <a:lnTo>
                  <a:pt x="3200400" y="1955389"/>
                </a:lnTo>
                <a:lnTo>
                  <a:pt x="3413759" y="1981128"/>
                </a:lnTo>
                <a:lnTo>
                  <a:pt x="3627120" y="2004923"/>
                </a:lnTo>
                <a:lnTo>
                  <a:pt x="3840479" y="2027018"/>
                </a:lnTo>
                <a:lnTo>
                  <a:pt x="4053839" y="2047614"/>
                </a:lnTo>
                <a:lnTo>
                  <a:pt x="4267200" y="2066881"/>
                </a:lnTo>
                <a:lnTo>
                  <a:pt x="4480559" y="2084962"/>
                </a:lnTo>
                <a:lnTo>
                  <a:pt x="4693920" y="2101979"/>
                </a:lnTo>
                <a:lnTo>
                  <a:pt x="4907280" y="2118037"/>
                </a:lnTo>
                <a:lnTo>
                  <a:pt x="5120640" y="2133228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11 ellipse 37" descr="sci-ppt:o037"/>
          <p:cNvSpPr/>
          <p:nvPr/>
        </p:nvSpPr>
        <p:spPr>
          <a:xfrm>
            <a:off x="5961888" y="3755872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3-E11 text 38" descr="sci-ppt:o038"/>
          <p:cNvSpPr txBox="1"/>
          <p:nvPr/>
        </p:nvSpPr>
        <p:spPr>
          <a:xfrm>
            <a:off x="4480559" y="3371824"/>
            <a:ext cx="1463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N = 25: 0.342</a:t>
            </a:r>
          </a:p>
        </p:txBody>
      </p:sp>
      <p:sp>
        <p:nvSpPr>
          <p:cNvPr id="41" name="C3-E11 text 39" descr="sci-ppt:o039"/>
          <p:cNvSpPr txBox="1"/>
          <p:nvPr/>
        </p:nvSpPr>
        <p:spPr>
          <a:xfrm>
            <a:off x="1200912" y="1766454"/>
            <a:ext cx="2743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Rₘₐₓ,N = R_* N^(−1/3)</a:t>
            </a:r>
          </a:p>
        </p:txBody>
      </p:sp>
      <p:cxnSp>
        <p:nvCxnSpPr>
          <p:cNvPr id="42" name="C3-E11 line 40" descr="sci-ppt:o040"/>
          <p:cNvCxnSpPr/>
          <p:nvPr/>
        </p:nvCxnSpPr>
        <p:spPr>
          <a:xfrm>
            <a:off x="6766560" y="4937760"/>
            <a:ext cx="50292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3" name="C3-E11 line 41" descr="sci-ppt:o041"/>
          <p:cNvCxnSpPr/>
          <p:nvPr/>
        </p:nvCxnSpPr>
        <p:spPr>
          <a:xfrm>
            <a:off x="676656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4" name="C3-E11 line 42" descr="sci-ppt:o042"/>
          <p:cNvCxnSpPr/>
          <p:nvPr/>
        </p:nvCxnSpPr>
        <p:spPr>
          <a:xfrm>
            <a:off x="67665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5" name="C3-E11 line 43" descr="sci-ppt:o043"/>
          <p:cNvCxnSpPr/>
          <p:nvPr/>
        </p:nvCxnSpPr>
        <p:spPr>
          <a:xfrm>
            <a:off x="67665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6" name="C3-E11 text 44" descr="sci-ppt:o044"/>
          <p:cNvSpPr txBox="1"/>
          <p:nvPr/>
        </p:nvSpPr>
        <p:spPr>
          <a:xfrm>
            <a:off x="63093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47" name="C3-E11 line 45" descr="sci-ppt:o045"/>
          <p:cNvCxnSpPr/>
          <p:nvPr/>
        </p:nvCxnSpPr>
        <p:spPr>
          <a:xfrm>
            <a:off x="76047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3-E11 line 46" descr="sci-ppt:o046"/>
          <p:cNvCxnSpPr/>
          <p:nvPr/>
        </p:nvCxnSpPr>
        <p:spPr>
          <a:xfrm>
            <a:off x="76047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9" name="C3-E11 text 47" descr="sci-ppt:o047"/>
          <p:cNvSpPr txBox="1"/>
          <p:nvPr/>
        </p:nvSpPr>
        <p:spPr>
          <a:xfrm>
            <a:off x="71475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50" name="C3-E11 line 48" descr="sci-ppt:o048"/>
          <p:cNvCxnSpPr/>
          <p:nvPr/>
        </p:nvCxnSpPr>
        <p:spPr>
          <a:xfrm>
            <a:off x="865251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1" name="C3-E11 line 49" descr="sci-ppt:o049"/>
          <p:cNvCxnSpPr/>
          <p:nvPr/>
        </p:nvCxnSpPr>
        <p:spPr>
          <a:xfrm>
            <a:off x="865251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2" name="C3-E11 text 50" descr="sci-ppt:o050"/>
          <p:cNvSpPr txBox="1"/>
          <p:nvPr/>
        </p:nvSpPr>
        <p:spPr>
          <a:xfrm>
            <a:off x="819531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53" name="C3-E11 line 51" descr="sci-ppt:o051"/>
          <p:cNvCxnSpPr/>
          <p:nvPr/>
        </p:nvCxnSpPr>
        <p:spPr>
          <a:xfrm>
            <a:off x="97002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4" name="C3-E11 line 52" descr="sci-ppt:o052"/>
          <p:cNvCxnSpPr/>
          <p:nvPr/>
        </p:nvCxnSpPr>
        <p:spPr>
          <a:xfrm>
            <a:off x="97002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5" name="C3-E11 text 53" descr="sci-ppt:o053"/>
          <p:cNvSpPr txBox="1"/>
          <p:nvPr/>
        </p:nvSpPr>
        <p:spPr>
          <a:xfrm>
            <a:off x="92430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56" name="C3-E11 line 54" descr="sci-ppt:o054"/>
          <p:cNvCxnSpPr/>
          <p:nvPr/>
        </p:nvCxnSpPr>
        <p:spPr>
          <a:xfrm>
            <a:off x="1074801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7" name="C3-E11 line 55" descr="sci-ppt:o055"/>
          <p:cNvCxnSpPr/>
          <p:nvPr/>
        </p:nvCxnSpPr>
        <p:spPr>
          <a:xfrm>
            <a:off x="1074801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8" name="C3-E11 text 56" descr="sci-ppt:o056"/>
          <p:cNvSpPr txBox="1"/>
          <p:nvPr/>
        </p:nvSpPr>
        <p:spPr>
          <a:xfrm>
            <a:off x="1029081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59" name="C3-E11 line 57" descr="sci-ppt:o057"/>
          <p:cNvCxnSpPr/>
          <p:nvPr/>
        </p:nvCxnSpPr>
        <p:spPr>
          <a:xfrm>
            <a:off x="117957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0" name="C3-E11 line 58" descr="sci-ppt:o058"/>
          <p:cNvCxnSpPr/>
          <p:nvPr/>
        </p:nvCxnSpPr>
        <p:spPr>
          <a:xfrm>
            <a:off x="117957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1" name="C3-E11 text 59" descr="sci-ppt:o059"/>
          <p:cNvSpPr txBox="1"/>
          <p:nvPr/>
        </p:nvSpPr>
        <p:spPr>
          <a:xfrm>
            <a:off x="113385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62" name="C3-E11 line 60" descr="sci-ppt:o060"/>
          <p:cNvCxnSpPr/>
          <p:nvPr/>
        </p:nvCxnSpPr>
        <p:spPr>
          <a:xfrm>
            <a:off x="670255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3" name="C3-E11 line 61" descr="sci-ppt:o061"/>
          <p:cNvCxnSpPr/>
          <p:nvPr/>
        </p:nvCxnSpPr>
        <p:spPr>
          <a:xfrm>
            <a:off x="6702552" y="331677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4" name="C3-E11 line 62" descr="sci-ppt:o062"/>
          <p:cNvCxnSpPr/>
          <p:nvPr/>
        </p:nvCxnSpPr>
        <p:spPr>
          <a:xfrm>
            <a:off x="6766560" y="3316778"/>
            <a:ext cx="50292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5" name="C3-E11 text 63" descr="sci-ppt:o063"/>
          <p:cNvSpPr txBox="1"/>
          <p:nvPr/>
        </p:nvSpPr>
        <p:spPr>
          <a:xfrm>
            <a:off x="5897880" y="323448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66" name="C3-E11 line 64" descr="sci-ppt:o064"/>
          <p:cNvCxnSpPr/>
          <p:nvPr/>
        </p:nvCxnSpPr>
        <p:spPr>
          <a:xfrm>
            <a:off x="6702552" y="16957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7" name="C3-E11 line 65" descr="sci-ppt:o065"/>
          <p:cNvCxnSpPr/>
          <p:nvPr/>
        </p:nvCxnSpPr>
        <p:spPr>
          <a:xfrm>
            <a:off x="6766560" y="1695796"/>
            <a:ext cx="50292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8" name="C3-E11 text 66" descr="sci-ppt:o066"/>
          <p:cNvSpPr txBox="1"/>
          <p:nvPr/>
        </p:nvSpPr>
        <p:spPr>
          <a:xfrm>
            <a:off x="5897880" y="16135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69" name="C3-E11 text 67" descr="sci-ppt:o067"/>
          <p:cNvSpPr txBox="1"/>
          <p:nvPr/>
        </p:nvSpPr>
        <p:spPr>
          <a:xfrm>
            <a:off x="6766560" y="5221224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number of bubbles N</a:t>
            </a:r>
          </a:p>
        </p:txBody>
      </p:sp>
      <p:sp>
        <p:nvSpPr>
          <p:cNvPr id="70" name="C3-E11 text 68" descr="sci-ppt:o068"/>
          <p:cNvSpPr txBox="1"/>
          <p:nvPr/>
        </p:nvSpPr>
        <p:spPr>
          <a:xfrm>
            <a:off x="6217920" y="1024128"/>
            <a:ext cx="5029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energy (relative to isolated)</a:t>
            </a:r>
          </a:p>
        </p:txBody>
      </p:sp>
      <p:sp>
        <p:nvSpPr>
          <p:cNvPr id="71" name="C3-E11 polygon 69" descr="sci-ppt:o069"/>
          <p:cNvSpPr/>
          <p:nvPr/>
        </p:nvSpPr>
        <p:spPr>
          <a:xfrm>
            <a:off x="6766560" y="1695796"/>
            <a:ext cx="5029200" cy="0"/>
          </a:xfrm>
          <a:custGeom>
            <a:avLst/>
            <a:gdLst/>
            <a:ahLst/>
            <a:cxnLst/>
            <a:rect l="l" t="t" r="r" b="b"/>
            <a:pathLst>
              <a:path w="5029200" h="0">
                <a:moveTo>
                  <a:pt x="0" y="0"/>
                </a:moveTo>
                <a:lnTo>
                  <a:pt x="209550" y="0"/>
                </a:lnTo>
                <a:lnTo>
                  <a:pt x="419100" y="0"/>
                </a:lnTo>
                <a:lnTo>
                  <a:pt x="628650" y="0"/>
                </a:lnTo>
                <a:lnTo>
                  <a:pt x="838200" y="0"/>
                </a:lnTo>
                <a:lnTo>
                  <a:pt x="1047750" y="0"/>
                </a:lnTo>
                <a:lnTo>
                  <a:pt x="1257300" y="0"/>
                </a:lnTo>
                <a:lnTo>
                  <a:pt x="1466850" y="0"/>
                </a:lnTo>
                <a:lnTo>
                  <a:pt x="1676400" y="0"/>
                </a:lnTo>
                <a:lnTo>
                  <a:pt x="1885950" y="0"/>
                </a:lnTo>
                <a:lnTo>
                  <a:pt x="2095500" y="0"/>
                </a:lnTo>
                <a:lnTo>
                  <a:pt x="2305050" y="0"/>
                </a:lnTo>
                <a:lnTo>
                  <a:pt x="2514600" y="0"/>
                </a:lnTo>
                <a:lnTo>
                  <a:pt x="2724150" y="0"/>
                </a:lnTo>
                <a:lnTo>
                  <a:pt x="2933700" y="0"/>
                </a:lnTo>
                <a:lnTo>
                  <a:pt x="3143250" y="0"/>
                </a:lnTo>
                <a:lnTo>
                  <a:pt x="3352800" y="0"/>
                </a:lnTo>
                <a:lnTo>
                  <a:pt x="3562350" y="0"/>
                </a:lnTo>
                <a:lnTo>
                  <a:pt x="3771900" y="0"/>
                </a:lnTo>
                <a:lnTo>
                  <a:pt x="3981450" y="0"/>
                </a:lnTo>
                <a:lnTo>
                  <a:pt x="4191000" y="0"/>
                </a:lnTo>
                <a:lnTo>
                  <a:pt x="4400550" y="0"/>
                </a:lnTo>
                <a:lnTo>
                  <a:pt x="4610100" y="0"/>
                </a:lnTo>
                <a:lnTo>
                  <a:pt x="4819650" y="0"/>
                </a:lnTo>
                <a:lnTo>
                  <a:pt x="5029200" y="0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3-E11 polygon 70" descr="sci-ppt:o070"/>
          <p:cNvSpPr/>
          <p:nvPr/>
        </p:nvSpPr>
        <p:spPr>
          <a:xfrm>
            <a:off x="6766560" y="1695796"/>
            <a:ext cx="5029200" cy="3112285"/>
          </a:xfrm>
          <a:custGeom>
            <a:avLst/>
            <a:gdLst/>
            <a:ahLst/>
            <a:cxnLst/>
            <a:rect l="l" t="t" r="r" b="b"/>
            <a:pathLst>
              <a:path w="5029200" h="3112285">
                <a:moveTo>
                  <a:pt x="0" y="0"/>
                </a:moveTo>
                <a:lnTo>
                  <a:pt x="209550" y="1620982"/>
                </a:lnTo>
                <a:lnTo>
                  <a:pt x="419100" y="2161309"/>
                </a:lnTo>
                <a:lnTo>
                  <a:pt x="628650" y="2431473"/>
                </a:lnTo>
                <a:lnTo>
                  <a:pt x="838200" y="2593571"/>
                </a:lnTo>
                <a:lnTo>
                  <a:pt x="1047750" y="2701636"/>
                </a:lnTo>
                <a:lnTo>
                  <a:pt x="1257300" y="2778826"/>
                </a:lnTo>
                <a:lnTo>
                  <a:pt x="1466850" y="2836718"/>
                </a:lnTo>
                <a:lnTo>
                  <a:pt x="1676400" y="2881745"/>
                </a:lnTo>
                <a:lnTo>
                  <a:pt x="1885950" y="2917767"/>
                </a:lnTo>
                <a:lnTo>
                  <a:pt x="2095500" y="2947240"/>
                </a:lnTo>
                <a:lnTo>
                  <a:pt x="2305050" y="2971800"/>
                </a:lnTo>
                <a:lnTo>
                  <a:pt x="2514600" y="2992582"/>
                </a:lnTo>
                <a:lnTo>
                  <a:pt x="2724150" y="3010395"/>
                </a:lnTo>
                <a:lnTo>
                  <a:pt x="2933700" y="3025833"/>
                </a:lnTo>
                <a:lnTo>
                  <a:pt x="3143250" y="3039341"/>
                </a:lnTo>
                <a:lnTo>
                  <a:pt x="3352800" y="3051260"/>
                </a:lnTo>
                <a:lnTo>
                  <a:pt x="3562350" y="3061854"/>
                </a:lnTo>
                <a:lnTo>
                  <a:pt x="3771900" y="3071334"/>
                </a:lnTo>
                <a:lnTo>
                  <a:pt x="3981450" y="3079865"/>
                </a:lnTo>
                <a:lnTo>
                  <a:pt x="4191000" y="3087584"/>
                </a:lnTo>
                <a:lnTo>
                  <a:pt x="4400550" y="3094602"/>
                </a:lnTo>
                <a:lnTo>
                  <a:pt x="4610100" y="3101009"/>
                </a:lnTo>
                <a:lnTo>
                  <a:pt x="4819650" y="3106882"/>
                </a:lnTo>
                <a:lnTo>
                  <a:pt x="5029200" y="3112285"/>
                </a:lnTo>
              </a:path>
            </a:pathLst>
          </a:custGeom>
          <a:noFill/>
          <a:ln w="38100">
            <a:solidFill>
              <a:srgbClr val="8EDBD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C3-E11 text 71" descr="sci-ppt:o071"/>
          <p:cNvSpPr txBox="1"/>
          <p:nvPr/>
        </p:nvSpPr>
        <p:spPr>
          <a:xfrm>
            <a:off x="7258812" y="1348324"/>
            <a:ext cx="38404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total work E_B,tot = (4π/3)Δp_c R_*³: fixed</a:t>
            </a:r>
          </a:p>
        </p:txBody>
      </p:sp>
      <p:sp>
        <p:nvSpPr>
          <p:cNvPr id="74" name="C3-E11 text 72" descr="sci-ppt:o072"/>
          <p:cNvSpPr txBox="1"/>
          <p:nvPr/>
        </p:nvSpPr>
        <p:spPr>
          <a:xfrm>
            <a:off x="8306562" y="3873730"/>
            <a:ext cx="29260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work per bubble = E_B,tot / N</a:t>
            </a:r>
          </a:p>
        </p:txBody>
      </p:sp>
      <p:sp>
        <p:nvSpPr>
          <p:cNvPr id="75" name="C3-E11 text 73" descr="sci-ppt:o073"/>
          <p:cNvSpPr txBox="1"/>
          <p:nvPr/>
        </p:nvSpPr>
        <p:spPr>
          <a:xfrm>
            <a:off x="914400" y="54864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K_N ≃ 2πρ N R³(1 + SR) Ṙ² = (4πN/3) Δp_c (Rₘₐₓ³ − R³)   in the leading symmetric model (energy balance holds).</a:t>
            </a:r>
          </a:p>
        </p:txBody>
      </p:sp>
      <p:sp>
        <p:nvSpPr>
          <p:cNvPr id="76" name="C3-E11 text 74" descr="sci-ppt:o074"/>
          <p:cNvSpPr txBox="1"/>
          <p:nvPr/>
        </p:nvSpPr>
        <p:spPr>
          <a:xfrm>
            <a:off x="914400" y="5943600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Splitting a fixed pressure-work budget among N bubbles shrinks each one: Rₘₐₓ,N = R_* N^(−1/3).</a:t>
            </a:r>
          </a:p>
        </p:txBody>
      </p:sp>
      <p:sp>
        <p:nvSpPr>
          <p:cNvPr id="77" name="C3-E11 text 75" descr="sci-ppt:o07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Energy check and fixed-total-work comparison of Eq. C3-E11.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C3-E12 · Volume-fraction definition and retarded monopole approximation</a:t>
            </a:r>
          </a:p>
        </p:txBody>
      </p:sp>
      <p:sp>
        <p:nvSpPr>
          <p:cNvPr id="3" name="C3-E12 round_rect 1" descr="sci-ppt:o001"/>
          <p:cNvSpPr/>
          <p:nvPr/>
        </p:nvSpPr>
        <p:spPr>
          <a:xfrm>
            <a:off x="365760" y="914400"/>
            <a:ext cx="40233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2 text 2" descr="sci-ppt:o002"/>
          <p:cNvSpPr txBox="1"/>
          <p:nvPr/>
        </p:nvSpPr>
        <p:spPr>
          <a:xfrm>
            <a:off x="475488" y="969264"/>
            <a:ext cx="38039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Bubbles in a cubic lattice</a:t>
            </a:r>
          </a:p>
        </p:txBody>
      </p:sp>
      <p:sp>
        <p:nvSpPr>
          <p:cNvPr id="5" name="C3-E12 ellipse 3" descr="sci-ppt:o003"/>
          <p:cNvSpPr/>
          <p:nvPr/>
        </p:nvSpPr>
        <p:spPr>
          <a:xfrm>
            <a:off x="813815" y="1499616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12 ellipse 4" descr="sci-ppt:o004"/>
          <p:cNvSpPr/>
          <p:nvPr/>
        </p:nvSpPr>
        <p:spPr>
          <a:xfrm>
            <a:off x="813815" y="2157984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3-E12 ellipse 5" descr="sci-ppt:o005"/>
          <p:cNvSpPr/>
          <p:nvPr/>
        </p:nvSpPr>
        <p:spPr>
          <a:xfrm>
            <a:off x="813815" y="2816352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C3-E12 ellipse 6" descr="sci-ppt:o006"/>
          <p:cNvSpPr/>
          <p:nvPr/>
        </p:nvSpPr>
        <p:spPr>
          <a:xfrm>
            <a:off x="813815" y="3474720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3-E12 ellipse 7" descr="sci-ppt:o007"/>
          <p:cNvSpPr/>
          <p:nvPr/>
        </p:nvSpPr>
        <p:spPr>
          <a:xfrm>
            <a:off x="1472184" y="1499616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12 ellipse 8" descr="sci-ppt:o008"/>
          <p:cNvSpPr/>
          <p:nvPr/>
        </p:nvSpPr>
        <p:spPr>
          <a:xfrm>
            <a:off x="1472184" y="2157984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3-E12 ellipse 9" descr="sci-ppt:o009"/>
          <p:cNvSpPr/>
          <p:nvPr/>
        </p:nvSpPr>
        <p:spPr>
          <a:xfrm>
            <a:off x="1472184" y="2816352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12 ellipse 10" descr="sci-ppt:o010"/>
          <p:cNvSpPr/>
          <p:nvPr/>
        </p:nvSpPr>
        <p:spPr>
          <a:xfrm>
            <a:off x="1472184" y="3474720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12 ellipse 11" descr="sci-ppt:o011"/>
          <p:cNvSpPr/>
          <p:nvPr/>
        </p:nvSpPr>
        <p:spPr>
          <a:xfrm>
            <a:off x="2130551" y="1499616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12 ellipse 12" descr="sci-ppt:o012"/>
          <p:cNvSpPr/>
          <p:nvPr/>
        </p:nvSpPr>
        <p:spPr>
          <a:xfrm>
            <a:off x="2130551" y="2157984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12 ellipse 13" descr="sci-ppt:o013"/>
          <p:cNvSpPr/>
          <p:nvPr/>
        </p:nvSpPr>
        <p:spPr>
          <a:xfrm>
            <a:off x="2130551" y="2816352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3-E12 ellipse 14" descr="sci-ppt:o014"/>
          <p:cNvSpPr/>
          <p:nvPr/>
        </p:nvSpPr>
        <p:spPr>
          <a:xfrm>
            <a:off x="2130551" y="3474720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C3-E12 ellipse 15" descr="sci-ppt:o015"/>
          <p:cNvSpPr/>
          <p:nvPr/>
        </p:nvSpPr>
        <p:spPr>
          <a:xfrm>
            <a:off x="2788920" y="1499616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12 ellipse 16" descr="sci-ppt:o016"/>
          <p:cNvSpPr/>
          <p:nvPr/>
        </p:nvSpPr>
        <p:spPr>
          <a:xfrm>
            <a:off x="2788920" y="2157984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3-E12 ellipse 17" descr="sci-ppt:o017"/>
          <p:cNvSpPr/>
          <p:nvPr/>
        </p:nvSpPr>
        <p:spPr>
          <a:xfrm>
            <a:off x="2788920" y="2816352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3-E12 ellipse 18" descr="sci-ppt:o018"/>
          <p:cNvSpPr/>
          <p:nvPr/>
        </p:nvSpPr>
        <p:spPr>
          <a:xfrm>
            <a:off x="2788920" y="3474720"/>
            <a:ext cx="384048" cy="384048"/>
          </a:xfrm>
          <a:prstGeom prst="ellipse">
            <a:avLst/>
          </a:prstGeom>
          <a:solidFill>
            <a:srgbClr val="0C1820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3-E12 line 19" descr="sci-ppt:o019"/>
          <p:cNvCxnSpPr/>
          <p:nvPr/>
        </p:nvCxnSpPr>
        <p:spPr>
          <a:xfrm>
            <a:off x="1005839" y="4526280"/>
            <a:ext cx="658368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22" name="C3-E12 line 20" descr="sci-ppt:o020"/>
          <p:cNvCxnSpPr/>
          <p:nvPr/>
        </p:nvCxnSpPr>
        <p:spPr>
          <a:xfrm>
            <a:off x="1005839" y="4462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23" name="C3-E12 line 21" descr="sci-ppt:o021"/>
          <p:cNvCxnSpPr/>
          <p:nvPr/>
        </p:nvCxnSpPr>
        <p:spPr>
          <a:xfrm>
            <a:off x="1664207" y="44622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24" name="C3-E12 text 22" descr="sci-ppt:o022"/>
          <p:cNvSpPr txBox="1"/>
          <p:nvPr/>
        </p:nvSpPr>
        <p:spPr>
          <a:xfrm>
            <a:off x="420623" y="4255770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</a:t>
            </a:r>
          </a:p>
        </p:txBody>
      </p:sp>
      <p:sp>
        <p:nvSpPr>
          <p:cNvPr id="25" name="C3-E12 text 23" descr="sci-ppt:o023"/>
          <p:cNvSpPr txBox="1"/>
          <p:nvPr/>
        </p:nvSpPr>
        <p:spPr>
          <a:xfrm>
            <a:off x="502920" y="4892040"/>
            <a:ext cx="3749039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φ_b = Σ Vᵢ / V_Ω = (4π/3) R³ / s³ for one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bubble per cell.</a:t>
            </a:r>
          </a:p>
        </p:txBody>
      </p:sp>
      <p:cxnSp>
        <p:nvCxnSpPr>
          <p:cNvPr id="26" name="C3-E12 line 24" descr="sci-ppt:o024"/>
          <p:cNvCxnSpPr/>
          <p:nvPr/>
        </p:nvCxnSpPr>
        <p:spPr>
          <a:xfrm>
            <a:off x="5669280" y="4754880"/>
            <a:ext cx="3200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7" name="C3-E12 line 25" descr="sci-ppt:o025"/>
          <p:cNvCxnSpPr/>
          <p:nvPr/>
        </p:nvCxnSpPr>
        <p:spPr>
          <a:xfrm>
            <a:off x="5669280" y="1371600"/>
            <a:ext cx="0" cy="338328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28" name="C3-E12 line 26" descr="sci-ppt:o026"/>
          <p:cNvCxnSpPr/>
          <p:nvPr/>
        </p:nvCxnSpPr>
        <p:spPr>
          <a:xfrm>
            <a:off x="5669280" y="47548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3-E12 line 27" descr="sci-ppt:o027"/>
          <p:cNvCxnSpPr/>
          <p:nvPr/>
        </p:nvCxnSpPr>
        <p:spPr>
          <a:xfrm>
            <a:off x="5669280" y="137160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0" name="C3-E12 text 28" descr="sci-ppt:o028"/>
          <p:cNvSpPr txBox="1"/>
          <p:nvPr/>
        </p:nvSpPr>
        <p:spPr>
          <a:xfrm>
            <a:off x="5212080" y="48371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31" name="C3-E12 line 29" descr="sci-ppt:o029"/>
          <p:cNvCxnSpPr/>
          <p:nvPr/>
        </p:nvCxnSpPr>
        <p:spPr>
          <a:xfrm>
            <a:off x="6309360" y="47548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3-E12 line 30" descr="sci-ppt:o030"/>
          <p:cNvCxnSpPr/>
          <p:nvPr/>
        </p:nvCxnSpPr>
        <p:spPr>
          <a:xfrm>
            <a:off x="6309360" y="137160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3" name="C3-E12 text 31" descr="sci-ppt:o031"/>
          <p:cNvSpPr txBox="1"/>
          <p:nvPr/>
        </p:nvSpPr>
        <p:spPr>
          <a:xfrm>
            <a:off x="5852160" y="48371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34" name="C3-E12 line 32" descr="sci-ppt:o032"/>
          <p:cNvCxnSpPr/>
          <p:nvPr/>
        </p:nvCxnSpPr>
        <p:spPr>
          <a:xfrm>
            <a:off x="6949440" y="47548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3-E12 line 33" descr="sci-ppt:o033"/>
          <p:cNvCxnSpPr/>
          <p:nvPr/>
        </p:nvCxnSpPr>
        <p:spPr>
          <a:xfrm>
            <a:off x="6949440" y="137160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6" name="C3-E12 text 34" descr="sci-ppt:o034"/>
          <p:cNvSpPr txBox="1"/>
          <p:nvPr/>
        </p:nvSpPr>
        <p:spPr>
          <a:xfrm>
            <a:off x="6492240" y="48371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37" name="C3-E12 line 35" descr="sci-ppt:o035"/>
          <p:cNvCxnSpPr/>
          <p:nvPr/>
        </p:nvCxnSpPr>
        <p:spPr>
          <a:xfrm>
            <a:off x="7589520" y="47548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3-E12 line 36" descr="sci-ppt:o036"/>
          <p:cNvCxnSpPr/>
          <p:nvPr/>
        </p:nvCxnSpPr>
        <p:spPr>
          <a:xfrm>
            <a:off x="7589520" y="137160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9" name="C3-E12 text 37" descr="sci-ppt:o037"/>
          <p:cNvSpPr txBox="1"/>
          <p:nvPr/>
        </p:nvSpPr>
        <p:spPr>
          <a:xfrm>
            <a:off x="7132320" y="48371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40" name="C3-E12 line 38" descr="sci-ppt:o038"/>
          <p:cNvCxnSpPr/>
          <p:nvPr/>
        </p:nvCxnSpPr>
        <p:spPr>
          <a:xfrm>
            <a:off x="8229600" y="47548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1" name="C3-E12 line 39" descr="sci-ppt:o039"/>
          <p:cNvCxnSpPr/>
          <p:nvPr/>
        </p:nvCxnSpPr>
        <p:spPr>
          <a:xfrm>
            <a:off x="8229600" y="137160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2" name="C3-E12 text 40" descr="sci-ppt:o040"/>
          <p:cNvSpPr txBox="1"/>
          <p:nvPr/>
        </p:nvSpPr>
        <p:spPr>
          <a:xfrm>
            <a:off x="7772400" y="48371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43" name="C3-E12 line 41" descr="sci-ppt:o041"/>
          <p:cNvCxnSpPr/>
          <p:nvPr/>
        </p:nvCxnSpPr>
        <p:spPr>
          <a:xfrm>
            <a:off x="8869680" y="47548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4" name="C3-E12 line 42" descr="sci-ppt:o042"/>
          <p:cNvCxnSpPr/>
          <p:nvPr/>
        </p:nvCxnSpPr>
        <p:spPr>
          <a:xfrm>
            <a:off x="8869680" y="1371600"/>
            <a:ext cx="0" cy="338328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5" name="C3-E12 text 43" descr="sci-ppt:o043"/>
          <p:cNvSpPr txBox="1"/>
          <p:nvPr/>
        </p:nvSpPr>
        <p:spPr>
          <a:xfrm>
            <a:off x="8412480" y="48371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46" name="C3-E12 line 44" descr="sci-ppt:o044"/>
          <p:cNvCxnSpPr/>
          <p:nvPr/>
        </p:nvCxnSpPr>
        <p:spPr>
          <a:xfrm>
            <a:off x="5605272" y="47548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7" name="C3-E12 line 45" descr="sci-ppt:o045"/>
          <p:cNvCxnSpPr/>
          <p:nvPr/>
        </p:nvCxnSpPr>
        <p:spPr>
          <a:xfrm>
            <a:off x="5605272" y="413973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48" name="C3-E12 line 46" descr="sci-ppt:o046"/>
          <p:cNvCxnSpPr/>
          <p:nvPr/>
        </p:nvCxnSpPr>
        <p:spPr>
          <a:xfrm>
            <a:off x="5669280" y="4139738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49" name="C3-E12 text 47" descr="sci-ppt:o047"/>
          <p:cNvSpPr txBox="1"/>
          <p:nvPr/>
        </p:nvSpPr>
        <p:spPr>
          <a:xfrm>
            <a:off x="4800600" y="405744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50" name="C3-E12 line 48" descr="sci-ppt:o048"/>
          <p:cNvCxnSpPr/>
          <p:nvPr/>
        </p:nvCxnSpPr>
        <p:spPr>
          <a:xfrm>
            <a:off x="5605272" y="352459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1" name="C3-E12 line 49" descr="sci-ppt:o049"/>
          <p:cNvCxnSpPr/>
          <p:nvPr/>
        </p:nvCxnSpPr>
        <p:spPr>
          <a:xfrm>
            <a:off x="5669280" y="3524596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2" name="C3-E12 text 50" descr="sci-ppt:o050"/>
          <p:cNvSpPr txBox="1"/>
          <p:nvPr/>
        </p:nvSpPr>
        <p:spPr>
          <a:xfrm>
            <a:off x="4800600" y="344230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53" name="C3-E12 line 51" descr="sci-ppt:o051"/>
          <p:cNvCxnSpPr/>
          <p:nvPr/>
        </p:nvCxnSpPr>
        <p:spPr>
          <a:xfrm>
            <a:off x="5605272" y="29094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4" name="C3-E12 line 52" descr="sci-ppt:o052"/>
          <p:cNvCxnSpPr/>
          <p:nvPr/>
        </p:nvCxnSpPr>
        <p:spPr>
          <a:xfrm>
            <a:off x="5669280" y="2909454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5" name="C3-E12 text 53" descr="sci-ppt:o053"/>
          <p:cNvSpPr txBox="1"/>
          <p:nvPr/>
        </p:nvSpPr>
        <p:spPr>
          <a:xfrm>
            <a:off x="4800600" y="28271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56" name="C3-E12 line 54" descr="sci-ppt:o054"/>
          <p:cNvCxnSpPr/>
          <p:nvPr/>
        </p:nvCxnSpPr>
        <p:spPr>
          <a:xfrm>
            <a:off x="5605272" y="229431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57" name="C3-E12 line 55" descr="sci-ppt:o055"/>
          <p:cNvCxnSpPr/>
          <p:nvPr/>
        </p:nvCxnSpPr>
        <p:spPr>
          <a:xfrm>
            <a:off x="5669280" y="2294312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58" name="C3-E12 text 56" descr="sci-ppt:o056"/>
          <p:cNvSpPr txBox="1"/>
          <p:nvPr/>
        </p:nvSpPr>
        <p:spPr>
          <a:xfrm>
            <a:off x="4800600" y="221201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59" name="C3-E12 line 57" descr="sci-ppt:o057"/>
          <p:cNvCxnSpPr/>
          <p:nvPr/>
        </p:nvCxnSpPr>
        <p:spPr>
          <a:xfrm>
            <a:off x="5605272" y="167917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0" name="C3-E12 line 58" descr="sci-ppt:o058"/>
          <p:cNvCxnSpPr/>
          <p:nvPr/>
        </p:nvCxnSpPr>
        <p:spPr>
          <a:xfrm>
            <a:off x="5669280" y="1679170"/>
            <a:ext cx="3200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61" name="C3-E12 text 59" descr="sci-ppt:o059"/>
          <p:cNvSpPr txBox="1"/>
          <p:nvPr/>
        </p:nvSpPr>
        <p:spPr>
          <a:xfrm>
            <a:off x="4800600" y="159687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sp>
        <p:nvSpPr>
          <p:cNvPr id="62" name="C3-E12 text 60" descr="sci-ppt:o060"/>
          <p:cNvSpPr txBox="1"/>
          <p:nvPr/>
        </p:nvSpPr>
        <p:spPr>
          <a:xfrm>
            <a:off x="5669280" y="5038344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 / s</a:t>
            </a:r>
          </a:p>
        </p:txBody>
      </p:sp>
      <p:sp>
        <p:nvSpPr>
          <p:cNvPr id="63" name="C3-E12 text 61" descr="sci-ppt:o061"/>
          <p:cNvSpPr txBox="1"/>
          <p:nvPr/>
        </p:nvSpPr>
        <p:spPr>
          <a:xfrm>
            <a:off x="5120640" y="1024128"/>
            <a:ext cx="3200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volume fraction φ_b</a:t>
            </a:r>
          </a:p>
        </p:txBody>
      </p:sp>
      <p:sp>
        <p:nvSpPr>
          <p:cNvPr id="64" name="C3-E12 polygon 62" descr="sci-ppt:o062"/>
          <p:cNvSpPr/>
          <p:nvPr/>
        </p:nvSpPr>
        <p:spPr>
          <a:xfrm>
            <a:off x="5669280" y="1534004"/>
            <a:ext cx="3200400" cy="3220876"/>
          </a:xfrm>
          <a:custGeom>
            <a:avLst/>
            <a:gdLst/>
            <a:ahLst/>
            <a:cxnLst/>
            <a:rect l="l" t="t" r="r" b="b"/>
            <a:pathLst>
              <a:path w="3200400" h="3220876">
                <a:moveTo>
                  <a:pt x="0" y="3220876"/>
                </a:moveTo>
                <a:lnTo>
                  <a:pt x="32327" y="3220872"/>
                </a:lnTo>
                <a:lnTo>
                  <a:pt x="64654" y="3220849"/>
                </a:lnTo>
                <a:lnTo>
                  <a:pt x="96981" y="3220786"/>
                </a:lnTo>
                <a:lnTo>
                  <a:pt x="129309" y="3220663"/>
                </a:lnTo>
                <a:lnTo>
                  <a:pt x="161636" y="3220461"/>
                </a:lnTo>
                <a:lnTo>
                  <a:pt x="193963" y="3220158"/>
                </a:lnTo>
                <a:lnTo>
                  <a:pt x="226290" y="3219737"/>
                </a:lnTo>
                <a:lnTo>
                  <a:pt x="258618" y="3219176"/>
                </a:lnTo>
                <a:lnTo>
                  <a:pt x="290945" y="3218456"/>
                </a:lnTo>
                <a:lnTo>
                  <a:pt x="323272" y="3217556"/>
                </a:lnTo>
                <a:lnTo>
                  <a:pt x="355600" y="3216457"/>
                </a:lnTo>
                <a:lnTo>
                  <a:pt x="387927" y="3215139"/>
                </a:lnTo>
                <a:lnTo>
                  <a:pt x="420254" y="3213583"/>
                </a:lnTo>
                <a:lnTo>
                  <a:pt x="452581" y="3211767"/>
                </a:lnTo>
                <a:lnTo>
                  <a:pt x="484909" y="3209672"/>
                </a:lnTo>
                <a:lnTo>
                  <a:pt x="517236" y="3207279"/>
                </a:lnTo>
                <a:lnTo>
                  <a:pt x="549563" y="3204567"/>
                </a:lnTo>
                <a:lnTo>
                  <a:pt x="581890" y="3201516"/>
                </a:lnTo>
                <a:lnTo>
                  <a:pt x="614218" y="3198107"/>
                </a:lnTo>
                <a:lnTo>
                  <a:pt x="646545" y="3194320"/>
                </a:lnTo>
                <a:lnTo>
                  <a:pt x="678872" y="3190134"/>
                </a:lnTo>
                <a:lnTo>
                  <a:pt x="711200" y="3185530"/>
                </a:lnTo>
                <a:lnTo>
                  <a:pt x="743527" y="3180488"/>
                </a:lnTo>
                <a:lnTo>
                  <a:pt x="775854" y="3174987"/>
                </a:lnTo>
                <a:lnTo>
                  <a:pt x="808181" y="3169009"/>
                </a:lnTo>
                <a:lnTo>
                  <a:pt x="840509" y="3162533"/>
                </a:lnTo>
                <a:lnTo>
                  <a:pt x="872836" y="3155538"/>
                </a:lnTo>
                <a:lnTo>
                  <a:pt x="905163" y="3148007"/>
                </a:lnTo>
                <a:lnTo>
                  <a:pt x="937490" y="3139917"/>
                </a:lnTo>
                <a:lnTo>
                  <a:pt x="969818" y="3131250"/>
                </a:lnTo>
                <a:lnTo>
                  <a:pt x="1002145" y="3121985"/>
                </a:lnTo>
                <a:lnTo>
                  <a:pt x="1034472" y="3112103"/>
                </a:lnTo>
                <a:lnTo>
                  <a:pt x="1066800" y="3101584"/>
                </a:lnTo>
                <a:lnTo>
                  <a:pt x="1099127" y="3090407"/>
                </a:lnTo>
                <a:lnTo>
                  <a:pt x="1131454" y="3078553"/>
                </a:lnTo>
                <a:lnTo>
                  <a:pt x="1163781" y="3066002"/>
                </a:lnTo>
                <a:lnTo>
                  <a:pt x="1196109" y="3052735"/>
                </a:lnTo>
                <a:lnTo>
                  <a:pt x="1228436" y="3038730"/>
                </a:lnTo>
                <a:lnTo>
                  <a:pt x="1260763" y="3023968"/>
                </a:lnTo>
                <a:lnTo>
                  <a:pt x="1293090" y="3008430"/>
                </a:lnTo>
                <a:lnTo>
                  <a:pt x="1325418" y="2992095"/>
                </a:lnTo>
                <a:lnTo>
                  <a:pt x="1357745" y="2974943"/>
                </a:lnTo>
                <a:lnTo>
                  <a:pt x="1390072" y="2956955"/>
                </a:lnTo>
                <a:lnTo>
                  <a:pt x="1422400" y="2938110"/>
                </a:lnTo>
                <a:lnTo>
                  <a:pt x="1454727" y="2918389"/>
                </a:lnTo>
                <a:lnTo>
                  <a:pt x="1487054" y="2897772"/>
                </a:lnTo>
                <a:lnTo>
                  <a:pt x="1519381" y="2876239"/>
                </a:lnTo>
                <a:lnTo>
                  <a:pt x="1551709" y="2853769"/>
                </a:lnTo>
                <a:lnTo>
                  <a:pt x="1584036" y="2830344"/>
                </a:lnTo>
                <a:lnTo>
                  <a:pt x="1616363" y="2805942"/>
                </a:lnTo>
                <a:lnTo>
                  <a:pt x="1648690" y="2780545"/>
                </a:lnTo>
                <a:lnTo>
                  <a:pt x="1681018" y="2754132"/>
                </a:lnTo>
                <a:lnTo>
                  <a:pt x="1713345" y="2726683"/>
                </a:lnTo>
                <a:lnTo>
                  <a:pt x="1745672" y="2698179"/>
                </a:lnTo>
                <a:lnTo>
                  <a:pt x="1778000" y="2668599"/>
                </a:lnTo>
                <a:lnTo>
                  <a:pt x="1810327" y="2637924"/>
                </a:lnTo>
                <a:lnTo>
                  <a:pt x="1842654" y="2606134"/>
                </a:lnTo>
                <a:lnTo>
                  <a:pt x="1874981" y="2573208"/>
                </a:lnTo>
                <a:lnTo>
                  <a:pt x="1907309" y="2539127"/>
                </a:lnTo>
                <a:lnTo>
                  <a:pt x="1939636" y="2503871"/>
                </a:lnTo>
                <a:lnTo>
                  <a:pt x="1971963" y="2467420"/>
                </a:lnTo>
                <a:lnTo>
                  <a:pt x="2004290" y="2429754"/>
                </a:lnTo>
                <a:lnTo>
                  <a:pt x="2036618" y="2390853"/>
                </a:lnTo>
                <a:lnTo>
                  <a:pt x="2068945" y="2350697"/>
                </a:lnTo>
                <a:lnTo>
                  <a:pt x="2101272" y="2309267"/>
                </a:lnTo>
                <a:lnTo>
                  <a:pt x="2133600" y="2266542"/>
                </a:lnTo>
                <a:lnTo>
                  <a:pt x="2165927" y="2222503"/>
                </a:lnTo>
                <a:lnTo>
                  <a:pt x="2198254" y="2177129"/>
                </a:lnTo>
                <a:lnTo>
                  <a:pt x="2230581" y="2130401"/>
                </a:lnTo>
                <a:lnTo>
                  <a:pt x="2262909" y="2082298"/>
                </a:lnTo>
                <a:lnTo>
                  <a:pt x="2295236" y="2032802"/>
                </a:lnTo>
                <a:lnTo>
                  <a:pt x="2327563" y="1981891"/>
                </a:lnTo>
                <a:lnTo>
                  <a:pt x="2359890" y="1929547"/>
                </a:lnTo>
                <a:lnTo>
                  <a:pt x="2392218" y="1875748"/>
                </a:lnTo>
                <a:lnTo>
                  <a:pt x="2424545" y="1820476"/>
                </a:lnTo>
                <a:lnTo>
                  <a:pt x="2456872" y="1763709"/>
                </a:lnTo>
                <a:lnTo>
                  <a:pt x="2489200" y="1705429"/>
                </a:lnTo>
                <a:lnTo>
                  <a:pt x="2521527" y="1645616"/>
                </a:lnTo>
                <a:lnTo>
                  <a:pt x="2553854" y="1584249"/>
                </a:lnTo>
                <a:lnTo>
                  <a:pt x="2586181" y="1521309"/>
                </a:lnTo>
                <a:lnTo>
                  <a:pt x="2618509" y="1456775"/>
                </a:lnTo>
                <a:lnTo>
                  <a:pt x="2650836" y="1390628"/>
                </a:lnTo>
                <a:lnTo>
                  <a:pt x="2683163" y="1322848"/>
                </a:lnTo>
                <a:lnTo>
                  <a:pt x="2715490" y="1253414"/>
                </a:lnTo>
                <a:lnTo>
                  <a:pt x="2747818" y="1182308"/>
                </a:lnTo>
                <a:lnTo>
                  <a:pt x="2780145" y="1109509"/>
                </a:lnTo>
                <a:lnTo>
                  <a:pt x="2812472" y="1034997"/>
                </a:lnTo>
                <a:lnTo>
                  <a:pt x="2844800" y="958752"/>
                </a:lnTo>
                <a:lnTo>
                  <a:pt x="2877127" y="880755"/>
                </a:lnTo>
                <a:lnTo>
                  <a:pt x="2909454" y="800984"/>
                </a:lnTo>
                <a:lnTo>
                  <a:pt x="2941781" y="719422"/>
                </a:lnTo>
                <a:lnTo>
                  <a:pt x="2974109" y="636047"/>
                </a:lnTo>
                <a:lnTo>
                  <a:pt x="3006436" y="550839"/>
                </a:lnTo>
                <a:lnTo>
                  <a:pt x="3038763" y="463780"/>
                </a:lnTo>
                <a:lnTo>
                  <a:pt x="3071090" y="374848"/>
                </a:lnTo>
                <a:lnTo>
                  <a:pt x="3103418" y="284024"/>
                </a:lnTo>
                <a:lnTo>
                  <a:pt x="3135745" y="191288"/>
                </a:lnTo>
                <a:lnTo>
                  <a:pt x="3168072" y="96620"/>
                </a:lnTo>
                <a:lnTo>
                  <a:pt x="320040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C3-E12 ellipse 63" descr="sci-ppt:o063"/>
          <p:cNvSpPr/>
          <p:nvPr/>
        </p:nvSpPr>
        <p:spPr>
          <a:xfrm>
            <a:off x="6254496" y="4674248"/>
            <a:ext cx="109728" cy="109728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C3-E12 text 64" descr="sci-ppt:o064"/>
          <p:cNvSpPr txBox="1"/>
          <p:nvPr/>
        </p:nvSpPr>
        <p:spPr>
          <a:xfrm>
            <a:off x="6382512" y="4363352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B880"/>
                </a:solidFill>
                <a:latin typeface="Arial"/>
              </a:rPr>
              <a:t>0.004</a:t>
            </a:r>
          </a:p>
        </p:txBody>
      </p:sp>
      <p:sp>
        <p:nvSpPr>
          <p:cNvPr id="67" name="C3-E12 ellipse 65" descr="sci-ppt:o065"/>
          <p:cNvSpPr/>
          <p:nvPr/>
        </p:nvSpPr>
        <p:spPr>
          <a:xfrm>
            <a:off x="6894576" y="4493879"/>
            <a:ext cx="109728" cy="109728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C3-E12 text 66" descr="sci-ppt:o066"/>
          <p:cNvSpPr txBox="1"/>
          <p:nvPr/>
        </p:nvSpPr>
        <p:spPr>
          <a:xfrm>
            <a:off x="7022592" y="4182983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28BA0"/>
                </a:solidFill>
                <a:latin typeface="Arial"/>
              </a:rPr>
              <a:t>0.034</a:t>
            </a:r>
          </a:p>
        </p:txBody>
      </p:sp>
      <p:sp>
        <p:nvSpPr>
          <p:cNvPr id="69" name="C3-E12 ellipse 67" descr="sci-ppt:o067"/>
          <p:cNvSpPr/>
          <p:nvPr/>
        </p:nvSpPr>
        <p:spPr>
          <a:xfrm>
            <a:off x="7534656" y="4004306"/>
            <a:ext cx="109728" cy="109728"/>
          </a:xfrm>
          <a:prstGeom prst="ellipse">
            <a:avLst/>
          </a:prstGeom>
          <a:solidFill>
            <a:srgbClr val="7FC8F8"/>
          </a:solidFill>
          <a:ln w="1270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C3-E12 text 68" descr="sci-ppt:o068"/>
          <p:cNvSpPr txBox="1"/>
          <p:nvPr/>
        </p:nvSpPr>
        <p:spPr>
          <a:xfrm>
            <a:off x="7662672" y="3693410"/>
            <a:ext cx="8229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FC8F8"/>
                </a:solidFill>
                <a:latin typeface="Arial"/>
              </a:rPr>
              <a:t>0.113</a:t>
            </a:r>
          </a:p>
        </p:txBody>
      </p:sp>
      <p:sp>
        <p:nvSpPr>
          <p:cNvPr id="71" name="C3-E12 round_rect 69" descr="sci-ppt:o069"/>
          <p:cNvSpPr/>
          <p:nvPr/>
        </p:nvSpPr>
        <p:spPr>
          <a:xfrm>
            <a:off x="9052560" y="1371600"/>
            <a:ext cx="2788920" cy="33832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C3-E12 text 70" descr="sci-ppt:o070"/>
          <p:cNvSpPr txBox="1"/>
          <p:nvPr/>
        </p:nvSpPr>
        <p:spPr>
          <a:xfrm>
            <a:off x="9162288" y="1426464"/>
            <a:ext cx="256946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Delay rᵢ/c</a:t>
            </a:r>
          </a:p>
        </p:txBody>
      </p:sp>
      <p:sp>
        <p:nvSpPr>
          <p:cNvPr id="73" name="C3-E12 ellipse 71" descr="sci-ppt:o071"/>
          <p:cNvSpPr/>
          <p:nvPr/>
        </p:nvSpPr>
        <p:spPr>
          <a:xfrm>
            <a:off x="9326880" y="2651760"/>
            <a:ext cx="182880" cy="182880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C3-E12 text 72" descr="sci-ppt:o072"/>
          <p:cNvSpPr txBox="1"/>
          <p:nvPr/>
        </p:nvSpPr>
        <p:spPr>
          <a:xfrm>
            <a:off x="9235440" y="2011680"/>
            <a:ext cx="24688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source i</a:t>
            </a:r>
          </a:p>
        </p:txBody>
      </p:sp>
      <p:cxnSp>
        <p:nvCxnSpPr>
          <p:cNvPr id="75" name="C3-E12 arrow 73" descr="sci-ppt:o073"/>
          <p:cNvCxnSpPr/>
          <p:nvPr/>
        </p:nvCxnSpPr>
        <p:spPr>
          <a:xfrm>
            <a:off x="9509760" y="2743200"/>
            <a:ext cx="1828800" cy="0"/>
          </a:xfrm>
          <a:prstGeom prst="line">
            <a:avLst/>
          </a:prstGeom>
          <a:ln w="3175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6" name="C3-E12 ellipse 74" descr="sci-ppt:o074"/>
          <p:cNvSpPr/>
          <p:nvPr/>
        </p:nvSpPr>
        <p:spPr>
          <a:xfrm>
            <a:off x="11439144" y="2660904"/>
            <a:ext cx="164592" cy="164592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C3-E12 text 75" descr="sci-ppt:o075"/>
          <p:cNvSpPr txBox="1"/>
          <p:nvPr/>
        </p:nvSpPr>
        <p:spPr>
          <a:xfrm>
            <a:off x="10972800" y="2926080"/>
            <a:ext cx="914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x</a:t>
            </a:r>
          </a:p>
        </p:txBody>
      </p:sp>
      <p:sp>
        <p:nvSpPr>
          <p:cNvPr id="78" name="C3-E12 text 76" descr="sci-ppt:o076"/>
          <p:cNvSpPr txBox="1"/>
          <p:nvPr/>
        </p:nvSpPr>
        <p:spPr>
          <a:xfrm>
            <a:off x="9144000" y="3246120"/>
            <a:ext cx="2651760" cy="38658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the signal at x now was emitted at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t − rᵢ/c</a:t>
            </a:r>
          </a:p>
        </p:txBody>
      </p:sp>
      <p:sp>
        <p:nvSpPr>
          <p:cNvPr id="79" name="C3-E12 text 77" descr="sci-ppt:o077"/>
          <p:cNvSpPr txBox="1"/>
          <p:nvPr/>
        </p:nvSpPr>
        <p:spPr>
          <a:xfrm>
            <a:off x="5669280" y="5303520"/>
            <a:ext cx="61264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φ(x,t) ≃ −Σ V̇ᵢ(t − rᵢ/c) / (4π rᵢ),   p′ ≃ Σ ρ V̈ᵢ(t − rᵢ/c) / (4π rᵢ)</a:t>
            </a:r>
          </a:p>
        </p:txBody>
      </p:sp>
      <p:sp>
        <p:nvSpPr>
          <p:cNvPr id="80" name="C3-E12 text 78" descr="sci-ppt:o078"/>
          <p:cNvSpPr txBox="1"/>
          <p:nvPr/>
        </p:nvSpPr>
        <p:spPr>
          <a:xfrm>
            <a:off x="5669280" y="5760720"/>
            <a:ext cx="61264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 spatial sum needs source histories and travel times, not just a site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count.</a:t>
            </a:r>
          </a:p>
        </p:txBody>
      </p:sp>
      <p:sp>
        <p:nvSpPr>
          <p:cNvPr id="81" name="C3-E12 text 79" descr="sci-ppt:o07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Volume fraction and retarded monopole approximation of Eq. C3-E12 (far, compact, weak sources).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C3-E13 · Potential-flow reduction</a:t>
            </a:r>
          </a:p>
        </p:txBody>
      </p:sp>
      <p:sp>
        <p:nvSpPr>
          <p:cNvPr id="3" name="C3-E13 round_rect 1" descr="sci-ppt:o001"/>
          <p:cNvSpPr/>
          <p:nvPr/>
        </p:nvSpPr>
        <p:spPr>
          <a:xfrm>
            <a:off x="365760" y="914400"/>
            <a:ext cx="6766560" cy="4846320"/>
          </a:xfrm>
          <a:prstGeom prst="round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3 text 2" descr="sci-ppt:o002"/>
          <p:cNvSpPr txBox="1"/>
          <p:nvPr/>
        </p:nvSpPr>
        <p:spPr>
          <a:xfrm>
            <a:off x="548640" y="1005840"/>
            <a:ext cx="640080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Liquid region Ω(t):  ∇²φ = 0,  u = ∇φ</a:t>
            </a:r>
          </a:p>
        </p:txBody>
      </p:sp>
      <p:sp>
        <p:nvSpPr>
          <p:cNvPr id="5" name="C3-E13 rect 3" descr="sci-ppt:o003"/>
          <p:cNvSpPr/>
          <p:nvPr/>
        </p:nvSpPr>
        <p:spPr>
          <a:xfrm>
            <a:off x="822960" y="5120640"/>
            <a:ext cx="6035040" cy="237744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3 line 4" descr="sci-ppt:o004"/>
          <p:cNvCxnSpPr/>
          <p:nvPr/>
        </p:nvCxnSpPr>
        <p:spPr>
          <a:xfrm>
            <a:off x="8412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3-E13 line 5" descr="sci-ppt:o005"/>
          <p:cNvCxnSpPr/>
          <p:nvPr/>
        </p:nvCxnSpPr>
        <p:spPr>
          <a:xfrm>
            <a:off x="10241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8" name="C3-E13 line 6" descr="sci-ppt:o006"/>
          <p:cNvCxnSpPr/>
          <p:nvPr/>
        </p:nvCxnSpPr>
        <p:spPr>
          <a:xfrm>
            <a:off x="12070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3 line 7" descr="sci-ppt:o007"/>
          <p:cNvCxnSpPr/>
          <p:nvPr/>
        </p:nvCxnSpPr>
        <p:spPr>
          <a:xfrm>
            <a:off x="13898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3-E13 line 8" descr="sci-ppt:o008"/>
          <p:cNvCxnSpPr/>
          <p:nvPr/>
        </p:nvCxnSpPr>
        <p:spPr>
          <a:xfrm>
            <a:off x="15727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3-E13 line 9" descr="sci-ppt:o009"/>
          <p:cNvCxnSpPr/>
          <p:nvPr/>
        </p:nvCxnSpPr>
        <p:spPr>
          <a:xfrm>
            <a:off x="1755648" y="5358383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3 line 10" descr="sci-ppt:o010"/>
          <p:cNvCxnSpPr/>
          <p:nvPr/>
        </p:nvCxnSpPr>
        <p:spPr>
          <a:xfrm>
            <a:off x="19385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3-E13 line 11" descr="sci-ppt:o011"/>
          <p:cNvCxnSpPr/>
          <p:nvPr/>
        </p:nvCxnSpPr>
        <p:spPr>
          <a:xfrm>
            <a:off x="21214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3-E13 line 12" descr="sci-ppt:o012"/>
          <p:cNvCxnSpPr/>
          <p:nvPr/>
        </p:nvCxnSpPr>
        <p:spPr>
          <a:xfrm>
            <a:off x="23042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3 line 13" descr="sci-ppt:o013"/>
          <p:cNvCxnSpPr/>
          <p:nvPr/>
        </p:nvCxnSpPr>
        <p:spPr>
          <a:xfrm>
            <a:off x="24871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13 line 14" descr="sci-ppt:o014"/>
          <p:cNvCxnSpPr/>
          <p:nvPr/>
        </p:nvCxnSpPr>
        <p:spPr>
          <a:xfrm>
            <a:off x="26700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3-E13 line 15" descr="sci-ppt:o015"/>
          <p:cNvCxnSpPr/>
          <p:nvPr/>
        </p:nvCxnSpPr>
        <p:spPr>
          <a:xfrm>
            <a:off x="28529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3 line 16" descr="sci-ppt:o016"/>
          <p:cNvCxnSpPr/>
          <p:nvPr/>
        </p:nvCxnSpPr>
        <p:spPr>
          <a:xfrm>
            <a:off x="30358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13 line 17" descr="sci-ppt:o017"/>
          <p:cNvCxnSpPr/>
          <p:nvPr/>
        </p:nvCxnSpPr>
        <p:spPr>
          <a:xfrm>
            <a:off x="32186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3-E13 line 18" descr="sci-ppt:o018"/>
          <p:cNvCxnSpPr/>
          <p:nvPr/>
        </p:nvCxnSpPr>
        <p:spPr>
          <a:xfrm>
            <a:off x="34015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3 line 19" descr="sci-ppt:o019"/>
          <p:cNvCxnSpPr/>
          <p:nvPr/>
        </p:nvCxnSpPr>
        <p:spPr>
          <a:xfrm>
            <a:off x="35844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13 line 20" descr="sci-ppt:o020"/>
          <p:cNvCxnSpPr/>
          <p:nvPr/>
        </p:nvCxnSpPr>
        <p:spPr>
          <a:xfrm>
            <a:off x="37673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3-E13 line 21" descr="sci-ppt:o021"/>
          <p:cNvCxnSpPr/>
          <p:nvPr/>
        </p:nvCxnSpPr>
        <p:spPr>
          <a:xfrm>
            <a:off x="39502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3 line 22" descr="sci-ppt:o022"/>
          <p:cNvCxnSpPr/>
          <p:nvPr/>
        </p:nvCxnSpPr>
        <p:spPr>
          <a:xfrm>
            <a:off x="4133087" y="5358383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13 line 23" descr="sci-ppt:o023"/>
          <p:cNvCxnSpPr/>
          <p:nvPr/>
        </p:nvCxnSpPr>
        <p:spPr>
          <a:xfrm>
            <a:off x="43159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3-E13 line 24" descr="sci-ppt:o024"/>
          <p:cNvCxnSpPr/>
          <p:nvPr/>
        </p:nvCxnSpPr>
        <p:spPr>
          <a:xfrm>
            <a:off x="44988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3 line 25" descr="sci-ppt:o025"/>
          <p:cNvCxnSpPr/>
          <p:nvPr/>
        </p:nvCxnSpPr>
        <p:spPr>
          <a:xfrm>
            <a:off x="46817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13 line 26" descr="sci-ppt:o026"/>
          <p:cNvCxnSpPr/>
          <p:nvPr/>
        </p:nvCxnSpPr>
        <p:spPr>
          <a:xfrm>
            <a:off x="48646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3-E13 line 27" descr="sci-ppt:o027"/>
          <p:cNvCxnSpPr/>
          <p:nvPr/>
        </p:nvCxnSpPr>
        <p:spPr>
          <a:xfrm>
            <a:off x="50474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3 line 28" descr="sci-ppt:o028"/>
          <p:cNvCxnSpPr/>
          <p:nvPr/>
        </p:nvCxnSpPr>
        <p:spPr>
          <a:xfrm>
            <a:off x="52303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13 line 29" descr="sci-ppt:o029"/>
          <p:cNvCxnSpPr/>
          <p:nvPr/>
        </p:nvCxnSpPr>
        <p:spPr>
          <a:xfrm>
            <a:off x="54132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3-E13 line 30" descr="sci-ppt:o030"/>
          <p:cNvCxnSpPr/>
          <p:nvPr/>
        </p:nvCxnSpPr>
        <p:spPr>
          <a:xfrm>
            <a:off x="55961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13 line 31" descr="sci-ppt:o031"/>
          <p:cNvCxnSpPr/>
          <p:nvPr/>
        </p:nvCxnSpPr>
        <p:spPr>
          <a:xfrm>
            <a:off x="577900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3-E13 line 32" descr="sci-ppt:o032"/>
          <p:cNvCxnSpPr/>
          <p:nvPr/>
        </p:nvCxnSpPr>
        <p:spPr>
          <a:xfrm>
            <a:off x="596188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3-E13 line 33" descr="sci-ppt:o033"/>
          <p:cNvCxnSpPr/>
          <p:nvPr/>
        </p:nvCxnSpPr>
        <p:spPr>
          <a:xfrm>
            <a:off x="614476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3-E13 line 34" descr="sci-ppt:o034"/>
          <p:cNvCxnSpPr/>
          <p:nvPr/>
        </p:nvCxnSpPr>
        <p:spPr>
          <a:xfrm>
            <a:off x="632764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3-E13 line 35" descr="sci-ppt:o035"/>
          <p:cNvCxnSpPr/>
          <p:nvPr/>
        </p:nvCxnSpPr>
        <p:spPr>
          <a:xfrm>
            <a:off x="6510528" y="5358383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sp>
        <p:nvSpPr>
          <p:cNvPr id="38" name="C3-E13 ellipse 36" descr="sci-ppt:o036"/>
          <p:cNvSpPr/>
          <p:nvPr/>
        </p:nvSpPr>
        <p:spPr>
          <a:xfrm>
            <a:off x="1828800" y="265176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13 text 37" descr="sci-ppt:o037"/>
          <p:cNvSpPr txBox="1"/>
          <p:nvPr/>
        </p:nvSpPr>
        <p:spPr>
          <a:xfrm>
            <a:off x="2103120" y="3429000"/>
            <a:ext cx="1280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gas</a:t>
            </a:r>
          </a:p>
        </p:txBody>
      </p:sp>
      <p:sp>
        <p:nvSpPr>
          <p:cNvPr id="40" name="C3-E13 text 38" descr="sci-ppt:o038"/>
          <p:cNvSpPr txBox="1"/>
          <p:nvPr/>
        </p:nvSpPr>
        <p:spPr>
          <a:xfrm>
            <a:off x="914400" y="155448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interface Γ(t)</a:t>
            </a:r>
          </a:p>
        </p:txBody>
      </p:sp>
      <p:sp>
        <p:nvSpPr>
          <p:cNvPr id="41" name="C3-E13 text 39" descr="sci-ppt:o039"/>
          <p:cNvSpPr txBox="1"/>
          <p:nvPr/>
        </p:nvSpPr>
        <p:spPr>
          <a:xfrm>
            <a:off x="4846320" y="3200400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B4C7D2"/>
                </a:solidFill>
                <a:latin typeface="Arial"/>
              </a:rPr>
              <a:t>wall</a:t>
            </a:r>
          </a:p>
        </p:txBody>
      </p:sp>
      <p:sp>
        <p:nvSpPr>
          <p:cNvPr id="42" name="C3-E13 text 40" descr="sci-ppt:o040"/>
          <p:cNvSpPr txBox="1"/>
          <p:nvPr/>
        </p:nvSpPr>
        <p:spPr>
          <a:xfrm>
            <a:off x="4572000" y="1645920"/>
            <a:ext cx="24688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far field φ → 0</a:t>
            </a:r>
          </a:p>
        </p:txBody>
      </p:sp>
      <p:cxnSp>
        <p:nvCxnSpPr>
          <p:cNvPr id="43" name="C3-E13 arrow 41" descr="sci-ppt:o041"/>
          <p:cNvCxnSpPr/>
          <p:nvPr/>
        </p:nvCxnSpPr>
        <p:spPr>
          <a:xfrm flipV="1">
            <a:off x="3688380" y="3034496"/>
            <a:ext cx="515553" cy="187646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4" name="C3-E13 arrow 42" descr="sci-ppt:o042"/>
          <p:cNvCxnSpPr/>
          <p:nvPr/>
        </p:nvCxnSpPr>
        <p:spPr>
          <a:xfrm flipV="1">
            <a:off x="3003530" y="2064647"/>
            <a:ext cx="141999" cy="529946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5" name="C3-E13 arrow 43" descr="sci-ppt:o043"/>
          <p:cNvCxnSpPr/>
          <p:nvPr/>
        </p:nvCxnSpPr>
        <p:spPr>
          <a:xfrm flipH="1" flipV="1">
            <a:off x="1743999" y="2375359"/>
            <a:ext cx="352659" cy="420282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6" name="C3-E13 arrow 44" descr="sci-ppt:o044"/>
          <p:cNvCxnSpPr/>
          <p:nvPr/>
        </p:nvCxnSpPr>
        <p:spPr>
          <a:xfrm flipH="1">
            <a:off x="1194635" y="3653824"/>
            <a:ext cx="546552" cy="47817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7" name="C3-E13 arrow 45" descr="sci-ppt:o045"/>
          <p:cNvCxnSpPr/>
          <p:nvPr/>
        </p:nvCxnSpPr>
        <p:spPr>
          <a:xfrm>
            <a:off x="3614282" y="4069080"/>
            <a:ext cx="475137" cy="27432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8" name="C3-E13 round_rect 46" descr="sci-ppt:o046"/>
          <p:cNvSpPr/>
          <p:nvPr/>
        </p:nvSpPr>
        <p:spPr>
          <a:xfrm>
            <a:off x="7406640" y="914400"/>
            <a:ext cx="44348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C3-E13 text 47" descr="sci-ppt:o047"/>
          <p:cNvSpPr txBox="1"/>
          <p:nvPr/>
        </p:nvSpPr>
        <p:spPr>
          <a:xfrm>
            <a:off x="7516367" y="969264"/>
            <a:ext cx="421538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Geometry enters through Ω and its boundary</a:t>
            </a:r>
          </a:p>
        </p:txBody>
      </p:sp>
      <p:sp>
        <p:nvSpPr>
          <p:cNvPr id="50" name="C3-E13 text 48" descr="sci-ppt:o048"/>
          <p:cNvSpPr txBox="1"/>
          <p:nvPr/>
        </p:nvSpPr>
        <p:spPr>
          <a:xfrm>
            <a:off x="7543800" y="1417320"/>
            <a:ext cx="420624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Irrotational, incompressible flow reduces to one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scalar equation:</a:t>
            </a:r>
          </a:p>
        </p:txBody>
      </p:sp>
      <p:sp>
        <p:nvSpPr>
          <p:cNvPr id="51" name="C3-E13 text 49" descr="sci-ppt:o049"/>
          <p:cNvSpPr txBox="1"/>
          <p:nvPr/>
        </p:nvSpPr>
        <p:spPr>
          <a:xfrm>
            <a:off x="7543800" y="2011680"/>
            <a:ext cx="420624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∇·u = 0  and  u = ∇φ  ⇒  ∇²φ = 0 in Ω(t)</a:t>
            </a:r>
          </a:p>
        </p:txBody>
      </p:sp>
      <p:sp>
        <p:nvSpPr>
          <p:cNvPr id="52" name="C3-E13 text 50" descr="sci-ppt:o050"/>
          <p:cNvSpPr txBox="1"/>
          <p:nvPr/>
        </p:nvSpPr>
        <p:spPr>
          <a:xfrm>
            <a:off x="7744968" y="2743200"/>
            <a:ext cx="4005072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Laplace has no time derivative: φ at one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instant follows from the shape and boundary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data at that instant.</a:t>
            </a:r>
          </a:p>
        </p:txBody>
      </p:sp>
      <p:sp>
        <p:nvSpPr>
          <p:cNvPr id="53" name="C3-E13 ellipse 51" descr="sci-ppt:o051"/>
          <p:cNvSpPr/>
          <p:nvPr/>
        </p:nvSpPr>
        <p:spPr>
          <a:xfrm>
            <a:off x="7575804" y="280047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C3-E13 text 52" descr="sci-ppt:o052"/>
          <p:cNvSpPr txBox="1"/>
          <p:nvPr/>
        </p:nvSpPr>
        <p:spPr>
          <a:xfrm>
            <a:off x="7744968" y="3415665"/>
            <a:ext cx="400507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domain Ω(t) changes with the moving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interface, so geometry drives the dynamics.</a:t>
            </a:r>
          </a:p>
        </p:txBody>
      </p:sp>
      <p:sp>
        <p:nvSpPr>
          <p:cNvPr id="55" name="C3-E13 ellipse 53" descr="sci-ppt:o053"/>
          <p:cNvSpPr/>
          <p:nvPr/>
        </p:nvSpPr>
        <p:spPr>
          <a:xfrm>
            <a:off x="7575804" y="347294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3-E13 text 54" descr="sci-ppt:o054"/>
          <p:cNvSpPr txBox="1"/>
          <p:nvPr/>
        </p:nvSpPr>
        <p:spPr>
          <a:xfrm>
            <a:off x="7744968" y="3894455"/>
            <a:ext cx="4005072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equation alone predicts nothing without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boundary conditions (next figure).</a:t>
            </a:r>
          </a:p>
        </p:txBody>
      </p:sp>
      <p:sp>
        <p:nvSpPr>
          <p:cNvPr id="57" name="C3-E13 ellipse 55" descr="sci-ppt:o055"/>
          <p:cNvSpPr/>
          <p:nvPr/>
        </p:nvSpPr>
        <p:spPr>
          <a:xfrm>
            <a:off x="7575804" y="395173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3-E13 text 56" descr="sci-ppt:o05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Potential-flow reduction of Eq. C3-E13; schematic.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C3-E14 · Kinematic, initial and wall conditions</a:t>
            </a:r>
          </a:p>
        </p:txBody>
      </p:sp>
      <p:sp>
        <p:nvSpPr>
          <p:cNvPr id="3" name="C3-E14 round_rect 1" descr="sci-ppt:o001"/>
          <p:cNvSpPr/>
          <p:nvPr/>
        </p:nvSpPr>
        <p:spPr>
          <a:xfrm>
            <a:off x="365760" y="914400"/>
            <a:ext cx="7223760" cy="4846320"/>
          </a:xfrm>
          <a:prstGeom prst="roundRect">
            <a:avLst/>
          </a:prstGeom>
          <a:solidFill>
            <a:srgbClr val="1E4A5A"/>
          </a:solidFill>
          <a:ln w="17780">
            <a:solidFill>
              <a:srgbClr val="2B667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4 rect 2" descr="sci-ppt:o002"/>
          <p:cNvSpPr/>
          <p:nvPr/>
        </p:nvSpPr>
        <p:spPr>
          <a:xfrm>
            <a:off x="822960" y="5074920"/>
            <a:ext cx="6400800" cy="237744"/>
          </a:xfrm>
          <a:prstGeom prst="rect">
            <a:avLst/>
          </a:prstGeom>
          <a:solidFill>
            <a:srgbClr val="3A5362"/>
          </a:solidFill>
          <a:ln w="1651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3-E14 line 3" descr="sci-ppt:o003"/>
          <p:cNvCxnSpPr/>
          <p:nvPr/>
        </p:nvCxnSpPr>
        <p:spPr>
          <a:xfrm>
            <a:off x="8412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4 line 4" descr="sci-ppt:o004"/>
          <p:cNvCxnSpPr/>
          <p:nvPr/>
        </p:nvCxnSpPr>
        <p:spPr>
          <a:xfrm>
            <a:off x="10241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7" name="C3-E14 line 5" descr="sci-ppt:o005"/>
          <p:cNvCxnSpPr/>
          <p:nvPr/>
        </p:nvCxnSpPr>
        <p:spPr>
          <a:xfrm>
            <a:off x="12070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8" name="C3-E14 line 6" descr="sci-ppt:o006"/>
          <p:cNvCxnSpPr/>
          <p:nvPr/>
        </p:nvCxnSpPr>
        <p:spPr>
          <a:xfrm>
            <a:off x="13898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4 line 7" descr="sci-ppt:o007"/>
          <p:cNvCxnSpPr/>
          <p:nvPr/>
        </p:nvCxnSpPr>
        <p:spPr>
          <a:xfrm>
            <a:off x="15727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0" name="C3-E14 line 8" descr="sci-ppt:o008"/>
          <p:cNvCxnSpPr/>
          <p:nvPr/>
        </p:nvCxnSpPr>
        <p:spPr>
          <a:xfrm>
            <a:off x="1755648" y="5312664"/>
            <a:ext cx="137159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1" name="C3-E14 line 9" descr="sci-ppt:o009"/>
          <p:cNvCxnSpPr/>
          <p:nvPr/>
        </p:nvCxnSpPr>
        <p:spPr>
          <a:xfrm>
            <a:off x="19385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4 line 10" descr="sci-ppt:o010"/>
          <p:cNvCxnSpPr/>
          <p:nvPr/>
        </p:nvCxnSpPr>
        <p:spPr>
          <a:xfrm>
            <a:off x="21214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3" name="C3-E14 line 11" descr="sci-ppt:o011"/>
          <p:cNvCxnSpPr/>
          <p:nvPr/>
        </p:nvCxnSpPr>
        <p:spPr>
          <a:xfrm>
            <a:off x="23042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4" name="C3-E14 line 12" descr="sci-ppt:o012"/>
          <p:cNvCxnSpPr/>
          <p:nvPr/>
        </p:nvCxnSpPr>
        <p:spPr>
          <a:xfrm>
            <a:off x="24871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4 line 13" descr="sci-ppt:o013"/>
          <p:cNvCxnSpPr/>
          <p:nvPr/>
        </p:nvCxnSpPr>
        <p:spPr>
          <a:xfrm>
            <a:off x="26700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14 line 14" descr="sci-ppt:o014"/>
          <p:cNvCxnSpPr/>
          <p:nvPr/>
        </p:nvCxnSpPr>
        <p:spPr>
          <a:xfrm>
            <a:off x="28529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7" name="C3-E14 line 15" descr="sci-ppt:o015"/>
          <p:cNvCxnSpPr/>
          <p:nvPr/>
        </p:nvCxnSpPr>
        <p:spPr>
          <a:xfrm>
            <a:off x="30358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4 line 16" descr="sci-ppt:o016"/>
          <p:cNvCxnSpPr/>
          <p:nvPr/>
        </p:nvCxnSpPr>
        <p:spPr>
          <a:xfrm>
            <a:off x="32186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14 line 17" descr="sci-ppt:o017"/>
          <p:cNvCxnSpPr/>
          <p:nvPr/>
        </p:nvCxnSpPr>
        <p:spPr>
          <a:xfrm>
            <a:off x="34015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0" name="C3-E14 line 18" descr="sci-ppt:o018"/>
          <p:cNvCxnSpPr/>
          <p:nvPr/>
        </p:nvCxnSpPr>
        <p:spPr>
          <a:xfrm>
            <a:off x="35844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4 line 19" descr="sci-ppt:o019"/>
          <p:cNvCxnSpPr/>
          <p:nvPr/>
        </p:nvCxnSpPr>
        <p:spPr>
          <a:xfrm>
            <a:off x="37673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14 line 20" descr="sci-ppt:o020"/>
          <p:cNvCxnSpPr/>
          <p:nvPr/>
        </p:nvCxnSpPr>
        <p:spPr>
          <a:xfrm>
            <a:off x="39502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3" name="C3-E14 line 21" descr="sci-ppt:o021"/>
          <p:cNvCxnSpPr/>
          <p:nvPr/>
        </p:nvCxnSpPr>
        <p:spPr>
          <a:xfrm>
            <a:off x="4133087" y="5312664"/>
            <a:ext cx="137161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4 line 22" descr="sci-ppt:o022"/>
          <p:cNvCxnSpPr/>
          <p:nvPr/>
        </p:nvCxnSpPr>
        <p:spPr>
          <a:xfrm>
            <a:off x="43159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14 line 23" descr="sci-ppt:o023"/>
          <p:cNvCxnSpPr/>
          <p:nvPr/>
        </p:nvCxnSpPr>
        <p:spPr>
          <a:xfrm>
            <a:off x="44988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6" name="C3-E14 line 24" descr="sci-ppt:o024"/>
          <p:cNvCxnSpPr/>
          <p:nvPr/>
        </p:nvCxnSpPr>
        <p:spPr>
          <a:xfrm>
            <a:off x="46817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4 line 25" descr="sci-ppt:o025"/>
          <p:cNvCxnSpPr/>
          <p:nvPr/>
        </p:nvCxnSpPr>
        <p:spPr>
          <a:xfrm>
            <a:off x="48646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14 line 26" descr="sci-ppt:o026"/>
          <p:cNvCxnSpPr/>
          <p:nvPr/>
        </p:nvCxnSpPr>
        <p:spPr>
          <a:xfrm>
            <a:off x="50474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9" name="C3-E14 line 27" descr="sci-ppt:o027"/>
          <p:cNvCxnSpPr/>
          <p:nvPr/>
        </p:nvCxnSpPr>
        <p:spPr>
          <a:xfrm>
            <a:off x="52303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4 line 28" descr="sci-ppt:o028"/>
          <p:cNvCxnSpPr/>
          <p:nvPr/>
        </p:nvCxnSpPr>
        <p:spPr>
          <a:xfrm>
            <a:off x="54132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14 line 29" descr="sci-ppt:o029"/>
          <p:cNvCxnSpPr/>
          <p:nvPr/>
        </p:nvCxnSpPr>
        <p:spPr>
          <a:xfrm>
            <a:off x="55961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2" name="C3-E14 line 30" descr="sci-ppt:o030"/>
          <p:cNvCxnSpPr/>
          <p:nvPr/>
        </p:nvCxnSpPr>
        <p:spPr>
          <a:xfrm>
            <a:off x="57790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3" name="C3-E14 line 31" descr="sci-ppt:o031"/>
          <p:cNvCxnSpPr/>
          <p:nvPr/>
        </p:nvCxnSpPr>
        <p:spPr>
          <a:xfrm>
            <a:off x="59618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3-E14 line 32" descr="sci-ppt:o032"/>
          <p:cNvCxnSpPr/>
          <p:nvPr/>
        </p:nvCxnSpPr>
        <p:spPr>
          <a:xfrm>
            <a:off x="61447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5" name="C3-E14 line 33" descr="sci-ppt:o033"/>
          <p:cNvCxnSpPr/>
          <p:nvPr/>
        </p:nvCxnSpPr>
        <p:spPr>
          <a:xfrm>
            <a:off x="632764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6" name="C3-E14 line 34" descr="sci-ppt:o034"/>
          <p:cNvCxnSpPr/>
          <p:nvPr/>
        </p:nvCxnSpPr>
        <p:spPr>
          <a:xfrm>
            <a:off x="651052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3-E14 line 35" descr="sci-ppt:o035"/>
          <p:cNvCxnSpPr/>
          <p:nvPr/>
        </p:nvCxnSpPr>
        <p:spPr>
          <a:xfrm>
            <a:off x="669340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8" name="C3-E14 line 36" descr="sci-ppt:o036"/>
          <p:cNvCxnSpPr/>
          <p:nvPr/>
        </p:nvCxnSpPr>
        <p:spPr>
          <a:xfrm>
            <a:off x="687628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9" name="C3-E14 line 37" descr="sci-ppt:o037"/>
          <p:cNvCxnSpPr/>
          <p:nvPr/>
        </p:nvCxnSpPr>
        <p:spPr>
          <a:xfrm>
            <a:off x="7059168" y="5312664"/>
            <a:ext cx="137160" cy="15544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sp>
        <p:nvSpPr>
          <p:cNvPr id="40" name="C3-E14 ellipse 38" descr="sci-ppt:o038"/>
          <p:cNvSpPr/>
          <p:nvPr/>
        </p:nvSpPr>
        <p:spPr>
          <a:xfrm>
            <a:off x="2011680" y="2651760"/>
            <a:ext cx="1828800" cy="182880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4 text 39" descr="sci-ppt:o039"/>
          <p:cNvSpPr txBox="1"/>
          <p:nvPr/>
        </p:nvSpPr>
        <p:spPr>
          <a:xfrm>
            <a:off x="2286000" y="3429000"/>
            <a:ext cx="1280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gas</a:t>
            </a:r>
          </a:p>
        </p:txBody>
      </p:sp>
      <p:sp>
        <p:nvSpPr>
          <p:cNvPr id="42" name="C3-E14 ellipse 40" descr="sci-ppt:o040"/>
          <p:cNvSpPr/>
          <p:nvPr/>
        </p:nvSpPr>
        <p:spPr>
          <a:xfrm>
            <a:off x="3368262" y="2734831"/>
            <a:ext cx="164592" cy="164592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14 text 41" descr="sci-ppt:o041"/>
          <p:cNvSpPr txBox="1"/>
          <p:nvPr/>
        </p:nvSpPr>
        <p:spPr>
          <a:xfrm>
            <a:off x="640080" y="1920240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X: material point on Γ</a:t>
            </a:r>
          </a:p>
        </p:txBody>
      </p:sp>
      <p:cxnSp>
        <p:nvCxnSpPr>
          <p:cNvPr id="44" name="C3-E14 arrow 42" descr="sci-ppt:o042"/>
          <p:cNvCxnSpPr/>
          <p:nvPr/>
        </p:nvCxnSpPr>
        <p:spPr>
          <a:xfrm flipV="1">
            <a:off x="3450558" y="2314207"/>
            <a:ext cx="685800" cy="50292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45" name="C3-E14 text 43" descr="sci-ppt:o043"/>
          <p:cNvSpPr txBox="1"/>
          <p:nvPr/>
        </p:nvSpPr>
        <p:spPr>
          <a:xfrm>
            <a:off x="4182078" y="2268487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dX/dt = u(X, t)</a:t>
            </a:r>
          </a:p>
        </p:txBody>
      </p:sp>
      <p:cxnSp>
        <p:nvCxnSpPr>
          <p:cNvPr id="46" name="C3-E14 arrow 44" descr="sci-ppt:o044"/>
          <p:cNvCxnSpPr/>
          <p:nvPr/>
        </p:nvCxnSpPr>
        <p:spPr>
          <a:xfrm flipH="1">
            <a:off x="2901918" y="2862847"/>
            <a:ext cx="457200" cy="365760"/>
          </a:xfrm>
          <a:prstGeom prst="line">
            <a:avLst/>
          </a:prstGeom>
          <a:ln w="381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47" name="C3-E14 text 45" descr="sci-ppt:o045"/>
          <p:cNvSpPr txBox="1"/>
          <p:nvPr/>
        </p:nvSpPr>
        <p:spPr>
          <a:xfrm>
            <a:off x="640080" y="2286000"/>
            <a:ext cx="32918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8EDBD4"/>
                </a:solidFill>
                <a:latin typeface="Arial"/>
              </a:rPr>
              <a:t>Vₙ = ∂ₙφ  (normal speed)</a:t>
            </a:r>
          </a:p>
        </p:txBody>
      </p:sp>
      <p:cxnSp>
        <p:nvCxnSpPr>
          <p:cNvPr id="48" name="C3-E14 arrow 46" descr="sci-ppt:o046"/>
          <p:cNvCxnSpPr/>
          <p:nvPr/>
        </p:nvCxnSpPr>
        <p:spPr>
          <a:xfrm flipV="1">
            <a:off x="4754880" y="4572000"/>
            <a:ext cx="0" cy="45720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49" name="C3-E14 text 47" descr="sci-ppt:o047"/>
          <p:cNvSpPr txBox="1"/>
          <p:nvPr/>
        </p:nvSpPr>
        <p:spPr>
          <a:xfrm>
            <a:off x="4892040" y="4343400"/>
            <a:ext cx="2651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wall: ∂ₙφ = V_w·n</a:t>
            </a:r>
          </a:p>
        </p:txBody>
      </p:sp>
      <p:sp>
        <p:nvSpPr>
          <p:cNvPr id="50" name="C3-E14 text 48" descr="sci-ppt:o048"/>
          <p:cNvSpPr txBox="1"/>
          <p:nvPr/>
        </p:nvSpPr>
        <p:spPr>
          <a:xfrm>
            <a:off x="4846320" y="1051560"/>
            <a:ext cx="2651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far field: φ → 0</a:t>
            </a:r>
          </a:p>
        </p:txBody>
      </p:sp>
      <p:sp>
        <p:nvSpPr>
          <p:cNvPr id="51" name="C3-E14 text 49" descr="sci-ppt:o049"/>
          <p:cNvSpPr txBox="1"/>
          <p:nvPr/>
        </p:nvSpPr>
        <p:spPr>
          <a:xfrm>
            <a:off x="548640" y="1005840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initial data: (Γ, φ_Γ) at t = 0 = (Γ₀, φ₀)</a:t>
            </a:r>
          </a:p>
        </p:txBody>
      </p:sp>
      <p:sp>
        <p:nvSpPr>
          <p:cNvPr id="52" name="C3-E14 round_rect 50" descr="sci-ppt:o050"/>
          <p:cNvSpPr/>
          <p:nvPr/>
        </p:nvSpPr>
        <p:spPr>
          <a:xfrm>
            <a:off x="7863840" y="914400"/>
            <a:ext cx="3977639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C3-E14 text 51" descr="sci-ppt:o051"/>
          <p:cNvSpPr txBox="1"/>
          <p:nvPr/>
        </p:nvSpPr>
        <p:spPr>
          <a:xfrm>
            <a:off x="7973567" y="969264"/>
            <a:ext cx="375818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Four things a jet prediction needs</a:t>
            </a:r>
          </a:p>
        </p:txBody>
      </p:sp>
      <p:sp>
        <p:nvSpPr>
          <p:cNvPr id="54" name="C3-E14 text 52" descr="sci-ppt:o052"/>
          <p:cNvSpPr txBox="1"/>
          <p:nvPr/>
        </p:nvSpPr>
        <p:spPr>
          <a:xfrm>
            <a:off x="8202168" y="1463040"/>
            <a:ext cx="3547871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Kinematic condition: the surface moves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with the liquid, dX/dt = u(X, t), and Vₙ =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∂ₙφ.</a:t>
            </a:r>
          </a:p>
        </p:txBody>
      </p:sp>
      <p:sp>
        <p:nvSpPr>
          <p:cNvPr id="55" name="C3-E14 ellipse 53" descr="sci-ppt:o053"/>
          <p:cNvSpPr/>
          <p:nvPr/>
        </p:nvSpPr>
        <p:spPr>
          <a:xfrm>
            <a:off x="8033004" y="1520317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C3-E14 text 54" descr="sci-ppt:o054"/>
          <p:cNvSpPr txBox="1"/>
          <p:nvPr/>
        </p:nvSpPr>
        <p:spPr>
          <a:xfrm>
            <a:off x="8202168" y="2135505"/>
            <a:ext cx="3547871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Wall condition: the liquid cannot pass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through a moving wall, ∂ₙφ = V_w·n.</a:t>
            </a:r>
          </a:p>
        </p:txBody>
      </p:sp>
      <p:sp>
        <p:nvSpPr>
          <p:cNvPr id="57" name="C3-E14 ellipse 55" descr="sci-ppt:o055"/>
          <p:cNvSpPr/>
          <p:nvPr/>
        </p:nvSpPr>
        <p:spPr>
          <a:xfrm>
            <a:off x="8033004" y="219278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C3-E14 text 56" descr="sci-ppt:o056"/>
          <p:cNvSpPr txBox="1"/>
          <p:nvPr/>
        </p:nvSpPr>
        <p:spPr>
          <a:xfrm>
            <a:off x="8202168" y="2614294"/>
            <a:ext cx="3547871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Far field: the liquid is quiescent far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away, φ → 0.</a:t>
            </a:r>
          </a:p>
        </p:txBody>
      </p:sp>
      <p:sp>
        <p:nvSpPr>
          <p:cNvPr id="59" name="C3-E14 ellipse 57" descr="sci-ppt:o057"/>
          <p:cNvSpPr/>
          <p:nvPr/>
        </p:nvSpPr>
        <p:spPr>
          <a:xfrm>
            <a:off x="8033004" y="2671572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C3-E14 text 58" descr="sci-ppt:o058"/>
          <p:cNvSpPr txBox="1"/>
          <p:nvPr/>
        </p:nvSpPr>
        <p:spPr>
          <a:xfrm>
            <a:off x="8202168" y="3093084"/>
            <a:ext cx="3547871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Initial shape Γ₀ and potential φ₀.</a:t>
            </a:r>
          </a:p>
        </p:txBody>
      </p:sp>
      <p:sp>
        <p:nvSpPr>
          <p:cNvPr id="61" name="C3-E14 ellipse 59" descr="sci-ppt:o059"/>
          <p:cNvSpPr/>
          <p:nvPr/>
        </p:nvSpPr>
        <p:spPr>
          <a:xfrm>
            <a:off x="8033004" y="3150361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C3-E14 text 60" descr="sci-ppt:o060"/>
          <p:cNvSpPr txBox="1"/>
          <p:nvPr/>
        </p:nvSpPr>
        <p:spPr>
          <a:xfrm>
            <a:off x="8001000" y="4480560"/>
            <a:ext cx="3749039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Without the last item the potential equation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has no starting state, so it cannot predict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 jet.</a:t>
            </a:r>
          </a:p>
        </p:txBody>
      </p:sp>
      <p:sp>
        <p:nvSpPr>
          <p:cNvPr id="63" name="C3-E14 text 61" descr="sci-ppt:o06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Boundary and initial conditions of Eq. C3-E14.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C3-E15 · Normal stress and material Bernoulli condition</a:t>
            </a:r>
          </a:p>
        </p:txBody>
      </p:sp>
      <p:sp>
        <p:nvSpPr>
          <p:cNvPr id="3" name="C3-E15 round_rect 1" descr="sci-ppt:o001"/>
          <p:cNvSpPr/>
          <p:nvPr/>
        </p:nvSpPr>
        <p:spPr>
          <a:xfrm>
            <a:off x="365760" y="914400"/>
            <a:ext cx="365760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5 text 2" descr="sci-ppt:o002"/>
          <p:cNvSpPr txBox="1"/>
          <p:nvPr/>
        </p:nvSpPr>
        <p:spPr>
          <a:xfrm>
            <a:off x="475488" y="9692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Cavity (gas inside liquid)</a:t>
            </a:r>
          </a:p>
        </p:txBody>
      </p:sp>
      <p:sp>
        <p:nvSpPr>
          <p:cNvPr id="5" name="C3-E15 ellipse 3" descr="sci-ppt:o003"/>
          <p:cNvSpPr/>
          <p:nvPr/>
        </p:nvSpPr>
        <p:spPr>
          <a:xfrm>
            <a:off x="1417319" y="2057400"/>
            <a:ext cx="1554480" cy="1554480"/>
          </a:xfrm>
          <a:prstGeom prst="ellipse">
            <a:avLst/>
          </a:prstGeom>
          <a:solidFill>
            <a:srgbClr val="0C1820"/>
          </a:solidFill>
          <a:ln w="2794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5 arrow 4" descr="sci-ppt:o004"/>
          <p:cNvCxnSpPr/>
          <p:nvPr/>
        </p:nvCxnSpPr>
        <p:spPr>
          <a:xfrm flipH="1">
            <a:off x="2404701" y="2335039"/>
            <a:ext cx="385259" cy="323271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3-E15 arrow 5" descr="sci-ppt:o005"/>
          <p:cNvCxnSpPr/>
          <p:nvPr/>
        </p:nvCxnSpPr>
        <p:spPr>
          <a:xfrm>
            <a:off x="1599159" y="2335039"/>
            <a:ext cx="385259" cy="323271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3-E15 arrow 6" descr="sci-ppt:o006"/>
          <p:cNvCxnSpPr/>
          <p:nvPr/>
        </p:nvCxnSpPr>
        <p:spPr>
          <a:xfrm flipV="1">
            <a:off x="1928728" y="3092416"/>
            <a:ext cx="172009" cy="47259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3-E15 text 7" descr="sci-ppt:o007"/>
          <p:cNvSpPr txBox="1"/>
          <p:nvPr/>
        </p:nvSpPr>
        <p:spPr>
          <a:xfrm>
            <a:off x="548640" y="384048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n points into the gas</a:t>
            </a:r>
          </a:p>
        </p:txBody>
      </p:sp>
      <p:sp>
        <p:nvSpPr>
          <p:cNvPr id="10" name="C3-E15 text 8" descr="sci-ppt:o008"/>
          <p:cNvSpPr txBox="1"/>
          <p:nvPr/>
        </p:nvSpPr>
        <p:spPr>
          <a:xfrm>
            <a:off x="548640" y="4251960"/>
            <a:ext cx="3291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κ = −2/R,  pₗ = p_g − 2σ/R</a:t>
            </a:r>
          </a:p>
        </p:txBody>
      </p:sp>
      <p:sp>
        <p:nvSpPr>
          <p:cNvPr id="11" name="C3-E15 text 9" descr="sci-ppt:o009"/>
          <p:cNvSpPr txBox="1"/>
          <p:nvPr/>
        </p:nvSpPr>
        <p:spPr>
          <a:xfrm>
            <a:off x="548640" y="461772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R = 10 µm: −2σ/R = -14.4 kPa</a:t>
            </a:r>
          </a:p>
        </p:txBody>
      </p:sp>
      <p:sp>
        <p:nvSpPr>
          <p:cNvPr id="12" name="C3-E15 round_rect 10" descr="sci-ppt:o010"/>
          <p:cNvSpPr/>
          <p:nvPr/>
        </p:nvSpPr>
        <p:spPr>
          <a:xfrm>
            <a:off x="4206240" y="914400"/>
            <a:ext cx="365760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C3-E15 text 11" descr="sci-ppt:o011"/>
          <p:cNvSpPr txBox="1"/>
          <p:nvPr/>
        </p:nvSpPr>
        <p:spPr>
          <a:xfrm>
            <a:off x="4315968" y="969264"/>
            <a:ext cx="3438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Liquid jet (liquid inside gas)</a:t>
            </a:r>
          </a:p>
        </p:txBody>
      </p:sp>
      <p:sp>
        <p:nvSpPr>
          <p:cNvPr id="14" name="C3-E15 rect 12" descr="sci-ppt:o012"/>
          <p:cNvSpPr/>
          <p:nvPr/>
        </p:nvSpPr>
        <p:spPr>
          <a:xfrm>
            <a:off x="5120640" y="1737360"/>
            <a:ext cx="1828800" cy="1554480"/>
          </a:xfrm>
          <a:prstGeom prst="rect">
            <a:avLst/>
          </a:prstGeom>
          <a:solidFill>
            <a:srgbClr val="1E4A5A"/>
          </a:solidFill>
          <a:ln w="304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3-E15 line 13" descr="sci-ppt:o013"/>
          <p:cNvCxnSpPr/>
          <p:nvPr/>
        </p:nvCxnSpPr>
        <p:spPr>
          <a:xfrm>
            <a:off x="5120640" y="3291840"/>
            <a:ext cx="1828800" cy="0"/>
          </a:xfrm>
          <a:prstGeom prst="line">
            <a:avLst/>
          </a:prstGeom>
          <a:ln w="30480">
            <a:solidFill>
              <a:srgbClr val="8EDBD4"/>
            </a:solidFill>
          </a:ln>
          <a:effectLst/>
        </p:spPr>
      </p:cxnSp>
      <p:cxnSp>
        <p:nvCxnSpPr>
          <p:cNvPr id="16" name="C3-E15 arrow 14" descr="sci-ppt:o014"/>
          <p:cNvCxnSpPr/>
          <p:nvPr/>
        </p:nvCxnSpPr>
        <p:spPr>
          <a:xfrm flipV="1">
            <a:off x="5486400" y="123444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7" name="C3-E15 arrow 15" descr="sci-ppt:o015"/>
          <p:cNvCxnSpPr/>
          <p:nvPr/>
        </p:nvCxnSpPr>
        <p:spPr>
          <a:xfrm flipV="1">
            <a:off x="6583680" y="1234440"/>
            <a:ext cx="0" cy="502920"/>
          </a:xfrm>
          <a:prstGeom prst="line">
            <a:avLst/>
          </a:prstGeom>
          <a:ln w="38100">
            <a:solidFill>
              <a:srgbClr val="F28BA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8" name="C3-E15 text 16" descr="sci-ppt:o016"/>
          <p:cNvSpPr txBox="1"/>
          <p:nvPr/>
        </p:nvSpPr>
        <p:spPr>
          <a:xfrm>
            <a:off x="4389120" y="384048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n points out into the gas</a:t>
            </a:r>
          </a:p>
        </p:txBody>
      </p:sp>
      <p:sp>
        <p:nvSpPr>
          <p:cNvPr id="19" name="C3-E15 text 17" descr="sci-ppt:o017"/>
          <p:cNvSpPr txBox="1"/>
          <p:nvPr/>
        </p:nvSpPr>
        <p:spPr>
          <a:xfrm>
            <a:off x="4389120" y="4251960"/>
            <a:ext cx="32918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κ = +1/aⱼ,  pₗ = p_g + σ/aⱼ</a:t>
            </a:r>
          </a:p>
        </p:txBody>
      </p:sp>
      <p:sp>
        <p:nvSpPr>
          <p:cNvPr id="20" name="C3-E15 text 18" descr="sci-ppt:o018"/>
          <p:cNvSpPr txBox="1"/>
          <p:nvPr/>
        </p:nvSpPr>
        <p:spPr>
          <a:xfrm>
            <a:off x="4389120" y="4617720"/>
            <a:ext cx="32918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aⱼ = 5 µm: +σ/aⱼ = +14.4 kPa</a:t>
            </a:r>
          </a:p>
        </p:txBody>
      </p:sp>
      <p:sp>
        <p:nvSpPr>
          <p:cNvPr id="21" name="C3-E15 round_rect 19" descr="sci-ppt:o019"/>
          <p:cNvSpPr/>
          <p:nvPr/>
        </p:nvSpPr>
        <p:spPr>
          <a:xfrm>
            <a:off x="8046720" y="914400"/>
            <a:ext cx="3794760" cy="4023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3-E15 text 20" descr="sci-ppt:o020"/>
          <p:cNvSpPr txBox="1"/>
          <p:nvPr/>
        </p:nvSpPr>
        <p:spPr>
          <a:xfrm>
            <a:off x="8156448" y="969264"/>
            <a:ext cx="35753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Dynamic condition on Γ</a:t>
            </a:r>
          </a:p>
        </p:txBody>
      </p:sp>
      <p:sp>
        <p:nvSpPr>
          <p:cNvPr id="23" name="C3-E15 text 21" descr="sci-ppt:o021"/>
          <p:cNvSpPr txBox="1"/>
          <p:nvPr/>
        </p:nvSpPr>
        <p:spPr>
          <a:xfrm>
            <a:off x="8183879" y="1371600"/>
            <a:ext cx="3566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pₗ = p_g + σκ,   κ = ∇ₛ·n</a:t>
            </a:r>
          </a:p>
        </p:txBody>
      </p:sp>
      <p:sp>
        <p:nvSpPr>
          <p:cNvPr id="24" name="C3-E15 text 22" descr="sci-ppt:o022"/>
          <p:cNvSpPr txBox="1"/>
          <p:nvPr/>
        </p:nvSpPr>
        <p:spPr>
          <a:xfrm>
            <a:off x="8183879" y="2011680"/>
            <a:ext cx="35661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Dφ_Γ/Dt = ½|∇φ|² + (p∞ − p_g − σκ)/ρ</a:t>
            </a:r>
          </a:p>
        </p:txBody>
      </p:sp>
      <p:sp>
        <p:nvSpPr>
          <p:cNvPr id="25" name="C3-E15 text 23" descr="sci-ppt:o023"/>
          <p:cNvSpPr txBox="1"/>
          <p:nvPr/>
        </p:nvSpPr>
        <p:spPr>
          <a:xfrm>
            <a:off x="8183879" y="2926080"/>
            <a:ext cx="35661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D/Dt = ∂ₜ + u·∇ follows the moving surface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point.</a:t>
            </a:r>
          </a:p>
        </p:txBody>
      </p:sp>
      <p:sp>
        <p:nvSpPr>
          <p:cNvPr id="26" name="C3-E15 text 24" descr="sci-ppt:o024"/>
          <p:cNvSpPr txBox="1"/>
          <p:nvPr/>
        </p:nvSpPr>
        <p:spPr>
          <a:xfrm>
            <a:off x="8183879" y="3657600"/>
            <a:ext cx="35661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 wrong sign of κ reverses the capillary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pressure and the surface evolution.</a:t>
            </a:r>
          </a:p>
        </p:txBody>
      </p:sp>
      <p:sp>
        <p:nvSpPr>
          <p:cNvPr id="27" name="C3-E15 text 25" descr="sci-ppt:o025"/>
          <p:cNvSpPr txBox="1"/>
          <p:nvPr/>
        </p:nvSpPr>
        <p:spPr>
          <a:xfrm>
            <a:off x="457200" y="5212080"/>
            <a:ext cx="11338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Same σ, opposite signs: a concave-to-liquid cavity lowers the liquid pressure; a liquid cylinder raises it.</a:t>
            </a:r>
          </a:p>
        </p:txBody>
      </p:sp>
      <p:sp>
        <p:nvSpPr>
          <p:cNvPr id="28" name="C3-E15 text 26" descr="sci-ppt:o02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Signed curvature and material Bernoulli condition of Eq. C3-E15 (σ = 0.072 N/m for the example).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C3-E16 · Pressure-impulse control and distinct focusing budgets</a:t>
            </a:r>
          </a:p>
        </p:txBody>
      </p:sp>
      <p:cxnSp>
        <p:nvCxnSpPr>
          <p:cNvPr id="3" name="C3-E16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16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16 line 3" descr="sci-ppt:o003"/>
          <p:cNvCxnSpPr/>
          <p:nvPr/>
        </p:nvCxnSpPr>
        <p:spPr>
          <a:xfrm>
            <a:off x="1548517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6 line 4" descr="sci-ppt:o004"/>
          <p:cNvCxnSpPr/>
          <p:nvPr/>
        </p:nvCxnSpPr>
        <p:spPr>
          <a:xfrm>
            <a:off x="1548517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16 text 5" descr="sci-ppt:o005"/>
          <p:cNvSpPr txBox="1"/>
          <p:nvPr/>
        </p:nvSpPr>
        <p:spPr>
          <a:xfrm>
            <a:off x="1091317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1e-13</a:t>
            </a:r>
          </a:p>
        </p:txBody>
      </p:sp>
      <p:cxnSp>
        <p:nvCxnSpPr>
          <p:cNvPr id="8" name="C3-E16 line 6" descr="sci-ppt:o006"/>
          <p:cNvCxnSpPr/>
          <p:nvPr/>
        </p:nvCxnSpPr>
        <p:spPr>
          <a:xfrm>
            <a:off x="365501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6 line 7" descr="sci-ppt:o007"/>
          <p:cNvCxnSpPr/>
          <p:nvPr/>
        </p:nvCxnSpPr>
        <p:spPr>
          <a:xfrm>
            <a:off x="365501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16 text 8" descr="sci-ppt:o008"/>
          <p:cNvSpPr txBox="1"/>
          <p:nvPr/>
        </p:nvSpPr>
        <p:spPr>
          <a:xfrm>
            <a:off x="319781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1e-12</a:t>
            </a:r>
          </a:p>
        </p:txBody>
      </p:sp>
      <p:cxnSp>
        <p:nvCxnSpPr>
          <p:cNvPr id="11" name="C3-E16 line 9" descr="sci-ppt:o009"/>
          <p:cNvCxnSpPr/>
          <p:nvPr/>
        </p:nvCxnSpPr>
        <p:spPr>
          <a:xfrm>
            <a:off x="576150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6 line 10" descr="sci-ppt:o010"/>
          <p:cNvCxnSpPr/>
          <p:nvPr/>
        </p:nvCxnSpPr>
        <p:spPr>
          <a:xfrm>
            <a:off x="576150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16 text 11" descr="sci-ppt:o011"/>
          <p:cNvSpPr txBox="1"/>
          <p:nvPr/>
        </p:nvSpPr>
        <p:spPr>
          <a:xfrm>
            <a:off x="530430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1e-11</a:t>
            </a:r>
          </a:p>
        </p:txBody>
      </p:sp>
      <p:cxnSp>
        <p:nvCxnSpPr>
          <p:cNvPr id="14" name="C3-E16 line 12" descr="sci-ppt:o012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6 line 13" descr="sci-ppt:o013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6 text 14" descr="sci-ppt:o014"/>
          <p:cNvSpPr txBox="1"/>
          <p:nvPr/>
        </p:nvSpPr>
        <p:spPr>
          <a:xfrm>
            <a:off x="45720" y="4946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17" name="C3-E16 line 15" descr="sci-ppt:o015"/>
          <p:cNvCxnSpPr/>
          <p:nvPr/>
        </p:nvCxnSpPr>
        <p:spPr>
          <a:xfrm>
            <a:off x="850392" y="43917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6 line 16" descr="sci-ppt:o016"/>
          <p:cNvCxnSpPr/>
          <p:nvPr/>
        </p:nvCxnSpPr>
        <p:spPr>
          <a:xfrm>
            <a:off x="914400" y="439170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6 text 17" descr="sci-ppt:o017"/>
          <p:cNvSpPr txBox="1"/>
          <p:nvPr/>
        </p:nvSpPr>
        <p:spPr>
          <a:xfrm>
            <a:off x="45720" y="43094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20" name="C3-E16 line 18" descr="sci-ppt:o018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6 line 19" descr="sci-ppt:o019"/>
          <p:cNvCxnSpPr/>
          <p:nvPr/>
        </p:nvCxnSpPr>
        <p:spPr>
          <a:xfrm>
            <a:off x="914400" y="38100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16 text 20" descr="sci-ppt:o020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23" name="C3-E16 line 21" descr="sci-ppt:o021"/>
          <p:cNvCxnSpPr/>
          <p:nvPr/>
        </p:nvCxnSpPr>
        <p:spPr>
          <a:xfrm>
            <a:off x="850392" y="31725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6 line 22" descr="sci-ppt:o022"/>
          <p:cNvCxnSpPr/>
          <p:nvPr/>
        </p:nvCxnSpPr>
        <p:spPr>
          <a:xfrm>
            <a:off x="914400" y="317250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16 text 23" descr="sci-ppt:o023"/>
          <p:cNvSpPr txBox="1"/>
          <p:nvPr/>
        </p:nvSpPr>
        <p:spPr>
          <a:xfrm>
            <a:off x="45720" y="30902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6" name="C3-E16 line 24" descr="sci-ppt:o024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6 line 25" descr="sci-ppt:o025"/>
          <p:cNvCxnSpPr/>
          <p:nvPr/>
        </p:nvCxnSpPr>
        <p:spPr>
          <a:xfrm>
            <a:off x="914400" y="25908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16 text 26" descr="sci-ppt:o026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300</a:t>
            </a:r>
          </a:p>
        </p:txBody>
      </p:sp>
      <p:cxnSp>
        <p:nvCxnSpPr>
          <p:cNvPr id="29" name="C3-E16 line 27" descr="sci-ppt:o027"/>
          <p:cNvCxnSpPr/>
          <p:nvPr/>
        </p:nvCxnSpPr>
        <p:spPr>
          <a:xfrm>
            <a:off x="850392" y="1953306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6 line 28" descr="sci-ppt:o028"/>
          <p:cNvCxnSpPr/>
          <p:nvPr/>
        </p:nvCxnSpPr>
        <p:spPr>
          <a:xfrm>
            <a:off x="914400" y="1953306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1" name="C3-E16 text 29" descr="sci-ppt:o029"/>
          <p:cNvSpPr txBox="1"/>
          <p:nvPr/>
        </p:nvSpPr>
        <p:spPr>
          <a:xfrm>
            <a:off x="45720" y="1871010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2" name="C3-E16 text 30" descr="sci-ppt:o030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liquid mass m  (kg)</a:t>
            </a:r>
          </a:p>
        </p:txBody>
      </p:sp>
      <p:sp>
        <p:nvSpPr>
          <p:cNvPr id="33" name="C3-E16 text 31" descr="sci-ppt:o031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jet speed U  (m/s)</a:t>
            </a:r>
          </a:p>
        </p:txBody>
      </p:sp>
      <p:sp>
        <p:nvSpPr>
          <p:cNvPr id="34" name="C3-E16 polygon 32" descr="sci-ppt:o032"/>
          <p:cNvSpPr/>
          <p:nvPr/>
        </p:nvSpPr>
        <p:spPr>
          <a:xfrm>
            <a:off x="916569" y="1467991"/>
            <a:ext cx="5838607" cy="3379278"/>
          </a:xfrm>
          <a:custGeom>
            <a:avLst/>
            <a:gdLst/>
            <a:ahLst/>
            <a:cxnLst/>
            <a:rect l="l" t="t" r="r" b="b"/>
            <a:pathLst>
              <a:path w="5838607" h="3379278">
                <a:moveTo>
                  <a:pt x="0" y="0"/>
                </a:moveTo>
                <a:lnTo>
                  <a:pt x="59578" y="34482"/>
                </a:lnTo>
                <a:lnTo>
                  <a:pt x="119155" y="68965"/>
                </a:lnTo>
                <a:lnTo>
                  <a:pt x="178733" y="103447"/>
                </a:lnTo>
                <a:lnTo>
                  <a:pt x="238311" y="137930"/>
                </a:lnTo>
                <a:lnTo>
                  <a:pt x="297888" y="172412"/>
                </a:lnTo>
                <a:lnTo>
                  <a:pt x="357466" y="206895"/>
                </a:lnTo>
                <a:lnTo>
                  <a:pt x="417044" y="241377"/>
                </a:lnTo>
                <a:lnTo>
                  <a:pt x="476621" y="275859"/>
                </a:lnTo>
                <a:lnTo>
                  <a:pt x="536199" y="310342"/>
                </a:lnTo>
                <a:lnTo>
                  <a:pt x="595776" y="344824"/>
                </a:lnTo>
                <a:lnTo>
                  <a:pt x="655354" y="379307"/>
                </a:lnTo>
                <a:lnTo>
                  <a:pt x="714932" y="413789"/>
                </a:lnTo>
                <a:lnTo>
                  <a:pt x="774509" y="448272"/>
                </a:lnTo>
                <a:lnTo>
                  <a:pt x="834087" y="482754"/>
                </a:lnTo>
                <a:lnTo>
                  <a:pt x="893664" y="517236"/>
                </a:lnTo>
                <a:lnTo>
                  <a:pt x="953242" y="551719"/>
                </a:lnTo>
                <a:lnTo>
                  <a:pt x="1012820" y="586201"/>
                </a:lnTo>
                <a:lnTo>
                  <a:pt x="1072397" y="620684"/>
                </a:lnTo>
                <a:lnTo>
                  <a:pt x="1131975" y="655166"/>
                </a:lnTo>
                <a:lnTo>
                  <a:pt x="1191553" y="689649"/>
                </a:lnTo>
                <a:lnTo>
                  <a:pt x="1251130" y="724131"/>
                </a:lnTo>
                <a:lnTo>
                  <a:pt x="1310708" y="758613"/>
                </a:lnTo>
                <a:lnTo>
                  <a:pt x="1370285" y="793096"/>
                </a:lnTo>
                <a:lnTo>
                  <a:pt x="1429863" y="827578"/>
                </a:lnTo>
                <a:lnTo>
                  <a:pt x="1489441" y="862061"/>
                </a:lnTo>
                <a:lnTo>
                  <a:pt x="1549018" y="896543"/>
                </a:lnTo>
                <a:lnTo>
                  <a:pt x="1608596" y="931025"/>
                </a:lnTo>
                <a:lnTo>
                  <a:pt x="1668174" y="965508"/>
                </a:lnTo>
                <a:lnTo>
                  <a:pt x="1727751" y="999990"/>
                </a:lnTo>
                <a:lnTo>
                  <a:pt x="1787329" y="1034473"/>
                </a:lnTo>
                <a:lnTo>
                  <a:pt x="1846906" y="1068955"/>
                </a:lnTo>
                <a:lnTo>
                  <a:pt x="1906484" y="1103438"/>
                </a:lnTo>
                <a:lnTo>
                  <a:pt x="1966062" y="1137920"/>
                </a:lnTo>
                <a:lnTo>
                  <a:pt x="2025639" y="1172402"/>
                </a:lnTo>
                <a:lnTo>
                  <a:pt x="2085217" y="1206885"/>
                </a:lnTo>
                <a:lnTo>
                  <a:pt x="2144794" y="1241367"/>
                </a:lnTo>
                <a:lnTo>
                  <a:pt x="2204372" y="1275850"/>
                </a:lnTo>
                <a:lnTo>
                  <a:pt x="2263950" y="1310332"/>
                </a:lnTo>
                <a:lnTo>
                  <a:pt x="2323527" y="1344815"/>
                </a:lnTo>
                <a:lnTo>
                  <a:pt x="2383105" y="1379297"/>
                </a:lnTo>
                <a:lnTo>
                  <a:pt x="2442683" y="1413779"/>
                </a:lnTo>
                <a:lnTo>
                  <a:pt x="2502260" y="1448262"/>
                </a:lnTo>
                <a:lnTo>
                  <a:pt x="2561838" y="1482744"/>
                </a:lnTo>
                <a:lnTo>
                  <a:pt x="2621415" y="1517227"/>
                </a:lnTo>
                <a:lnTo>
                  <a:pt x="2680993" y="1551709"/>
                </a:lnTo>
                <a:lnTo>
                  <a:pt x="2740571" y="1586192"/>
                </a:lnTo>
                <a:lnTo>
                  <a:pt x="2800148" y="1620674"/>
                </a:lnTo>
                <a:lnTo>
                  <a:pt x="2859726" y="1655156"/>
                </a:lnTo>
                <a:lnTo>
                  <a:pt x="2919304" y="1689639"/>
                </a:lnTo>
                <a:lnTo>
                  <a:pt x="2978881" y="1724121"/>
                </a:lnTo>
                <a:lnTo>
                  <a:pt x="3038459" y="1758604"/>
                </a:lnTo>
                <a:lnTo>
                  <a:pt x="3098036" y="1793086"/>
                </a:lnTo>
                <a:lnTo>
                  <a:pt x="3157614" y="1827569"/>
                </a:lnTo>
                <a:lnTo>
                  <a:pt x="3217192" y="1862051"/>
                </a:lnTo>
                <a:lnTo>
                  <a:pt x="3276769" y="1896533"/>
                </a:lnTo>
                <a:lnTo>
                  <a:pt x="3336347" y="1931016"/>
                </a:lnTo>
                <a:lnTo>
                  <a:pt x="3395924" y="1965498"/>
                </a:lnTo>
                <a:lnTo>
                  <a:pt x="3455502" y="1999981"/>
                </a:lnTo>
                <a:lnTo>
                  <a:pt x="3515080" y="2034463"/>
                </a:lnTo>
                <a:lnTo>
                  <a:pt x="3574657" y="2068945"/>
                </a:lnTo>
                <a:lnTo>
                  <a:pt x="3634235" y="2103428"/>
                </a:lnTo>
                <a:lnTo>
                  <a:pt x="3693813" y="2137910"/>
                </a:lnTo>
                <a:lnTo>
                  <a:pt x="3753390" y="2172393"/>
                </a:lnTo>
                <a:lnTo>
                  <a:pt x="3812968" y="2206875"/>
                </a:lnTo>
                <a:lnTo>
                  <a:pt x="3872545" y="2241358"/>
                </a:lnTo>
                <a:lnTo>
                  <a:pt x="3932123" y="2275840"/>
                </a:lnTo>
                <a:lnTo>
                  <a:pt x="3991701" y="2310322"/>
                </a:lnTo>
                <a:lnTo>
                  <a:pt x="4051278" y="2344805"/>
                </a:lnTo>
                <a:lnTo>
                  <a:pt x="4110856" y="2379287"/>
                </a:lnTo>
                <a:lnTo>
                  <a:pt x="4170434" y="2413770"/>
                </a:lnTo>
                <a:lnTo>
                  <a:pt x="4230011" y="2448252"/>
                </a:lnTo>
                <a:lnTo>
                  <a:pt x="4289589" y="2482735"/>
                </a:lnTo>
                <a:lnTo>
                  <a:pt x="4349166" y="2517217"/>
                </a:lnTo>
                <a:lnTo>
                  <a:pt x="4408744" y="2551699"/>
                </a:lnTo>
                <a:lnTo>
                  <a:pt x="4468322" y="2586182"/>
                </a:lnTo>
                <a:lnTo>
                  <a:pt x="4527899" y="2620664"/>
                </a:lnTo>
                <a:lnTo>
                  <a:pt x="4587477" y="2655147"/>
                </a:lnTo>
                <a:lnTo>
                  <a:pt x="4647054" y="2689629"/>
                </a:lnTo>
                <a:lnTo>
                  <a:pt x="4706632" y="2724112"/>
                </a:lnTo>
                <a:lnTo>
                  <a:pt x="4766210" y="2758594"/>
                </a:lnTo>
                <a:lnTo>
                  <a:pt x="4825787" y="2793076"/>
                </a:lnTo>
                <a:lnTo>
                  <a:pt x="4885365" y="2827559"/>
                </a:lnTo>
                <a:lnTo>
                  <a:pt x="4944943" y="2862041"/>
                </a:lnTo>
                <a:lnTo>
                  <a:pt x="5004520" y="2896524"/>
                </a:lnTo>
                <a:lnTo>
                  <a:pt x="5064098" y="2931006"/>
                </a:lnTo>
                <a:lnTo>
                  <a:pt x="5123675" y="2965489"/>
                </a:lnTo>
                <a:lnTo>
                  <a:pt x="5183253" y="2999971"/>
                </a:lnTo>
                <a:lnTo>
                  <a:pt x="5242831" y="3034453"/>
                </a:lnTo>
                <a:lnTo>
                  <a:pt x="5302408" y="3068936"/>
                </a:lnTo>
                <a:lnTo>
                  <a:pt x="5361986" y="3103418"/>
                </a:lnTo>
                <a:lnTo>
                  <a:pt x="5421563" y="3137901"/>
                </a:lnTo>
                <a:lnTo>
                  <a:pt x="5481141" y="3172383"/>
                </a:lnTo>
                <a:lnTo>
                  <a:pt x="5540719" y="3206865"/>
                </a:lnTo>
                <a:lnTo>
                  <a:pt x="5600296" y="3241348"/>
                </a:lnTo>
                <a:lnTo>
                  <a:pt x="5659874" y="3275830"/>
                </a:lnTo>
                <a:lnTo>
                  <a:pt x="5719452" y="3310313"/>
                </a:lnTo>
                <a:lnTo>
                  <a:pt x="5779029" y="3344795"/>
                </a:lnTo>
                <a:lnTo>
                  <a:pt x="5838607" y="3379278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16 polygon 33" descr="sci-ppt:o033"/>
          <p:cNvSpPr/>
          <p:nvPr/>
        </p:nvSpPr>
        <p:spPr>
          <a:xfrm>
            <a:off x="916569" y="2622610"/>
            <a:ext cx="5838607" cy="1689639"/>
          </a:xfrm>
          <a:custGeom>
            <a:avLst/>
            <a:gdLst/>
            <a:ahLst/>
            <a:cxnLst/>
            <a:rect l="l" t="t" r="r" b="b"/>
            <a:pathLst>
              <a:path w="5838607" h="1689639">
                <a:moveTo>
                  <a:pt x="0" y="0"/>
                </a:moveTo>
                <a:lnTo>
                  <a:pt x="59578" y="17241"/>
                </a:lnTo>
                <a:lnTo>
                  <a:pt x="119155" y="34482"/>
                </a:lnTo>
                <a:lnTo>
                  <a:pt x="178733" y="51724"/>
                </a:lnTo>
                <a:lnTo>
                  <a:pt x="238311" y="68965"/>
                </a:lnTo>
                <a:lnTo>
                  <a:pt x="297888" y="86206"/>
                </a:lnTo>
                <a:lnTo>
                  <a:pt x="357466" y="103447"/>
                </a:lnTo>
                <a:lnTo>
                  <a:pt x="417044" y="120688"/>
                </a:lnTo>
                <a:lnTo>
                  <a:pt x="476621" y="137930"/>
                </a:lnTo>
                <a:lnTo>
                  <a:pt x="536199" y="155171"/>
                </a:lnTo>
                <a:lnTo>
                  <a:pt x="595776" y="172412"/>
                </a:lnTo>
                <a:lnTo>
                  <a:pt x="655354" y="189653"/>
                </a:lnTo>
                <a:lnTo>
                  <a:pt x="714932" y="206895"/>
                </a:lnTo>
                <a:lnTo>
                  <a:pt x="774509" y="224136"/>
                </a:lnTo>
                <a:lnTo>
                  <a:pt x="834087" y="241377"/>
                </a:lnTo>
                <a:lnTo>
                  <a:pt x="893664" y="258618"/>
                </a:lnTo>
                <a:lnTo>
                  <a:pt x="953242" y="275859"/>
                </a:lnTo>
                <a:lnTo>
                  <a:pt x="1012820" y="293101"/>
                </a:lnTo>
                <a:lnTo>
                  <a:pt x="1072397" y="310342"/>
                </a:lnTo>
                <a:lnTo>
                  <a:pt x="1131975" y="327583"/>
                </a:lnTo>
                <a:lnTo>
                  <a:pt x="1191553" y="344824"/>
                </a:lnTo>
                <a:lnTo>
                  <a:pt x="1251130" y="362065"/>
                </a:lnTo>
                <a:lnTo>
                  <a:pt x="1310708" y="379307"/>
                </a:lnTo>
                <a:lnTo>
                  <a:pt x="1370285" y="396548"/>
                </a:lnTo>
                <a:lnTo>
                  <a:pt x="1429863" y="413789"/>
                </a:lnTo>
                <a:lnTo>
                  <a:pt x="1489441" y="431030"/>
                </a:lnTo>
                <a:lnTo>
                  <a:pt x="1549018" y="448271"/>
                </a:lnTo>
                <a:lnTo>
                  <a:pt x="1608596" y="465513"/>
                </a:lnTo>
                <a:lnTo>
                  <a:pt x="1668174" y="482754"/>
                </a:lnTo>
                <a:lnTo>
                  <a:pt x="1727751" y="499995"/>
                </a:lnTo>
                <a:lnTo>
                  <a:pt x="1787329" y="517236"/>
                </a:lnTo>
                <a:lnTo>
                  <a:pt x="1846906" y="534478"/>
                </a:lnTo>
                <a:lnTo>
                  <a:pt x="1906484" y="551719"/>
                </a:lnTo>
                <a:lnTo>
                  <a:pt x="1966062" y="568960"/>
                </a:lnTo>
                <a:lnTo>
                  <a:pt x="2025639" y="586201"/>
                </a:lnTo>
                <a:lnTo>
                  <a:pt x="2085217" y="603442"/>
                </a:lnTo>
                <a:lnTo>
                  <a:pt x="2144794" y="620684"/>
                </a:lnTo>
                <a:lnTo>
                  <a:pt x="2204372" y="637925"/>
                </a:lnTo>
                <a:lnTo>
                  <a:pt x="2263950" y="655166"/>
                </a:lnTo>
                <a:lnTo>
                  <a:pt x="2323527" y="672407"/>
                </a:lnTo>
                <a:lnTo>
                  <a:pt x="2383105" y="689648"/>
                </a:lnTo>
                <a:lnTo>
                  <a:pt x="2442683" y="706890"/>
                </a:lnTo>
                <a:lnTo>
                  <a:pt x="2502260" y="724131"/>
                </a:lnTo>
                <a:lnTo>
                  <a:pt x="2561838" y="741372"/>
                </a:lnTo>
                <a:lnTo>
                  <a:pt x="2621415" y="758613"/>
                </a:lnTo>
                <a:lnTo>
                  <a:pt x="2680993" y="775855"/>
                </a:lnTo>
                <a:lnTo>
                  <a:pt x="2740571" y="793096"/>
                </a:lnTo>
                <a:lnTo>
                  <a:pt x="2800148" y="810337"/>
                </a:lnTo>
                <a:lnTo>
                  <a:pt x="2859726" y="827578"/>
                </a:lnTo>
                <a:lnTo>
                  <a:pt x="2919304" y="844819"/>
                </a:lnTo>
                <a:lnTo>
                  <a:pt x="2978881" y="862061"/>
                </a:lnTo>
                <a:lnTo>
                  <a:pt x="3038459" y="879302"/>
                </a:lnTo>
                <a:lnTo>
                  <a:pt x="3098036" y="896543"/>
                </a:lnTo>
                <a:lnTo>
                  <a:pt x="3157614" y="913784"/>
                </a:lnTo>
                <a:lnTo>
                  <a:pt x="3217192" y="931025"/>
                </a:lnTo>
                <a:lnTo>
                  <a:pt x="3276769" y="948267"/>
                </a:lnTo>
                <a:lnTo>
                  <a:pt x="3336347" y="965508"/>
                </a:lnTo>
                <a:lnTo>
                  <a:pt x="3395924" y="982749"/>
                </a:lnTo>
                <a:lnTo>
                  <a:pt x="3455502" y="999990"/>
                </a:lnTo>
                <a:lnTo>
                  <a:pt x="3515080" y="1017231"/>
                </a:lnTo>
                <a:lnTo>
                  <a:pt x="3574657" y="1034473"/>
                </a:lnTo>
                <a:lnTo>
                  <a:pt x="3634235" y="1051714"/>
                </a:lnTo>
                <a:lnTo>
                  <a:pt x="3693813" y="1068955"/>
                </a:lnTo>
                <a:lnTo>
                  <a:pt x="3753390" y="1086196"/>
                </a:lnTo>
                <a:lnTo>
                  <a:pt x="3812968" y="1103438"/>
                </a:lnTo>
                <a:lnTo>
                  <a:pt x="3872545" y="1120679"/>
                </a:lnTo>
                <a:lnTo>
                  <a:pt x="3932123" y="1137920"/>
                </a:lnTo>
                <a:lnTo>
                  <a:pt x="3991701" y="1155161"/>
                </a:lnTo>
                <a:lnTo>
                  <a:pt x="4051278" y="1172402"/>
                </a:lnTo>
                <a:lnTo>
                  <a:pt x="4110856" y="1189644"/>
                </a:lnTo>
                <a:lnTo>
                  <a:pt x="4170434" y="1206885"/>
                </a:lnTo>
                <a:lnTo>
                  <a:pt x="4230011" y="1224126"/>
                </a:lnTo>
                <a:lnTo>
                  <a:pt x="4289589" y="1241367"/>
                </a:lnTo>
                <a:lnTo>
                  <a:pt x="4349166" y="1258608"/>
                </a:lnTo>
                <a:lnTo>
                  <a:pt x="4408744" y="1275850"/>
                </a:lnTo>
                <a:lnTo>
                  <a:pt x="4468322" y="1293091"/>
                </a:lnTo>
                <a:lnTo>
                  <a:pt x="4527899" y="1310332"/>
                </a:lnTo>
                <a:lnTo>
                  <a:pt x="4587477" y="1327573"/>
                </a:lnTo>
                <a:lnTo>
                  <a:pt x="4647054" y="1344815"/>
                </a:lnTo>
                <a:lnTo>
                  <a:pt x="4706632" y="1362056"/>
                </a:lnTo>
                <a:lnTo>
                  <a:pt x="4766210" y="1379297"/>
                </a:lnTo>
                <a:lnTo>
                  <a:pt x="4825787" y="1396538"/>
                </a:lnTo>
                <a:lnTo>
                  <a:pt x="4885365" y="1413779"/>
                </a:lnTo>
                <a:lnTo>
                  <a:pt x="4944943" y="1431021"/>
                </a:lnTo>
                <a:lnTo>
                  <a:pt x="5004520" y="1448262"/>
                </a:lnTo>
                <a:lnTo>
                  <a:pt x="5064098" y="1465503"/>
                </a:lnTo>
                <a:lnTo>
                  <a:pt x="5123675" y="1482744"/>
                </a:lnTo>
                <a:lnTo>
                  <a:pt x="5183253" y="1499985"/>
                </a:lnTo>
                <a:lnTo>
                  <a:pt x="5242831" y="1517227"/>
                </a:lnTo>
                <a:lnTo>
                  <a:pt x="5302408" y="1534468"/>
                </a:lnTo>
                <a:lnTo>
                  <a:pt x="5361986" y="1551709"/>
                </a:lnTo>
                <a:lnTo>
                  <a:pt x="5421563" y="1568950"/>
                </a:lnTo>
                <a:lnTo>
                  <a:pt x="5481141" y="1586191"/>
                </a:lnTo>
                <a:lnTo>
                  <a:pt x="5540719" y="1603433"/>
                </a:lnTo>
                <a:lnTo>
                  <a:pt x="5600296" y="1620674"/>
                </a:lnTo>
                <a:lnTo>
                  <a:pt x="5659874" y="1637915"/>
                </a:lnTo>
                <a:lnTo>
                  <a:pt x="5719452" y="1655156"/>
                </a:lnTo>
                <a:lnTo>
                  <a:pt x="5779029" y="1672398"/>
                </a:lnTo>
                <a:lnTo>
                  <a:pt x="5838607" y="1689639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16 ellipse 34" descr="sci-ppt:o034"/>
          <p:cNvSpPr/>
          <p:nvPr/>
        </p:nvSpPr>
        <p:spPr>
          <a:xfrm>
            <a:off x="4833244" y="3704077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16 text 35" descr="sci-ppt:o035"/>
          <p:cNvSpPr txBox="1"/>
          <p:nvPr/>
        </p:nvSpPr>
        <p:spPr>
          <a:xfrm>
            <a:off x="1751716" y="3886957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3.93 ng, 31.9 m/s: the declared jet</a:t>
            </a:r>
          </a:p>
        </p:txBody>
      </p:sp>
      <p:sp>
        <p:nvSpPr>
          <p:cNvPr id="38" name="C3-E16 text 36" descr="sci-ppt:o036"/>
          <p:cNvSpPr txBox="1"/>
          <p:nvPr/>
        </p:nvSpPr>
        <p:spPr>
          <a:xfrm>
            <a:off x="1154346" y="1811048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fixed impulse J: U = J/m</a:t>
            </a:r>
          </a:p>
        </p:txBody>
      </p:sp>
      <p:sp>
        <p:nvSpPr>
          <p:cNvPr id="39" name="C3-E16 text 37" descr="sci-ppt:o037"/>
          <p:cNvSpPr txBox="1"/>
          <p:nvPr/>
        </p:nvSpPr>
        <p:spPr>
          <a:xfrm>
            <a:off x="2255787" y="2984528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fixed energy E: U = √(2E/m)</a:t>
            </a:r>
          </a:p>
        </p:txBody>
      </p:sp>
      <p:sp>
        <p:nvSpPr>
          <p:cNvPr id="40" name="C3-E16 round_rect 38" descr="sci-ppt:o038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6 text 39" descr="sci-ppt:o039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different budgets</a:t>
            </a:r>
          </a:p>
        </p:txBody>
      </p:sp>
      <p:sp>
        <p:nvSpPr>
          <p:cNvPr id="42" name="C3-E16 text 40" descr="sci-ppt:o040"/>
          <p:cNvSpPr txBox="1"/>
          <p:nvPr/>
        </p:nvSpPr>
        <p:spPr>
          <a:xfrm>
            <a:off x="7178040" y="1828800"/>
            <a:ext cx="45720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Π(z) = Π₀(1 − z/L),  U = Π₀/(ρL)</a:t>
            </a:r>
          </a:p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m = ρAL,  J = Π₀A = mU</a:t>
            </a:r>
          </a:p>
        </p:txBody>
      </p:sp>
      <p:sp>
        <p:nvSpPr>
          <p:cNvPr id="43" name="C3-E16 text 41" descr="sci-ppt:o041"/>
          <p:cNvSpPr txBox="1"/>
          <p:nvPr/>
        </p:nvSpPr>
        <p:spPr>
          <a:xfrm>
            <a:off x="7178040" y="265176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J = 1.253e-10 N s,   E = 2.00 nJ</a:t>
            </a:r>
          </a:p>
        </p:txBody>
      </p:sp>
      <p:sp>
        <p:nvSpPr>
          <p:cNvPr id="44" name="C3-E16 text 42" descr="sci-ppt:o042"/>
          <p:cNvSpPr txBox="1"/>
          <p:nvPr/>
        </p:nvSpPr>
        <p:spPr>
          <a:xfrm>
            <a:off x="7379208" y="3154680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Quarter the mass at fixed J: speed ×4, energy ×4.</a:t>
            </a:r>
          </a:p>
        </p:txBody>
      </p:sp>
      <p:sp>
        <p:nvSpPr>
          <p:cNvPr id="45" name="C3-E16 ellipse 43" descr="sci-ppt:o043"/>
          <p:cNvSpPr/>
          <p:nvPr/>
        </p:nvSpPr>
        <p:spPr>
          <a:xfrm>
            <a:off x="7210044" y="32080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16 text 44" descr="sci-ppt:o044"/>
          <p:cNvSpPr txBox="1"/>
          <p:nvPr/>
        </p:nvSpPr>
        <p:spPr>
          <a:xfrm>
            <a:off x="7379208" y="3432048"/>
            <a:ext cx="437083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Quarter the mass at fixed E: speed ×2, momentum ÷2.</a:t>
            </a:r>
          </a:p>
        </p:txBody>
      </p:sp>
      <p:sp>
        <p:nvSpPr>
          <p:cNvPr id="47" name="C3-E16 ellipse 45" descr="sci-ppt:o045"/>
          <p:cNvSpPr/>
          <p:nvPr/>
        </p:nvSpPr>
        <p:spPr>
          <a:xfrm>
            <a:off x="7210044" y="348538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C3-E16 text 46" descr="sci-ppt:o046"/>
          <p:cNvSpPr txBox="1"/>
          <p:nvPr/>
        </p:nvSpPr>
        <p:spPr>
          <a:xfrm>
            <a:off x="7379208" y="3709416"/>
            <a:ext cx="437083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pressure-impulse field and the total energy must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both be satisfied.</a:t>
            </a:r>
          </a:p>
        </p:txBody>
      </p:sp>
      <p:sp>
        <p:nvSpPr>
          <p:cNvPr id="49" name="C3-E16 ellipse 47" descr="sci-ppt:o047"/>
          <p:cNvSpPr/>
          <p:nvPr/>
        </p:nvSpPr>
        <p:spPr>
          <a:xfrm>
            <a:off x="7210044" y="3762756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C3-E16 text 48" descr="sci-ppt:o048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Focusing a given source into a lighter jet buys speed only at a price set by which quantity is conserved.</a:t>
            </a:r>
          </a:p>
        </p:txBody>
      </p:sp>
      <p:sp>
        <p:nvSpPr>
          <p:cNvPr id="51" name="C3-E16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Pressure-impulse column and focusing budgets of Eq. C3-E16 (m = 3.927 ng, E = 2 nJ).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C3-E17 · Continuity plus Bernoulli focusing benchmark</a:t>
            </a:r>
          </a:p>
        </p:txBody>
      </p:sp>
      <p:sp>
        <p:nvSpPr>
          <p:cNvPr id="3" name="C3-E17 round_rect 1" descr="sci-ppt:o001"/>
          <p:cNvSpPr/>
          <p:nvPr/>
        </p:nvSpPr>
        <p:spPr>
          <a:xfrm>
            <a:off x="365760" y="914400"/>
            <a:ext cx="58521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7 text 2" descr="sci-ppt:o002"/>
          <p:cNvSpPr txBox="1"/>
          <p:nvPr/>
        </p:nvSpPr>
        <p:spPr>
          <a:xfrm>
            <a:off x="475488" y="969264"/>
            <a:ext cx="563270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Contracting tube feeding a jet</a:t>
            </a:r>
          </a:p>
        </p:txBody>
      </p:sp>
      <p:sp>
        <p:nvSpPr>
          <p:cNvPr id="5" name="C3-E17 polygon 3" descr="sci-ppt:o003"/>
          <p:cNvSpPr/>
          <p:nvPr/>
        </p:nvSpPr>
        <p:spPr>
          <a:xfrm>
            <a:off x="731520" y="2194560"/>
            <a:ext cx="5120640" cy="2103120"/>
          </a:xfrm>
          <a:custGeom>
            <a:avLst/>
            <a:gdLst/>
            <a:ahLst/>
            <a:cxnLst/>
            <a:rect l="l" t="t" r="r" b="b"/>
            <a:pathLst>
              <a:path w="5120640" h="2103120">
                <a:moveTo>
                  <a:pt x="0" y="0"/>
                </a:moveTo>
                <a:lnTo>
                  <a:pt x="1645920" y="0"/>
                </a:lnTo>
                <a:lnTo>
                  <a:pt x="3108960" y="731520"/>
                </a:lnTo>
                <a:lnTo>
                  <a:pt x="5120640" y="731520"/>
                </a:lnTo>
                <a:lnTo>
                  <a:pt x="5120640" y="1371600"/>
                </a:lnTo>
                <a:lnTo>
                  <a:pt x="3108960" y="1371600"/>
                </a:lnTo>
                <a:lnTo>
                  <a:pt x="1645920" y="2103120"/>
                </a:lnTo>
                <a:lnTo>
                  <a:pt x="0" y="2103120"/>
                </a:lnTo>
                <a:close/>
              </a:path>
            </a:pathLst>
          </a:cu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17 text 4" descr="sci-ppt:o004"/>
          <p:cNvSpPr txBox="1"/>
          <p:nvPr/>
        </p:nvSpPr>
        <p:spPr>
          <a:xfrm>
            <a:off x="822960" y="1554480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aᵢₙ, Uᵢₙ, pᵢₙ</a:t>
            </a:r>
          </a:p>
        </p:txBody>
      </p:sp>
      <p:sp>
        <p:nvSpPr>
          <p:cNvPr id="7" name="C3-E17 text 5" descr="sci-ppt:o005"/>
          <p:cNvSpPr txBox="1"/>
          <p:nvPr/>
        </p:nvSpPr>
        <p:spPr>
          <a:xfrm>
            <a:off x="3657600" y="2377440"/>
            <a:ext cx="2286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jet aⱼ, Uⱼ</a:t>
            </a:r>
          </a:p>
        </p:txBody>
      </p:sp>
      <p:cxnSp>
        <p:nvCxnSpPr>
          <p:cNvPr id="8" name="C3-E17 arrow 6" descr="sci-ppt:o006"/>
          <p:cNvCxnSpPr/>
          <p:nvPr/>
        </p:nvCxnSpPr>
        <p:spPr>
          <a:xfrm>
            <a:off x="914400" y="3246120"/>
            <a:ext cx="109728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3-E17 arrow 7" descr="sci-ppt:o007"/>
          <p:cNvCxnSpPr/>
          <p:nvPr/>
        </p:nvCxnSpPr>
        <p:spPr>
          <a:xfrm>
            <a:off x="4023360" y="3246120"/>
            <a:ext cx="1737360" cy="0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17 text 8" descr="sci-ppt:o008"/>
          <p:cNvSpPr txBox="1"/>
          <p:nvPr/>
        </p:nvSpPr>
        <p:spPr>
          <a:xfrm>
            <a:off x="548640" y="4572000"/>
            <a:ext cx="54864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Q = π aᵢₙ² Uᵢₙ = π aⱼ² Uⱼ,   α = (aⱼ/aᵢₙ)²</a:t>
            </a:r>
          </a:p>
        </p:txBody>
      </p:sp>
      <p:sp>
        <p:nvSpPr>
          <p:cNvPr id="11" name="C3-E17 text 9" descr="sci-ppt:o009"/>
          <p:cNvSpPr txBox="1"/>
          <p:nvPr/>
        </p:nvSpPr>
        <p:spPr>
          <a:xfrm>
            <a:off x="548640" y="5029200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Bernoulli with tension and loss gives the jet speed.</a:t>
            </a:r>
          </a:p>
        </p:txBody>
      </p:sp>
      <p:cxnSp>
        <p:nvCxnSpPr>
          <p:cNvPr id="12" name="C3-E17 line 10" descr="sci-ppt:o010"/>
          <p:cNvCxnSpPr/>
          <p:nvPr/>
        </p:nvCxnSpPr>
        <p:spPr>
          <a:xfrm>
            <a:off x="7315200" y="4572000"/>
            <a:ext cx="44805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3" name="C3-E17 line 11" descr="sci-ppt:o011"/>
          <p:cNvCxnSpPr/>
          <p:nvPr/>
        </p:nvCxnSpPr>
        <p:spPr>
          <a:xfrm>
            <a:off x="7315200" y="1371600"/>
            <a:ext cx="0" cy="32004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14" name="C3-E17 line 12" descr="sci-ppt:o012"/>
          <p:cNvCxnSpPr/>
          <p:nvPr/>
        </p:nvCxnSpPr>
        <p:spPr>
          <a:xfrm>
            <a:off x="731520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7 line 13" descr="sci-ppt:o013"/>
          <p:cNvCxnSpPr/>
          <p:nvPr/>
        </p:nvCxnSpPr>
        <p:spPr>
          <a:xfrm>
            <a:off x="731520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7 text 14" descr="sci-ppt:o014"/>
          <p:cNvSpPr txBox="1"/>
          <p:nvPr/>
        </p:nvSpPr>
        <p:spPr>
          <a:xfrm>
            <a:off x="685800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17" name="C3-E17 line 15" descr="sci-ppt:o015"/>
          <p:cNvCxnSpPr/>
          <p:nvPr/>
        </p:nvCxnSpPr>
        <p:spPr>
          <a:xfrm>
            <a:off x="843534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7 line 16" descr="sci-ppt:o016"/>
          <p:cNvCxnSpPr/>
          <p:nvPr/>
        </p:nvCxnSpPr>
        <p:spPr>
          <a:xfrm>
            <a:off x="843534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7 text 17" descr="sci-ppt:o017"/>
          <p:cNvSpPr txBox="1"/>
          <p:nvPr/>
        </p:nvSpPr>
        <p:spPr>
          <a:xfrm>
            <a:off x="797814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0" name="C3-E17 line 18" descr="sci-ppt:o018"/>
          <p:cNvCxnSpPr/>
          <p:nvPr/>
        </p:nvCxnSpPr>
        <p:spPr>
          <a:xfrm>
            <a:off x="955548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7 line 19" descr="sci-ppt:o019"/>
          <p:cNvCxnSpPr/>
          <p:nvPr/>
        </p:nvCxnSpPr>
        <p:spPr>
          <a:xfrm>
            <a:off x="955548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17 text 20" descr="sci-ppt:o020"/>
          <p:cNvSpPr txBox="1"/>
          <p:nvPr/>
        </p:nvSpPr>
        <p:spPr>
          <a:xfrm>
            <a:off x="909828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3" name="C3-E17 line 21" descr="sci-ppt:o021"/>
          <p:cNvCxnSpPr/>
          <p:nvPr/>
        </p:nvCxnSpPr>
        <p:spPr>
          <a:xfrm>
            <a:off x="1067562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17 line 22" descr="sci-ppt:o022"/>
          <p:cNvCxnSpPr/>
          <p:nvPr/>
        </p:nvCxnSpPr>
        <p:spPr>
          <a:xfrm>
            <a:off x="1067562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17 text 23" descr="sci-ppt:o023"/>
          <p:cNvSpPr txBox="1"/>
          <p:nvPr/>
        </p:nvSpPr>
        <p:spPr>
          <a:xfrm>
            <a:off x="1021842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26" name="C3-E17 line 24" descr="sci-ppt:o024"/>
          <p:cNvCxnSpPr/>
          <p:nvPr/>
        </p:nvCxnSpPr>
        <p:spPr>
          <a:xfrm>
            <a:off x="11795760" y="45720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17 line 25" descr="sci-ppt:o025"/>
          <p:cNvCxnSpPr/>
          <p:nvPr/>
        </p:nvCxnSpPr>
        <p:spPr>
          <a:xfrm>
            <a:off x="11795760" y="137160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17 text 26" descr="sci-ppt:o026"/>
          <p:cNvSpPr txBox="1"/>
          <p:nvPr/>
        </p:nvSpPr>
        <p:spPr>
          <a:xfrm>
            <a:off x="11338560" y="46542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9" name="C3-E17 line 27" descr="sci-ppt:o027"/>
          <p:cNvCxnSpPr/>
          <p:nvPr/>
        </p:nvCxnSpPr>
        <p:spPr>
          <a:xfrm>
            <a:off x="7251192" y="4572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0" name="C3-E17 line 28" descr="sci-ppt:o028"/>
          <p:cNvCxnSpPr/>
          <p:nvPr/>
        </p:nvCxnSpPr>
        <p:spPr>
          <a:xfrm>
            <a:off x="7251192" y="3505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17 line 29" descr="sci-ppt:o029"/>
          <p:cNvCxnSpPr/>
          <p:nvPr/>
        </p:nvCxnSpPr>
        <p:spPr>
          <a:xfrm>
            <a:off x="7315200" y="3505200"/>
            <a:ext cx="4480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17 text 30" descr="sci-ppt:o030"/>
          <p:cNvSpPr txBox="1"/>
          <p:nvPr/>
        </p:nvSpPr>
        <p:spPr>
          <a:xfrm>
            <a:off x="6446520" y="34229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33" name="C3-E17 line 31" descr="sci-ppt:o031"/>
          <p:cNvCxnSpPr/>
          <p:nvPr/>
        </p:nvCxnSpPr>
        <p:spPr>
          <a:xfrm>
            <a:off x="7251192" y="2438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4" name="C3-E17 line 32" descr="sci-ppt:o032"/>
          <p:cNvCxnSpPr/>
          <p:nvPr/>
        </p:nvCxnSpPr>
        <p:spPr>
          <a:xfrm>
            <a:off x="7315200" y="2438400"/>
            <a:ext cx="4480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5" name="C3-E17 text 33" descr="sci-ppt:o033"/>
          <p:cNvSpPr txBox="1"/>
          <p:nvPr/>
        </p:nvSpPr>
        <p:spPr>
          <a:xfrm>
            <a:off x="6446520" y="2356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</a:t>
            </a:r>
          </a:p>
        </p:txBody>
      </p:sp>
      <p:cxnSp>
        <p:nvCxnSpPr>
          <p:cNvPr id="36" name="C3-E17 line 34" descr="sci-ppt:o034"/>
          <p:cNvCxnSpPr/>
          <p:nvPr/>
        </p:nvCxnSpPr>
        <p:spPr>
          <a:xfrm>
            <a:off x="72511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7" name="C3-E17 line 35" descr="sci-ppt:o035"/>
          <p:cNvCxnSpPr/>
          <p:nvPr/>
        </p:nvCxnSpPr>
        <p:spPr>
          <a:xfrm>
            <a:off x="7315200" y="1371600"/>
            <a:ext cx="44805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8" name="C3-E17 text 36" descr="sci-ppt:o036"/>
          <p:cNvSpPr txBox="1"/>
          <p:nvPr/>
        </p:nvSpPr>
        <p:spPr>
          <a:xfrm>
            <a:off x="64465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sp>
        <p:nvSpPr>
          <p:cNvPr id="39" name="C3-E17 text 37" descr="sci-ppt:o037"/>
          <p:cNvSpPr txBox="1"/>
          <p:nvPr/>
        </p:nvSpPr>
        <p:spPr>
          <a:xfrm>
            <a:off x="7315200" y="4855464"/>
            <a:ext cx="4480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area ratio α</a:t>
            </a:r>
          </a:p>
        </p:txBody>
      </p:sp>
      <p:sp>
        <p:nvSpPr>
          <p:cNvPr id="40" name="C3-E17 text 38" descr="sci-ppt:o038"/>
          <p:cNvSpPr txBox="1"/>
          <p:nvPr/>
        </p:nvSpPr>
        <p:spPr>
          <a:xfrm>
            <a:off x="6766560" y="1024128"/>
            <a:ext cx="4480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Uⱼ / √(2Δ/ρ)</a:t>
            </a:r>
          </a:p>
        </p:txBody>
      </p:sp>
      <p:sp>
        <p:nvSpPr>
          <p:cNvPr id="41" name="C3-E17 polygon 39" descr="sci-ppt:o039"/>
          <p:cNvSpPr/>
          <p:nvPr/>
        </p:nvSpPr>
        <p:spPr>
          <a:xfrm>
            <a:off x="7319680" y="2222305"/>
            <a:ext cx="4252052" cy="2349694"/>
          </a:xfrm>
          <a:custGeom>
            <a:avLst/>
            <a:gdLst/>
            <a:ahLst/>
            <a:cxnLst/>
            <a:rect l="l" t="t" r="r" b="b"/>
            <a:pathLst>
              <a:path w="4252052" h="2349694">
                <a:moveTo>
                  <a:pt x="0" y="2349694"/>
                </a:moveTo>
                <a:lnTo>
                  <a:pt x="21367" y="2349677"/>
                </a:lnTo>
                <a:lnTo>
                  <a:pt x="42734" y="2349635"/>
                </a:lnTo>
                <a:lnTo>
                  <a:pt x="64101" y="2349570"/>
                </a:lnTo>
                <a:lnTo>
                  <a:pt x="85468" y="2349479"/>
                </a:lnTo>
                <a:lnTo>
                  <a:pt x="106836" y="2349365"/>
                </a:lnTo>
                <a:lnTo>
                  <a:pt x="128203" y="2349226"/>
                </a:lnTo>
                <a:lnTo>
                  <a:pt x="149570" y="2349063"/>
                </a:lnTo>
                <a:lnTo>
                  <a:pt x="170937" y="2348876"/>
                </a:lnTo>
                <a:lnTo>
                  <a:pt x="192304" y="2348664"/>
                </a:lnTo>
                <a:lnTo>
                  <a:pt x="213671" y="2348428"/>
                </a:lnTo>
                <a:lnTo>
                  <a:pt x="235038" y="2348167"/>
                </a:lnTo>
                <a:lnTo>
                  <a:pt x="256405" y="2347882"/>
                </a:lnTo>
                <a:lnTo>
                  <a:pt x="277772" y="2347571"/>
                </a:lnTo>
                <a:lnTo>
                  <a:pt x="299139" y="2347237"/>
                </a:lnTo>
                <a:lnTo>
                  <a:pt x="320506" y="2346877"/>
                </a:lnTo>
                <a:lnTo>
                  <a:pt x="341874" y="2346493"/>
                </a:lnTo>
                <a:lnTo>
                  <a:pt x="363241" y="2346084"/>
                </a:lnTo>
                <a:lnTo>
                  <a:pt x="384608" y="2345649"/>
                </a:lnTo>
                <a:lnTo>
                  <a:pt x="405975" y="2345190"/>
                </a:lnTo>
                <a:lnTo>
                  <a:pt x="427342" y="2344705"/>
                </a:lnTo>
                <a:lnTo>
                  <a:pt x="448709" y="2344195"/>
                </a:lnTo>
                <a:lnTo>
                  <a:pt x="470076" y="2343660"/>
                </a:lnTo>
                <a:lnTo>
                  <a:pt x="491443" y="2343099"/>
                </a:lnTo>
                <a:lnTo>
                  <a:pt x="512810" y="2342513"/>
                </a:lnTo>
                <a:lnTo>
                  <a:pt x="534177" y="2341901"/>
                </a:lnTo>
                <a:lnTo>
                  <a:pt x="555544" y="2341263"/>
                </a:lnTo>
                <a:lnTo>
                  <a:pt x="576912" y="2340598"/>
                </a:lnTo>
                <a:lnTo>
                  <a:pt x="598279" y="2339908"/>
                </a:lnTo>
                <a:lnTo>
                  <a:pt x="619646" y="2339192"/>
                </a:lnTo>
                <a:lnTo>
                  <a:pt x="641013" y="2338449"/>
                </a:lnTo>
                <a:lnTo>
                  <a:pt x="662380" y="2337679"/>
                </a:lnTo>
                <a:lnTo>
                  <a:pt x="683747" y="2336882"/>
                </a:lnTo>
                <a:lnTo>
                  <a:pt x="705114" y="2336059"/>
                </a:lnTo>
                <a:lnTo>
                  <a:pt x="726481" y="2335208"/>
                </a:lnTo>
                <a:lnTo>
                  <a:pt x="747848" y="2334330"/>
                </a:lnTo>
                <a:lnTo>
                  <a:pt x="769215" y="2333425"/>
                </a:lnTo>
                <a:lnTo>
                  <a:pt x="790582" y="2332492"/>
                </a:lnTo>
                <a:lnTo>
                  <a:pt x="811950" y="2331531"/>
                </a:lnTo>
                <a:lnTo>
                  <a:pt x="833317" y="2330541"/>
                </a:lnTo>
                <a:lnTo>
                  <a:pt x="854684" y="2329524"/>
                </a:lnTo>
                <a:lnTo>
                  <a:pt x="876051" y="2328477"/>
                </a:lnTo>
                <a:lnTo>
                  <a:pt x="897418" y="2327402"/>
                </a:lnTo>
                <a:lnTo>
                  <a:pt x="918785" y="2326298"/>
                </a:lnTo>
                <a:lnTo>
                  <a:pt x="940152" y="2325165"/>
                </a:lnTo>
                <a:lnTo>
                  <a:pt x="961519" y="2324001"/>
                </a:lnTo>
                <a:lnTo>
                  <a:pt x="982886" y="2322808"/>
                </a:lnTo>
                <a:lnTo>
                  <a:pt x="1004253" y="2321585"/>
                </a:lnTo>
                <a:lnTo>
                  <a:pt x="1025621" y="2320332"/>
                </a:lnTo>
                <a:lnTo>
                  <a:pt x="1046988" y="2319048"/>
                </a:lnTo>
                <a:lnTo>
                  <a:pt x="1068355" y="2317732"/>
                </a:lnTo>
                <a:lnTo>
                  <a:pt x="1089722" y="2316386"/>
                </a:lnTo>
                <a:lnTo>
                  <a:pt x="1111089" y="2315007"/>
                </a:lnTo>
                <a:lnTo>
                  <a:pt x="1132456" y="2313597"/>
                </a:lnTo>
                <a:lnTo>
                  <a:pt x="1153823" y="2312154"/>
                </a:lnTo>
                <a:lnTo>
                  <a:pt x="1175190" y="2310679"/>
                </a:lnTo>
                <a:lnTo>
                  <a:pt x="1196557" y="2309170"/>
                </a:lnTo>
                <a:lnTo>
                  <a:pt x="1217924" y="2307628"/>
                </a:lnTo>
                <a:lnTo>
                  <a:pt x="1239291" y="2306053"/>
                </a:lnTo>
                <a:lnTo>
                  <a:pt x="1260659" y="2304443"/>
                </a:lnTo>
                <a:lnTo>
                  <a:pt x="1282026" y="2302798"/>
                </a:lnTo>
                <a:lnTo>
                  <a:pt x="1303393" y="2301119"/>
                </a:lnTo>
                <a:lnTo>
                  <a:pt x="1324760" y="2299404"/>
                </a:lnTo>
                <a:lnTo>
                  <a:pt x="1346127" y="2297653"/>
                </a:lnTo>
                <a:lnTo>
                  <a:pt x="1367494" y="2295865"/>
                </a:lnTo>
                <a:lnTo>
                  <a:pt x="1388861" y="2294041"/>
                </a:lnTo>
                <a:lnTo>
                  <a:pt x="1410228" y="2292180"/>
                </a:lnTo>
                <a:lnTo>
                  <a:pt x="1431595" y="2290280"/>
                </a:lnTo>
                <a:lnTo>
                  <a:pt x="1452962" y="2288343"/>
                </a:lnTo>
                <a:lnTo>
                  <a:pt x="1474329" y="2286366"/>
                </a:lnTo>
                <a:lnTo>
                  <a:pt x="1495697" y="2284350"/>
                </a:lnTo>
                <a:lnTo>
                  <a:pt x="1517064" y="2282294"/>
                </a:lnTo>
                <a:lnTo>
                  <a:pt x="1538431" y="2280197"/>
                </a:lnTo>
                <a:lnTo>
                  <a:pt x="1559798" y="2278060"/>
                </a:lnTo>
                <a:lnTo>
                  <a:pt x="1581165" y="2275880"/>
                </a:lnTo>
                <a:lnTo>
                  <a:pt x="1602532" y="2273658"/>
                </a:lnTo>
                <a:lnTo>
                  <a:pt x="1623899" y="2271393"/>
                </a:lnTo>
                <a:lnTo>
                  <a:pt x="1645266" y="2269085"/>
                </a:lnTo>
                <a:lnTo>
                  <a:pt x="1666633" y="2266732"/>
                </a:lnTo>
                <a:lnTo>
                  <a:pt x="1688000" y="2264333"/>
                </a:lnTo>
                <a:lnTo>
                  <a:pt x="1709367" y="2261890"/>
                </a:lnTo>
                <a:lnTo>
                  <a:pt x="1730735" y="2259399"/>
                </a:lnTo>
                <a:lnTo>
                  <a:pt x="1752102" y="2256861"/>
                </a:lnTo>
                <a:lnTo>
                  <a:pt x="1773469" y="2254275"/>
                </a:lnTo>
                <a:lnTo>
                  <a:pt x="1794836" y="2251640"/>
                </a:lnTo>
                <a:lnTo>
                  <a:pt x="1816203" y="2248955"/>
                </a:lnTo>
                <a:lnTo>
                  <a:pt x="1837570" y="2246220"/>
                </a:lnTo>
                <a:lnTo>
                  <a:pt x="1858937" y="2243433"/>
                </a:lnTo>
                <a:lnTo>
                  <a:pt x="1880304" y="2240593"/>
                </a:lnTo>
                <a:lnTo>
                  <a:pt x="1901671" y="2237700"/>
                </a:lnTo>
                <a:lnTo>
                  <a:pt x="1923038" y="2234753"/>
                </a:lnTo>
                <a:lnTo>
                  <a:pt x="1944405" y="2231750"/>
                </a:lnTo>
                <a:lnTo>
                  <a:pt x="1965773" y="2228691"/>
                </a:lnTo>
                <a:lnTo>
                  <a:pt x="1987140" y="2225574"/>
                </a:lnTo>
                <a:lnTo>
                  <a:pt x="2008507" y="2222398"/>
                </a:lnTo>
                <a:lnTo>
                  <a:pt x="2029874" y="2219163"/>
                </a:lnTo>
                <a:lnTo>
                  <a:pt x="2051241" y="2215866"/>
                </a:lnTo>
                <a:lnTo>
                  <a:pt x="2072608" y="2212508"/>
                </a:lnTo>
                <a:lnTo>
                  <a:pt x="2093975" y="2209085"/>
                </a:lnTo>
                <a:lnTo>
                  <a:pt x="2115342" y="2205598"/>
                </a:lnTo>
                <a:lnTo>
                  <a:pt x="2136709" y="2202045"/>
                </a:lnTo>
                <a:lnTo>
                  <a:pt x="2158076" y="2198424"/>
                </a:lnTo>
                <a:lnTo>
                  <a:pt x="2179444" y="2194734"/>
                </a:lnTo>
                <a:lnTo>
                  <a:pt x="2200811" y="2190974"/>
                </a:lnTo>
                <a:lnTo>
                  <a:pt x="2222178" y="2187142"/>
                </a:lnTo>
                <a:lnTo>
                  <a:pt x="2243545" y="2183235"/>
                </a:lnTo>
                <a:lnTo>
                  <a:pt x="2264912" y="2179254"/>
                </a:lnTo>
                <a:lnTo>
                  <a:pt x="2286279" y="2175196"/>
                </a:lnTo>
                <a:lnTo>
                  <a:pt x="2307646" y="2171058"/>
                </a:lnTo>
                <a:lnTo>
                  <a:pt x="2329013" y="2166840"/>
                </a:lnTo>
                <a:lnTo>
                  <a:pt x="2350380" y="2162540"/>
                </a:lnTo>
                <a:lnTo>
                  <a:pt x="2371747" y="2158155"/>
                </a:lnTo>
                <a:lnTo>
                  <a:pt x="2393114" y="2153684"/>
                </a:lnTo>
                <a:lnTo>
                  <a:pt x="2414482" y="2149123"/>
                </a:lnTo>
                <a:lnTo>
                  <a:pt x="2435849" y="2144472"/>
                </a:lnTo>
                <a:lnTo>
                  <a:pt x="2457216" y="2139728"/>
                </a:lnTo>
                <a:lnTo>
                  <a:pt x="2478583" y="2134888"/>
                </a:lnTo>
                <a:lnTo>
                  <a:pt x="2499950" y="2129950"/>
                </a:lnTo>
                <a:lnTo>
                  <a:pt x="2521317" y="2124912"/>
                </a:lnTo>
                <a:lnTo>
                  <a:pt x="2542684" y="2119770"/>
                </a:lnTo>
                <a:lnTo>
                  <a:pt x="2564051" y="2114523"/>
                </a:lnTo>
                <a:lnTo>
                  <a:pt x="2585418" y="2109166"/>
                </a:lnTo>
                <a:lnTo>
                  <a:pt x="2606785" y="2103698"/>
                </a:lnTo>
                <a:lnTo>
                  <a:pt x="2628152" y="2098115"/>
                </a:lnTo>
                <a:lnTo>
                  <a:pt x="2649520" y="2092413"/>
                </a:lnTo>
                <a:lnTo>
                  <a:pt x="2670887" y="2086590"/>
                </a:lnTo>
                <a:lnTo>
                  <a:pt x="2692254" y="2080641"/>
                </a:lnTo>
                <a:lnTo>
                  <a:pt x="2713621" y="2074564"/>
                </a:lnTo>
                <a:lnTo>
                  <a:pt x="2734988" y="2068354"/>
                </a:lnTo>
                <a:lnTo>
                  <a:pt x="2756355" y="2062008"/>
                </a:lnTo>
                <a:lnTo>
                  <a:pt x="2777722" y="2055520"/>
                </a:lnTo>
                <a:lnTo>
                  <a:pt x="2799089" y="2048888"/>
                </a:lnTo>
                <a:lnTo>
                  <a:pt x="2820456" y="2042105"/>
                </a:lnTo>
                <a:lnTo>
                  <a:pt x="2841823" y="2035169"/>
                </a:lnTo>
                <a:lnTo>
                  <a:pt x="2863190" y="2028072"/>
                </a:lnTo>
                <a:lnTo>
                  <a:pt x="2884558" y="2020811"/>
                </a:lnTo>
                <a:lnTo>
                  <a:pt x="2905925" y="2013379"/>
                </a:lnTo>
                <a:lnTo>
                  <a:pt x="2927292" y="2005771"/>
                </a:lnTo>
                <a:lnTo>
                  <a:pt x="2948659" y="1997981"/>
                </a:lnTo>
                <a:lnTo>
                  <a:pt x="2970026" y="1990003"/>
                </a:lnTo>
                <a:lnTo>
                  <a:pt x="2991393" y="1981829"/>
                </a:lnTo>
                <a:lnTo>
                  <a:pt x="3012760" y="1973453"/>
                </a:lnTo>
                <a:lnTo>
                  <a:pt x="3034127" y="1964868"/>
                </a:lnTo>
                <a:lnTo>
                  <a:pt x="3055494" y="1956065"/>
                </a:lnTo>
                <a:lnTo>
                  <a:pt x="3076861" y="1947037"/>
                </a:lnTo>
                <a:lnTo>
                  <a:pt x="3098228" y="1937775"/>
                </a:lnTo>
                <a:lnTo>
                  <a:pt x="3119596" y="1928269"/>
                </a:lnTo>
                <a:lnTo>
                  <a:pt x="3140963" y="1918510"/>
                </a:lnTo>
                <a:lnTo>
                  <a:pt x="3162330" y="1908489"/>
                </a:lnTo>
                <a:lnTo>
                  <a:pt x="3183697" y="1898194"/>
                </a:lnTo>
                <a:lnTo>
                  <a:pt x="3205064" y="1887613"/>
                </a:lnTo>
                <a:lnTo>
                  <a:pt x="3226431" y="1876736"/>
                </a:lnTo>
                <a:lnTo>
                  <a:pt x="3247798" y="1865548"/>
                </a:lnTo>
                <a:lnTo>
                  <a:pt x="3269165" y="1854036"/>
                </a:lnTo>
                <a:lnTo>
                  <a:pt x="3290532" y="1842187"/>
                </a:lnTo>
                <a:lnTo>
                  <a:pt x="3311899" y="1829983"/>
                </a:lnTo>
                <a:lnTo>
                  <a:pt x="3333267" y="1817410"/>
                </a:lnTo>
                <a:lnTo>
                  <a:pt x="3354634" y="1804450"/>
                </a:lnTo>
                <a:lnTo>
                  <a:pt x="3376001" y="1791083"/>
                </a:lnTo>
                <a:lnTo>
                  <a:pt x="3397368" y="1777290"/>
                </a:lnTo>
                <a:lnTo>
                  <a:pt x="3418735" y="1763050"/>
                </a:lnTo>
                <a:lnTo>
                  <a:pt x="3440102" y="1748339"/>
                </a:lnTo>
                <a:lnTo>
                  <a:pt x="3461469" y="1733133"/>
                </a:lnTo>
                <a:lnTo>
                  <a:pt x="3482836" y="1717405"/>
                </a:lnTo>
                <a:lnTo>
                  <a:pt x="3504203" y="1701128"/>
                </a:lnTo>
                <a:lnTo>
                  <a:pt x="3525570" y="1684269"/>
                </a:lnTo>
                <a:lnTo>
                  <a:pt x="3546937" y="1666797"/>
                </a:lnTo>
                <a:lnTo>
                  <a:pt x="3568305" y="1648674"/>
                </a:lnTo>
                <a:lnTo>
                  <a:pt x="3589672" y="1629863"/>
                </a:lnTo>
                <a:lnTo>
                  <a:pt x="3611039" y="1610320"/>
                </a:lnTo>
                <a:lnTo>
                  <a:pt x="3632406" y="1590000"/>
                </a:lnTo>
                <a:lnTo>
                  <a:pt x="3653773" y="1568852"/>
                </a:lnTo>
                <a:lnTo>
                  <a:pt x="3675140" y="1546822"/>
                </a:lnTo>
                <a:lnTo>
                  <a:pt x="3696507" y="1523849"/>
                </a:lnTo>
                <a:lnTo>
                  <a:pt x="3717874" y="1499867"/>
                </a:lnTo>
                <a:lnTo>
                  <a:pt x="3739241" y="1474803"/>
                </a:lnTo>
                <a:lnTo>
                  <a:pt x="3760608" y="1448577"/>
                </a:lnTo>
                <a:lnTo>
                  <a:pt x="3781975" y="1421101"/>
                </a:lnTo>
                <a:lnTo>
                  <a:pt x="3803343" y="1392274"/>
                </a:lnTo>
                <a:lnTo>
                  <a:pt x="3824710" y="1361988"/>
                </a:lnTo>
                <a:lnTo>
                  <a:pt x="3846077" y="1330119"/>
                </a:lnTo>
                <a:lnTo>
                  <a:pt x="3867444" y="1296529"/>
                </a:lnTo>
                <a:lnTo>
                  <a:pt x="3888811" y="1261063"/>
                </a:lnTo>
                <a:lnTo>
                  <a:pt x="3910178" y="1223544"/>
                </a:lnTo>
                <a:lnTo>
                  <a:pt x="3931545" y="1183772"/>
                </a:lnTo>
                <a:lnTo>
                  <a:pt x="3952912" y="1141520"/>
                </a:lnTo>
                <a:lnTo>
                  <a:pt x="3974279" y="1096526"/>
                </a:lnTo>
                <a:lnTo>
                  <a:pt x="3995646" y="1048486"/>
                </a:lnTo>
                <a:lnTo>
                  <a:pt x="4017013" y="997049"/>
                </a:lnTo>
                <a:lnTo>
                  <a:pt x="4038381" y="941806"/>
                </a:lnTo>
                <a:lnTo>
                  <a:pt x="4059748" y="882271"/>
                </a:lnTo>
                <a:lnTo>
                  <a:pt x="4081115" y="817872"/>
                </a:lnTo>
                <a:lnTo>
                  <a:pt x="4102482" y="747920"/>
                </a:lnTo>
                <a:lnTo>
                  <a:pt x="4123849" y="671584"/>
                </a:lnTo>
                <a:lnTo>
                  <a:pt x="4145216" y="587846"/>
                </a:lnTo>
                <a:lnTo>
                  <a:pt x="4166583" y="495446"/>
                </a:lnTo>
                <a:lnTo>
                  <a:pt x="4187950" y="392805"/>
                </a:lnTo>
                <a:lnTo>
                  <a:pt x="4209317" y="277906"/>
                </a:lnTo>
                <a:lnTo>
                  <a:pt x="4230684" y="148129"/>
                </a:lnTo>
                <a:lnTo>
                  <a:pt x="4252052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17 ellipse 40" descr="sci-ppt:o040"/>
          <p:cNvSpPr/>
          <p:nvPr/>
        </p:nvSpPr>
        <p:spPr>
          <a:xfrm>
            <a:off x="7522083" y="449675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17 text 41" descr="sci-ppt:o041"/>
          <p:cNvSpPr txBox="1"/>
          <p:nvPr/>
        </p:nvSpPr>
        <p:spPr>
          <a:xfrm>
            <a:off x="7836408" y="4290060"/>
            <a:ext cx="30175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α = 0.0625 (aⱼ/aᵢₙ = 1/4): 1.002</a:t>
            </a:r>
          </a:p>
        </p:txBody>
      </p:sp>
      <p:sp>
        <p:nvSpPr>
          <p:cNvPr id="44" name="C3-E17 text 42" descr="sci-ppt:o042"/>
          <p:cNvSpPr txBox="1"/>
          <p:nvPr/>
        </p:nvSpPr>
        <p:spPr>
          <a:xfrm>
            <a:off x="9404604" y="1706880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diverges as α → 1</a:t>
            </a:r>
          </a:p>
        </p:txBody>
      </p:sp>
      <p:sp>
        <p:nvSpPr>
          <p:cNvPr id="45" name="C3-E17 text 43" descr="sci-ppt:o043"/>
          <p:cNvSpPr txBox="1"/>
          <p:nvPr/>
        </p:nvSpPr>
        <p:spPr>
          <a:xfrm>
            <a:off x="6675120" y="5303520"/>
            <a:ext cx="51206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Uⱼ = √{ 2[pᵢₙ − p_g − σⱼ/aⱼ − Δpₗₒₛₛ] / [ρ(1 − α²)] },  0 &lt; α &lt;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1.</a:t>
            </a:r>
          </a:p>
        </p:txBody>
      </p:sp>
      <p:sp>
        <p:nvSpPr>
          <p:cNvPr id="46" name="C3-E17 text 44" descr="sci-ppt:o044"/>
          <p:cNvSpPr txBox="1"/>
          <p:nvPr/>
        </p:nvSpPr>
        <p:spPr>
          <a:xfrm>
            <a:off x="457200" y="5806440"/>
            <a:ext cx="11338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Specify either the source pressure or the flow, then solve for the compatible rest. Valid for a steady, inviscid core only.</a:t>
            </a:r>
          </a:p>
        </p:txBody>
      </p:sp>
      <p:sp>
        <p:nvSpPr>
          <p:cNvPr id="47" name="C3-E17 text 45" descr="sci-ppt:o04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Continuity + Bernoulli benchmark of Eq. C3-E17; Δ = pᵢₙ − p_g − σⱼ/aⱼ − Δpₗₒₛₛ.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C3-E18 · Finite-mass definitions and Cauchy–Schwarz bound</a:t>
            </a:r>
          </a:p>
        </p:txBody>
      </p:sp>
      <p:cxnSp>
        <p:nvCxnSpPr>
          <p:cNvPr id="3" name="C3-E18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18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18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18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18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0e+00</a:t>
            </a:r>
          </a:p>
        </p:txBody>
      </p:sp>
      <p:cxnSp>
        <p:nvCxnSpPr>
          <p:cNvPr id="8" name="C3-E18 line 6" descr="sci-ppt:o006"/>
          <p:cNvCxnSpPr/>
          <p:nvPr/>
        </p:nvCxnSpPr>
        <p:spPr>
          <a:xfrm>
            <a:off x="2244436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18 line 7" descr="sci-ppt:o007"/>
          <p:cNvCxnSpPr/>
          <p:nvPr/>
        </p:nvCxnSpPr>
        <p:spPr>
          <a:xfrm>
            <a:off x="2244436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18 text 8" descr="sci-ppt:o008"/>
          <p:cNvSpPr txBox="1"/>
          <p:nvPr/>
        </p:nvSpPr>
        <p:spPr>
          <a:xfrm>
            <a:off x="1787236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5e-11</a:t>
            </a:r>
          </a:p>
        </p:txBody>
      </p:sp>
      <p:cxnSp>
        <p:nvCxnSpPr>
          <p:cNvPr id="11" name="C3-E18 line 9" descr="sci-ppt:o009"/>
          <p:cNvCxnSpPr/>
          <p:nvPr/>
        </p:nvCxnSpPr>
        <p:spPr>
          <a:xfrm>
            <a:off x="3574472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18 line 10" descr="sci-ppt:o010"/>
          <p:cNvCxnSpPr/>
          <p:nvPr/>
        </p:nvCxnSpPr>
        <p:spPr>
          <a:xfrm>
            <a:off x="3574472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18 text 11" descr="sci-ppt:o011"/>
          <p:cNvSpPr txBox="1"/>
          <p:nvPr/>
        </p:nvSpPr>
        <p:spPr>
          <a:xfrm>
            <a:off x="3117272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1e-10</a:t>
            </a:r>
          </a:p>
        </p:txBody>
      </p:sp>
      <p:cxnSp>
        <p:nvCxnSpPr>
          <p:cNvPr id="14" name="C3-E18 line 12" descr="sci-ppt:o012"/>
          <p:cNvCxnSpPr/>
          <p:nvPr/>
        </p:nvCxnSpPr>
        <p:spPr>
          <a:xfrm>
            <a:off x="490450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18 line 13" descr="sci-ppt:o013"/>
          <p:cNvCxnSpPr/>
          <p:nvPr/>
        </p:nvCxnSpPr>
        <p:spPr>
          <a:xfrm>
            <a:off x="490450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18 text 14" descr="sci-ppt:o014"/>
          <p:cNvSpPr txBox="1"/>
          <p:nvPr/>
        </p:nvSpPr>
        <p:spPr>
          <a:xfrm>
            <a:off x="444730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1e-10</a:t>
            </a:r>
          </a:p>
        </p:txBody>
      </p:sp>
      <p:cxnSp>
        <p:nvCxnSpPr>
          <p:cNvPr id="17" name="C3-E18 line 15" descr="sci-ppt:o015"/>
          <p:cNvCxnSpPr/>
          <p:nvPr/>
        </p:nvCxnSpPr>
        <p:spPr>
          <a:xfrm>
            <a:off x="6234545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18 line 16" descr="sci-ppt:o016"/>
          <p:cNvCxnSpPr/>
          <p:nvPr/>
        </p:nvCxnSpPr>
        <p:spPr>
          <a:xfrm>
            <a:off x="6234545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18 text 17" descr="sci-ppt:o017"/>
          <p:cNvSpPr txBox="1"/>
          <p:nvPr/>
        </p:nvSpPr>
        <p:spPr>
          <a:xfrm>
            <a:off x="5777345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2e-10</a:t>
            </a:r>
          </a:p>
        </p:txBody>
      </p:sp>
      <p:cxnSp>
        <p:nvCxnSpPr>
          <p:cNvPr id="20" name="C3-E18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18 line 19" descr="sci-ppt:o019"/>
          <p:cNvCxnSpPr/>
          <p:nvPr/>
        </p:nvCxnSpPr>
        <p:spPr>
          <a:xfrm>
            <a:off x="850392" y="3810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18 line 20" descr="sci-ppt:o020"/>
          <p:cNvCxnSpPr/>
          <p:nvPr/>
        </p:nvCxnSpPr>
        <p:spPr>
          <a:xfrm>
            <a:off x="914400" y="38100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18 text 21" descr="sci-ppt:o021"/>
          <p:cNvSpPr txBox="1"/>
          <p:nvPr/>
        </p:nvSpPr>
        <p:spPr>
          <a:xfrm>
            <a:off x="45720" y="3727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24" name="C3-E18 line 22" descr="sci-ppt:o022"/>
          <p:cNvCxnSpPr/>
          <p:nvPr/>
        </p:nvCxnSpPr>
        <p:spPr>
          <a:xfrm>
            <a:off x="850392" y="2590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18 line 23" descr="sci-ppt:o023"/>
          <p:cNvCxnSpPr/>
          <p:nvPr/>
        </p:nvCxnSpPr>
        <p:spPr>
          <a:xfrm>
            <a:off x="914400" y="25908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18 text 24" descr="sci-ppt:o024"/>
          <p:cNvSpPr txBox="1"/>
          <p:nvPr/>
        </p:nvSpPr>
        <p:spPr>
          <a:xfrm>
            <a:off x="45720" y="2508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7" name="C3-E18 line 25" descr="sci-ppt:o025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18 line 26" descr="sci-ppt:o026"/>
          <p:cNvCxnSpPr/>
          <p:nvPr/>
        </p:nvCxnSpPr>
        <p:spPr>
          <a:xfrm>
            <a:off x="91440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18 text 27" descr="sci-ppt:o027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sp>
        <p:nvSpPr>
          <p:cNvPr id="30" name="C3-E18 text 28" descr="sci-ppt:o028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directed momentum Pⱼ  (N s)</a:t>
            </a:r>
          </a:p>
        </p:txBody>
      </p:sp>
      <p:sp>
        <p:nvSpPr>
          <p:cNvPr id="31" name="C3-E18 text 29" descr="sci-ppt:o029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kinetic energy Eⱼ  (nJ)</a:t>
            </a:r>
          </a:p>
        </p:txBody>
      </p:sp>
      <p:sp>
        <p:nvSpPr>
          <p:cNvPr id="32" name="C3-E18 polygon 30" descr="sci-ppt:o030"/>
          <p:cNvSpPr/>
          <p:nvPr/>
        </p:nvSpPr>
        <p:spPr>
          <a:xfrm>
            <a:off x="914400" y="1371600"/>
            <a:ext cx="5852160" cy="3657600"/>
          </a:xfrm>
          <a:custGeom>
            <a:avLst/>
            <a:gdLst/>
            <a:ahLst/>
            <a:cxnLst/>
            <a:rect l="l" t="t" r="r" b="b"/>
            <a:pathLst>
              <a:path w="5852160" h="3657600">
                <a:moveTo>
                  <a:pt x="0" y="0"/>
                </a:moveTo>
                <a:lnTo>
                  <a:pt x="29407" y="0"/>
                </a:lnTo>
                <a:lnTo>
                  <a:pt x="58815" y="0"/>
                </a:lnTo>
                <a:lnTo>
                  <a:pt x="88223" y="0"/>
                </a:lnTo>
                <a:lnTo>
                  <a:pt x="117631" y="0"/>
                </a:lnTo>
                <a:lnTo>
                  <a:pt x="147039" y="0"/>
                </a:lnTo>
                <a:lnTo>
                  <a:pt x="176447" y="0"/>
                </a:lnTo>
                <a:lnTo>
                  <a:pt x="205854" y="0"/>
                </a:lnTo>
                <a:lnTo>
                  <a:pt x="235262" y="0"/>
                </a:lnTo>
                <a:lnTo>
                  <a:pt x="264670" y="0"/>
                </a:lnTo>
                <a:lnTo>
                  <a:pt x="294078" y="0"/>
                </a:lnTo>
                <a:lnTo>
                  <a:pt x="323486" y="0"/>
                </a:lnTo>
                <a:lnTo>
                  <a:pt x="352894" y="0"/>
                </a:lnTo>
                <a:lnTo>
                  <a:pt x="382301" y="0"/>
                </a:lnTo>
                <a:lnTo>
                  <a:pt x="411709" y="0"/>
                </a:lnTo>
                <a:lnTo>
                  <a:pt x="441117" y="0"/>
                </a:lnTo>
                <a:lnTo>
                  <a:pt x="470525" y="0"/>
                </a:lnTo>
                <a:lnTo>
                  <a:pt x="499933" y="0"/>
                </a:lnTo>
                <a:lnTo>
                  <a:pt x="529341" y="0"/>
                </a:lnTo>
                <a:lnTo>
                  <a:pt x="558748" y="0"/>
                </a:lnTo>
                <a:lnTo>
                  <a:pt x="588156" y="0"/>
                </a:lnTo>
                <a:lnTo>
                  <a:pt x="617564" y="0"/>
                </a:lnTo>
                <a:lnTo>
                  <a:pt x="646972" y="0"/>
                </a:lnTo>
                <a:lnTo>
                  <a:pt x="676380" y="0"/>
                </a:lnTo>
                <a:lnTo>
                  <a:pt x="705788" y="0"/>
                </a:lnTo>
                <a:lnTo>
                  <a:pt x="735195" y="0"/>
                </a:lnTo>
                <a:lnTo>
                  <a:pt x="764603" y="0"/>
                </a:lnTo>
                <a:lnTo>
                  <a:pt x="794011" y="0"/>
                </a:lnTo>
                <a:lnTo>
                  <a:pt x="823419" y="0"/>
                </a:lnTo>
                <a:lnTo>
                  <a:pt x="852827" y="0"/>
                </a:lnTo>
                <a:lnTo>
                  <a:pt x="882235" y="0"/>
                </a:lnTo>
                <a:lnTo>
                  <a:pt x="911643" y="0"/>
                </a:lnTo>
                <a:lnTo>
                  <a:pt x="941050" y="0"/>
                </a:lnTo>
                <a:lnTo>
                  <a:pt x="970458" y="0"/>
                </a:lnTo>
                <a:lnTo>
                  <a:pt x="999866" y="0"/>
                </a:lnTo>
                <a:lnTo>
                  <a:pt x="1029274" y="0"/>
                </a:lnTo>
                <a:lnTo>
                  <a:pt x="1058682" y="0"/>
                </a:lnTo>
                <a:lnTo>
                  <a:pt x="1088090" y="0"/>
                </a:lnTo>
                <a:lnTo>
                  <a:pt x="1117497" y="0"/>
                </a:lnTo>
                <a:lnTo>
                  <a:pt x="1146905" y="0"/>
                </a:lnTo>
                <a:lnTo>
                  <a:pt x="1176313" y="0"/>
                </a:lnTo>
                <a:lnTo>
                  <a:pt x="1205721" y="0"/>
                </a:lnTo>
                <a:lnTo>
                  <a:pt x="1235129" y="0"/>
                </a:lnTo>
                <a:lnTo>
                  <a:pt x="1264537" y="0"/>
                </a:lnTo>
                <a:lnTo>
                  <a:pt x="1293944" y="0"/>
                </a:lnTo>
                <a:lnTo>
                  <a:pt x="1323352" y="0"/>
                </a:lnTo>
                <a:lnTo>
                  <a:pt x="1352760" y="0"/>
                </a:lnTo>
                <a:lnTo>
                  <a:pt x="1382168" y="0"/>
                </a:lnTo>
                <a:lnTo>
                  <a:pt x="1411576" y="0"/>
                </a:lnTo>
                <a:lnTo>
                  <a:pt x="1440984" y="0"/>
                </a:lnTo>
                <a:lnTo>
                  <a:pt x="1470391" y="0"/>
                </a:lnTo>
                <a:lnTo>
                  <a:pt x="1499799" y="0"/>
                </a:lnTo>
                <a:lnTo>
                  <a:pt x="1529207" y="0"/>
                </a:lnTo>
                <a:lnTo>
                  <a:pt x="1558615" y="0"/>
                </a:lnTo>
                <a:lnTo>
                  <a:pt x="1588023" y="0"/>
                </a:lnTo>
                <a:lnTo>
                  <a:pt x="1617431" y="0"/>
                </a:lnTo>
                <a:lnTo>
                  <a:pt x="1646838" y="0"/>
                </a:lnTo>
                <a:lnTo>
                  <a:pt x="1676246" y="0"/>
                </a:lnTo>
                <a:lnTo>
                  <a:pt x="1705654" y="0"/>
                </a:lnTo>
                <a:lnTo>
                  <a:pt x="1735062" y="0"/>
                </a:lnTo>
                <a:lnTo>
                  <a:pt x="1764470" y="0"/>
                </a:lnTo>
                <a:lnTo>
                  <a:pt x="1793878" y="0"/>
                </a:lnTo>
                <a:lnTo>
                  <a:pt x="1823286" y="0"/>
                </a:lnTo>
                <a:lnTo>
                  <a:pt x="1852693" y="0"/>
                </a:lnTo>
                <a:lnTo>
                  <a:pt x="1882101" y="0"/>
                </a:lnTo>
                <a:lnTo>
                  <a:pt x="1911509" y="0"/>
                </a:lnTo>
                <a:lnTo>
                  <a:pt x="1940917" y="0"/>
                </a:lnTo>
                <a:lnTo>
                  <a:pt x="1970325" y="0"/>
                </a:lnTo>
                <a:lnTo>
                  <a:pt x="1999733" y="0"/>
                </a:lnTo>
                <a:lnTo>
                  <a:pt x="2029140" y="0"/>
                </a:lnTo>
                <a:lnTo>
                  <a:pt x="2058548" y="0"/>
                </a:lnTo>
                <a:lnTo>
                  <a:pt x="2087956" y="0"/>
                </a:lnTo>
                <a:lnTo>
                  <a:pt x="2117364" y="0"/>
                </a:lnTo>
                <a:lnTo>
                  <a:pt x="2146772" y="0"/>
                </a:lnTo>
                <a:lnTo>
                  <a:pt x="2176180" y="0"/>
                </a:lnTo>
                <a:lnTo>
                  <a:pt x="2205587" y="0"/>
                </a:lnTo>
                <a:lnTo>
                  <a:pt x="2234995" y="0"/>
                </a:lnTo>
                <a:lnTo>
                  <a:pt x="2264403" y="0"/>
                </a:lnTo>
                <a:lnTo>
                  <a:pt x="2293811" y="0"/>
                </a:lnTo>
                <a:lnTo>
                  <a:pt x="2323219" y="0"/>
                </a:lnTo>
                <a:lnTo>
                  <a:pt x="2352627" y="0"/>
                </a:lnTo>
                <a:lnTo>
                  <a:pt x="2382034" y="0"/>
                </a:lnTo>
                <a:lnTo>
                  <a:pt x="2411442" y="0"/>
                </a:lnTo>
                <a:lnTo>
                  <a:pt x="2440850" y="0"/>
                </a:lnTo>
                <a:lnTo>
                  <a:pt x="2470258" y="0"/>
                </a:lnTo>
                <a:lnTo>
                  <a:pt x="2499666" y="0"/>
                </a:lnTo>
                <a:lnTo>
                  <a:pt x="2529074" y="0"/>
                </a:lnTo>
                <a:lnTo>
                  <a:pt x="2558482" y="0"/>
                </a:lnTo>
                <a:lnTo>
                  <a:pt x="2587889" y="0"/>
                </a:lnTo>
                <a:lnTo>
                  <a:pt x="2617297" y="0"/>
                </a:lnTo>
                <a:lnTo>
                  <a:pt x="2646705" y="0"/>
                </a:lnTo>
                <a:lnTo>
                  <a:pt x="2676113" y="0"/>
                </a:lnTo>
                <a:lnTo>
                  <a:pt x="2705521" y="0"/>
                </a:lnTo>
                <a:lnTo>
                  <a:pt x="2734929" y="0"/>
                </a:lnTo>
                <a:lnTo>
                  <a:pt x="2764336" y="0"/>
                </a:lnTo>
                <a:lnTo>
                  <a:pt x="2793744" y="0"/>
                </a:lnTo>
                <a:lnTo>
                  <a:pt x="2823152" y="0"/>
                </a:lnTo>
                <a:lnTo>
                  <a:pt x="2852560" y="0"/>
                </a:lnTo>
                <a:lnTo>
                  <a:pt x="2881968" y="0"/>
                </a:lnTo>
                <a:lnTo>
                  <a:pt x="2911376" y="0"/>
                </a:lnTo>
                <a:lnTo>
                  <a:pt x="2940783" y="0"/>
                </a:lnTo>
                <a:lnTo>
                  <a:pt x="2970191" y="0"/>
                </a:lnTo>
                <a:lnTo>
                  <a:pt x="2999599" y="0"/>
                </a:lnTo>
                <a:lnTo>
                  <a:pt x="3029007" y="0"/>
                </a:lnTo>
                <a:lnTo>
                  <a:pt x="3058415" y="0"/>
                </a:lnTo>
                <a:lnTo>
                  <a:pt x="3087823" y="0"/>
                </a:lnTo>
                <a:lnTo>
                  <a:pt x="3117230" y="0"/>
                </a:lnTo>
                <a:lnTo>
                  <a:pt x="3146638" y="0"/>
                </a:lnTo>
                <a:lnTo>
                  <a:pt x="3176046" y="0"/>
                </a:lnTo>
                <a:lnTo>
                  <a:pt x="3205454" y="0"/>
                </a:lnTo>
                <a:lnTo>
                  <a:pt x="3234862" y="0"/>
                </a:lnTo>
                <a:lnTo>
                  <a:pt x="3264270" y="0"/>
                </a:lnTo>
                <a:lnTo>
                  <a:pt x="3293677" y="0"/>
                </a:lnTo>
                <a:lnTo>
                  <a:pt x="3323085" y="0"/>
                </a:lnTo>
                <a:lnTo>
                  <a:pt x="3352493" y="0"/>
                </a:lnTo>
                <a:lnTo>
                  <a:pt x="3381901" y="0"/>
                </a:lnTo>
                <a:lnTo>
                  <a:pt x="3411309" y="0"/>
                </a:lnTo>
                <a:lnTo>
                  <a:pt x="3440717" y="0"/>
                </a:lnTo>
                <a:lnTo>
                  <a:pt x="3470125" y="0"/>
                </a:lnTo>
                <a:lnTo>
                  <a:pt x="3499532" y="0"/>
                </a:lnTo>
                <a:lnTo>
                  <a:pt x="3528940" y="0"/>
                </a:lnTo>
                <a:lnTo>
                  <a:pt x="3558348" y="0"/>
                </a:lnTo>
                <a:lnTo>
                  <a:pt x="3587756" y="0"/>
                </a:lnTo>
                <a:lnTo>
                  <a:pt x="3617164" y="0"/>
                </a:lnTo>
                <a:lnTo>
                  <a:pt x="3646572" y="0"/>
                </a:lnTo>
                <a:lnTo>
                  <a:pt x="3675979" y="0"/>
                </a:lnTo>
                <a:lnTo>
                  <a:pt x="3705387" y="0"/>
                </a:lnTo>
                <a:lnTo>
                  <a:pt x="3734795" y="0"/>
                </a:lnTo>
                <a:lnTo>
                  <a:pt x="3764203" y="0"/>
                </a:lnTo>
                <a:lnTo>
                  <a:pt x="3793611" y="0"/>
                </a:lnTo>
                <a:lnTo>
                  <a:pt x="3823019" y="0"/>
                </a:lnTo>
                <a:lnTo>
                  <a:pt x="3852426" y="0"/>
                </a:lnTo>
                <a:lnTo>
                  <a:pt x="3881834" y="0"/>
                </a:lnTo>
                <a:lnTo>
                  <a:pt x="3911242" y="0"/>
                </a:lnTo>
                <a:lnTo>
                  <a:pt x="3940650" y="0"/>
                </a:lnTo>
                <a:lnTo>
                  <a:pt x="3970058" y="0"/>
                </a:lnTo>
                <a:lnTo>
                  <a:pt x="3999466" y="0"/>
                </a:lnTo>
                <a:lnTo>
                  <a:pt x="4028873" y="0"/>
                </a:lnTo>
                <a:lnTo>
                  <a:pt x="4058281" y="0"/>
                </a:lnTo>
                <a:lnTo>
                  <a:pt x="4087689" y="0"/>
                </a:lnTo>
                <a:lnTo>
                  <a:pt x="4117097" y="0"/>
                </a:lnTo>
                <a:lnTo>
                  <a:pt x="4146505" y="0"/>
                </a:lnTo>
                <a:lnTo>
                  <a:pt x="4175913" y="0"/>
                </a:lnTo>
                <a:lnTo>
                  <a:pt x="4205321" y="0"/>
                </a:lnTo>
                <a:lnTo>
                  <a:pt x="4234728" y="0"/>
                </a:lnTo>
                <a:lnTo>
                  <a:pt x="4264136" y="0"/>
                </a:lnTo>
                <a:lnTo>
                  <a:pt x="4293544" y="0"/>
                </a:lnTo>
                <a:lnTo>
                  <a:pt x="4322952" y="0"/>
                </a:lnTo>
                <a:lnTo>
                  <a:pt x="4352360" y="0"/>
                </a:lnTo>
                <a:lnTo>
                  <a:pt x="4381768" y="0"/>
                </a:lnTo>
                <a:lnTo>
                  <a:pt x="4411175" y="0"/>
                </a:lnTo>
                <a:lnTo>
                  <a:pt x="4440583" y="0"/>
                </a:lnTo>
                <a:lnTo>
                  <a:pt x="4469991" y="0"/>
                </a:lnTo>
                <a:lnTo>
                  <a:pt x="4499399" y="0"/>
                </a:lnTo>
                <a:lnTo>
                  <a:pt x="4528807" y="0"/>
                </a:lnTo>
                <a:lnTo>
                  <a:pt x="4558215" y="0"/>
                </a:lnTo>
                <a:lnTo>
                  <a:pt x="4587622" y="0"/>
                </a:lnTo>
                <a:lnTo>
                  <a:pt x="4617030" y="0"/>
                </a:lnTo>
                <a:lnTo>
                  <a:pt x="4646438" y="0"/>
                </a:lnTo>
                <a:lnTo>
                  <a:pt x="4675846" y="0"/>
                </a:lnTo>
                <a:lnTo>
                  <a:pt x="4705254" y="0"/>
                </a:lnTo>
                <a:lnTo>
                  <a:pt x="4734662" y="0"/>
                </a:lnTo>
                <a:lnTo>
                  <a:pt x="4764069" y="0"/>
                </a:lnTo>
                <a:lnTo>
                  <a:pt x="4793477" y="0"/>
                </a:lnTo>
                <a:lnTo>
                  <a:pt x="4822885" y="0"/>
                </a:lnTo>
                <a:lnTo>
                  <a:pt x="4852293" y="0"/>
                </a:lnTo>
                <a:lnTo>
                  <a:pt x="4881701" y="0"/>
                </a:lnTo>
                <a:lnTo>
                  <a:pt x="4911109" y="0"/>
                </a:lnTo>
                <a:lnTo>
                  <a:pt x="4940516" y="0"/>
                </a:lnTo>
                <a:lnTo>
                  <a:pt x="4969924" y="0"/>
                </a:lnTo>
                <a:lnTo>
                  <a:pt x="4999332" y="0"/>
                </a:lnTo>
                <a:lnTo>
                  <a:pt x="5028740" y="0"/>
                </a:lnTo>
                <a:lnTo>
                  <a:pt x="5058148" y="0"/>
                </a:lnTo>
                <a:lnTo>
                  <a:pt x="5087556" y="0"/>
                </a:lnTo>
                <a:lnTo>
                  <a:pt x="5116964" y="0"/>
                </a:lnTo>
                <a:lnTo>
                  <a:pt x="5146371" y="0"/>
                </a:lnTo>
                <a:lnTo>
                  <a:pt x="5175779" y="0"/>
                </a:lnTo>
                <a:lnTo>
                  <a:pt x="5205187" y="0"/>
                </a:lnTo>
                <a:lnTo>
                  <a:pt x="5234595" y="0"/>
                </a:lnTo>
                <a:lnTo>
                  <a:pt x="5264003" y="0"/>
                </a:lnTo>
                <a:lnTo>
                  <a:pt x="5293411" y="0"/>
                </a:lnTo>
                <a:lnTo>
                  <a:pt x="5322818" y="0"/>
                </a:lnTo>
                <a:lnTo>
                  <a:pt x="5352226" y="0"/>
                </a:lnTo>
                <a:lnTo>
                  <a:pt x="5381634" y="0"/>
                </a:lnTo>
                <a:lnTo>
                  <a:pt x="5411042" y="0"/>
                </a:lnTo>
                <a:lnTo>
                  <a:pt x="5440450" y="0"/>
                </a:lnTo>
                <a:lnTo>
                  <a:pt x="5469858" y="0"/>
                </a:lnTo>
                <a:lnTo>
                  <a:pt x="5499265" y="0"/>
                </a:lnTo>
                <a:lnTo>
                  <a:pt x="5528673" y="0"/>
                </a:lnTo>
                <a:lnTo>
                  <a:pt x="5558081" y="0"/>
                </a:lnTo>
                <a:lnTo>
                  <a:pt x="5587489" y="0"/>
                </a:lnTo>
                <a:lnTo>
                  <a:pt x="5616897" y="0"/>
                </a:lnTo>
                <a:lnTo>
                  <a:pt x="5646305" y="0"/>
                </a:lnTo>
                <a:lnTo>
                  <a:pt x="5675712" y="0"/>
                </a:lnTo>
                <a:lnTo>
                  <a:pt x="5705120" y="0"/>
                </a:lnTo>
                <a:lnTo>
                  <a:pt x="5734528" y="0"/>
                </a:lnTo>
                <a:lnTo>
                  <a:pt x="5763936" y="0"/>
                </a:lnTo>
                <a:lnTo>
                  <a:pt x="5793344" y="0"/>
                </a:lnTo>
                <a:lnTo>
                  <a:pt x="5822752" y="0"/>
                </a:lnTo>
                <a:lnTo>
                  <a:pt x="5852160" y="0"/>
                </a:lnTo>
                <a:lnTo>
                  <a:pt x="5852160" y="0"/>
                </a:lnTo>
                <a:lnTo>
                  <a:pt x="5822752" y="0"/>
                </a:lnTo>
                <a:lnTo>
                  <a:pt x="5793344" y="0"/>
                </a:lnTo>
                <a:lnTo>
                  <a:pt x="5763936" y="13364"/>
                </a:lnTo>
                <a:lnTo>
                  <a:pt x="5734528" y="50455"/>
                </a:lnTo>
                <a:lnTo>
                  <a:pt x="5705120" y="87357"/>
                </a:lnTo>
                <a:lnTo>
                  <a:pt x="5675712" y="124069"/>
                </a:lnTo>
                <a:lnTo>
                  <a:pt x="5646305" y="160591"/>
                </a:lnTo>
                <a:lnTo>
                  <a:pt x="5616897" y="196923"/>
                </a:lnTo>
                <a:lnTo>
                  <a:pt x="5587489" y="233066"/>
                </a:lnTo>
                <a:lnTo>
                  <a:pt x="5558081" y="269018"/>
                </a:lnTo>
                <a:lnTo>
                  <a:pt x="5528673" y="304782"/>
                </a:lnTo>
                <a:lnTo>
                  <a:pt x="5499265" y="340355"/>
                </a:lnTo>
                <a:lnTo>
                  <a:pt x="5469858" y="375739"/>
                </a:lnTo>
                <a:lnTo>
                  <a:pt x="5440450" y="410933"/>
                </a:lnTo>
                <a:lnTo>
                  <a:pt x="5411042" y="445937"/>
                </a:lnTo>
                <a:lnTo>
                  <a:pt x="5381634" y="480751"/>
                </a:lnTo>
                <a:lnTo>
                  <a:pt x="5352226" y="515376"/>
                </a:lnTo>
                <a:lnTo>
                  <a:pt x="5322818" y="549811"/>
                </a:lnTo>
                <a:lnTo>
                  <a:pt x="5293411" y="584057"/>
                </a:lnTo>
                <a:lnTo>
                  <a:pt x="5264003" y="618112"/>
                </a:lnTo>
                <a:lnTo>
                  <a:pt x="5234595" y="651978"/>
                </a:lnTo>
                <a:lnTo>
                  <a:pt x="5205187" y="685654"/>
                </a:lnTo>
                <a:lnTo>
                  <a:pt x="5175779" y="719141"/>
                </a:lnTo>
                <a:lnTo>
                  <a:pt x="5146371" y="752437"/>
                </a:lnTo>
                <a:lnTo>
                  <a:pt x="5116964" y="785544"/>
                </a:lnTo>
                <a:lnTo>
                  <a:pt x="5087556" y="818462"/>
                </a:lnTo>
                <a:lnTo>
                  <a:pt x="5058148" y="851189"/>
                </a:lnTo>
                <a:lnTo>
                  <a:pt x="5028740" y="883727"/>
                </a:lnTo>
                <a:lnTo>
                  <a:pt x="4999332" y="916075"/>
                </a:lnTo>
                <a:lnTo>
                  <a:pt x="4969924" y="948234"/>
                </a:lnTo>
                <a:lnTo>
                  <a:pt x="4940516" y="980202"/>
                </a:lnTo>
                <a:lnTo>
                  <a:pt x="4911109" y="1011981"/>
                </a:lnTo>
                <a:lnTo>
                  <a:pt x="4881701" y="1043570"/>
                </a:lnTo>
                <a:lnTo>
                  <a:pt x="4852293" y="1074970"/>
                </a:lnTo>
                <a:lnTo>
                  <a:pt x="4822885" y="1106179"/>
                </a:lnTo>
                <a:lnTo>
                  <a:pt x="4793477" y="1137199"/>
                </a:lnTo>
                <a:lnTo>
                  <a:pt x="4764069" y="1168030"/>
                </a:lnTo>
                <a:lnTo>
                  <a:pt x="4734662" y="1198670"/>
                </a:lnTo>
                <a:lnTo>
                  <a:pt x="4705254" y="1229121"/>
                </a:lnTo>
                <a:lnTo>
                  <a:pt x="4675846" y="1259382"/>
                </a:lnTo>
                <a:lnTo>
                  <a:pt x="4646438" y="1289454"/>
                </a:lnTo>
                <a:lnTo>
                  <a:pt x="4617030" y="1319335"/>
                </a:lnTo>
                <a:lnTo>
                  <a:pt x="4587622" y="1349027"/>
                </a:lnTo>
                <a:lnTo>
                  <a:pt x="4558215" y="1378530"/>
                </a:lnTo>
                <a:lnTo>
                  <a:pt x="4528807" y="1407842"/>
                </a:lnTo>
                <a:lnTo>
                  <a:pt x="4499399" y="1436965"/>
                </a:lnTo>
                <a:lnTo>
                  <a:pt x="4469991" y="1465898"/>
                </a:lnTo>
                <a:lnTo>
                  <a:pt x="4440583" y="1494641"/>
                </a:lnTo>
                <a:lnTo>
                  <a:pt x="4411175" y="1523195"/>
                </a:lnTo>
                <a:lnTo>
                  <a:pt x="4381768" y="1551559"/>
                </a:lnTo>
                <a:lnTo>
                  <a:pt x="4352360" y="1579733"/>
                </a:lnTo>
                <a:lnTo>
                  <a:pt x="4322952" y="1607717"/>
                </a:lnTo>
                <a:lnTo>
                  <a:pt x="4293544" y="1635512"/>
                </a:lnTo>
                <a:lnTo>
                  <a:pt x="4264136" y="1663117"/>
                </a:lnTo>
                <a:lnTo>
                  <a:pt x="4234728" y="1690532"/>
                </a:lnTo>
                <a:lnTo>
                  <a:pt x="4205321" y="1717758"/>
                </a:lnTo>
                <a:lnTo>
                  <a:pt x="4175913" y="1744793"/>
                </a:lnTo>
                <a:lnTo>
                  <a:pt x="4146505" y="1771639"/>
                </a:lnTo>
                <a:lnTo>
                  <a:pt x="4117097" y="1798296"/>
                </a:lnTo>
                <a:lnTo>
                  <a:pt x="4087689" y="1824762"/>
                </a:lnTo>
                <a:lnTo>
                  <a:pt x="4058281" y="1851039"/>
                </a:lnTo>
                <a:lnTo>
                  <a:pt x="4028873" y="1877126"/>
                </a:lnTo>
                <a:lnTo>
                  <a:pt x="3999466" y="1903024"/>
                </a:lnTo>
                <a:lnTo>
                  <a:pt x="3970058" y="1928732"/>
                </a:lnTo>
                <a:lnTo>
                  <a:pt x="3940650" y="1954250"/>
                </a:lnTo>
                <a:lnTo>
                  <a:pt x="3911242" y="1979578"/>
                </a:lnTo>
                <a:lnTo>
                  <a:pt x="3881834" y="2004716"/>
                </a:lnTo>
                <a:lnTo>
                  <a:pt x="3852426" y="2029665"/>
                </a:lnTo>
                <a:lnTo>
                  <a:pt x="3823019" y="2054424"/>
                </a:lnTo>
                <a:lnTo>
                  <a:pt x="3793611" y="2078994"/>
                </a:lnTo>
                <a:lnTo>
                  <a:pt x="3764203" y="2103373"/>
                </a:lnTo>
                <a:lnTo>
                  <a:pt x="3734795" y="2127563"/>
                </a:lnTo>
                <a:lnTo>
                  <a:pt x="3705387" y="2151563"/>
                </a:lnTo>
                <a:lnTo>
                  <a:pt x="3675979" y="2175374"/>
                </a:lnTo>
                <a:lnTo>
                  <a:pt x="3646572" y="2198995"/>
                </a:lnTo>
                <a:lnTo>
                  <a:pt x="3617164" y="2222426"/>
                </a:lnTo>
                <a:lnTo>
                  <a:pt x="3587756" y="2245667"/>
                </a:lnTo>
                <a:lnTo>
                  <a:pt x="3558348" y="2268719"/>
                </a:lnTo>
                <a:lnTo>
                  <a:pt x="3528940" y="2291580"/>
                </a:lnTo>
                <a:lnTo>
                  <a:pt x="3499532" y="2314253"/>
                </a:lnTo>
                <a:lnTo>
                  <a:pt x="3470125" y="2336735"/>
                </a:lnTo>
                <a:lnTo>
                  <a:pt x="3440717" y="2359028"/>
                </a:lnTo>
                <a:lnTo>
                  <a:pt x="3411309" y="2381131"/>
                </a:lnTo>
                <a:lnTo>
                  <a:pt x="3381901" y="2403044"/>
                </a:lnTo>
                <a:lnTo>
                  <a:pt x="3352493" y="2424767"/>
                </a:lnTo>
                <a:lnTo>
                  <a:pt x="3323085" y="2446301"/>
                </a:lnTo>
                <a:lnTo>
                  <a:pt x="3293677" y="2467645"/>
                </a:lnTo>
                <a:lnTo>
                  <a:pt x="3264270" y="2488799"/>
                </a:lnTo>
                <a:lnTo>
                  <a:pt x="3234862" y="2509764"/>
                </a:lnTo>
                <a:lnTo>
                  <a:pt x="3205454" y="2530539"/>
                </a:lnTo>
                <a:lnTo>
                  <a:pt x="3176046" y="2551124"/>
                </a:lnTo>
                <a:lnTo>
                  <a:pt x="3146638" y="2571519"/>
                </a:lnTo>
                <a:lnTo>
                  <a:pt x="3117230" y="2591725"/>
                </a:lnTo>
                <a:lnTo>
                  <a:pt x="3087823" y="2611741"/>
                </a:lnTo>
                <a:lnTo>
                  <a:pt x="3058415" y="2631567"/>
                </a:lnTo>
                <a:lnTo>
                  <a:pt x="3029007" y="2651204"/>
                </a:lnTo>
                <a:lnTo>
                  <a:pt x="2999599" y="2670651"/>
                </a:lnTo>
                <a:lnTo>
                  <a:pt x="2970191" y="2689908"/>
                </a:lnTo>
                <a:lnTo>
                  <a:pt x="2940783" y="2708975"/>
                </a:lnTo>
                <a:lnTo>
                  <a:pt x="2911376" y="2727853"/>
                </a:lnTo>
                <a:lnTo>
                  <a:pt x="2881968" y="2746541"/>
                </a:lnTo>
                <a:lnTo>
                  <a:pt x="2852560" y="2765039"/>
                </a:lnTo>
                <a:lnTo>
                  <a:pt x="2823152" y="2783347"/>
                </a:lnTo>
                <a:lnTo>
                  <a:pt x="2793744" y="2801466"/>
                </a:lnTo>
                <a:lnTo>
                  <a:pt x="2764336" y="2819395"/>
                </a:lnTo>
                <a:lnTo>
                  <a:pt x="2734929" y="2837134"/>
                </a:lnTo>
                <a:lnTo>
                  <a:pt x="2705521" y="2854684"/>
                </a:lnTo>
                <a:lnTo>
                  <a:pt x="2676113" y="2872044"/>
                </a:lnTo>
                <a:lnTo>
                  <a:pt x="2646705" y="2889214"/>
                </a:lnTo>
                <a:lnTo>
                  <a:pt x="2617297" y="2906194"/>
                </a:lnTo>
                <a:lnTo>
                  <a:pt x="2587889" y="2922985"/>
                </a:lnTo>
                <a:lnTo>
                  <a:pt x="2558482" y="2939586"/>
                </a:lnTo>
                <a:lnTo>
                  <a:pt x="2529074" y="2955997"/>
                </a:lnTo>
                <a:lnTo>
                  <a:pt x="2499666" y="2972218"/>
                </a:lnTo>
                <a:lnTo>
                  <a:pt x="2470258" y="2988250"/>
                </a:lnTo>
                <a:lnTo>
                  <a:pt x="2440850" y="3004092"/>
                </a:lnTo>
                <a:lnTo>
                  <a:pt x="2411442" y="3019744"/>
                </a:lnTo>
                <a:lnTo>
                  <a:pt x="2382034" y="3035207"/>
                </a:lnTo>
                <a:lnTo>
                  <a:pt x="2352627" y="3050480"/>
                </a:lnTo>
                <a:lnTo>
                  <a:pt x="2323219" y="3065563"/>
                </a:lnTo>
                <a:lnTo>
                  <a:pt x="2293811" y="3080456"/>
                </a:lnTo>
                <a:lnTo>
                  <a:pt x="2264403" y="3095160"/>
                </a:lnTo>
                <a:lnTo>
                  <a:pt x="2234995" y="3109674"/>
                </a:lnTo>
                <a:lnTo>
                  <a:pt x="2205587" y="3123998"/>
                </a:lnTo>
                <a:lnTo>
                  <a:pt x="2176180" y="3138133"/>
                </a:lnTo>
                <a:lnTo>
                  <a:pt x="2146772" y="3152078"/>
                </a:lnTo>
                <a:lnTo>
                  <a:pt x="2117364" y="3165833"/>
                </a:lnTo>
                <a:lnTo>
                  <a:pt x="2087956" y="3179398"/>
                </a:lnTo>
                <a:lnTo>
                  <a:pt x="2058548" y="3192774"/>
                </a:lnTo>
                <a:lnTo>
                  <a:pt x="2029140" y="3205959"/>
                </a:lnTo>
                <a:lnTo>
                  <a:pt x="1999733" y="3218956"/>
                </a:lnTo>
                <a:lnTo>
                  <a:pt x="1970325" y="3231762"/>
                </a:lnTo>
                <a:lnTo>
                  <a:pt x="1940917" y="3244379"/>
                </a:lnTo>
                <a:lnTo>
                  <a:pt x="1911509" y="3256806"/>
                </a:lnTo>
                <a:lnTo>
                  <a:pt x="1882101" y="3269043"/>
                </a:lnTo>
                <a:lnTo>
                  <a:pt x="1852693" y="3281090"/>
                </a:lnTo>
                <a:lnTo>
                  <a:pt x="1823286" y="3292948"/>
                </a:lnTo>
                <a:lnTo>
                  <a:pt x="1793878" y="3304616"/>
                </a:lnTo>
                <a:lnTo>
                  <a:pt x="1764470" y="3316095"/>
                </a:lnTo>
                <a:lnTo>
                  <a:pt x="1735062" y="3327383"/>
                </a:lnTo>
                <a:lnTo>
                  <a:pt x="1705654" y="3338482"/>
                </a:lnTo>
                <a:lnTo>
                  <a:pt x="1676246" y="3349391"/>
                </a:lnTo>
                <a:lnTo>
                  <a:pt x="1646838" y="3360111"/>
                </a:lnTo>
                <a:lnTo>
                  <a:pt x="1617431" y="3370641"/>
                </a:lnTo>
                <a:lnTo>
                  <a:pt x="1588023" y="3380981"/>
                </a:lnTo>
                <a:lnTo>
                  <a:pt x="1558615" y="3391131"/>
                </a:lnTo>
                <a:lnTo>
                  <a:pt x="1529207" y="3401091"/>
                </a:lnTo>
                <a:lnTo>
                  <a:pt x="1499799" y="3410862"/>
                </a:lnTo>
                <a:lnTo>
                  <a:pt x="1470391" y="3420443"/>
                </a:lnTo>
                <a:lnTo>
                  <a:pt x="1440984" y="3429835"/>
                </a:lnTo>
                <a:lnTo>
                  <a:pt x="1411576" y="3439036"/>
                </a:lnTo>
                <a:lnTo>
                  <a:pt x="1382168" y="3448048"/>
                </a:lnTo>
                <a:lnTo>
                  <a:pt x="1352760" y="3456871"/>
                </a:lnTo>
                <a:lnTo>
                  <a:pt x="1323352" y="3465503"/>
                </a:lnTo>
                <a:lnTo>
                  <a:pt x="1293944" y="3473946"/>
                </a:lnTo>
                <a:lnTo>
                  <a:pt x="1264537" y="3482199"/>
                </a:lnTo>
                <a:lnTo>
                  <a:pt x="1235129" y="3490262"/>
                </a:lnTo>
                <a:lnTo>
                  <a:pt x="1205721" y="3498136"/>
                </a:lnTo>
                <a:lnTo>
                  <a:pt x="1176313" y="3505820"/>
                </a:lnTo>
                <a:lnTo>
                  <a:pt x="1146905" y="3513314"/>
                </a:lnTo>
                <a:lnTo>
                  <a:pt x="1117497" y="3520618"/>
                </a:lnTo>
                <a:lnTo>
                  <a:pt x="1088090" y="3527733"/>
                </a:lnTo>
                <a:lnTo>
                  <a:pt x="1058682" y="3534658"/>
                </a:lnTo>
                <a:lnTo>
                  <a:pt x="1029274" y="3541393"/>
                </a:lnTo>
                <a:lnTo>
                  <a:pt x="999866" y="3547939"/>
                </a:lnTo>
                <a:lnTo>
                  <a:pt x="970458" y="3554294"/>
                </a:lnTo>
                <a:lnTo>
                  <a:pt x="941050" y="3560460"/>
                </a:lnTo>
                <a:lnTo>
                  <a:pt x="911643" y="3566437"/>
                </a:lnTo>
                <a:lnTo>
                  <a:pt x="882235" y="3572223"/>
                </a:lnTo>
                <a:lnTo>
                  <a:pt x="852827" y="3577820"/>
                </a:lnTo>
                <a:lnTo>
                  <a:pt x="823419" y="3583227"/>
                </a:lnTo>
                <a:lnTo>
                  <a:pt x="794011" y="3588445"/>
                </a:lnTo>
                <a:lnTo>
                  <a:pt x="764603" y="3593472"/>
                </a:lnTo>
                <a:lnTo>
                  <a:pt x="735195" y="3598310"/>
                </a:lnTo>
                <a:lnTo>
                  <a:pt x="705788" y="3602959"/>
                </a:lnTo>
                <a:lnTo>
                  <a:pt x="676380" y="3607417"/>
                </a:lnTo>
                <a:lnTo>
                  <a:pt x="646972" y="3611686"/>
                </a:lnTo>
                <a:lnTo>
                  <a:pt x="617564" y="3615765"/>
                </a:lnTo>
                <a:lnTo>
                  <a:pt x="588156" y="3619655"/>
                </a:lnTo>
                <a:lnTo>
                  <a:pt x="558748" y="3623354"/>
                </a:lnTo>
                <a:lnTo>
                  <a:pt x="529341" y="3626864"/>
                </a:lnTo>
                <a:lnTo>
                  <a:pt x="499933" y="3630184"/>
                </a:lnTo>
                <a:lnTo>
                  <a:pt x="470525" y="3633315"/>
                </a:lnTo>
                <a:lnTo>
                  <a:pt x="441117" y="3636255"/>
                </a:lnTo>
                <a:lnTo>
                  <a:pt x="411709" y="3639006"/>
                </a:lnTo>
                <a:lnTo>
                  <a:pt x="382301" y="3641568"/>
                </a:lnTo>
                <a:lnTo>
                  <a:pt x="352894" y="3643939"/>
                </a:lnTo>
                <a:lnTo>
                  <a:pt x="323486" y="3646121"/>
                </a:lnTo>
                <a:lnTo>
                  <a:pt x="294078" y="3648113"/>
                </a:lnTo>
                <a:lnTo>
                  <a:pt x="264670" y="3649916"/>
                </a:lnTo>
                <a:lnTo>
                  <a:pt x="235262" y="3651528"/>
                </a:lnTo>
                <a:lnTo>
                  <a:pt x="205854" y="3652951"/>
                </a:lnTo>
                <a:lnTo>
                  <a:pt x="176447" y="3654184"/>
                </a:lnTo>
                <a:lnTo>
                  <a:pt x="147039" y="3655228"/>
                </a:lnTo>
                <a:lnTo>
                  <a:pt x="117631" y="3656082"/>
                </a:lnTo>
                <a:lnTo>
                  <a:pt x="88223" y="3656746"/>
                </a:lnTo>
                <a:lnTo>
                  <a:pt x="58815" y="3657220"/>
                </a:lnTo>
                <a:lnTo>
                  <a:pt x="29407" y="3657505"/>
                </a:lnTo>
                <a:lnTo>
                  <a:pt x="0" y="3657600"/>
                </a:lnTo>
                <a:close/>
              </a:path>
            </a:pathLst>
          </a:custGeom>
          <a:solidFill>
            <a:srgbClr val="8EDBD4">
              <a:alpha val="18000"/>
            </a:srgbClr>
          </a:solidFill>
          <a:ln w="10160">
            <a:solidFill>
              <a:srgbClr val="8EDBD4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18 polygon 31" descr="sci-ppt:o031"/>
          <p:cNvSpPr/>
          <p:nvPr/>
        </p:nvSpPr>
        <p:spPr>
          <a:xfrm>
            <a:off x="914400" y="1384964"/>
            <a:ext cx="5763936" cy="3644236"/>
          </a:xfrm>
          <a:custGeom>
            <a:avLst/>
            <a:gdLst/>
            <a:ahLst/>
            <a:cxnLst/>
            <a:rect l="l" t="t" r="r" b="b"/>
            <a:pathLst>
              <a:path w="5763936" h="3644236">
                <a:moveTo>
                  <a:pt x="0" y="3644236"/>
                </a:moveTo>
                <a:lnTo>
                  <a:pt x="29407" y="3644141"/>
                </a:lnTo>
                <a:lnTo>
                  <a:pt x="58815" y="3643856"/>
                </a:lnTo>
                <a:lnTo>
                  <a:pt x="88223" y="3643382"/>
                </a:lnTo>
                <a:lnTo>
                  <a:pt x="117631" y="3642718"/>
                </a:lnTo>
                <a:lnTo>
                  <a:pt x="147039" y="3641864"/>
                </a:lnTo>
                <a:lnTo>
                  <a:pt x="176447" y="3640820"/>
                </a:lnTo>
                <a:lnTo>
                  <a:pt x="205854" y="3639587"/>
                </a:lnTo>
                <a:lnTo>
                  <a:pt x="235262" y="3638164"/>
                </a:lnTo>
                <a:lnTo>
                  <a:pt x="264670" y="3636552"/>
                </a:lnTo>
                <a:lnTo>
                  <a:pt x="294078" y="3634749"/>
                </a:lnTo>
                <a:lnTo>
                  <a:pt x="323486" y="3632757"/>
                </a:lnTo>
                <a:lnTo>
                  <a:pt x="352894" y="3630575"/>
                </a:lnTo>
                <a:lnTo>
                  <a:pt x="382301" y="3628204"/>
                </a:lnTo>
                <a:lnTo>
                  <a:pt x="411709" y="3625642"/>
                </a:lnTo>
                <a:lnTo>
                  <a:pt x="441117" y="3622891"/>
                </a:lnTo>
                <a:lnTo>
                  <a:pt x="470525" y="3619951"/>
                </a:lnTo>
                <a:lnTo>
                  <a:pt x="499933" y="3616820"/>
                </a:lnTo>
                <a:lnTo>
                  <a:pt x="529341" y="3613500"/>
                </a:lnTo>
                <a:lnTo>
                  <a:pt x="558748" y="3609990"/>
                </a:lnTo>
                <a:lnTo>
                  <a:pt x="588156" y="3606291"/>
                </a:lnTo>
                <a:lnTo>
                  <a:pt x="617564" y="3602401"/>
                </a:lnTo>
                <a:lnTo>
                  <a:pt x="646972" y="3598322"/>
                </a:lnTo>
                <a:lnTo>
                  <a:pt x="676380" y="3594053"/>
                </a:lnTo>
                <a:lnTo>
                  <a:pt x="705788" y="3589595"/>
                </a:lnTo>
                <a:lnTo>
                  <a:pt x="735195" y="3584946"/>
                </a:lnTo>
                <a:lnTo>
                  <a:pt x="764603" y="3580108"/>
                </a:lnTo>
                <a:lnTo>
                  <a:pt x="794011" y="3575081"/>
                </a:lnTo>
                <a:lnTo>
                  <a:pt x="823419" y="3569863"/>
                </a:lnTo>
                <a:lnTo>
                  <a:pt x="852827" y="3564456"/>
                </a:lnTo>
                <a:lnTo>
                  <a:pt x="882235" y="3558859"/>
                </a:lnTo>
                <a:lnTo>
                  <a:pt x="911643" y="3553073"/>
                </a:lnTo>
                <a:lnTo>
                  <a:pt x="941050" y="3547096"/>
                </a:lnTo>
                <a:lnTo>
                  <a:pt x="970458" y="3540930"/>
                </a:lnTo>
                <a:lnTo>
                  <a:pt x="999866" y="3534575"/>
                </a:lnTo>
                <a:lnTo>
                  <a:pt x="1029274" y="3528029"/>
                </a:lnTo>
                <a:lnTo>
                  <a:pt x="1058682" y="3521294"/>
                </a:lnTo>
                <a:lnTo>
                  <a:pt x="1088090" y="3514369"/>
                </a:lnTo>
                <a:lnTo>
                  <a:pt x="1117497" y="3507254"/>
                </a:lnTo>
                <a:lnTo>
                  <a:pt x="1146905" y="3499950"/>
                </a:lnTo>
                <a:lnTo>
                  <a:pt x="1176313" y="3492456"/>
                </a:lnTo>
                <a:lnTo>
                  <a:pt x="1205721" y="3484772"/>
                </a:lnTo>
                <a:lnTo>
                  <a:pt x="1235129" y="3476898"/>
                </a:lnTo>
                <a:lnTo>
                  <a:pt x="1264537" y="3468835"/>
                </a:lnTo>
                <a:lnTo>
                  <a:pt x="1293944" y="3460582"/>
                </a:lnTo>
                <a:lnTo>
                  <a:pt x="1323352" y="3452139"/>
                </a:lnTo>
                <a:lnTo>
                  <a:pt x="1352760" y="3443507"/>
                </a:lnTo>
                <a:lnTo>
                  <a:pt x="1382168" y="3434684"/>
                </a:lnTo>
                <a:lnTo>
                  <a:pt x="1411576" y="3425672"/>
                </a:lnTo>
                <a:lnTo>
                  <a:pt x="1440984" y="3416471"/>
                </a:lnTo>
                <a:lnTo>
                  <a:pt x="1470391" y="3407079"/>
                </a:lnTo>
                <a:lnTo>
                  <a:pt x="1499799" y="3397498"/>
                </a:lnTo>
                <a:lnTo>
                  <a:pt x="1529207" y="3387727"/>
                </a:lnTo>
                <a:lnTo>
                  <a:pt x="1558615" y="3377767"/>
                </a:lnTo>
                <a:lnTo>
                  <a:pt x="1588023" y="3367617"/>
                </a:lnTo>
                <a:lnTo>
                  <a:pt x="1617431" y="3357277"/>
                </a:lnTo>
                <a:lnTo>
                  <a:pt x="1646838" y="3346747"/>
                </a:lnTo>
                <a:lnTo>
                  <a:pt x="1676246" y="3336027"/>
                </a:lnTo>
                <a:lnTo>
                  <a:pt x="1705654" y="3325118"/>
                </a:lnTo>
                <a:lnTo>
                  <a:pt x="1735062" y="3314019"/>
                </a:lnTo>
                <a:lnTo>
                  <a:pt x="1764470" y="3302731"/>
                </a:lnTo>
                <a:lnTo>
                  <a:pt x="1793878" y="3291252"/>
                </a:lnTo>
                <a:lnTo>
                  <a:pt x="1823286" y="3279584"/>
                </a:lnTo>
                <a:lnTo>
                  <a:pt x="1852693" y="3267726"/>
                </a:lnTo>
                <a:lnTo>
                  <a:pt x="1882101" y="3255679"/>
                </a:lnTo>
                <a:lnTo>
                  <a:pt x="1911509" y="3243442"/>
                </a:lnTo>
                <a:lnTo>
                  <a:pt x="1940917" y="3231015"/>
                </a:lnTo>
                <a:lnTo>
                  <a:pt x="1970325" y="3218398"/>
                </a:lnTo>
                <a:lnTo>
                  <a:pt x="1999733" y="3205592"/>
                </a:lnTo>
                <a:lnTo>
                  <a:pt x="2029140" y="3192595"/>
                </a:lnTo>
                <a:lnTo>
                  <a:pt x="2058548" y="3179410"/>
                </a:lnTo>
                <a:lnTo>
                  <a:pt x="2087956" y="3166034"/>
                </a:lnTo>
                <a:lnTo>
                  <a:pt x="2117364" y="3152469"/>
                </a:lnTo>
                <a:lnTo>
                  <a:pt x="2146772" y="3138714"/>
                </a:lnTo>
                <a:lnTo>
                  <a:pt x="2176180" y="3124769"/>
                </a:lnTo>
                <a:lnTo>
                  <a:pt x="2205587" y="3110634"/>
                </a:lnTo>
                <a:lnTo>
                  <a:pt x="2234995" y="3096310"/>
                </a:lnTo>
                <a:lnTo>
                  <a:pt x="2264403" y="3081796"/>
                </a:lnTo>
                <a:lnTo>
                  <a:pt x="2293811" y="3067092"/>
                </a:lnTo>
                <a:lnTo>
                  <a:pt x="2323219" y="3052199"/>
                </a:lnTo>
                <a:lnTo>
                  <a:pt x="2352627" y="3037116"/>
                </a:lnTo>
                <a:lnTo>
                  <a:pt x="2382034" y="3021843"/>
                </a:lnTo>
                <a:lnTo>
                  <a:pt x="2411442" y="3006380"/>
                </a:lnTo>
                <a:lnTo>
                  <a:pt x="2440850" y="2990728"/>
                </a:lnTo>
                <a:lnTo>
                  <a:pt x="2470258" y="2974886"/>
                </a:lnTo>
                <a:lnTo>
                  <a:pt x="2499666" y="2958854"/>
                </a:lnTo>
                <a:lnTo>
                  <a:pt x="2529074" y="2942633"/>
                </a:lnTo>
                <a:lnTo>
                  <a:pt x="2558482" y="2926222"/>
                </a:lnTo>
                <a:lnTo>
                  <a:pt x="2587889" y="2909621"/>
                </a:lnTo>
                <a:lnTo>
                  <a:pt x="2617297" y="2892830"/>
                </a:lnTo>
                <a:lnTo>
                  <a:pt x="2646705" y="2875850"/>
                </a:lnTo>
                <a:lnTo>
                  <a:pt x="2676113" y="2858680"/>
                </a:lnTo>
                <a:lnTo>
                  <a:pt x="2705521" y="2841320"/>
                </a:lnTo>
                <a:lnTo>
                  <a:pt x="2734929" y="2823770"/>
                </a:lnTo>
                <a:lnTo>
                  <a:pt x="2764336" y="2806031"/>
                </a:lnTo>
                <a:lnTo>
                  <a:pt x="2793744" y="2788102"/>
                </a:lnTo>
                <a:lnTo>
                  <a:pt x="2823152" y="2769983"/>
                </a:lnTo>
                <a:lnTo>
                  <a:pt x="2852560" y="2751675"/>
                </a:lnTo>
                <a:lnTo>
                  <a:pt x="2881968" y="2733177"/>
                </a:lnTo>
                <a:lnTo>
                  <a:pt x="2911376" y="2714489"/>
                </a:lnTo>
                <a:lnTo>
                  <a:pt x="2940783" y="2695611"/>
                </a:lnTo>
                <a:lnTo>
                  <a:pt x="2970191" y="2676544"/>
                </a:lnTo>
                <a:lnTo>
                  <a:pt x="2999599" y="2657287"/>
                </a:lnTo>
                <a:lnTo>
                  <a:pt x="3029007" y="2637840"/>
                </a:lnTo>
                <a:lnTo>
                  <a:pt x="3058415" y="2618203"/>
                </a:lnTo>
                <a:lnTo>
                  <a:pt x="3087823" y="2598377"/>
                </a:lnTo>
                <a:lnTo>
                  <a:pt x="3117230" y="2578361"/>
                </a:lnTo>
                <a:lnTo>
                  <a:pt x="3146638" y="2558155"/>
                </a:lnTo>
                <a:lnTo>
                  <a:pt x="3176046" y="2537760"/>
                </a:lnTo>
                <a:lnTo>
                  <a:pt x="3205454" y="2517175"/>
                </a:lnTo>
                <a:lnTo>
                  <a:pt x="3234862" y="2496400"/>
                </a:lnTo>
                <a:lnTo>
                  <a:pt x="3264270" y="2475435"/>
                </a:lnTo>
                <a:lnTo>
                  <a:pt x="3293677" y="2454281"/>
                </a:lnTo>
                <a:lnTo>
                  <a:pt x="3323085" y="2432937"/>
                </a:lnTo>
                <a:lnTo>
                  <a:pt x="3352493" y="2411403"/>
                </a:lnTo>
                <a:lnTo>
                  <a:pt x="3381901" y="2389680"/>
                </a:lnTo>
                <a:lnTo>
                  <a:pt x="3411309" y="2367767"/>
                </a:lnTo>
                <a:lnTo>
                  <a:pt x="3440717" y="2345664"/>
                </a:lnTo>
                <a:lnTo>
                  <a:pt x="3470125" y="2323371"/>
                </a:lnTo>
                <a:lnTo>
                  <a:pt x="3499532" y="2300889"/>
                </a:lnTo>
                <a:lnTo>
                  <a:pt x="3528940" y="2278216"/>
                </a:lnTo>
                <a:lnTo>
                  <a:pt x="3558348" y="2255355"/>
                </a:lnTo>
                <a:lnTo>
                  <a:pt x="3587756" y="2232303"/>
                </a:lnTo>
                <a:lnTo>
                  <a:pt x="3617164" y="2209062"/>
                </a:lnTo>
                <a:lnTo>
                  <a:pt x="3646572" y="2185631"/>
                </a:lnTo>
                <a:lnTo>
                  <a:pt x="3675979" y="2162010"/>
                </a:lnTo>
                <a:lnTo>
                  <a:pt x="3705387" y="2138199"/>
                </a:lnTo>
                <a:lnTo>
                  <a:pt x="3734795" y="2114199"/>
                </a:lnTo>
                <a:lnTo>
                  <a:pt x="3764203" y="2090009"/>
                </a:lnTo>
                <a:lnTo>
                  <a:pt x="3793611" y="2065630"/>
                </a:lnTo>
                <a:lnTo>
                  <a:pt x="3823019" y="2041060"/>
                </a:lnTo>
                <a:lnTo>
                  <a:pt x="3852426" y="2016301"/>
                </a:lnTo>
                <a:lnTo>
                  <a:pt x="3881834" y="1991352"/>
                </a:lnTo>
                <a:lnTo>
                  <a:pt x="3911242" y="1966214"/>
                </a:lnTo>
                <a:lnTo>
                  <a:pt x="3940650" y="1940886"/>
                </a:lnTo>
                <a:lnTo>
                  <a:pt x="3970058" y="1915368"/>
                </a:lnTo>
                <a:lnTo>
                  <a:pt x="3999466" y="1889660"/>
                </a:lnTo>
                <a:lnTo>
                  <a:pt x="4028873" y="1863762"/>
                </a:lnTo>
                <a:lnTo>
                  <a:pt x="4058281" y="1837675"/>
                </a:lnTo>
                <a:lnTo>
                  <a:pt x="4087689" y="1811398"/>
                </a:lnTo>
                <a:lnTo>
                  <a:pt x="4117097" y="1784932"/>
                </a:lnTo>
                <a:lnTo>
                  <a:pt x="4146505" y="1758275"/>
                </a:lnTo>
                <a:lnTo>
                  <a:pt x="4175913" y="1731429"/>
                </a:lnTo>
                <a:lnTo>
                  <a:pt x="4205321" y="1704394"/>
                </a:lnTo>
                <a:lnTo>
                  <a:pt x="4234728" y="1677168"/>
                </a:lnTo>
                <a:lnTo>
                  <a:pt x="4264136" y="1649753"/>
                </a:lnTo>
                <a:lnTo>
                  <a:pt x="4293544" y="1622148"/>
                </a:lnTo>
                <a:lnTo>
                  <a:pt x="4322952" y="1594353"/>
                </a:lnTo>
                <a:lnTo>
                  <a:pt x="4352360" y="1566369"/>
                </a:lnTo>
                <a:lnTo>
                  <a:pt x="4381768" y="1538195"/>
                </a:lnTo>
                <a:lnTo>
                  <a:pt x="4411175" y="1509831"/>
                </a:lnTo>
                <a:lnTo>
                  <a:pt x="4440583" y="1481277"/>
                </a:lnTo>
                <a:lnTo>
                  <a:pt x="4469991" y="1452534"/>
                </a:lnTo>
                <a:lnTo>
                  <a:pt x="4499399" y="1423601"/>
                </a:lnTo>
                <a:lnTo>
                  <a:pt x="4528807" y="1394478"/>
                </a:lnTo>
                <a:lnTo>
                  <a:pt x="4558215" y="1365166"/>
                </a:lnTo>
                <a:lnTo>
                  <a:pt x="4587622" y="1335663"/>
                </a:lnTo>
                <a:lnTo>
                  <a:pt x="4617030" y="1305971"/>
                </a:lnTo>
                <a:lnTo>
                  <a:pt x="4646438" y="1276090"/>
                </a:lnTo>
                <a:lnTo>
                  <a:pt x="4675846" y="1246018"/>
                </a:lnTo>
                <a:lnTo>
                  <a:pt x="4705254" y="1215757"/>
                </a:lnTo>
                <a:lnTo>
                  <a:pt x="4734662" y="1185306"/>
                </a:lnTo>
                <a:lnTo>
                  <a:pt x="4764069" y="1154666"/>
                </a:lnTo>
                <a:lnTo>
                  <a:pt x="4793477" y="1123835"/>
                </a:lnTo>
                <a:lnTo>
                  <a:pt x="4822885" y="1092815"/>
                </a:lnTo>
                <a:lnTo>
                  <a:pt x="4852293" y="1061606"/>
                </a:lnTo>
                <a:lnTo>
                  <a:pt x="4881701" y="1030206"/>
                </a:lnTo>
                <a:lnTo>
                  <a:pt x="4911109" y="998617"/>
                </a:lnTo>
                <a:lnTo>
                  <a:pt x="4940516" y="966838"/>
                </a:lnTo>
                <a:lnTo>
                  <a:pt x="4969924" y="934870"/>
                </a:lnTo>
                <a:lnTo>
                  <a:pt x="4999332" y="902711"/>
                </a:lnTo>
                <a:lnTo>
                  <a:pt x="5028740" y="870363"/>
                </a:lnTo>
                <a:lnTo>
                  <a:pt x="5058148" y="837825"/>
                </a:lnTo>
                <a:lnTo>
                  <a:pt x="5087556" y="805098"/>
                </a:lnTo>
                <a:lnTo>
                  <a:pt x="5116964" y="772180"/>
                </a:lnTo>
                <a:lnTo>
                  <a:pt x="5146371" y="739073"/>
                </a:lnTo>
                <a:lnTo>
                  <a:pt x="5175779" y="705777"/>
                </a:lnTo>
                <a:lnTo>
                  <a:pt x="5205187" y="672290"/>
                </a:lnTo>
                <a:lnTo>
                  <a:pt x="5234595" y="638614"/>
                </a:lnTo>
                <a:lnTo>
                  <a:pt x="5264003" y="604748"/>
                </a:lnTo>
                <a:lnTo>
                  <a:pt x="5293411" y="570693"/>
                </a:lnTo>
                <a:lnTo>
                  <a:pt x="5322818" y="536447"/>
                </a:lnTo>
                <a:lnTo>
                  <a:pt x="5352226" y="502012"/>
                </a:lnTo>
                <a:lnTo>
                  <a:pt x="5381634" y="467387"/>
                </a:lnTo>
                <a:lnTo>
                  <a:pt x="5411042" y="432573"/>
                </a:lnTo>
                <a:lnTo>
                  <a:pt x="5440450" y="397569"/>
                </a:lnTo>
                <a:lnTo>
                  <a:pt x="5469858" y="362375"/>
                </a:lnTo>
                <a:lnTo>
                  <a:pt x="5499265" y="326991"/>
                </a:lnTo>
                <a:lnTo>
                  <a:pt x="5528673" y="291418"/>
                </a:lnTo>
                <a:lnTo>
                  <a:pt x="5558081" y="255654"/>
                </a:lnTo>
                <a:lnTo>
                  <a:pt x="5587489" y="219702"/>
                </a:lnTo>
                <a:lnTo>
                  <a:pt x="5616897" y="183559"/>
                </a:lnTo>
                <a:lnTo>
                  <a:pt x="5646305" y="147227"/>
                </a:lnTo>
                <a:lnTo>
                  <a:pt x="5675712" y="110705"/>
                </a:lnTo>
                <a:lnTo>
                  <a:pt x="5705120" y="73993"/>
                </a:lnTo>
                <a:lnTo>
                  <a:pt x="5734528" y="37091"/>
                </a:lnTo>
                <a:lnTo>
                  <a:pt x="5763936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3-E18 ellipse 32" descr="sci-ppt:o032"/>
          <p:cNvSpPr/>
          <p:nvPr/>
        </p:nvSpPr>
        <p:spPr>
          <a:xfrm>
            <a:off x="4175154" y="3736848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18 text 33" descr="sci-ppt:o033"/>
          <p:cNvSpPr txBox="1"/>
          <p:nvPr/>
        </p:nvSpPr>
        <p:spPr>
          <a:xfrm>
            <a:off x="4358034" y="4038600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uniform jet: on the boundary</a:t>
            </a:r>
          </a:p>
        </p:txBody>
      </p:sp>
      <p:sp>
        <p:nvSpPr>
          <p:cNvPr id="36" name="C3-E18 ellipse 34" descr="sci-ppt:o034"/>
          <p:cNvSpPr/>
          <p:nvPr/>
        </p:nvSpPr>
        <p:spPr>
          <a:xfrm>
            <a:off x="3174982" y="3736848"/>
            <a:ext cx="146304" cy="146304"/>
          </a:xfrm>
          <a:prstGeom prst="ellipse">
            <a:avLst/>
          </a:prstGeom>
          <a:solidFill>
            <a:srgbClr val="F28BA0"/>
          </a:solidFill>
          <a:ln w="127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18 text 35" descr="sci-ppt:o035"/>
          <p:cNvSpPr txBox="1"/>
          <p:nvPr/>
        </p:nvSpPr>
        <p:spPr>
          <a:xfrm>
            <a:off x="1099294" y="3307080"/>
            <a:ext cx="20116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spread of velocities: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same E, less P</a:t>
            </a:r>
          </a:p>
        </p:txBody>
      </p:sp>
      <p:sp>
        <p:nvSpPr>
          <p:cNvPr id="38" name="C3-E18 text 36" descr="sci-ppt:o036"/>
          <p:cNvSpPr txBox="1"/>
          <p:nvPr/>
        </p:nvSpPr>
        <p:spPr>
          <a:xfrm>
            <a:off x="1572768" y="1645919"/>
            <a:ext cx="219456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8EDBD4"/>
                </a:solidFill>
                <a:latin typeface="Arial"/>
              </a:rPr>
              <a:t>allowed: E ≥ P²/2m</a:t>
            </a:r>
          </a:p>
        </p:txBody>
      </p:sp>
      <p:sp>
        <p:nvSpPr>
          <p:cNvPr id="39" name="C3-E18 text 37" descr="sci-ppt:o037"/>
          <p:cNvSpPr txBox="1"/>
          <p:nvPr/>
        </p:nvSpPr>
        <p:spPr>
          <a:xfrm>
            <a:off x="4711653" y="4632960"/>
            <a:ext cx="1097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forbidden</a:t>
            </a:r>
          </a:p>
        </p:txBody>
      </p:sp>
      <p:sp>
        <p:nvSpPr>
          <p:cNvPr id="40" name="C3-E18 round_rect 38" descr="sci-ppt:o038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C3-E18 text 39" descr="sci-ppt:o039"/>
          <p:cNvSpPr txBox="1"/>
          <p:nvPr/>
        </p:nvSpPr>
        <p:spPr>
          <a:xfrm>
            <a:off x="7150608" y="1426464"/>
            <a:ext cx="45811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Cauchy–Schwarz on the jet liquid</a:t>
            </a:r>
          </a:p>
        </p:txBody>
      </p:sp>
      <p:sp>
        <p:nvSpPr>
          <p:cNvPr id="42" name="C3-E18 text 40" descr="sci-ppt:o040"/>
          <p:cNvSpPr txBox="1"/>
          <p:nvPr/>
        </p:nvSpPr>
        <p:spPr>
          <a:xfrm>
            <a:off x="7178040" y="182880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Aⱼ = πdⱼ²/4,  mⱼ = ρA_jLⱼ</a:t>
            </a:r>
          </a:p>
        </p:txBody>
      </p:sp>
      <p:sp>
        <p:nvSpPr>
          <p:cNvPr id="43" name="C3-E18 text 41" descr="sci-ppt:o041"/>
          <p:cNvSpPr txBox="1"/>
          <p:nvPr/>
        </p:nvSpPr>
        <p:spPr>
          <a:xfrm>
            <a:off x="7178040" y="228600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mⱼ = 1000 × π(10 µm)²/4 × 50 µm = 3.927 ng</a:t>
            </a:r>
          </a:p>
        </p:txBody>
      </p:sp>
      <p:sp>
        <p:nvSpPr>
          <p:cNvPr id="44" name="C3-E18 text 42" descr="sci-ppt:o042"/>
          <p:cNvSpPr txBox="1"/>
          <p:nvPr/>
        </p:nvSpPr>
        <p:spPr>
          <a:xfrm>
            <a:off x="7178040" y="283464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|Pⱼ|² ≤ (∫dm)(∫u_z² dm) ≤ 2 mⱼ Eⱼ</a:t>
            </a:r>
          </a:p>
        </p:txBody>
      </p:sp>
      <p:sp>
        <p:nvSpPr>
          <p:cNvPr id="45" name="C3-E18 text 43" descr="sci-ppt:o043"/>
          <p:cNvSpPr txBox="1"/>
          <p:nvPr/>
        </p:nvSpPr>
        <p:spPr>
          <a:xfrm>
            <a:off x="7178040" y="338328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Uᵣₘₛ ≤ √(2Eₐᵥₐᵢₗ / mⱼ)</a:t>
            </a:r>
          </a:p>
        </p:txBody>
      </p:sp>
      <p:sp>
        <p:nvSpPr>
          <p:cNvPr id="46" name="C3-E18 text 44" descr="sci-ppt:o044"/>
          <p:cNvSpPr txBox="1"/>
          <p:nvPr/>
        </p:nvSpPr>
        <p:spPr>
          <a:xfrm>
            <a:off x="7178040" y="3931920"/>
            <a:ext cx="45720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Finite mass turns an energy budget into a bound on both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speed and momentum.</a:t>
            </a:r>
          </a:p>
        </p:txBody>
      </p:sp>
      <p:sp>
        <p:nvSpPr>
          <p:cNvPr id="47" name="C3-E18 text 45" descr="sci-ppt:o045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jet carries at most P = √(2 m E) of useful momentum; a non-uniform velocity spends energy without adding momentum.</a:t>
            </a:r>
          </a:p>
        </p:txBody>
      </p:sp>
      <p:sp>
        <p:nvSpPr>
          <p:cNvPr id="48" name="C3-E18 text 46" descr="sci-ppt:o04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Finite-mass definitions and bound of Eq. C3-E18.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1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C3-E19 · Slender-jet volume conservation</a:t>
            </a:r>
          </a:p>
        </p:txBody>
      </p:sp>
      <p:sp>
        <p:nvSpPr>
          <p:cNvPr id="3" name="C3-E19 round_rect 1" descr="sci-ppt:o001"/>
          <p:cNvSpPr/>
          <p:nvPr/>
        </p:nvSpPr>
        <p:spPr>
          <a:xfrm>
            <a:off x="365760" y="914400"/>
            <a:ext cx="704088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19 text 2" descr="sci-ppt:o002"/>
          <p:cNvSpPr txBox="1"/>
          <p:nvPr/>
        </p:nvSpPr>
        <p:spPr>
          <a:xfrm>
            <a:off x="475488" y="96926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Slender jet: a(z, t) stretched by v(z, t)</a:t>
            </a:r>
          </a:p>
        </p:txBody>
      </p:sp>
      <p:sp>
        <p:nvSpPr>
          <p:cNvPr id="5" name="C3-E19 polygon 3" descr="sci-ppt:o003"/>
          <p:cNvSpPr/>
          <p:nvPr/>
        </p:nvSpPr>
        <p:spPr>
          <a:xfrm>
            <a:off x="822960" y="2553804"/>
            <a:ext cx="6035040" cy="1476071"/>
          </a:xfrm>
          <a:custGeom>
            <a:avLst/>
            <a:gdLst/>
            <a:ahLst/>
            <a:cxnLst/>
            <a:rect l="l" t="t" r="r" b="b"/>
            <a:pathLst>
              <a:path w="6035040" h="1476071">
                <a:moveTo>
                  <a:pt x="0" y="0"/>
                </a:moveTo>
                <a:lnTo>
                  <a:pt x="102288" y="9274"/>
                </a:lnTo>
                <a:lnTo>
                  <a:pt x="204577" y="19875"/>
                </a:lnTo>
                <a:lnTo>
                  <a:pt x="306866" y="31819"/>
                </a:lnTo>
                <a:lnTo>
                  <a:pt x="409155" y="45089"/>
                </a:lnTo>
                <a:lnTo>
                  <a:pt x="511444" y="59635"/>
                </a:lnTo>
                <a:lnTo>
                  <a:pt x="613732" y="75378"/>
                </a:lnTo>
                <a:lnTo>
                  <a:pt x="716021" y="92206"/>
                </a:lnTo>
                <a:lnTo>
                  <a:pt x="818310" y="109984"/>
                </a:lnTo>
                <a:lnTo>
                  <a:pt x="920599" y="128552"/>
                </a:lnTo>
                <a:lnTo>
                  <a:pt x="1022888" y="147730"/>
                </a:lnTo>
                <a:lnTo>
                  <a:pt x="1125176" y="167325"/>
                </a:lnTo>
                <a:lnTo>
                  <a:pt x="1227465" y="187132"/>
                </a:lnTo>
                <a:lnTo>
                  <a:pt x="1329754" y="206943"/>
                </a:lnTo>
                <a:lnTo>
                  <a:pt x="1432043" y="226547"/>
                </a:lnTo>
                <a:lnTo>
                  <a:pt x="1534332" y="245740"/>
                </a:lnTo>
                <a:lnTo>
                  <a:pt x="1636621" y="264328"/>
                </a:lnTo>
                <a:lnTo>
                  <a:pt x="1738909" y="282131"/>
                </a:lnTo>
                <a:lnTo>
                  <a:pt x="1841198" y="298989"/>
                </a:lnTo>
                <a:lnTo>
                  <a:pt x="1943487" y="314764"/>
                </a:lnTo>
                <a:lnTo>
                  <a:pt x="2045776" y="329347"/>
                </a:lnTo>
                <a:lnTo>
                  <a:pt x="2148065" y="342654"/>
                </a:lnTo>
                <a:lnTo>
                  <a:pt x="2250353" y="354637"/>
                </a:lnTo>
                <a:lnTo>
                  <a:pt x="2352642" y="365277"/>
                </a:lnTo>
                <a:lnTo>
                  <a:pt x="2454931" y="374589"/>
                </a:lnTo>
                <a:lnTo>
                  <a:pt x="2557220" y="382621"/>
                </a:lnTo>
                <a:lnTo>
                  <a:pt x="2659509" y="389451"/>
                </a:lnTo>
                <a:lnTo>
                  <a:pt x="2761797" y="395188"/>
                </a:lnTo>
                <a:lnTo>
                  <a:pt x="2864086" y="399966"/>
                </a:lnTo>
                <a:lnTo>
                  <a:pt x="2966375" y="403944"/>
                </a:lnTo>
                <a:lnTo>
                  <a:pt x="3068664" y="407301"/>
                </a:lnTo>
                <a:lnTo>
                  <a:pt x="3170953" y="410229"/>
                </a:lnTo>
                <a:lnTo>
                  <a:pt x="3273242" y="412932"/>
                </a:lnTo>
                <a:lnTo>
                  <a:pt x="3375530" y="415619"/>
                </a:lnTo>
                <a:lnTo>
                  <a:pt x="3477819" y="418500"/>
                </a:lnTo>
                <a:lnTo>
                  <a:pt x="3580108" y="421781"/>
                </a:lnTo>
                <a:lnTo>
                  <a:pt x="3682397" y="425655"/>
                </a:lnTo>
                <a:lnTo>
                  <a:pt x="3784686" y="430303"/>
                </a:lnTo>
                <a:lnTo>
                  <a:pt x="3886974" y="435888"/>
                </a:lnTo>
                <a:lnTo>
                  <a:pt x="3989263" y="442548"/>
                </a:lnTo>
                <a:lnTo>
                  <a:pt x="4091552" y="450395"/>
                </a:lnTo>
                <a:lnTo>
                  <a:pt x="4193841" y="459513"/>
                </a:lnTo>
                <a:lnTo>
                  <a:pt x="4296130" y="469953"/>
                </a:lnTo>
                <a:lnTo>
                  <a:pt x="4398418" y="481736"/>
                </a:lnTo>
                <a:lnTo>
                  <a:pt x="4500707" y="494849"/>
                </a:lnTo>
                <a:lnTo>
                  <a:pt x="4602996" y="509246"/>
                </a:lnTo>
                <a:lnTo>
                  <a:pt x="4705285" y="524850"/>
                </a:lnTo>
                <a:lnTo>
                  <a:pt x="4807574" y="541555"/>
                </a:lnTo>
                <a:lnTo>
                  <a:pt x="4909863" y="559227"/>
                </a:lnTo>
                <a:lnTo>
                  <a:pt x="5012151" y="577709"/>
                </a:lnTo>
                <a:lnTo>
                  <a:pt x="5114440" y="596824"/>
                </a:lnTo>
                <a:lnTo>
                  <a:pt x="5216729" y="616380"/>
                </a:lnTo>
                <a:lnTo>
                  <a:pt x="5319018" y="636173"/>
                </a:lnTo>
                <a:lnTo>
                  <a:pt x="5421307" y="655994"/>
                </a:lnTo>
                <a:lnTo>
                  <a:pt x="5523595" y="675634"/>
                </a:lnTo>
                <a:lnTo>
                  <a:pt x="5625884" y="694887"/>
                </a:lnTo>
                <a:lnTo>
                  <a:pt x="5728173" y="713557"/>
                </a:lnTo>
                <a:lnTo>
                  <a:pt x="5830462" y="731463"/>
                </a:lnTo>
                <a:lnTo>
                  <a:pt x="5932751" y="748442"/>
                </a:lnTo>
                <a:lnTo>
                  <a:pt x="6035040" y="764354"/>
                </a:lnTo>
                <a:lnTo>
                  <a:pt x="6035040" y="711717"/>
                </a:lnTo>
                <a:lnTo>
                  <a:pt x="5932751" y="727629"/>
                </a:lnTo>
                <a:lnTo>
                  <a:pt x="5830462" y="744608"/>
                </a:lnTo>
                <a:lnTo>
                  <a:pt x="5728173" y="762514"/>
                </a:lnTo>
                <a:lnTo>
                  <a:pt x="5625884" y="781184"/>
                </a:lnTo>
                <a:lnTo>
                  <a:pt x="5523595" y="800437"/>
                </a:lnTo>
                <a:lnTo>
                  <a:pt x="5421307" y="820077"/>
                </a:lnTo>
                <a:lnTo>
                  <a:pt x="5319018" y="839898"/>
                </a:lnTo>
                <a:lnTo>
                  <a:pt x="5216729" y="859691"/>
                </a:lnTo>
                <a:lnTo>
                  <a:pt x="5114440" y="879247"/>
                </a:lnTo>
                <a:lnTo>
                  <a:pt x="5012151" y="898362"/>
                </a:lnTo>
                <a:lnTo>
                  <a:pt x="4909863" y="916844"/>
                </a:lnTo>
                <a:lnTo>
                  <a:pt x="4807574" y="934516"/>
                </a:lnTo>
                <a:lnTo>
                  <a:pt x="4705285" y="951221"/>
                </a:lnTo>
                <a:lnTo>
                  <a:pt x="4602996" y="966825"/>
                </a:lnTo>
                <a:lnTo>
                  <a:pt x="4500707" y="981222"/>
                </a:lnTo>
                <a:lnTo>
                  <a:pt x="4398418" y="994335"/>
                </a:lnTo>
                <a:lnTo>
                  <a:pt x="4296130" y="1006118"/>
                </a:lnTo>
                <a:lnTo>
                  <a:pt x="4193841" y="1016558"/>
                </a:lnTo>
                <a:lnTo>
                  <a:pt x="4091552" y="1025676"/>
                </a:lnTo>
                <a:lnTo>
                  <a:pt x="3989263" y="1033523"/>
                </a:lnTo>
                <a:lnTo>
                  <a:pt x="3886974" y="1040183"/>
                </a:lnTo>
                <a:lnTo>
                  <a:pt x="3784686" y="1045768"/>
                </a:lnTo>
                <a:lnTo>
                  <a:pt x="3682397" y="1050416"/>
                </a:lnTo>
                <a:lnTo>
                  <a:pt x="3580108" y="1054290"/>
                </a:lnTo>
                <a:lnTo>
                  <a:pt x="3477819" y="1057571"/>
                </a:lnTo>
                <a:lnTo>
                  <a:pt x="3375530" y="1060452"/>
                </a:lnTo>
                <a:lnTo>
                  <a:pt x="3273242" y="1063139"/>
                </a:lnTo>
                <a:lnTo>
                  <a:pt x="3170953" y="1065842"/>
                </a:lnTo>
                <a:lnTo>
                  <a:pt x="3068664" y="1068770"/>
                </a:lnTo>
                <a:lnTo>
                  <a:pt x="2966375" y="1072127"/>
                </a:lnTo>
                <a:lnTo>
                  <a:pt x="2864086" y="1076105"/>
                </a:lnTo>
                <a:lnTo>
                  <a:pt x="2761797" y="1080883"/>
                </a:lnTo>
                <a:lnTo>
                  <a:pt x="2659509" y="1086620"/>
                </a:lnTo>
                <a:lnTo>
                  <a:pt x="2557220" y="1093450"/>
                </a:lnTo>
                <a:lnTo>
                  <a:pt x="2454931" y="1101482"/>
                </a:lnTo>
                <a:lnTo>
                  <a:pt x="2352642" y="1110794"/>
                </a:lnTo>
                <a:lnTo>
                  <a:pt x="2250353" y="1121434"/>
                </a:lnTo>
                <a:lnTo>
                  <a:pt x="2148065" y="1133417"/>
                </a:lnTo>
                <a:lnTo>
                  <a:pt x="2045776" y="1146724"/>
                </a:lnTo>
                <a:lnTo>
                  <a:pt x="1943487" y="1161307"/>
                </a:lnTo>
                <a:lnTo>
                  <a:pt x="1841198" y="1177082"/>
                </a:lnTo>
                <a:lnTo>
                  <a:pt x="1738909" y="1193940"/>
                </a:lnTo>
                <a:lnTo>
                  <a:pt x="1636621" y="1211743"/>
                </a:lnTo>
                <a:lnTo>
                  <a:pt x="1534332" y="1230331"/>
                </a:lnTo>
                <a:lnTo>
                  <a:pt x="1432043" y="1249524"/>
                </a:lnTo>
                <a:lnTo>
                  <a:pt x="1329754" y="1269128"/>
                </a:lnTo>
                <a:lnTo>
                  <a:pt x="1227465" y="1288939"/>
                </a:lnTo>
                <a:lnTo>
                  <a:pt x="1125176" y="1308746"/>
                </a:lnTo>
                <a:lnTo>
                  <a:pt x="1022888" y="1328341"/>
                </a:lnTo>
                <a:lnTo>
                  <a:pt x="920599" y="1347519"/>
                </a:lnTo>
                <a:lnTo>
                  <a:pt x="818310" y="1366087"/>
                </a:lnTo>
                <a:lnTo>
                  <a:pt x="716021" y="1383865"/>
                </a:lnTo>
                <a:lnTo>
                  <a:pt x="613732" y="1400693"/>
                </a:lnTo>
                <a:lnTo>
                  <a:pt x="511444" y="1416436"/>
                </a:lnTo>
                <a:lnTo>
                  <a:pt x="409155" y="1430982"/>
                </a:lnTo>
                <a:lnTo>
                  <a:pt x="306866" y="1444252"/>
                </a:lnTo>
                <a:lnTo>
                  <a:pt x="204577" y="1456196"/>
                </a:lnTo>
                <a:lnTo>
                  <a:pt x="102288" y="1466797"/>
                </a:lnTo>
                <a:lnTo>
                  <a:pt x="0" y="1476071"/>
                </a:lnTo>
                <a:close/>
              </a:path>
            </a:pathLst>
          </a:cu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19 arrow 4" descr="sci-ppt:o004"/>
          <p:cNvCxnSpPr/>
          <p:nvPr/>
        </p:nvCxnSpPr>
        <p:spPr>
          <a:xfrm>
            <a:off x="1463040" y="3291840"/>
            <a:ext cx="320040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7" name="C3-E19 arrow 5" descr="sci-ppt:o005"/>
          <p:cNvCxnSpPr/>
          <p:nvPr/>
        </p:nvCxnSpPr>
        <p:spPr>
          <a:xfrm>
            <a:off x="2926080" y="3291840"/>
            <a:ext cx="612648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8" name="C3-E19 arrow 6" descr="sci-ppt:o006"/>
          <p:cNvCxnSpPr/>
          <p:nvPr/>
        </p:nvCxnSpPr>
        <p:spPr>
          <a:xfrm>
            <a:off x="4389120" y="3291840"/>
            <a:ext cx="905256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9" name="C3-E19 arrow 7" descr="sci-ppt:o007"/>
          <p:cNvCxnSpPr/>
          <p:nvPr/>
        </p:nvCxnSpPr>
        <p:spPr>
          <a:xfrm>
            <a:off x="5852160" y="3291840"/>
            <a:ext cx="1197864" cy="0"/>
          </a:xfrm>
          <a:prstGeom prst="line">
            <a:avLst/>
          </a:prstGeom>
          <a:ln w="381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C3-E19 text 8" descr="sci-ppt:o008"/>
          <p:cNvSpPr txBox="1"/>
          <p:nvPr/>
        </p:nvSpPr>
        <p:spPr>
          <a:xfrm>
            <a:off x="914400" y="4251960"/>
            <a:ext cx="6309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v(z): speed grows along z, so the column is stretched and thins</a:t>
            </a:r>
          </a:p>
        </p:txBody>
      </p:sp>
      <p:sp>
        <p:nvSpPr>
          <p:cNvPr id="11" name="C3-E19 rect 9" descr="sci-ppt:o009"/>
          <p:cNvSpPr/>
          <p:nvPr/>
        </p:nvSpPr>
        <p:spPr>
          <a:xfrm>
            <a:off x="2743200" y="1828800"/>
            <a:ext cx="1097280" cy="2926080"/>
          </a:xfrm>
          <a:prstGeom prst="rect">
            <a:avLst/>
          </a:prstGeom>
          <a:noFill/>
          <a:ln w="2286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19 text 10" descr="sci-ppt:o010"/>
          <p:cNvSpPr txBox="1"/>
          <p:nvPr/>
        </p:nvSpPr>
        <p:spPr>
          <a:xfrm>
            <a:off x="2468880" y="141732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8BA0"/>
                </a:solidFill>
                <a:latin typeface="Arial"/>
              </a:rPr>
              <a:t>slice Δz</a:t>
            </a:r>
          </a:p>
        </p:txBody>
      </p:sp>
      <p:cxnSp>
        <p:nvCxnSpPr>
          <p:cNvPr id="13" name="C3-E19 arrow 11" descr="sci-ppt:o011"/>
          <p:cNvCxnSpPr/>
          <p:nvPr/>
        </p:nvCxnSpPr>
        <p:spPr>
          <a:xfrm>
            <a:off x="2331720" y="2377440"/>
            <a:ext cx="36576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4" name="C3-E19 arrow 12" descr="sci-ppt:o012"/>
          <p:cNvCxnSpPr/>
          <p:nvPr/>
        </p:nvCxnSpPr>
        <p:spPr>
          <a:xfrm>
            <a:off x="3886200" y="2377440"/>
            <a:ext cx="365760" cy="0"/>
          </a:xfrm>
          <a:prstGeom prst="line">
            <a:avLst/>
          </a:prstGeom>
          <a:ln w="3048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C3-E19 text 13" descr="sci-ppt:o013"/>
          <p:cNvSpPr txBox="1"/>
          <p:nvPr/>
        </p:nvSpPr>
        <p:spPr>
          <a:xfrm>
            <a:off x="914400" y="493776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[Av](z)</a:t>
            </a:r>
          </a:p>
        </p:txBody>
      </p:sp>
      <p:sp>
        <p:nvSpPr>
          <p:cNvPr id="16" name="C3-E19 text 14" descr="sci-ppt:o014"/>
          <p:cNvSpPr txBox="1"/>
          <p:nvPr/>
        </p:nvSpPr>
        <p:spPr>
          <a:xfrm>
            <a:off x="4206240" y="4937760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EDBD4"/>
                </a:solidFill>
                <a:latin typeface="Arial"/>
              </a:rPr>
              <a:t>[Av](z + Δz)</a:t>
            </a:r>
          </a:p>
        </p:txBody>
      </p:sp>
      <p:sp>
        <p:nvSpPr>
          <p:cNvPr id="17" name="C3-E19 round_rect 15" descr="sci-ppt:o015"/>
          <p:cNvSpPr/>
          <p:nvPr/>
        </p:nvSpPr>
        <p:spPr>
          <a:xfrm>
            <a:off x="7589520" y="914400"/>
            <a:ext cx="425196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19 text 16" descr="sci-ppt:o016"/>
          <p:cNvSpPr txBox="1"/>
          <p:nvPr/>
        </p:nvSpPr>
        <p:spPr>
          <a:xfrm>
            <a:off x="7699248" y="969264"/>
            <a:ext cx="40325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Volume balance of the slice</a:t>
            </a:r>
          </a:p>
        </p:txBody>
      </p:sp>
      <p:sp>
        <p:nvSpPr>
          <p:cNvPr id="19" name="C3-E19 text 17" descr="sci-ppt:o017"/>
          <p:cNvSpPr txBox="1"/>
          <p:nvPr/>
        </p:nvSpPr>
        <p:spPr>
          <a:xfrm>
            <a:off x="7726679" y="141732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A = πa²;  ∂ₜ∫A dξ = [Av](z) − [Av](z + Δz)</a:t>
            </a:r>
          </a:p>
        </p:txBody>
      </p:sp>
      <p:sp>
        <p:nvSpPr>
          <p:cNvPr id="20" name="C3-E19 text 18" descr="sci-ppt:o018"/>
          <p:cNvSpPr txBox="1"/>
          <p:nvPr/>
        </p:nvSpPr>
        <p:spPr>
          <a:xfrm>
            <a:off x="7726679" y="214884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Δz → 0:  ∂ₜA + ∂_z(Av) = 0</a:t>
            </a:r>
          </a:p>
        </p:txBody>
      </p:sp>
      <p:sp>
        <p:nvSpPr>
          <p:cNvPr id="21" name="C3-E19 text 19" descr="sci-ppt:o019"/>
          <p:cNvSpPr txBox="1"/>
          <p:nvPr/>
        </p:nvSpPr>
        <p:spPr>
          <a:xfrm>
            <a:off x="7726679" y="2743200"/>
            <a:ext cx="40233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dividing by 2πa:</a:t>
            </a:r>
          </a:p>
        </p:txBody>
      </p:sp>
      <p:sp>
        <p:nvSpPr>
          <p:cNvPr id="22" name="C3-E19 text 20" descr="sci-ppt:o020"/>
          <p:cNvSpPr txBox="1"/>
          <p:nvPr/>
        </p:nvSpPr>
        <p:spPr>
          <a:xfrm>
            <a:off x="7726679" y="3108960"/>
            <a:ext cx="40233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∂ₜa + v ∂_z a = −(a/2) ∂_z v</a:t>
            </a:r>
          </a:p>
        </p:txBody>
      </p:sp>
      <p:sp>
        <p:nvSpPr>
          <p:cNvPr id="23" name="C3-E19 text 21" descr="sci-ppt:o021"/>
          <p:cNvSpPr txBox="1"/>
          <p:nvPr/>
        </p:nvSpPr>
        <p:spPr>
          <a:xfrm>
            <a:off x="7726679" y="3840480"/>
            <a:ext cx="402336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If ∂_z v &gt; 0 the right side is negative: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radius shrinks even before capillary necking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grows.</a:t>
            </a:r>
          </a:p>
        </p:txBody>
      </p:sp>
      <p:sp>
        <p:nvSpPr>
          <p:cNvPr id="24" name="C3-E19 text 22" descr="sci-ppt:o02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Slender-jet volume conservation of Eq. C3-E19; schematic geometry.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C3-E20 · Newtonian stress and slender axial momentum</a:t>
            </a:r>
          </a:p>
        </p:txBody>
      </p:sp>
      <p:cxnSp>
        <p:nvCxnSpPr>
          <p:cNvPr id="3" name="C3-E20 line 1" descr="sci-ppt:o001"/>
          <p:cNvCxnSpPr/>
          <p:nvPr/>
        </p:nvCxnSpPr>
        <p:spPr>
          <a:xfrm>
            <a:off x="914400" y="4663440"/>
            <a:ext cx="54864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0 line 2" descr="sci-ppt:o002"/>
          <p:cNvCxnSpPr/>
          <p:nvPr/>
        </p:nvCxnSpPr>
        <p:spPr>
          <a:xfrm>
            <a:off x="914400" y="1463040"/>
            <a:ext cx="0" cy="32004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0 line 3" descr="sci-ppt:o003"/>
          <p:cNvCxnSpPr/>
          <p:nvPr/>
        </p:nvCxnSpPr>
        <p:spPr>
          <a:xfrm>
            <a:off x="9144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0 line 4" descr="sci-ppt:o004"/>
          <p:cNvCxnSpPr/>
          <p:nvPr/>
        </p:nvCxnSpPr>
        <p:spPr>
          <a:xfrm>
            <a:off x="914400" y="146304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0 text 5" descr="sci-ppt:o005"/>
          <p:cNvSpPr txBox="1"/>
          <p:nvPr/>
        </p:nvSpPr>
        <p:spPr>
          <a:xfrm>
            <a:off x="4572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3-E20 line 6" descr="sci-ppt:o006"/>
          <p:cNvCxnSpPr/>
          <p:nvPr/>
        </p:nvCxnSpPr>
        <p:spPr>
          <a:xfrm>
            <a:off x="36576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0 line 7" descr="sci-ppt:o007"/>
          <p:cNvCxnSpPr/>
          <p:nvPr/>
        </p:nvCxnSpPr>
        <p:spPr>
          <a:xfrm>
            <a:off x="3657600" y="146304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0 text 8" descr="sci-ppt:o008"/>
          <p:cNvSpPr txBox="1"/>
          <p:nvPr/>
        </p:nvSpPr>
        <p:spPr>
          <a:xfrm>
            <a:off x="32004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3.14</a:t>
            </a:r>
          </a:p>
        </p:txBody>
      </p:sp>
      <p:cxnSp>
        <p:nvCxnSpPr>
          <p:cNvPr id="11" name="C3-E20 line 9" descr="sci-ppt:o009"/>
          <p:cNvCxnSpPr/>
          <p:nvPr/>
        </p:nvCxnSpPr>
        <p:spPr>
          <a:xfrm>
            <a:off x="6400800" y="466344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0 line 10" descr="sci-ppt:o010"/>
          <p:cNvCxnSpPr/>
          <p:nvPr/>
        </p:nvCxnSpPr>
        <p:spPr>
          <a:xfrm>
            <a:off x="6400800" y="1463040"/>
            <a:ext cx="0" cy="32004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0 text 11" descr="sci-ppt:o011"/>
          <p:cNvSpPr txBox="1"/>
          <p:nvPr/>
        </p:nvSpPr>
        <p:spPr>
          <a:xfrm>
            <a:off x="5943600" y="474573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6.28</a:t>
            </a:r>
          </a:p>
        </p:txBody>
      </p:sp>
      <p:cxnSp>
        <p:nvCxnSpPr>
          <p:cNvPr id="14" name="C3-E20 line 12" descr="sci-ppt:o012"/>
          <p:cNvCxnSpPr/>
          <p:nvPr/>
        </p:nvCxnSpPr>
        <p:spPr>
          <a:xfrm>
            <a:off x="850392" y="41300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0 line 13" descr="sci-ppt:o013"/>
          <p:cNvCxnSpPr/>
          <p:nvPr/>
        </p:nvCxnSpPr>
        <p:spPr>
          <a:xfrm>
            <a:off x="914400" y="4130039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0 text 14" descr="sci-ppt:o014"/>
          <p:cNvSpPr txBox="1"/>
          <p:nvPr/>
        </p:nvSpPr>
        <p:spPr>
          <a:xfrm>
            <a:off x="45720" y="4047743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0.8</a:t>
            </a:r>
          </a:p>
        </p:txBody>
      </p:sp>
      <p:cxnSp>
        <p:nvCxnSpPr>
          <p:cNvPr id="17" name="C3-E20 line 15" descr="sci-ppt:o015"/>
          <p:cNvCxnSpPr/>
          <p:nvPr/>
        </p:nvCxnSpPr>
        <p:spPr>
          <a:xfrm>
            <a:off x="850392" y="30632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0 line 16" descr="sci-ppt:o016"/>
          <p:cNvCxnSpPr/>
          <p:nvPr/>
        </p:nvCxnSpPr>
        <p:spPr>
          <a:xfrm>
            <a:off x="914400" y="3063239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0 text 17" descr="sci-ppt:o017"/>
          <p:cNvSpPr txBox="1"/>
          <p:nvPr/>
        </p:nvSpPr>
        <p:spPr>
          <a:xfrm>
            <a:off x="45720" y="29809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0" name="C3-E20 line 18" descr="sci-ppt:o018"/>
          <p:cNvCxnSpPr/>
          <p:nvPr/>
        </p:nvCxnSpPr>
        <p:spPr>
          <a:xfrm>
            <a:off x="850392" y="1996439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0 line 19" descr="sci-ppt:o019"/>
          <p:cNvCxnSpPr/>
          <p:nvPr/>
        </p:nvCxnSpPr>
        <p:spPr>
          <a:xfrm>
            <a:off x="914400" y="1996439"/>
            <a:ext cx="54864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20 text 20" descr="sci-ppt:o020"/>
          <p:cNvSpPr txBox="1"/>
          <p:nvPr/>
        </p:nvSpPr>
        <p:spPr>
          <a:xfrm>
            <a:off x="45720" y="19141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1.2</a:t>
            </a:r>
          </a:p>
        </p:txBody>
      </p:sp>
      <p:sp>
        <p:nvSpPr>
          <p:cNvPr id="23" name="C3-E20 text 21" descr="sci-ppt:o021"/>
          <p:cNvSpPr txBox="1"/>
          <p:nvPr/>
        </p:nvSpPr>
        <p:spPr>
          <a:xfrm>
            <a:off x="914400" y="4946903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k z  (one wavelength)</a:t>
            </a:r>
          </a:p>
        </p:txBody>
      </p:sp>
      <p:sp>
        <p:nvSpPr>
          <p:cNvPr id="24" name="C3-E20 text 22" descr="sci-ppt:o022"/>
          <p:cNvSpPr txBox="1"/>
          <p:nvPr/>
        </p:nvSpPr>
        <p:spPr>
          <a:xfrm>
            <a:off x="365760" y="1115568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κ a₀</a:t>
            </a:r>
          </a:p>
        </p:txBody>
      </p:sp>
      <p:sp>
        <p:nvSpPr>
          <p:cNvPr id="25" name="C3-E20 polygon 23" descr="sci-ppt:o023"/>
          <p:cNvSpPr/>
          <p:nvPr/>
        </p:nvSpPr>
        <p:spPr>
          <a:xfrm>
            <a:off x="914400" y="2649545"/>
            <a:ext cx="5486400" cy="671555"/>
          </a:xfrm>
          <a:custGeom>
            <a:avLst/>
            <a:gdLst/>
            <a:ahLst/>
            <a:cxnLst/>
            <a:rect l="l" t="t" r="r" b="b"/>
            <a:pathLst>
              <a:path w="5486400" h="671555">
                <a:moveTo>
                  <a:pt x="0" y="671555"/>
                </a:moveTo>
                <a:lnTo>
                  <a:pt x="36698" y="671417"/>
                </a:lnTo>
                <a:lnTo>
                  <a:pt x="73396" y="671002"/>
                </a:lnTo>
                <a:lnTo>
                  <a:pt x="110094" y="670309"/>
                </a:lnTo>
                <a:lnTo>
                  <a:pt x="146793" y="669335"/>
                </a:lnTo>
                <a:lnTo>
                  <a:pt x="183491" y="668077"/>
                </a:lnTo>
                <a:lnTo>
                  <a:pt x="220189" y="666531"/>
                </a:lnTo>
                <a:lnTo>
                  <a:pt x="256888" y="664691"/>
                </a:lnTo>
                <a:lnTo>
                  <a:pt x="293586" y="662553"/>
                </a:lnTo>
                <a:lnTo>
                  <a:pt x="330284" y="660108"/>
                </a:lnTo>
                <a:lnTo>
                  <a:pt x="366983" y="657351"/>
                </a:lnTo>
                <a:lnTo>
                  <a:pt x="403681" y="654272"/>
                </a:lnTo>
                <a:lnTo>
                  <a:pt x="440379" y="650864"/>
                </a:lnTo>
                <a:lnTo>
                  <a:pt x="477078" y="647118"/>
                </a:lnTo>
                <a:lnTo>
                  <a:pt x="513776" y="643025"/>
                </a:lnTo>
                <a:lnTo>
                  <a:pt x="550474" y="638576"/>
                </a:lnTo>
                <a:lnTo>
                  <a:pt x="587173" y="633762"/>
                </a:lnTo>
                <a:lnTo>
                  <a:pt x="623871" y="628572"/>
                </a:lnTo>
                <a:lnTo>
                  <a:pt x="660569" y="622999"/>
                </a:lnTo>
                <a:lnTo>
                  <a:pt x="697268" y="617034"/>
                </a:lnTo>
                <a:lnTo>
                  <a:pt x="733966" y="610668"/>
                </a:lnTo>
                <a:lnTo>
                  <a:pt x="770664" y="603893"/>
                </a:lnTo>
                <a:lnTo>
                  <a:pt x="807363" y="596702"/>
                </a:lnTo>
                <a:lnTo>
                  <a:pt x="844061" y="589089"/>
                </a:lnTo>
                <a:lnTo>
                  <a:pt x="880759" y="581048"/>
                </a:lnTo>
                <a:lnTo>
                  <a:pt x="917458" y="572576"/>
                </a:lnTo>
                <a:lnTo>
                  <a:pt x="954156" y="563668"/>
                </a:lnTo>
                <a:lnTo>
                  <a:pt x="990854" y="554323"/>
                </a:lnTo>
                <a:lnTo>
                  <a:pt x="1027553" y="544541"/>
                </a:lnTo>
                <a:lnTo>
                  <a:pt x="1064251" y="534321"/>
                </a:lnTo>
                <a:lnTo>
                  <a:pt x="1100949" y="523668"/>
                </a:lnTo>
                <a:lnTo>
                  <a:pt x="1137648" y="512585"/>
                </a:lnTo>
                <a:lnTo>
                  <a:pt x="1174346" y="501079"/>
                </a:lnTo>
                <a:lnTo>
                  <a:pt x="1211044" y="489158"/>
                </a:lnTo>
                <a:lnTo>
                  <a:pt x="1247743" y="476831"/>
                </a:lnTo>
                <a:lnTo>
                  <a:pt x="1284441" y="464111"/>
                </a:lnTo>
                <a:lnTo>
                  <a:pt x="1321139" y="451012"/>
                </a:lnTo>
                <a:lnTo>
                  <a:pt x="1357838" y="437551"/>
                </a:lnTo>
                <a:lnTo>
                  <a:pt x="1394536" y="423747"/>
                </a:lnTo>
                <a:lnTo>
                  <a:pt x="1431234" y="409620"/>
                </a:lnTo>
                <a:lnTo>
                  <a:pt x="1467933" y="395193"/>
                </a:lnTo>
                <a:lnTo>
                  <a:pt x="1504631" y="380493"/>
                </a:lnTo>
                <a:lnTo>
                  <a:pt x="1541329" y="365546"/>
                </a:lnTo>
                <a:lnTo>
                  <a:pt x="1578028" y="350384"/>
                </a:lnTo>
                <a:lnTo>
                  <a:pt x="1614726" y="335037"/>
                </a:lnTo>
                <a:lnTo>
                  <a:pt x="1651424" y="319541"/>
                </a:lnTo>
                <a:lnTo>
                  <a:pt x="1688123" y="303932"/>
                </a:lnTo>
                <a:lnTo>
                  <a:pt x="1724821" y="288249"/>
                </a:lnTo>
                <a:lnTo>
                  <a:pt x="1761519" y="272530"/>
                </a:lnTo>
                <a:lnTo>
                  <a:pt x="1798218" y="256820"/>
                </a:lnTo>
                <a:lnTo>
                  <a:pt x="1834916" y="241160"/>
                </a:lnTo>
                <a:lnTo>
                  <a:pt x="1871614" y="225597"/>
                </a:lnTo>
                <a:lnTo>
                  <a:pt x="1908313" y="210176"/>
                </a:lnTo>
                <a:lnTo>
                  <a:pt x="1945011" y="194944"/>
                </a:lnTo>
                <a:lnTo>
                  <a:pt x="1981709" y="179951"/>
                </a:lnTo>
                <a:lnTo>
                  <a:pt x="2018408" y="165244"/>
                </a:lnTo>
                <a:lnTo>
                  <a:pt x="2055106" y="150872"/>
                </a:lnTo>
                <a:lnTo>
                  <a:pt x="2091804" y="136885"/>
                </a:lnTo>
                <a:lnTo>
                  <a:pt x="2128503" y="123332"/>
                </a:lnTo>
                <a:lnTo>
                  <a:pt x="2165201" y="110261"/>
                </a:lnTo>
                <a:lnTo>
                  <a:pt x="2201899" y="97719"/>
                </a:lnTo>
                <a:lnTo>
                  <a:pt x="2238597" y="85754"/>
                </a:lnTo>
                <a:lnTo>
                  <a:pt x="2275296" y="74411"/>
                </a:lnTo>
                <a:lnTo>
                  <a:pt x="2311994" y="63734"/>
                </a:lnTo>
                <a:lnTo>
                  <a:pt x="2348692" y="53764"/>
                </a:lnTo>
                <a:lnTo>
                  <a:pt x="2385391" y="44540"/>
                </a:lnTo>
                <a:lnTo>
                  <a:pt x="2422089" y="36101"/>
                </a:lnTo>
                <a:lnTo>
                  <a:pt x="2458787" y="28480"/>
                </a:lnTo>
                <a:lnTo>
                  <a:pt x="2495486" y="21708"/>
                </a:lnTo>
                <a:lnTo>
                  <a:pt x="2532184" y="15815"/>
                </a:lnTo>
                <a:lnTo>
                  <a:pt x="2568882" y="10823"/>
                </a:lnTo>
                <a:lnTo>
                  <a:pt x="2605581" y="6755"/>
                </a:lnTo>
                <a:lnTo>
                  <a:pt x="2642279" y="3627"/>
                </a:lnTo>
                <a:lnTo>
                  <a:pt x="2678977" y="1453"/>
                </a:lnTo>
                <a:lnTo>
                  <a:pt x="2715676" y="243"/>
                </a:lnTo>
                <a:lnTo>
                  <a:pt x="2752374" y="0"/>
                </a:lnTo>
                <a:lnTo>
                  <a:pt x="2789072" y="727"/>
                </a:lnTo>
                <a:lnTo>
                  <a:pt x="2825771" y="2420"/>
                </a:lnTo>
                <a:lnTo>
                  <a:pt x="2862469" y="5073"/>
                </a:lnTo>
                <a:lnTo>
                  <a:pt x="2899167" y="8672"/>
                </a:lnTo>
                <a:lnTo>
                  <a:pt x="2935866" y="13205"/>
                </a:lnTo>
                <a:lnTo>
                  <a:pt x="2972564" y="18650"/>
                </a:lnTo>
                <a:lnTo>
                  <a:pt x="3009262" y="24986"/>
                </a:lnTo>
                <a:lnTo>
                  <a:pt x="3045961" y="32186"/>
                </a:lnTo>
                <a:lnTo>
                  <a:pt x="3082659" y="40220"/>
                </a:lnTo>
                <a:lnTo>
                  <a:pt x="3119357" y="49056"/>
                </a:lnTo>
                <a:lnTo>
                  <a:pt x="3156056" y="58658"/>
                </a:lnTo>
                <a:lnTo>
                  <a:pt x="3192754" y="68987"/>
                </a:lnTo>
                <a:lnTo>
                  <a:pt x="3229452" y="80002"/>
                </a:lnTo>
                <a:lnTo>
                  <a:pt x="3266151" y="91662"/>
                </a:lnTo>
                <a:lnTo>
                  <a:pt x="3302849" y="103921"/>
                </a:lnTo>
                <a:lnTo>
                  <a:pt x="3339547" y="116733"/>
                </a:lnTo>
                <a:lnTo>
                  <a:pt x="3376246" y="130051"/>
                </a:lnTo>
                <a:lnTo>
                  <a:pt x="3412944" y="143828"/>
                </a:lnTo>
                <a:lnTo>
                  <a:pt x="3449642" y="158013"/>
                </a:lnTo>
                <a:lnTo>
                  <a:pt x="3486341" y="172559"/>
                </a:lnTo>
                <a:lnTo>
                  <a:pt x="3523039" y="187415"/>
                </a:lnTo>
                <a:lnTo>
                  <a:pt x="3559737" y="202533"/>
                </a:lnTo>
                <a:lnTo>
                  <a:pt x="3596436" y="217866"/>
                </a:lnTo>
                <a:lnTo>
                  <a:pt x="3633134" y="233364"/>
                </a:lnTo>
                <a:lnTo>
                  <a:pt x="3669832" y="248981"/>
                </a:lnTo>
                <a:lnTo>
                  <a:pt x="3706531" y="264671"/>
                </a:lnTo>
                <a:lnTo>
                  <a:pt x="3743229" y="280391"/>
                </a:lnTo>
                <a:lnTo>
                  <a:pt x="3779927" y="296097"/>
                </a:lnTo>
                <a:lnTo>
                  <a:pt x="3816626" y="311749"/>
                </a:lnTo>
                <a:lnTo>
                  <a:pt x="3853324" y="327306"/>
                </a:lnTo>
                <a:lnTo>
                  <a:pt x="3890022" y="342731"/>
                </a:lnTo>
                <a:lnTo>
                  <a:pt x="3926721" y="357990"/>
                </a:lnTo>
                <a:lnTo>
                  <a:pt x="3963419" y="373048"/>
                </a:lnTo>
                <a:lnTo>
                  <a:pt x="4000117" y="387876"/>
                </a:lnTo>
                <a:lnTo>
                  <a:pt x="4036816" y="402442"/>
                </a:lnTo>
                <a:lnTo>
                  <a:pt x="4073514" y="416722"/>
                </a:lnTo>
                <a:lnTo>
                  <a:pt x="4110212" y="430691"/>
                </a:lnTo>
                <a:lnTo>
                  <a:pt x="4146911" y="444326"/>
                </a:lnTo>
                <a:lnTo>
                  <a:pt x="4183609" y="457608"/>
                </a:lnTo>
                <a:lnTo>
                  <a:pt x="4220307" y="470519"/>
                </a:lnTo>
                <a:lnTo>
                  <a:pt x="4257006" y="483044"/>
                </a:lnTo>
                <a:lnTo>
                  <a:pt x="4293704" y="495170"/>
                </a:lnTo>
                <a:lnTo>
                  <a:pt x="4330402" y="506885"/>
                </a:lnTo>
                <a:lnTo>
                  <a:pt x="4367101" y="518180"/>
                </a:lnTo>
                <a:lnTo>
                  <a:pt x="4403799" y="529049"/>
                </a:lnTo>
                <a:lnTo>
                  <a:pt x="4440497" y="539485"/>
                </a:lnTo>
                <a:lnTo>
                  <a:pt x="4477195" y="549486"/>
                </a:lnTo>
                <a:lnTo>
                  <a:pt x="4513894" y="559050"/>
                </a:lnTo>
                <a:lnTo>
                  <a:pt x="4550592" y="568176"/>
                </a:lnTo>
                <a:lnTo>
                  <a:pt x="4587290" y="576866"/>
                </a:lnTo>
                <a:lnTo>
                  <a:pt x="4623989" y="585122"/>
                </a:lnTo>
                <a:lnTo>
                  <a:pt x="4660687" y="592949"/>
                </a:lnTo>
                <a:lnTo>
                  <a:pt x="4697385" y="600350"/>
                </a:lnTo>
                <a:lnTo>
                  <a:pt x="4734084" y="607332"/>
                </a:lnTo>
                <a:lnTo>
                  <a:pt x="4770782" y="613901"/>
                </a:lnTo>
                <a:lnTo>
                  <a:pt x="4807480" y="620066"/>
                </a:lnTo>
                <a:lnTo>
                  <a:pt x="4844179" y="625834"/>
                </a:lnTo>
                <a:lnTo>
                  <a:pt x="4880877" y="631214"/>
                </a:lnTo>
                <a:lnTo>
                  <a:pt x="4917575" y="636215"/>
                </a:lnTo>
                <a:lnTo>
                  <a:pt x="4954274" y="640846"/>
                </a:lnTo>
                <a:lnTo>
                  <a:pt x="4990972" y="645116"/>
                </a:lnTo>
                <a:lnTo>
                  <a:pt x="5027670" y="649034"/>
                </a:lnTo>
                <a:lnTo>
                  <a:pt x="5064369" y="652610"/>
                </a:lnTo>
                <a:lnTo>
                  <a:pt x="5101067" y="655852"/>
                </a:lnTo>
                <a:lnTo>
                  <a:pt x="5137765" y="658769"/>
                </a:lnTo>
                <a:lnTo>
                  <a:pt x="5174464" y="661369"/>
                </a:lnTo>
                <a:lnTo>
                  <a:pt x="5211162" y="663660"/>
                </a:lnTo>
                <a:lnTo>
                  <a:pt x="5247860" y="665648"/>
                </a:lnTo>
                <a:lnTo>
                  <a:pt x="5284559" y="667340"/>
                </a:lnTo>
                <a:lnTo>
                  <a:pt x="5321257" y="668742"/>
                </a:lnTo>
                <a:lnTo>
                  <a:pt x="5357955" y="669857"/>
                </a:lnTo>
                <a:lnTo>
                  <a:pt x="5394654" y="670690"/>
                </a:lnTo>
                <a:lnTo>
                  <a:pt x="5431352" y="671244"/>
                </a:lnTo>
                <a:lnTo>
                  <a:pt x="5468050" y="671521"/>
                </a:lnTo>
                <a:lnTo>
                  <a:pt x="5486400" y="67155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20 polygon 24" descr="sci-ppt:o024"/>
          <p:cNvSpPr/>
          <p:nvPr/>
        </p:nvSpPr>
        <p:spPr>
          <a:xfrm>
            <a:off x="914400" y="2335921"/>
            <a:ext cx="5486400" cy="1298818"/>
          </a:xfrm>
          <a:custGeom>
            <a:avLst/>
            <a:gdLst/>
            <a:ahLst/>
            <a:cxnLst/>
            <a:rect l="l" t="t" r="r" b="b"/>
            <a:pathLst>
              <a:path w="5486400" h="1298818">
                <a:moveTo>
                  <a:pt x="0" y="1298818"/>
                </a:moveTo>
                <a:lnTo>
                  <a:pt x="36698" y="1298368"/>
                </a:lnTo>
                <a:lnTo>
                  <a:pt x="73396" y="1297016"/>
                </a:lnTo>
                <a:lnTo>
                  <a:pt x="110094" y="1294765"/>
                </a:lnTo>
                <a:lnTo>
                  <a:pt x="146793" y="1291614"/>
                </a:lnTo>
                <a:lnTo>
                  <a:pt x="183491" y="1287567"/>
                </a:lnTo>
                <a:lnTo>
                  <a:pt x="220189" y="1282626"/>
                </a:lnTo>
                <a:lnTo>
                  <a:pt x="256888" y="1276794"/>
                </a:lnTo>
                <a:lnTo>
                  <a:pt x="293586" y="1270075"/>
                </a:lnTo>
                <a:lnTo>
                  <a:pt x="330284" y="1262473"/>
                </a:lnTo>
                <a:lnTo>
                  <a:pt x="366983" y="1253994"/>
                </a:lnTo>
                <a:lnTo>
                  <a:pt x="403681" y="1244644"/>
                </a:lnTo>
                <a:lnTo>
                  <a:pt x="440379" y="1234429"/>
                </a:lnTo>
                <a:lnTo>
                  <a:pt x="477078" y="1223356"/>
                </a:lnTo>
                <a:lnTo>
                  <a:pt x="513776" y="1211434"/>
                </a:lnTo>
                <a:lnTo>
                  <a:pt x="550474" y="1198672"/>
                </a:lnTo>
                <a:lnTo>
                  <a:pt x="587173" y="1185080"/>
                </a:lnTo>
                <a:lnTo>
                  <a:pt x="623871" y="1170668"/>
                </a:lnTo>
                <a:lnTo>
                  <a:pt x="660569" y="1155448"/>
                </a:lnTo>
                <a:lnTo>
                  <a:pt x="697268" y="1139433"/>
                </a:lnTo>
                <a:lnTo>
                  <a:pt x="733966" y="1122638"/>
                </a:lnTo>
                <a:lnTo>
                  <a:pt x="770664" y="1105076"/>
                </a:lnTo>
                <a:lnTo>
                  <a:pt x="807363" y="1086765"/>
                </a:lnTo>
                <a:lnTo>
                  <a:pt x="844061" y="1067721"/>
                </a:lnTo>
                <a:lnTo>
                  <a:pt x="880759" y="1047964"/>
                </a:lnTo>
                <a:lnTo>
                  <a:pt x="917458" y="1027513"/>
                </a:lnTo>
                <a:lnTo>
                  <a:pt x="954156" y="1006390"/>
                </a:lnTo>
                <a:lnTo>
                  <a:pt x="990854" y="984618"/>
                </a:lnTo>
                <a:lnTo>
                  <a:pt x="1027553" y="962222"/>
                </a:lnTo>
                <a:lnTo>
                  <a:pt x="1064251" y="939226"/>
                </a:lnTo>
                <a:lnTo>
                  <a:pt x="1100949" y="915660"/>
                </a:lnTo>
                <a:lnTo>
                  <a:pt x="1137648" y="891552"/>
                </a:lnTo>
                <a:lnTo>
                  <a:pt x="1174346" y="866934"/>
                </a:lnTo>
                <a:lnTo>
                  <a:pt x="1211044" y="841837"/>
                </a:lnTo>
                <a:lnTo>
                  <a:pt x="1247743" y="816297"/>
                </a:lnTo>
                <a:lnTo>
                  <a:pt x="1284441" y="790349"/>
                </a:lnTo>
                <a:lnTo>
                  <a:pt x="1321139" y="764033"/>
                </a:lnTo>
                <a:lnTo>
                  <a:pt x="1357838" y="737387"/>
                </a:lnTo>
                <a:lnTo>
                  <a:pt x="1394536" y="710454"/>
                </a:lnTo>
                <a:lnTo>
                  <a:pt x="1431234" y="683277"/>
                </a:lnTo>
                <a:lnTo>
                  <a:pt x="1467933" y="655902"/>
                </a:lnTo>
                <a:lnTo>
                  <a:pt x="1504631" y="628376"/>
                </a:lnTo>
                <a:lnTo>
                  <a:pt x="1541329" y="600748"/>
                </a:lnTo>
                <a:lnTo>
                  <a:pt x="1578028" y="573069"/>
                </a:lnTo>
                <a:lnTo>
                  <a:pt x="1614726" y="545391"/>
                </a:lnTo>
                <a:lnTo>
                  <a:pt x="1651424" y="517768"/>
                </a:lnTo>
                <a:lnTo>
                  <a:pt x="1688123" y="490255"/>
                </a:lnTo>
                <a:lnTo>
                  <a:pt x="1724821" y="462910"/>
                </a:lnTo>
                <a:lnTo>
                  <a:pt x="1761519" y="435790"/>
                </a:lnTo>
                <a:lnTo>
                  <a:pt x="1798218" y="408953"/>
                </a:lnTo>
                <a:lnTo>
                  <a:pt x="1834916" y="382462"/>
                </a:lnTo>
                <a:lnTo>
                  <a:pt x="1871614" y="356375"/>
                </a:lnTo>
                <a:lnTo>
                  <a:pt x="1908313" y="330754"/>
                </a:lnTo>
                <a:lnTo>
                  <a:pt x="1945011" y="305661"/>
                </a:lnTo>
                <a:lnTo>
                  <a:pt x="1981709" y="281159"/>
                </a:lnTo>
                <a:lnTo>
                  <a:pt x="2018408" y="257307"/>
                </a:lnTo>
                <a:lnTo>
                  <a:pt x="2055106" y="234169"/>
                </a:lnTo>
                <a:lnTo>
                  <a:pt x="2091804" y="211804"/>
                </a:lnTo>
                <a:lnTo>
                  <a:pt x="2128503" y="190273"/>
                </a:lnTo>
                <a:lnTo>
                  <a:pt x="2165201" y="169635"/>
                </a:lnTo>
                <a:lnTo>
                  <a:pt x="2201899" y="149946"/>
                </a:lnTo>
                <a:lnTo>
                  <a:pt x="2238597" y="131263"/>
                </a:lnTo>
                <a:lnTo>
                  <a:pt x="2275296" y="113638"/>
                </a:lnTo>
                <a:lnTo>
                  <a:pt x="2311994" y="97124"/>
                </a:lnTo>
                <a:lnTo>
                  <a:pt x="2348692" y="81770"/>
                </a:lnTo>
                <a:lnTo>
                  <a:pt x="2385391" y="67620"/>
                </a:lnTo>
                <a:lnTo>
                  <a:pt x="2422089" y="54718"/>
                </a:lnTo>
                <a:lnTo>
                  <a:pt x="2458787" y="43104"/>
                </a:lnTo>
                <a:lnTo>
                  <a:pt x="2495486" y="32813"/>
                </a:lnTo>
                <a:lnTo>
                  <a:pt x="2532184" y="23878"/>
                </a:lnTo>
                <a:lnTo>
                  <a:pt x="2568882" y="16326"/>
                </a:lnTo>
                <a:lnTo>
                  <a:pt x="2605581" y="10182"/>
                </a:lnTo>
                <a:lnTo>
                  <a:pt x="2642279" y="5464"/>
                </a:lnTo>
                <a:lnTo>
                  <a:pt x="2678977" y="2189"/>
                </a:lnTo>
                <a:lnTo>
                  <a:pt x="2715676" y="365"/>
                </a:lnTo>
                <a:lnTo>
                  <a:pt x="2752374" y="0"/>
                </a:lnTo>
                <a:lnTo>
                  <a:pt x="2789072" y="1095"/>
                </a:lnTo>
                <a:lnTo>
                  <a:pt x="2825771" y="3645"/>
                </a:lnTo>
                <a:lnTo>
                  <a:pt x="2862469" y="7644"/>
                </a:lnTo>
                <a:lnTo>
                  <a:pt x="2899167" y="13077"/>
                </a:lnTo>
                <a:lnTo>
                  <a:pt x="2935866" y="19928"/>
                </a:lnTo>
                <a:lnTo>
                  <a:pt x="2972564" y="28174"/>
                </a:lnTo>
                <a:lnTo>
                  <a:pt x="3009262" y="37791"/>
                </a:lnTo>
                <a:lnTo>
                  <a:pt x="3045961" y="48748"/>
                </a:lnTo>
                <a:lnTo>
                  <a:pt x="3082659" y="61011"/>
                </a:lnTo>
                <a:lnTo>
                  <a:pt x="3119357" y="74541"/>
                </a:lnTo>
                <a:lnTo>
                  <a:pt x="3156056" y="89299"/>
                </a:lnTo>
                <a:lnTo>
                  <a:pt x="3192754" y="105239"/>
                </a:lnTo>
                <a:lnTo>
                  <a:pt x="3229452" y="122315"/>
                </a:lnTo>
                <a:lnTo>
                  <a:pt x="3266151" y="140475"/>
                </a:lnTo>
                <a:lnTo>
                  <a:pt x="3302849" y="159668"/>
                </a:lnTo>
                <a:lnTo>
                  <a:pt x="3339547" y="179839"/>
                </a:lnTo>
                <a:lnTo>
                  <a:pt x="3376246" y="200931"/>
                </a:lnTo>
                <a:lnTo>
                  <a:pt x="3412944" y="222886"/>
                </a:lnTo>
                <a:lnTo>
                  <a:pt x="3449642" y="245645"/>
                </a:lnTo>
                <a:lnTo>
                  <a:pt x="3486341" y="269148"/>
                </a:lnTo>
                <a:lnTo>
                  <a:pt x="3523039" y="293332"/>
                </a:lnTo>
                <a:lnTo>
                  <a:pt x="3559737" y="318138"/>
                </a:lnTo>
                <a:lnTo>
                  <a:pt x="3596436" y="343502"/>
                </a:lnTo>
                <a:lnTo>
                  <a:pt x="3633134" y="369364"/>
                </a:lnTo>
                <a:lnTo>
                  <a:pt x="3669832" y="395661"/>
                </a:lnTo>
                <a:lnTo>
                  <a:pt x="3706531" y="422332"/>
                </a:lnTo>
                <a:lnTo>
                  <a:pt x="3743229" y="449318"/>
                </a:lnTo>
                <a:lnTo>
                  <a:pt x="3779927" y="476558"/>
                </a:lnTo>
                <a:lnTo>
                  <a:pt x="3816626" y="503994"/>
                </a:lnTo>
                <a:lnTo>
                  <a:pt x="3853324" y="531569"/>
                </a:lnTo>
                <a:lnTo>
                  <a:pt x="3890022" y="559227"/>
                </a:lnTo>
                <a:lnTo>
                  <a:pt x="3926721" y="586912"/>
                </a:lnTo>
                <a:lnTo>
                  <a:pt x="3963419" y="614572"/>
                </a:lnTo>
                <a:lnTo>
                  <a:pt x="4000117" y="642155"/>
                </a:lnTo>
                <a:lnTo>
                  <a:pt x="4036816" y="669612"/>
                </a:lnTo>
                <a:lnTo>
                  <a:pt x="4073514" y="696893"/>
                </a:lnTo>
                <a:lnTo>
                  <a:pt x="4110212" y="723954"/>
                </a:lnTo>
                <a:lnTo>
                  <a:pt x="4146911" y="750748"/>
                </a:lnTo>
                <a:lnTo>
                  <a:pt x="4183609" y="777235"/>
                </a:lnTo>
                <a:lnTo>
                  <a:pt x="4220307" y="803372"/>
                </a:lnTo>
                <a:lnTo>
                  <a:pt x="4257006" y="829120"/>
                </a:lnTo>
                <a:lnTo>
                  <a:pt x="4293704" y="854443"/>
                </a:lnTo>
                <a:lnTo>
                  <a:pt x="4330402" y="879305"/>
                </a:lnTo>
                <a:lnTo>
                  <a:pt x="4367101" y="903672"/>
                </a:lnTo>
                <a:lnTo>
                  <a:pt x="4403799" y="927513"/>
                </a:lnTo>
                <a:lnTo>
                  <a:pt x="4440497" y="950797"/>
                </a:lnTo>
                <a:lnTo>
                  <a:pt x="4477195" y="973496"/>
                </a:lnTo>
                <a:lnTo>
                  <a:pt x="4513894" y="995584"/>
                </a:lnTo>
                <a:lnTo>
                  <a:pt x="4550592" y="1017034"/>
                </a:lnTo>
                <a:lnTo>
                  <a:pt x="4587290" y="1037824"/>
                </a:lnTo>
                <a:lnTo>
                  <a:pt x="4623989" y="1057930"/>
                </a:lnTo>
                <a:lnTo>
                  <a:pt x="4660687" y="1077333"/>
                </a:lnTo>
                <a:lnTo>
                  <a:pt x="4697385" y="1096013"/>
                </a:lnTo>
                <a:lnTo>
                  <a:pt x="4734084" y="1113952"/>
                </a:lnTo>
                <a:lnTo>
                  <a:pt x="4770782" y="1131132"/>
                </a:lnTo>
                <a:lnTo>
                  <a:pt x="4807480" y="1147539"/>
                </a:lnTo>
                <a:lnTo>
                  <a:pt x="4844179" y="1163158"/>
                </a:lnTo>
                <a:lnTo>
                  <a:pt x="4880877" y="1177976"/>
                </a:lnTo>
                <a:lnTo>
                  <a:pt x="4917575" y="1191979"/>
                </a:lnTo>
                <a:lnTo>
                  <a:pt x="4954274" y="1205158"/>
                </a:lnTo>
                <a:lnTo>
                  <a:pt x="4990972" y="1217501"/>
                </a:lnTo>
                <a:lnTo>
                  <a:pt x="5027670" y="1228999"/>
                </a:lnTo>
                <a:lnTo>
                  <a:pt x="5064369" y="1239644"/>
                </a:lnTo>
                <a:lnTo>
                  <a:pt x="5101067" y="1249428"/>
                </a:lnTo>
                <a:lnTo>
                  <a:pt x="5137765" y="1258343"/>
                </a:lnTo>
                <a:lnTo>
                  <a:pt x="5174464" y="1266384"/>
                </a:lnTo>
                <a:lnTo>
                  <a:pt x="5211162" y="1273545"/>
                </a:lnTo>
                <a:lnTo>
                  <a:pt x="5247860" y="1279821"/>
                </a:lnTo>
                <a:lnTo>
                  <a:pt x="5284559" y="1285208"/>
                </a:lnTo>
                <a:lnTo>
                  <a:pt x="5321257" y="1289702"/>
                </a:lnTo>
                <a:lnTo>
                  <a:pt x="5357955" y="1293302"/>
                </a:lnTo>
                <a:lnTo>
                  <a:pt x="5394654" y="1296003"/>
                </a:lnTo>
                <a:lnTo>
                  <a:pt x="5431352" y="1297805"/>
                </a:lnTo>
                <a:lnTo>
                  <a:pt x="5468050" y="1298706"/>
                </a:lnTo>
                <a:lnTo>
                  <a:pt x="5486400" y="1298818"/>
                </a:lnTo>
              </a:path>
            </a:pathLst>
          </a:custGeom>
          <a:noFill/>
          <a:ln w="22860">
            <a:solidFill>
              <a:srgbClr val="B4C7D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3-E20 polygon 25" descr="sci-ppt:o025"/>
          <p:cNvSpPr/>
          <p:nvPr/>
        </p:nvSpPr>
        <p:spPr>
          <a:xfrm>
            <a:off x="914400" y="3063239"/>
            <a:ext cx="5486400" cy="0"/>
          </a:xfrm>
          <a:custGeom>
            <a:avLst/>
            <a:gdLst/>
            <a:ahLst/>
            <a:cxnLst/>
            <a:rect l="l" t="t" r="r" b="b"/>
            <a:pathLst>
              <a:path w="5486400" h="0">
                <a:moveTo>
                  <a:pt x="0" y="0"/>
                </a:moveTo>
                <a:lnTo>
                  <a:pt x="36698" y="0"/>
                </a:lnTo>
                <a:lnTo>
                  <a:pt x="73396" y="0"/>
                </a:lnTo>
                <a:lnTo>
                  <a:pt x="110094" y="0"/>
                </a:lnTo>
                <a:lnTo>
                  <a:pt x="146793" y="0"/>
                </a:lnTo>
                <a:lnTo>
                  <a:pt x="183491" y="0"/>
                </a:lnTo>
                <a:lnTo>
                  <a:pt x="220189" y="0"/>
                </a:lnTo>
                <a:lnTo>
                  <a:pt x="256888" y="0"/>
                </a:lnTo>
                <a:lnTo>
                  <a:pt x="293586" y="0"/>
                </a:lnTo>
                <a:lnTo>
                  <a:pt x="330284" y="0"/>
                </a:lnTo>
                <a:lnTo>
                  <a:pt x="366983" y="0"/>
                </a:lnTo>
                <a:lnTo>
                  <a:pt x="403681" y="0"/>
                </a:lnTo>
                <a:lnTo>
                  <a:pt x="440379" y="0"/>
                </a:lnTo>
                <a:lnTo>
                  <a:pt x="477078" y="0"/>
                </a:lnTo>
                <a:lnTo>
                  <a:pt x="513776" y="0"/>
                </a:lnTo>
                <a:lnTo>
                  <a:pt x="550474" y="0"/>
                </a:lnTo>
                <a:lnTo>
                  <a:pt x="587173" y="0"/>
                </a:lnTo>
                <a:lnTo>
                  <a:pt x="623871" y="0"/>
                </a:lnTo>
                <a:lnTo>
                  <a:pt x="660569" y="0"/>
                </a:lnTo>
                <a:lnTo>
                  <a:pt x="697268" y="0"/>
                </a:lnTo>
                <a:lnTo>
                  <a:pt x="733966" y="0"/>
                </a:lnTo>
                <a:lnTo>
                  <a:pt x="770664" y="0"/>
                </a:lnTo>
                <a:lnTo>
                  <a:pt x="807363" y="0"/>
                </a:lnTo>
                <a:lnTo>
                  <a:pt x="844061" y="0"/>
                </a:lnTo>
                <a:lnTo>
                  <a:pt x="880759" y="0"/>
                </a:lnTo>
                <a:lnTo>
                  <a:pt x="917458" y="0"/>
                </a:lnTo>
                <a:lnTo>
                  <a:pt x="954156" y="0"/>
                </a:lnTo>
                <a:lnTo>
                  <a:pt x="990854" y="0"/>
                </a:lnTo>
                <a:lnTo>
                  <a:pt x="1027553" y="0"/>
                </a:lnTo>
                <a:lnTo>
                  <a:pt x="1064251" y="0"/>
                </a:lnTo>
                <a:lnTo>
                  <a:pt x="1100949" y="0"/>
                </a:lnTo>
                <a:lnTo>
                  <a:pt x="1137648" y="0"/>
                </a:lnTo>
                <a:lnTo>
                  <a:pt x="1174346" y="0"/>
                </a:lnTo>
                <a:lnTo>
                  <a:pt x="1211044" y="0"/>
                </a:lnTo>
                <a:lnTo>
                  <a:pt x="1247743" y="0"/>
                </a:lnTo>
                <a:lnTo>
                  <a:pt x="1284441" y="0"/>
                </a:lnTo>
                <a:lnTo>
                  <a:pt x="1321139" y="0"/>
                </a:lnTo>
                <a:lnTo>
                  <a:pt x="1357838" y="0"/>
                </a:lnTo>
                <a:lnTo>
                  <a:pt x="1394536" y="0"/>
                </a:lnTo>
                <a:lnTo>
                  <a:pt x="1431234" y="0"/>
                </a:lnTo>
                <a:lnTo>
                  <a:pt x="1467933" y="0"/>
                </a:lnTo>
                <a:lnTo>
                  <a:pt x="1504631" y="0"/>
                </a:lnTo>
                <a:lnTo>
                  <a:pt x="1541329" y="0"/>
                </a:lnTo>
                <a:lnTo>
                  <a:pt x="1578028" y="0"/>
                </a:lnTo>
                <a:lnTo>
                  <a:pt x="1614726" y="0"/>
                </a:lnTo>
                <a:lnTo>
                  <a:pt x="1651424" y="0"/>
                </a:lnTo>
                <a:lnTo>
                  <a:pt x="1688123" y="0"/>
                </a:lnTo>
                <a:lnTo>
                  <a:pt x="1724821" y="0"/>
                </a:lnTo>
                <a:lnTo>
                  <a:pt x="1761519" y="0"/>
                </a:lnTo>
                <a:lnTo>
                  <a:pt x="1798218" y="0"/>
                </a:lnTo>
                <a:lnTo>
                  <a:pt x="1834916" y="0"/>
                </a:lnTo>
                <a:lnTo>
                  <a:pt x="1871614" y="0"/>
                </a:lnTo>
                <a:lnTo>
                  <a:pt x="1908313" y="0"/>
                </a:lnTo>
                <a:lnTo>
                  <a:pt x="1945011" y="0"/>
                </a:lnTo>
                <a:lnTo>
                  <a:pt x="1981709" y="0"/>
                </a:lnTo>
                <a:lnTo>
                  <a:pt x="2018408" y="0"/>
                </a:lnTo>
                <a:lnTo>
                  <a:pt x="2055106" y="0"/>
                </a:lnTo>
                <a:lnTo>
                  <a:pt x="2091804" y="0"/>
                </a:lnTo>
                <a:lnTo>
                  <a:pt x="2128503" y="0"/>
                </a:lnTo>
                <a:lnTo>
                  <a:pt x="2165201" y="0"/>
                </a:lnTo>
                <a:lnTo>
                  <a:pt x="2201899" y="0"/>
                </a:lnTo>
                <a:lnTo>
                  <a:pt x="2238597" y="0"/>
                </a:lnTo>
                <a:lnTo>
                  <a:pt x="2275296" y="0"/>
                </a:lnTo>
                <a:lnTo>
                  <a:pt x="2311994" y="0"/>
                </a:lnTo>
                <a:lnTo>
                  <a:pt x="2348692" y="0"/>
                </a:lnTo>
                <a:lnTo>
                  <a:pt x="2385391" y="0"/>
                </a:lnTo>
                <a:lnTo>
                  <a:pt x="2422089" y="0"/>
                </a:lnTo>
                <a:lnTo>
                  <a:pt x="2458787" y="0"/>
                </a:lnTo>
                <a:lnTo>
                  <a:pt x="2495486" y="0"/>
                </a:lnTo>
                <a:lnTo>
                  <a:pt x="2532184" y="0"/>
                </a:lnTo>
                <a:lnTo>
                  <a:pt x="2568882" y="0"/>
                </a:lnTo>
                <a:lnTo>
                  <a:pt x="2605581" y="0"/>
                </a:lnTo>
                <a:lnTo>
                  <a:pt x="2642279" y="0"/>
                </a:lnTo>
                <a:lnTo>
                  <a:pt x="2678977" y="0"/>
                </a:lnTo>
                <a:lnTo>
                  <a:pt x="2715676" y="0"/>
                </a:lnTo>
                <a:lnTo>
                  <a:pt x="2752374" y="0"/>
                </a:lnTo>
                <a:lnTo>
                  <a:pt x="2789072" y="0"/>
                </a:lnTo>
                <a:lnTo>
                  <a:pt x="2825771" y="0"/>
                </a:lnTo>
                <a:lnTo>
                  <a:pt x="2862469" y="0"/>
                </a:lnTo>
                <a:lnTo>
                  <a:pt x="2899167" y="0"/>
                </a:lnTo>
                <a:lnTo>
                  <a:pt x="2935866" y="0"/>
                </a:lnTo>
                <a:lnTo>
                  <a:pt x="2972564" y="0"/>
                </a:lnTo>
                <a:lnTo>
                  <a:pt x="3009262" y="0"/>
                </a:lnTo>
                <a:lnTo>
                  <a:pt x="3045961" y="0"/>
                </a:lnTo>
                <a:lnTo>
                  <a:pt x="3082659" y="0"/>
                </a:lnTo>
                <a:lnTo>
                  <a:pt x="3119357" y="0"/>
                </a:lnTo>
                <a:lnTo>
                  <a:pt x="3156056" y="0"/>
                </a:lnTo>
                <a:lnTo>
                  <a:pt x="3192754" y="0"/>
                </a:lnTo>
                <a:lnTo>
                  <a:pt x="3229452" y="0"/>
                </a:lnTo>
                <a:lnTo>
                  <a:pt x="3266151" y="0"/>
                </a:lnTo>
                <a:lnTo>
                  <a:pt x="3302849" y="0"/>
                </a:lnTo>
                <a:lnTo>
                  <a:pt x="3339547" y="0"/>
                </a:lnTo>
                <a:lnTo>
                  <a:pt x="3376246" y="0"/>
                </a:lnTo>
                <a:lnTo>
                  <a:pt x="3412944" y="0"/>
                </a:lnTo>
                <a:lnTo>
                  <a:pt x="3449642" y="0"/>
                </a:lnTo>
                <a:lnTo>
                  <a:pt x="3486341" y="0"/>
                </a:lnTo>
                <a:lnTo>
                  <a:pt x="3523039" y="0"/>
                </a:lnTo>
                <a:lnTo>
                  <a:pt x="3559737" y="0"/>
                </a:lnTo>
                <a:lnTo>
                  <a:pt x="3596436" y="0"/>
                </a:lnTo>
                <a:lnTo>
                  <a:pt x="3633134" y="0"/>
                </a:lnTo>
                <a:lnTo>
                  <a:pt x="3669832" y="0"/>
                </a:lnTo>
                <a:lnTo>
                  <a:pt x="3706531" y="0"/>
                </a:lnTo>
                <a:lnTo>
                  <a:pt x="3743229" y="0"/>
                </a:lnTo>
                <a:lnTo>
                  <a:pt x="3779927" y="0"/>
                </a:lnTo>
                <a:lnTo>
                  <a:pt x="3816626" y="0"/>
                </a:lnTo>
                <a:lnTo>
                  <a:pt x="3853324" y="0"/>
                </a:lnTo>
                <a:lnTo>
                  <a:pt x="3890022" y="0"/>
                </a:lnTo>
                <a:lnTo>
                  <a:pt x="3926721" y="0"/>
                </a:lnTo>
                <a:lnTo>
                  <a:pt x="3963419" y="0"/>
                </a:lnTo>
                <a:lnTo>
                  <a:pt x="4000117" y="0"/>
                </a:lnTo>
                <a:lnTo>
                  <a:pt x="4036816" y="0"/>
                </a:lnTo>
                <a:lnTo>
                  <a:pt x="4073514" y="0"/>
                </a:lnTo>
                <a:lnTo>
                  <a:pt x="4110212" y="0"/>
                </a:lnTo>
                <a:lnTo>
                  <a:pt x="4146911" y="0"/>
                </a:lnTo>
                <a:lnTo>
                  <a:pt x="4183609" y="0"/>
                </a:lnTo>
                <a:lnTo>
                  <a:pt x="4220307" y="0"/>
                </a:lnTo>
                <a:lnTo>
                  <a:pt x="4257006" y="0"/>
                </a:lnTo>
                <a:lnTo>
                  <a:pt x="4293704" y="0"/>
                </a:lnTo>
                <a:lnTo>
                  <a:pt x="4330402" y="0"/>
                </a:lnTo>
                <a:lnTo>
                  <a:pt x="4367101" y="0"/>
                </a:lnTo>
                <a:lnTo>
                  <a:pt x="4403799" y="0"/>
                </a:lnTo>
                <a:lnTo>
                  <a:pt x="4440497" y="0"/>
                </a:lnTo>
                <a:lnTo>
                  <a:pt x="4477195" y="0"/>
                </a:lnTo>
                <a:lnTo>
                  <a:pt x="4513894" y="0"/>
                </a:lnTo>
                <a:lnTo>
                  <a:pt x="4550592" y="0"/>
                </a:lnTo>
                <a:lnTo>
                  <a:pt x="4587290" y="0"/>
                </a:lnTo>
                <a:lnTo>
                  <a:pt x="4623989" y="0"/>
                </a:lnTo>
                <a:lnTo>
                  <a:pt x="4660687" y="0"/>
                </a:lnTo>
                <a:lnTo>
                  <a:pt x="4697385" y="0"/>
                </a:lnTo>
                <a:lnTo>
                  <a:pt x="4734084" y="0"/>
                </a:lnTo>
                <a:lnTo>
                  <a:pt x="4770782" y="0"/>
                </a:lnTo>
                <a:lnTo>
                  <a:pt x="4807480" y="0"/>
                </a:lnTo>
                <a:lnTo>
                  <a:pt x="4844179" y="0"/>
                </a:lnTo>
                <a:lnTo>
                  <a:pt x="4880877" y="0"/>
                </a:lnTo>
                <a:lnTo>
                  <a:pt x="4917575" y="0"/>
                </a:lnTo>
                <a:lnTo>
                  <a:pt x="4954274" y="0"/>
                </a:lnTo>
                <a:lnTo>
                  <a:pt x="4990972" y="0"/>
                </a:lnTo>
                <a:lnTo>
                  <a:pt x="5027670" y="0"/>
                </a:lnTo>
                <a:lnTo>
                  <a:pt x="5064369" y="0"/>
                </a:lnTo>
                <a:lnTo>
                  <a:pt x="5101067" y="0"/>
                </a:lnTo>
                <a:lnTo>
                  <a:pt x="5137765" y="0"/>
                </a:lnTo>
                <a:lnTo>
                  <a:pt x="5174464" y="0"/>
                </a:lnTo>
                <a:lnTo>
                  <a:pt x="5211162" y="0"/>
                </a:lnTo>
                <a:lnTo>
                  <a:pt x="5247860" y="0"/>
                </a:lnTo>
                <a:lnTo>
                  <a:pt x="5284559" y="0"/>
                </a:lnTo>
                <a:lnTo>
                  <a:pt x="5321257" y="0"/>
                </a:lnTo>
                <a:lnTo>
                  <a:pt x="5357955" y="0"/>
                </a:lnTo>
                <a:lnTo>
                  <a:pt x="5394654" y="0"/>
                </a:lnTo>
                <a:lnTo>
                  <a:pt x="5431352" y="0"/>
                </a:lnTo>
                <a:lnTo>
                  <a:pt x="5468050" y="0"/>
                </a:lnTo>
                <a:lnTo>
                  <a:pt x="5486400" y="0"/>
                </a:lnTo>
              </a:path>
            </a:pathLst>
          </a:custGeom>
          <a:noFill/>
          <a:ln w="15240">
            <a:solidFill>
              <a:srgbClr val="2E475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3-E20 text 26" descr="sci-ppt:o026"/>
          <p:cNvSpPr txBox="1"/>
          <p:nvPr/>
        </p:nvSpPr>
        <p:spPr>
          <a:xfrm>
            <a:off x="1249508" y="1577339"/>
            <a:ext cx="493776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8EDBD4"/>
                </a:solidFill>
                <a:latin typeface="Arial"/>
              </a:rPr>
              <a:t>κ(z) of Eq. C3-E20 for a = a₀(1 + 0.12 cos kz), k a₀ = 0.7</a:t>
            </a:r>
          </a:p>
        </p:txBody>
      </p:sp>
      <p:sp>
        <p:nvSpPr>
          <p:cNvPr id="29" name="C3-E20 text 27" descr="sci-ppt:o027"/>
          <p:cNvSpPr txBox="1"/>
          <p:nvPr/>
        </p:nvSpPr>
        <p:spPr>
          <a:xfrm>
            <a:off x="3956390" y="4251959"/>
            <a:ext cx="201168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dashed: 1/a alone</a:t>
            </a:r>
          </a:p>
        </p:txBody>
      </p:sp>
      <p:sp>
        <p:nvSpPr>
          <p:cNvPr id="30" name="C3-E20 text 28" descr="sci-ppt:o028"/>
          <p:cNvSpPr txBox="1"/>
          <p:nvPr/>
        </p:nvSpPr>
        <p:spPr>
          <a:xfrm>
            <a:off x="914400" y="1005840"/>
            <a:ext cx="548640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Curvature varies along the jet and drives the flow</a:t>
            </a:r>
          </a:p>
        </p:txBody>
      </p:sp>
      <p:sp>
        <p:nvSpPr>
          <p:cNvPr id="31" name="C3-E20 round_rect 29" descr="sci-ppt:o029"/>
          <p:cNvSpPr/>
          <p:nvPr/>
        </p:nvSpPr>
        <p:spPr>
          <a:xfrm>
            <a:off x="6766560" y="914400"/>
            <a:ext cx="5074920" cy="21488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3-E20 text 30" descr="sci-ppt:o030"/>
          <p:cNvSpPr txBox="1"/>
          <p:nvPr/>
        </p:nvSpPr>
        <p:spPr>
          <a:xfrm>
            <a:off x="6876288" y="969264"/>
            <a:ext cx="485546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Why the factor is three</a:t>
            </a:r>
          </a:p>
        </p:txBody>
      </p:sp>
      <p:sp>
        <p:nvSpPr>
          <p:cNvPr id="33" name="C3-E20 text 31" descr="sci-ppt:o031"/>
          <p:cNvSpPr txBox="1"/>
          <p:nvPr/>
        </p:nvSpPr>
        <p:spPr>
          <a:xfrm>
            <a:off x="6903720" y="1371600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uᵣ = −(r/2) ∂_z v,   τ_zz = 2μ ∂_z v,   τᵣᵣ = −μ ∂_z v</a:t>
            </a:r>
          </a:p>
        </p:txBody>
      </p:sp>
      <p:sp>
        <p:nvSpPr>
          <p:cNvPr id="34" name="C3-E20 text 32" descr="sci-ppt:o032"/>
          <p:cNvSpPr txBox="1"/>
          <p:nvPr/>
        </p:nvSpPr>
        <p:spPr>
          <a:xfrm>
            <a:off x="6903720" y="1920240"/>
            <a:ext cx="48463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τ_zz − τᵣᵣ = 3μ ∂_z v:  extensional stress is three times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the shear-viscosity scale.</a:t>
            </a:r>
          </a:p>
        </p:txBody>
      </p:sp>
      <p:sp>
        <p:nvSpPr>
          <p:cNvPr id="35" name="C3-E20 text 33" descr="sci-ppt:o033"/>
          <p:cNvSpPr txBox="1"/>
          <p:nvPr/>
        </p:nvSpPr>
        <p:spPr>
          <a:xfrm>
            <a:off x="6858000" y="3264408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simple shear: μ</a:t>
            </a:r>
          </a:p>
        </p:txBody>
      </p:sp>
      <p:sp>
        <p:nvSpPr>
          <p:cNvPr id="36" name="C3-E20 rect 34" descr="sci-ppt:o034"/>
          <p:cNvSpPr/>
          <p:nvPr/>
        </p:nvSpPr>
        <p:spPr>
          <a:xfrm>
            <a:off x="9052560" y="3246120"/>
            <a:ext cx="471487" cy="36576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20 text 35" descr="sci-ppt:o035"/>
          <p:cNvSpPr txBox="1"/>
          <p:nvPr/>
        </p:nvSpPr>
        <p:spPr>
          <a:xfrm>
            <a:off x="9597199" y="3291839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1μ</a:t>
            </a:r>
          </a:p>
        </p:txBody>
      </p:sp>
      <p:sp>
        <p:nvSpPr>
          <p:cNvPr id="38" name="C3-E20 text 36" descr="sci-ppt:o036"/>
          <p:cNvSpPr txBox="1"/>
          <p:nvPr/>
        </p:nvSpPr>
        <p:spPr>
          <a:xfrm>
            <a:off x="6858000" y="3813048"/>
            <a:ext cx="2103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stretching: 3μ</a:t>
            </a:r>
          </a:p>
        </p:txBody>
      </p:sp>
      <p:sp>
        <p:nvSpPr>
          <p:cNvPr id="39" name="C3-E20 rect 37" descr="sci-ppt:o037"/>
          <p:cNvSpPr/>
          <p:nvPr/>
        </p:nvSpPr>
        <p:spPr>
          <a:xfrm>
            <a:off x="9052560" y="3794760"/>
            <a:ext cx="1414462" cy="36576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3-E20 text 38" descr="sci-ppt:o038"/>
          <p:cNvSpPr txBox="1"/>
          <p:nvPr/>
        </p:nvSpPr>
        <p:spPr>
          <a:xfrm>
            <a:off x="10540174" y="384048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3μ</a:t>
            </a:r>
          </a:p>
        </p:txBody>
      </p:sp>
      <p:sp>
        <p:nvSpPr>
          <p:cNvPr id="41" name="C3-E20 text 39" descr="sci-ppt:o039"/>
          <p:cNvSpPr txBox="1"/>
          <p:nvPr/>
        </p:nvSpPr>
        <p:spPr>
          <a:xfrm>
            <a:off x="6858000" y="4480560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∂ₜv + v∂_z v = −(σⱼ/ρ) ∂_z κ + [3μ/(ρA)] ∂_z(A ∂_z v)</a:t>
            </a:r>
          </a:p>
        </p:txBody>
      </p:sp>
      <p:sp>
        <p:nvSpPr>
          <p:cNvPr id="42" name="C3-E20 text 40" descr="sci-ppt:o040"/>
          <p:cNvSpPr txBox="1"/>
          <p:nvPr/>
        </p:nvSpPr>
        <p:spPr>
          <a:xfrm>
            <a:off x="914400" y="5486400"/>
            <a:ext cx="54864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Where the jet is thinner (a &lt; a₀ with k a₀ &lt; 1) κ is larger, so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pressure pushes liquid toward the thicker parts.</a:t>
            </a:r>
          </a:p>
        </p:txBody>
      </p:sp>
      <p:sp>
        <p:nvSpPr>
          <p:cNvPr id="43" name="C3-E20 text 41" descr="sci-ppt:o041"/>
          <p:cNvSpPr txBox="1"/>
          <p:nvPr/>
        </p:nvSpPr>
        <p:spPr>
          <a:xfrm>
            <a:off x="6858000" y="5074920"/>
            <a:ext cx="493776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slender axial momentum law keeps the full geometric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curvature.</a:t>
            </a:r>
          </a:p>
        </p:txBody>
      </p:sp>
      <p:sp>
        <p:nvSpPr>
          <p:cNvPr id="44" name="C3-E20 text 42" descr="sci-ppt:o04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Newtonian stress and slender momentum of Eq. C3-E20.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C3-E21 · Inviscid-cylinder instability derivation</a:t>
            </a:r>
          </a:p>
        </p:txBody>
      </p:sp>
      <p:cxnSp>
        <p:nvCxnSpPr>
          <p:cNvPr id="3" name="C3-E21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1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1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1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1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0.00</a:t>
            </a:r>
          </a:p>
        </p:txBody>
      </p:sp>
      <p:cxnSp>
        <p:nvCxnSpPr>
          <p:cNvPr id="8" name="C3-E21 line 6" descr="sci-ppt:o006"/>
          <p:cNvCxnSpPr/>
          <p:nvPr/>
        </p:nvCxnSpPr>
        <p:spPr>
          <a:xfrm>
            <a:off x="2377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1 line 7" descr="sci-ppt:o007"/>
          <p:cNvCxnSpPr/>
          <p:nvPr/>
        </p:nvCxnSpPr>
        <p:spPr>
          <a:xfrm>
            <a:off x="2377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1 text 8" descr="sci-ppt:o008"/>
          <p:cNvSpPr txBox="1"/>
          <p:nvPr/>
        </p:nvSpPr>
        <p:spPr>
          <a:xfrm>
            <a:off x="1920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11" name="C3-E21 line 9" descr="sci-ppt:o009"/>
          <p:cNvCxnSpPr/>
          <p:nvPr/>
        </p:nvCxnSpPr>
        <p:spPr>
          <a:xfrm>
            <a:off x="38404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1 line 10" descr="sci-ppt:o010"/>
          <p:cNvCxnSpPr/>
          <p:nvPr/>
        </p:nvCxnSpPr>
        <p:spPr>
          <a:xfrm>
            <a:off x="38404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1 text 11" descr="sci-ppt:o011"/>
          <p:cNvSpPr txBox="1"/>
          <p:nvPr/>
        </p:nvSpPr>
        <p:spPr>
          <a:xfrm>
            <a:off x="33832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14" name="C3-E21 line 12" descr="sci-ppt:o012"/>
          <p:cNvCxnSpPr/>
          <p:nvPr/>
        </p:nvCxnSpPr>
        <p:spPr>
          <a:xfrm>
            <a:off x="5303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1 line 13" descr="sci-ppt:o013"/>
          <p:cNvCxnSpPr/>
          <p:nvPr/>
        </p:nvCxnSpPr>
        <p:spPr>
          <a:xfrm>
            <a:off x="5303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1 text 14" descr="sci-ppt:o014"/>
          <p:cNvSpPr txBox="1"/>
          <p:nvPr/>
        </p:nvSpPr>
        <p:spPr>
          <a:xfrm>
            <a:off x="4846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17" name="C3-E21 line 15" descr="sci-ppt:o015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1 line 16" descr="sci-ppt:o016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1 text 17" descr="sci-ppt:o017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cxnSp>
        <p:nvCxnSpPr>
          <p:cNvPr id="20" name="C3-E21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1 line 19" descr="sci-ppt:o019"/>
          <p:cNvCxnSpPr/>
          <p:nvPr/>
        </p:nvCxnSpPr>
        <p:spPr>
          <a:xfrm>
            <a:off x="850392" y="41148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1 line 20" descr="sci-ppt:o020"/>
          <p:cNvCxnSpPr/>
          <p:nvPr/>
        </p:nvCxnSpPr>
        <p:spPr>
          <a:xfrm>
            <a:off x="914400" y="41148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1 text 21" descr="sci-ppt:o021"/>
          <p:cNvSpPr txBox="1"/>
          <p:nvPr/>
        </p:nvSpPr>
        <p:spPr>
          <a:xfrm>
            <a:off x="45720" y="40325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4" name="C3-E21 line 22" descr="sci-ppt:o022"/>
          <p:cNvCxnSpPr/>
          <p:nvPr/>
        </p:nvCxnSpPr>
        <p:spPr>
          <a:xfrm>
            <a:off x="850392" y="32004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1 line 23" descr="sci-ppt:o023"/>
          <p:cNvCxnSpPr/>
          <p:nvPr/>
        </p:nvCxnSpPr>
        <p:spPr>
          <a:xfrm>
            <a:off x="914400" y="32004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1 text 24" descr="sci-ppt:o024"/>
          <p:cNvSpPr txBox="1"/>
          <p:nvPr/>
        </p:nvSpPr>
        <p:spPr>
          <a:xfrm>
            <a:off x="45720" y="31181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7" name="C3-E21 line 25" descr="sci-ppt:o025"/>
          <p:cNvCxnSpPr/>
          <p:nvPr/>
        </p:nvCxnSpPr>
        <p:spPr>
          <a:xfrm>
            <a:off x="850392" y="22860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21 line 26" descr="sci-ppt:o026"/>
          <p:cNvCxnSpPr/>
          <p:nvPr/>
        </p:nvCxnSpPr>
        <p:spPr>
          <a:xfrm>
            <a:off x="914400" y="22860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21 text 27" descr="sci-ppt:o027"/>
          <p:cNvSpPr txBox="1"/>
          <p:nvPr/>
        </p:nvSpPr>
        <p:spPr>
          <a:xfrm>
            <a:off x="45720" y="22037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0.3</a:t>
            </a:r>
          </a:p>
        </p:txBody>
      </p:sp>
      <p:cxnSp>
        <p:nvCxnSpPr>
          <p:cNvPr id="30" name="C3-E21 line 28" descr="sci-ppt:o028"/>
          <p:cNvCxnSpPr/>
          <p:nvPr/>
        </p:nvCxnSpPr>
        <p:spPr>
          <a:xfrm>
            <a:off x="8503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21 line 29" descr="sci-ppt:o029"/>
          <p:cNvCxnSpPr/>
          <p:nvPr/>
        </p:nvCxnSpPr>
        <p:spPr>
          <a:xfrm>
            <a:off x="914400" y="137160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21 text 30" descr="sci-ppt:o030"/>
          <p:cNvSpPr txBox="1"/>
          <p:nvPr/>
        </p:nvSpPr>
        <p:spPr>
          <a:xfrm>
            <a:off x="457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sp>
        <p:nvSpPr>
          <p:cNvPr id="33" name="C3-E21 text 31" descr="sci-ppt:o031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dimensionless wavenumber q = k a₀</a:t>
            </a:r>
          </a:p>
        </p:txBody>
      </p:sp>
      <p:sp>
        <p:nvSpPr>
          <p:cNvPr id="34" name="C3-E21 text 32" descr="sci-ppt:o032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growth rate g t_σ</a:t>
            </a:r>
          </a:p>
        </p:txBody>
      </p:sp>
      <p:sp>
        <p:nvSpPr>
          <p:cNvPr id="35" name="C3-E21 polygon 33" descr="sci-ppt:o033"/>
          <p:cNvSpPr/>
          <p:nvPr/>
        </p:nvSpPr>
        <p:spPr>
          <a:xfrm>
            <a:off x="914400" y="1889832"/>
            <a:ext cx="5852160" cy="3139368"/>
          </a:xfrm>
          <a:custGeom>
            <a:avLst/>
            <a:gdLst/>
            <a:ahLst/>
            <a:cxnLst/>
            <a:rect l="l" t="t" r="r" b="b"/>
            <a:pathLst>
              <a:path w="5852160" h="3139368">
                <a:moveTo>
                  <a:pt x="0" y="3139368"/>
                </a:moveTo>
                <a:lnTo>
                  <a:pt x="40975" y="3094097"/>
                </a:lnTo>
                <a:lnTo>
                  <a:pt x="81950" y="3048834"/>
                </a:lnTo>
                <a:lnTo>
                  <a:pt x="122926" y="3003586"/>
                </a:lnTo>
                <a:lnTo>
                  <a:pt x="163901" y="2958360"/>
                </a:lnTo>
                <a:lnTo>
                  <a:pt x="204876" y="2913165"/>
                </a:lnTo>
                <a:lnTo>
                  <a:pt x="245852" y="2868006"/>
                </a:lnTo>
                <a:lnTo>
                  <a:pt x="286827" y="2822893"/>
                </a:lnTo>
                <a:lnTo>
                  <a:pt x="327802" y="2777833"/>
                </a:lnTo>
                <a:lnTo>
                  <a:pt x="368778" y="2732832"/>
                </a:lnTo>
                <a:lnTo>
                  <a:pt x="409753" y="2687899"/>
                </a:lnTo>
                <a:lnTo>
                  <a:pt x="450729" y="2643041"/>
                </a:lnTo>
                <a:lnTo>
                  <a:pt x="491704" y="2598265"/>
                </a:lnTo>
                <a:lnTo>
                  <a:pt x="532679" y="2553580"/>
                </a:lnTo>
                <a:lnTo>
                  <a:pt x="573655" y="2508993"/>
                </a:lnTo>
                <a:lnTo>
                  <a:pt x="614630" y="2464511"/>
                </a:lnTo>
                <a:lnTo>
                  <a:pt x="655605" y="2420142"/>
                </a:lnTo>
                <a:lnTo>
                  <a:pt x="696581" y="2375894"/>
                </a:lnTo>
                <a:lnTo>
                  <a:pt x="737556" y="2331774"/>
                </a:lnTo>
                <a:lnTo>
                  <a:pt x="778531" y="2287789"/>
                </a:lnTo>
                <a:lnTo>
                  <a:pt x="819507" y="2243949"/>
                </a:lnTo>
                <a:lnTo>
                  <a:pt x="860482" y="2200260"/>
                </a:lnTo>
                <a:lnTo>
                  <a:pt x="901458" y="2156730"/>
                </a:lnTo>
                <a:lnTo>
                  <a:pt x="942433" y="2113366"/>
                </a:lnTo>
                <a:lnTo>
                  <a:pt x="983408" y="2070178"/>
                </a:lnTo>
                <a:lnTo>
                  <a:pt x="1024384" y="2027172"/>
                </a:lnTo>
                <a:lnTo>
                  <a:pt x="1065359" y="1984356"/>
                </a:lnTo>
                <a:lnTo>
                  <a:pt x="1106334" y="1941738"/>
                </a:lnTo>
                <a:lnTo>
                  <a:pt x="1147310" y="1899326"/>
                </a:lnTo>
                <a:lnTo>
                  <a:pt x="1188285" y="1857129"/>
                </a:lnTo>
                <a:lnTo>
                  <a:pt x="1229260" y="1815154"/>
                </a:lnTo>
                <a:lnTo>
                  <a:pt x="1270236" y="1773408"/>
                </a:lnTo>
                <a:lnTo>
                  <a:pt x="1311211" y="1731901"/>
                </a:lnTo>
                <a:lnTo>
                  <a:pt x="1352187" y="1690640"/>
                </a:lnTo>
                <a:lnTo>
                  <a:pt x="1393162" y="1649633"/>
                </a:lnTo>
                <a:lnTo>
                  <a:pt x="1434137" y="1608889"/>
                </a:lnTo>
                <a:lnTo>
                  <a:pt x="1475113" y="1568416"/>
                </a:lnTo>
                <a:lnTo>
                  <a:pt x="1516088" y="1528222"/>
                </a:lnTo>
                <a:lnTo>
                  <a:pt x="1557063" y="1488316"/>
                </a:lnTo>
                <a:lnTo>
                  <a:pt x="1598039" y="1448706"/>
                </a:lnTo>
                <a:lnTo>
                  <a:pt x="1639014" y="1409400"/>
                </a:lnTo>
                <a:lnTo>
                  <a:pt x="1679989" y="1370407"/>
                </a:lnTo>
                <a:lnTo>
                  <a:pt x="1720965" y="1331736"/>
                </a:lnTo>
                <a:lnTo>
                  <a:pt x="1761940" y="1293395"/>
                </a:lnTo>
                <a:lnTo>
                  <a:pt x="1802916" y="1255393"/>
                </a:lnTo>
                <a:lnTo>
                  <a:pt x="1843891" y="1217739"/>
                </a:lnTo>
                <a:lnTo>
                  <a:pt x="1884866" y="1180442"/>
                </a:lnTo>
                <a:lnTo>
                  <a:pt x="1925842" y="1143510"/>
                </a:lnTo>
                <a:lnTo>
                  <a:pt x="1966817" y="1106953"/>
                </a:lnTo>
                <a:lnTo>
                  <a:pt x="2007792" y="1070781"/>
                </a:lnTo>
                <a:lnTo>
                  <a:pt x="2048768" y="1035001"/>
                </a:lnTo>
                <a:lnTo>
                  <a:pt x="2089743" y="999624"/>
                </a:lnTo>
                <a:lnTo>
                  <a:pt x="2130718" y="964659"/>
                </a:lnTo>
                <a:lnTo>
                  <a:pt x="2171694" y="930116"/>
                </a:lnTo>
                <a:lnTo>
                  <a:pt x="2212669" y="896003"/>
                </a:lnTo>
                <a:lnTo>
                  <a:pt x="2253645" y="862332"/>
                </a:lnTo>
                <a:lnTo>
                  <a:pt x="2294620" y="829112"/>
                </a:lnTo>
                <a:lnTo>
                  <a:pt x="2335595" y="796352"/>
                </a:lnTo>
                <a:lnTo>
                  <a:pt x="2376571" y="764064"/>
                </a:lnTo>
                <a:lnTo>
                  <a:pt x="2417546" y="732256"/>
                </a:lnTo>
                <a:lnTo>
                  <a:pt x="2458521" y="700941"/>
                </a:lnTo>
                <a:lnTo>
                  <a:pt x="2499497" y="670128"/>
                </a:lnTo>
                <a:lnTo>
                  <a:pt x="2540472" y="639828"/>
                </a:lnTo>
                <a:lnTo>
                  <a:pt x="2581447" y="610052"/>
                </a:lnTo>
                <a:lnTo>
                  <a:pt x="2622423" y="580811"/>
                </a:lnTo>
                <a:lnTo>
                  <a:pt x="2663398" y="552116"/>
                </a:lnTo>
                <a:lnTo>
                  <a:pt x="2704374" y="523979"/>
                </a:lnTo>
                <a:lnTo>
                  <a:pt x="2745349" y="496411"/>
                </a:lnTo>
                <a:lnTo>
                  <a:pt x="2786324" y="469425"/>
                </a:lnTo>
                <a:lnTo>
                  <a:pt x="2827300" y="443032"/>
                </a:lnTo>
                <a:lnTo>
                  <a:pt x="2868275" y="417244"/>
                </a:lnTo>
                <a:lnTo>
                  <a:pt x="2909250" y="392075"/>
                </a:lnTo>
                <a:lnTo>
                  <a:pt x="2950226" y="367536"/>
                </a:lnTo>
                <a:lnTo>
                  <a:pt x="2991201" y="343641"/>
                </a:lnTo>
                <a:lnTo>
                  <a:pt x="3032176" y="320404"/>
                </a:lnTo>
                <a:lnTo>
                  <a:pt x="3073152" y="297838"/>
                </a:lnTo>
                <a:lnTo>
                  <a:pt x="3114127" y="275956"/>
                </a:lnTo>
                <a:lnTo>
                  <a:pt x="3155103" y="254773"/>
                </a:lnTo>
                <a:lnTo>
                  <a:pt x="3196078" y="234304"/>
                </a:lnTo>
                <a:lnTo>
                  <a:pt x="3237053" y="214564"/>
                </a:lnTo>
                <a:lnTo>
                  <a:pt x="3278029" y="195568"/>
                </a:lnTo>
                <a:lnTo>
                  <a:pt x="3319004" y="177331"/>
                </a:lnTo>
                <a:lnTo>
                  <a:pt x="3359979" y="159870"/>
                </a:lnTo>
                <a:lnTo>
                  <a:pt x="3400955" y="143202"/>
                </a:lnTo>
                <a:lnTo>
                  <a:pt x="3441930" y="127343"/>
                </a:lnTo>
                <a:lnTo>
                  <a:pt x="3482905" y="112311"/>
                </a:lnTo>
                <a:lnTo>
                  <a:pt x="3523881" y="98124"/>
                </a:lnTo>
                <a:lnTo>
                  <a:pt x="3564856" y="84801"/>
                </a:lnTo>
                <a:lnTo>
                  <a:pt x="3605832" y="72362"/>
                </a:lnTo>
                <a:lnTo>
                  <a:pt x="3646807" y="60825"/>
                </a:lnTo>
                <a:lnTo>
                  <a:pt x="3687782" y="50212"/>
                </a:lnTo>
                <a:lnTo>
                  <a:pt x="3728758" y="40544"/>
                </a:lnTo>
                <a:lnTo>
                  <a:pt x="3769733" y="31843"/>
                </a:lnTo>
                <a:lnTo>
                  <a:pt x="3810708" y="24132"/>
                </a:lnTo>
                <a:lnTo>
                  <a:pt x="3851684" y="17435"/>
                </a:lnTo>
                <a:lnTo>
                  <a:pt x="3892659" y="11777"/>
                </a:lnTo>
                <a:lnTo>
                  <a:pt x="3933634" y="7182"/>
                </a:lnTo>
                <a:lnTo>
                  <a:pt x="3974610" y="3679"/>
                </a:lnTo>
                <a:lnTo>
                  <a:pt x="4015585" y="1294"/>
                </a:lnTo>
                <a:lnTo>
                  <a:pt x="4056561" y="58"/>
                </a:lnTo>
                <a:lnTo>
                  <a:pt x="4097536" y="0"/>
                </a:lnTo>
                <a:lnTo>
                  <a:pt x="4138511" y="1154"/>
                </a:lnTo>
                <a:lnTo>
                  <a:pt x="4179487" y="3551"/>
                </a:lnTo>
                <a:lnTo>
                  <a:pt x="4220462" y="7229"/>
                </a:lnTo>
                <a:lnTo>
                  <a:pt x="4261437" y="12223"/>
                </a:lnTo>
                <a:lnTo>
                  <a:pt x="4302413" y="18573"/>
                </a:lnTo>
                <a:lnTo>
                  <a:pt x="4343388" y="26320"/>
                </a:lnTo>
                <a:lnTo>
                  <a:pt x="4384363" y="35508"/>
                </a:lnTo>
                <a:lnTo>
                  <a:pt x="4425339" y="46183"/>
                </a:lnTo>
                <a:lnTo>
                  <a:pt x="4466314" y="58395"/>
                </a:lnTo>
                <a:lnTo>
                  <a:pt x="4507290" y="72196"/>
                </a:lnTo>
                <a:lnTo>
                  <a:pt x="4548265" y="87642"/>
                </a:lnTo>
                <a:lnTo>
                  <a:pt x="4589240" y="104792"/>
                </a:lnTo>
                <a:lnTo>
                  <a:pt x="4630216" y="123710"/>
                </a:lnTo>
                <a:lnTo>
                  <a:pt x="4671191" y="144466"/>
                </a:lnTo>
                <a:lnTo>
                  <a:pt x="4712166" y="167133"/>
                </a:lnTo>
                <a:lnTo>
                  <a:pt x="4753142" y="191792"/>
                </a:lnTo>
                <a:lnTo>
                  <a:pt x="4794117" y="218529"/>
                </a:lnTo>
                <a:lnTo>
                  <a:pt x="4835092" y="247440"/>
                </a:lnTo>
                <a:lnTo>
                  <a:pt x="4876068" y="278627"/>
                </a:lnTo>
                <a:lnTo>
                  <a:pt x="4917043" y="312203"/>
                </a:lnTo>
                <a:lnTo>
                  <a:pt x="4958019" y="348294"/>
                </a:lnTo>
                <a:lnTo>
                  <a:pt x="4998994" y="387038"/>
                </a:lnTo>
                <a:lnTo>
                  <a:pt x="5039969" y="428588"/>
                </a:lnTo>
                <a:lnTo>
                  <a:pt x="5080945" y="473116"/>
                </a:lnTo>
                <a:lnTo>
                  <a:pt x="5121920" y="520815"/>
                </a:lnTo>
                <a:lnTo>
                  <a:pt x="5162895" y="571905"/>
                </a:lnTo>
                <a:lnTo>
                  <a:pt x="5203871" y="626635"/>
                </a:lnTo>
                <a:lnTo>
                  <a:pt x="5244846" y="685293"/>
                </a:lnTo>
                <a:lnTo>
                  <a:pt x="5285821" y="748215"/>
                </a:lnTo>
                <a:lnTo>
                  <a:pt x="5326797" y="815794"/>
                </a:lnTo>
                <a:lnTo>
                  <a:pt x="5367772" y="888497"/>
                </a:lnTo>
                <a:lnTo>
                  <a:pt x="5408748" y="966890"/>
                </a:lnTo>
                <a:lnTo>
                  <a:pt x="5449723" y="1051665"/>
                </a:lnTo>
                <a:lnTo>
                  <a:pt x="5490698" y="1143692"/>
                </a:lnTo>
                <a:lnTo>
                  <a:pt x="5531674" y="1244084"/>
                </a:lnTo>
                <a:lnTo>
                  <a:pt x="5572649" y="1354314"/>
                </a:lnTo>
                <a:lnTo>
                  <a:pt x="5613624" y="1476402"/>
                </a:lnTo>
                <a:lnTo>
                  <a:pt x="5654600" y="1613265"/>
                </a:lnTo>
                <a:lnTo>
                  <a:pt x="5695575" y="1769404"/>
                </a:lnTo>
                <a:lnTo>
                  <a:pt x="5736550" y="1952494"/>
                </a:lnTo>
                <a:lnTo>
                  <a:pt x="5777526" y="2177925"/>
                </a:lnTo>
                <a:lnTo>
                  <a:pt x="5818501" y="2488454"/>
                </a:lnTo>
                <a:lnTo>
                  <a:pt x="5852160" y="3139368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21 polygon 34" descr="sci-ppt:o034"/>
          <p:cNvSpPr/>
          <p:nvPr/>
        </p:nvSpPr>
        <p:spPr>
          <a:xfrm>
            <a:off x="914400" y="1889711"/>
            <a:ext cx="5852160" cy="3139489"/>
          </a:xfrm>
          <a:custGeom>
            <a:avLst/>
            <a:gdLst/>
            <a:ahLst/>
            <a:cxnLst/>
            <a:rect l="l" t="t" r="r" b="b"/>
            <a:pathLst>
              <a:path w="5852160" h="3139489">
                <a:moveTo>
                  <a:pt x="0" y="3139489"/>
                </a:moveTo>
                <a:lnTo>
                  <a:pt x="1463" y="3137872"/>
                </a:lnTo>
                <a:lnTo>
                  <a:pt x="2926" y="3136255"/>
                </a:lnTo>
                <a:lnTo>
                  <a:pt x="4390" y="3134638"/>
                </a:lnTo>
                <a:lnTo>
                  <a:pt x="5853" y="3133021"/>
                </a:lnTo>
                <a:lnTo>
                  <a:pt x="7317" y="3131404"/>
                </a:lnTo>
                <a:lnTo>
                  <a:pt x="8780" y="3129787"/>
                </a:lnTo>
                <a:lnTo>
                  <a:pt x="10243" y="3128171"/>
                </a:lnTo>
                <a:lnTo>
                  <a:pt x="11707" y="3126554"/>
                </a:lnTo>
                <a:lnTo>
                  <a:pt x="13170" y="3124937"/>
                </a:lnTo>
                <a:lnTo>
                  <a:pt x="14634" y="3123320"/>
                </a:lnTo>
                <a:lnTo>
                  <a:pt x="16097" y="3121703"/>
                </a:lnTo>
                <a:lnTo>
                  <a:pt x="17560" y="3120086"/>
                </a:lnTo>
                <a:lnTo>
                  <a:pt x="19024" y="3118470"/>
                </a:lnTo>
                <a:lnTo>
                  <a:pt x="20487" y="3116853"/>
                </a:lnTo>
                <a:lnTo>
                  <a:pt x="21951" y="3115236"/>
                </a:lnTo>
                <a:lnTo>
                  <a:pt x="23414" y="3113619"/>
                </a:lnTo>
                <a:lnTo>
                  <a:pt x="24877" y="3112002"/>
                </a:lnTo>
                <a:lnTo>
                  <a:pt x="26341" y="3110386"/>
                </a:lnTo>
                <a:lnTo>
                  <a:pt x="27804" y="3108769"/>
                </a:lnTo>
                <a:lnTo>
                  <a:pt x="29268" y="3107152"/>
                </a:lnTo>
                <a:lnTo>
                  <a:pt x="30731" y="3105535"/>
                </a:lnTo>
                <a:lnTo>
                  <a:pt x="32194" y="3103918"/>
                </a:lnTo>
                <a:lnTo>
                  <a:pt x="33658" y="3102302"/>
                </a:lnTo>
                <a:lnTo>
                  <a:pt x="35121" y="3100685"/>
                </a:lnTo>
                <a:lnTo>
                  <a:pt x="36585" y="3099068"/>
                </a:lnTo>
                <a:lnTo>
                  <a:pt x="38048" y="3097451"/>
                </a:lnTo>
                <a:lnTo>
                  <a:pt x="39511" y="3095835"/>
                </a:lnTo>
                <a:lnTo>
                  <a:pt x="40975" y="3094218"/>
                </a:lnTo>
                <a:lnTo>
                  <a:pt x="42438" y="3092601"/>
                </a:lnTo>
                <a:lnTo>
                  <a:pt x="43902" y="3090985"/>
                </a:lnTo>
                <a:lnTo>
                  <a:pt x="45365" y="3089368"/>
                </a:lnTo>
                <a:lnTo>
                  <a:pt x="46828" y="3087751"/>
                </a:lnTo>
                <a:lnTo>
                  <a:pt x="48292" y="3086134"/>
                </a:lnTo>
                <a:lnTo>
                  <a:pt x="49755" y="3084518"/>
                </a:lnTo>
                <a:lnTo>
                  <a:pt x="51219" y="3082901"/>
                </a:lnTo>
                <a:lnTo>
                  <a:pt x="52682" y="3081285"/>
                </a:lnTo>
                <a:lnTo>
                  <a:pt x="54146" y="3079668"/>
                </a:lnTo>
                <a:lnTo>
                  <a:pt x="55609" y="3078051"/>
                </a:lnTo>
                <a:lnTo>
                  <a:pt x="57072" y="3076435"/>
                </a:lnTo>
                <a:lnTo>
                  <a:pt x="58536" y="3074818"/>
                </a:lnTo>
                <a:lnTo>
                  <a:pt x="59999" y="3073202"/>
                </a:lnTo>
                <a:lnTo>
                  <a:pt x="61463" y="3071585"/>
                </a:lnTo>
                <a:lnTo>
                  <a:pt x="62926" y="3069968"/>
                </a:lnTo>
                <a:lnTo>
                  <a:pt x="64389" y="3068352"/>
                </a:lnTo>
                <a:lnTo>
                  <a:pt x="65853" y="3066735"/>
                </a:lnTo>
                <a:lnTo>
                  <a:pt x="67316" y="3065119"/>
                </a:lnTo>
                <a:lnTo>
                  <a:pt x="68780" y="3063502"/>
                </a:lnTo>
                <a:lnTo>
                  <a:pt x="70243" y="3061886"/>
                </a:lnTo>
                <a:lnTo>
                  <a:pt x="71706" y="3060270"/>
                </a:lnTo>
                <a:lnTo>
                  <a:pt x="73170" y="3058653"/>
                </a:lnTo>
                <a:lnTo>
                  <a:pt x="74633" y="3057037"/>
                </a:lnTo>
                <a:lnTo>
                  <a:pt x="76097" y="3055420"/>
                </a:lnTo>
                <a:lnTo>
                  <a:pt x="77560" y="3053804"/>
                </a:lnTo>
                <a:lnTo>
                  <a:pt x="79023" y="3052188"/>
                </a:lnTo>
                <a:lnTo>
                  <a:pt x="80487" y="3050571"/>
                </a:lnTo>
                <a:lnTo>
                  <a:pt x="81950" y="3048955"/>
                </a:lnTo>
                <a:lnTo>
                  <a:pt x="83414" y="3047339"/>
                </a:lnTo>
                <a:lnTo>
                  <a:pt x="84877" y="3045722"/>
                </a:lnTo>
                <a:lnTo>
                  <a:pt x="86340" y="3044106"/>
                </a:lnTo>
                <a:lnTo>
                  <a:pt x="87804" y="3042490"/>
                </a:lnTo>
                <a:lnTo>
                  <a:pt x="89267" y="3040874"/>
                </a:lnTo>
                <a:lnTo>
                  <a:pt x="90731" y="3039257"/>
                </a:lnTo>
                <a:lnTo>
                  <a:pt x="92194" y="3037641"/>
                </a:lnTo>
                <a:lnTo>
                  <a:pt x="93657" y="3036025"/>
                </a:lnTo>
                <a:lnTo>
                  <a:pt x="95121" y="3034409"/>
                </a:lnTo>
                <a:lnTo>
                  <a:pt x="96584" y="3032793"/>
                </a:lnTo>
                <a:lnTo>
                  <a:pt x="98048" y="3031177"/>
                </a:lnTo>
                <a:lnTo>
                  <a:pt x="99511" y="3029561"/>
                </a:lnTo>
                <a:lnTo>
                  <a:pt x="100975" y="3027945"/>
                </a:lnTo>
                <a:lnTo>
                  <a:pt x="102438" y="3026328"/>
                </a:lnTo>
                <a:lnTo>
                  <a:pt x="103901" y="3024712"/>
                </a:lnTo>
                <a:lnTo>
                  <a:pt x="105365" y="3023097"/>
                </a:lnTo>
                <a:lnTo>
                  <a:pt x="106828" y="3021481"/>
                </a:lnTo>
                <a:lnTo>
                  <a:pt x="108292" y="3019865"/>
                </a:lnTo>
                <a:lnTo>
                  <a:pt x="109755" y="3018249"/>
                </a:lnTo>
                <a:lnTo>
                  <a:pt x="111218" y="3016633"/>
                </a:lnTo>
                <a:lnTo>
                  <a:pt x="112682" y="3015017"/>
                </a:lnTo>
                <a:lnTo>
                  <a:pt x="114145" y="3013401"/>
                </a:lnTo>
                <a:lnTo>
                  <a:pt x="115609" y="3011785"/>
                </a:lnTo>
                <a:lnTo>
                  <a:pt x="117072" y="3010170"/>
                </a:lnTo>
                <a:lnTo>
                  <a:pt x="118535" y="3008554"/>
                </a:lnTo>
                <a:lnTo>
                  <a:pt x="119999" y="3006938"/>
                </a:lnTo>
                <a:lnTo>
                  <a:pt x="121462" y="3005322"/>
                </a:lnTo>
                <a:lnTo>
                  <a:pt x="122926" y="3003707"/>
                </a:lnTo>
                <a:lnTo>
                  <a:pt x="124389" y="3002091"/>
                </a:lnTo>
                <a:lnTo>
                  <a:pt x="125852" y="3000476"/>
                </a:lnTo>
                <a:lnTo>
                  <a:pt x="127316" y="2998860"/>
                </a:lnTo>
                <a:lnTo>
                  <a:pt x="128779" y="2997244"/>
                </a:lnTo>
                <a:lnTo>
                  <a:pt x="130243" y="2995629"/>
                </a:lnTo>
                <a:lnTo>
                  <a:pt x="131706" y="2994013"/>
                </a:lnTo>
                <a:lnTo>
                  <a:pt x="133169" y="2992398"/>
                </a:lnTo>
                <a:lnTo>
                  <a:pt x="134633" y="2990783"/>
                </a:lnTo>
                <a:lnTo>
                  <a:pt x="136096" y="2989167"/>
                </a:lnTo>
                <a:lnTo>
                  <a:pt x="137560" y="2987552"/>
                </a:lnTo>
                <a:lnTo>
                  <a:pt x="139023" y="2985936"/>
                </a:lnTo>
                <a:lnTo>
                  <a:pt x="140486" y="2984321"/>
                </a:lnTo>
                <a:lnTo>
                  <a:pt x="141950" y="2982706"/>
                </a:lnTo>
                <a:lnTo>
                  <a:pt x="143413" y="2981091"/>
                </a:lnTo>
                <a:lnTo>
                  <a:pt x="144877" y="2979476"/>
                </a:lnTo>
                <a:lnTo>
                  <a:pt x="146340" y="2977860"/>
                </a:lnTo>
                <a:lnTo>
                  <a:pt x="147803" y="2976245"/>
                </a:lnTo>
                <a:lnTo>
                  <a:pt x="149267" y="2974630"/>
                </a:lnTo>
                <a:lnTo>
                  <a:pt x="150730" y="2973015"/>
                </a:lnTo>
                <a:lnTo>
                  <a:pt x="152194" y="2971400"/>
                </a:lnTo>
                <a:lnTo>
                  <a:pt x="153657" y="2969785"/>
                </a:lnTo>
                <a:lnTo>
                  <a:pt x="155121" y="2968170"/>
                </a:lnTo>
                <a:lnTo>
                  <a:pt x="156584" y="2966555"/>
                </a:lnTo>
                <a:lnTo>
                  <a:pt x="158047" y="2964940"/>
                </a:lnTo>
                <a:lnTo>
                  <a:pt x="159511" y="2963325"/>
                </a:lnTo>
                <a:lnTo>
                  <a:pt x="160974" y="2961711"/>
                </a:lnTo>
                <a:lnTo>
                  <a:pt x="162438" y="2960096"/>
                </a:lnTo>
                <a:lnTo>
                  <a:pt x="163901" y="2958481"/>
                </a:lnTo>
                <a:lnTo>
                  <a:pt x="165364" y="2956866"/>
                </a:lnTo>
                <a:lnTo>
                  <a:pt x="166828" y="2955252"/>
                </a:lnTo>
                <a:lnTo>
                  <a:pt x="168291" y="2953637"/>
                </a:lnTo>
                <a:lnTo>
                  <a:pt x="169755" y="2952023"/>
                </a:lnTo>
                <a:lnTo>
                  <a:pt x="171218" y="2950408"/>
                </a:lnTo>
                <a:lnTo>
                  <a:pt x="172681" y="2948794"/>
                </a:lnTo>
                <a:lnTo>
                  <a:pt x="174145" y="2947179"/>
                </a:lnTo>
                <a:lnTo>
                  <a:pt x="175608" y="2945565"/>
                </a:lnTo>
                <a:lnTo>
                  <a:pt x="177072" y="2943950"/>
                </a:lnTo>
                <a:lnTo>
                  <a:pt x="178535" y="2942336"/>
                </a:lnTo>
                <a:lnTo>
                  <a:pt x="179998" y="2940722"/>
                </a:lnTo>
                <a:lnTo>
                  <a:pt x="181462" y="2939108"/>
                </a:lnTo>
                <a:lnTo>
                  <a:pt x="182925" y="2937493"/>
                </a:lnTo>
                <a:lnTo>
                  <a:pt x="184389" y="2935879"/>
                </a:lnTo>
                <a:lnTo>
                  <a:pt x="185852" y="2934265"/>
                </a:lnTo>
                <a:lnTo>
                  <a:pt x="187315" y="2932651"/>
                </a:lnTo>
                <a:lnTo>
                  <a:pt x="188779" y="2931037"/>
                </a:lnTo>
                <a:lnTo>
                  <a:pt x="190242" y="2929423"/>
                </a:lnTo>
                <a:lnTo>
                  <a:pt x="191706" y="2927809"/>
                </a:lnTo>
                <a:lnTo>
                  <a:pt x="193169" y="2926195"/>
                </a:lnTo>
                <a:lnTo>
                  <a:pt x="194632" y="2924581"/>
                </a:lnTo>
                <a:lnTo>
                  <a:pt x="196096" y="2922967"/>
                </a:lnTo>
                <a:lnTo>
                  <a:pt x="197559" y="2921354"/>
                </a:lnTo>
                <a:lnTo>
                  <a:pt x="199023" y="2919740"/>
                </a:lnTo>
                <a:lnTo>
                  <a:pt x="200486" y="2918126"/>
                </a:lnTo>
                <a:lnTo>
                  <a:pt x="201950" y="2916513"/>
                </a:lnTo>
                <a:lnTo>
                  <a:pt x="203413" y="2914899"/>
                </a:lnTo>
                <a:lnTo>
                  <a:pt x="204876" y="2913286"/>
                </a:lnTo>
                <a:lnTo>
                  <a:pt x="206340" y="2911672"/>
                </a:lnTo>
                <a:lnTo>
                  <a:pt x="207803" y="2910059"/>
                </a:lnTo>
                <a:lnTo>
                  <a:pt x="209267" y="2908445"/>
                </a:lnTo>
                <a:lnTo>
                  <a:pt x="210730" y="2906832"/>
                </a:lnTo>
                <a:lnTo>
                  <a:pt x="212193" y="2905219"/>
                </a:lnTo>
                <a:lnTo>
                  <a:pt x="213657" y="2903605"/>
                </a:lnTo>
                <a:lnTo>
                  <a:pt x="215120" y="2901992"/>
                </a:lnTo>
                <a:lnTo>
                  <a:pt x="216584" y="2900379"/>
                </a:lnTo>
                <a:lnTo>
                  <a:pt x="218047" y="2898766"/>
                </a:lnTo>
                <a:lnTo>
                  <a:pt x="219510" y="2897153"/>
                </a:lnTo>
                <a:lnTo>
                  <a:pt x="220974" y="2895540"/>
                </a:lnTo>
                <a:lnTo>
                  <a:pt x="222437" y="2893927"/>
                </a:lnTo>
                <a:lnTo>
                  <a:pt x="223901" y="2892314"/>
                </a:lnTo>
                <a:lnTo>
                  <a:pt x="225364" y="2890701"/>
                </a:lnTo>
                <a:lnTo>
                  <a:pt x="226827" y="2889089"/>
                </a:lnTo>
                <a:lnTo>
                  <a:pt x="228291" y="2887476"/>
                </a:lnTo>
                <a:lnTo>
                  <a:pt x="229754" y="2885863"/>
                </a:lnTo>
                <a:lnTo>
                  <a:pt x="231218" y="2884251"/>
                </a:lnTo>
                <a:lnTo>
                  <a:pt x="232681" y="2882638"/>
                </a:lnTo>
                <a:lnTo>
                  <a:pt x="234144" y="2881025"/>
                </a:lnTo>
                <a:lnTo>
                  <a:pt x="235608" y="2879413"/>
                </a:lnTo>
                <a:lnTo>
                  <a:pt x="237071" y="2877801"/>
                </a:lnTo>
                <a:lnTo>
                  <a:pt x="238535" y="2876188"/>
                </a:lnTo>
                <a:lnTo>
                  <a:pt x="239998" y="2874576"/>
                </a:lnTo>
                <a:lnTo>
                  <a:pt x="241461" y="2872964"/>
                </a:lnTo>
                <a:lnTo>
                  <a:pt x="242925" y="2871352"/>
                </a:lnTo>
                <a:lnTo>
                  <a:pt x="244388" y="2869739"/>
                </a:lnTo>
                <a:lnTo>
                  <a:pt x="245852" y="2868127"/>
                </a:lnTo>
                <a:lnTo>
                  <a:pt x="247315" y="2866515"/>
                </a:lnTo>
                <a:lnTo>
                  <a:pt x="248778" y="2864903"/>
                </a:lnTo>
                <a:lnTo>
                  <a:pt x="250242" y="2863292"/>
                </a:lnTo>
                <a:lnTo>
                  <a:pt x="251705" y="2861680"/>
                </a:lnTo>
                <a:lnTo>
                  <a:pt x="253169" y="2860068"/>
                </a:lnTo>
                <a:lnTo>
                  <a:pt x="254632" y="2858456"/>
                </a:lnTo>
                <a:lnTo>
                  <a:pt x="256096" y="2856845"/>
                </a:lnTo>
                <a:lnTo>
                  <a:pt x="257559" y="2855233"/>
                </a:lnTo>
                <a:lnTo>
                  <a:pt x="259022" y="2853621"/>
                </a:lnTo>
                <a:lnTo>
                  <a:pt x="260486" y="2852010"/>
                </a:lnTo>
                <a:lnTo>
                  <a:pt x="261949" y="2850399"/>
                </a:lnTo>
                <a:lnTo>
                  <a:pt x="263413" y="2848787"/>
                </a:lnTo>
                <a:lnTo>
                  <a:pt x="264876" y="2847176"/>
                </a:lnTo>
                <a:lnTo>
                  <a:pt x="266339" y="2845565"/>
                </a:lnTo>
                <a:lnTo>
                  <a:pt x="267803" y="2843954"/>
                </a:lnTo>
                <a:lnTo>
                  <a:pt x="269266" y="2842342"/>
                </a:lnTo>
                <a:lnTo>
                  <a:pt x="270730" y="2840731"/>
                </a:lnTo>
                <a:lnTo>
                  <a:pt x="272193" y="2839120"/>
                </a:lnTo>
                <a:lnTo>
                  <a:pt x="273656" y="2837510"/>
                </a:lnTo>
                <a:lnTo>
                  <a:pt x="275120" y="2835899"/>
                </a:lnTo>
                <a:lnTo>
                  <a:pt x="276583" y="2834288"/>
                </a:lnTo>
                <a:lnTo>
                  <a:pt x="278047" y="2832677"/>
                </a:lnTo>
                <a:lnTo>
                  <a:pt x="279510" y="2831066"/>
                </a:lnTo>
                <a:lnTo>
                  <a:pt x="280973" y="2829456"/>
                </a:lnTo>
                <a:lnTo>
                  <a:pt x="282437" y="2827845"/>
                </a:lnTo>
                <a:lnTo>
                  <a:pt x="283900" y="2826235"/>
                </a:lnTo>
                <a:lnTo>
                  <a:pt x="285364" y="2824625"/>
                </a:lnTo>
                <a:lnTo>
                  <a:pt x="286827" y="2823014"/>
                </a:lnTo>
                <a:lnTo>
                  <a:pt x="288290" y="2821404"/>
                </a:lnTo>
                <a:lnTo>
                  <a:pt x="289754" y="2819794"/>
                </a:lnTo>
                <a:lnTo>
                  <a:pt x="291217" y="2818184"/>
                </a:lnTo>
                <a:lnTo>
                  <a:pt x="292681" y="2816574"/>
                </a:lnTo>
                <a:lnTo>
                  <a:pt x="294144" y="2814964"/>
                </a:lnTo>
                <a:lnTo>
                  <a:pt x="295607" y="2813354"/>
                </a:lnTo>
                <a:lnTo>
                  <a:pt x="297071" y="2811744"/>
                </a:lnTo>
                <a:lnTo>
                  <a:pt x="298534" y="2810134"/>
                </a:lnTo>
                <a:lnTo>
                  <a:pt x="299998" y="2808524"/>
                </a:lnTo>
                <a:lnTo>
                  <a:pt x="301461" y="2806915"/>
                </a:lnTo>
                <a:lnTo>
                  <a:pt x="302925" y="2805305"/>
                </a:lnTo>
                <a:lnTo>
                  <a:pt x="304388" y="2803696"/>
                </a:lnTo>
                <a:lnTo>
                  <a:pt x="305851" y="2802086"/>
                </a:lnTo>
                <a:lnTo>
                  <a:pt x="307315" y="2800477"/>
                </a:lnTo>
                <a:lnTo>
                  <a:pt x="308778" y="2798868"/>
                </a:lnTo>
                <a:lnTo>
                  <a:pt x="310242" y="2797258"/>
                </a:lnTo>
                <a:lnTo>
                  <a:pt x="311705" y="2795649"/>
                </a:lnTo>
                <a:lnTo>
                  <a:pt x="313168" y="2794040"/>
                </a:lnTo>
                <a:lnTo>
                  <a:pt x="314632" y="2792431"/>
                </a:lnTo>
                <a:lnTo>
                  <a:pt x="316095" y="2790822"/>
                </a:lnTo>
                <a:lnTo>
                  <a:pt x="317559" y="2789213"/>
                </a:lnTo>
                <a:lnTo>
                  <a:pt x="319022" y="2787605"/>
                </a:lnTo>
                <a:lnTo>
                  <a:pt x="320485" y="2785996"/>
                </a:lnTo>
                <a:lnTo>
                  <a:pt x="321949" y="2784387"/>
                </a:lnTo>
                <a:lnTo>
                  <a:pt x="323412" y="2782779"/>
                </a:lnTo>
                <a:lnTo>
                  <a:pt x="324876" y="2781170"/>
                </a:lnTo>
                <a:lnTo>
                  <a:pt x="326339" y="2779562"/>
                </a:lnTo>
                <a:lnTo>
                  <a:pt x="327802" y="2777954"/>
                </a:lnTo>
                <a:lnTo>
                  <a:pt x="329266" y="2776345"/>
                </a:lnTo>
                <a:lnTo>
                  <a:pt x="330729" y="2774737"/>
                </a:lnTo>
                <a:lnTo>
                  <a:pt x="332193" y="2773129"/>
                </a:lnTo>
                <a:lnTo>
                  <a:pt x="333656" y="2771521"/>
                </a:lnTo>
                <a:lnTo>
                  <a:pt x="335119" y="2769913"/>
                </a:lnTo>
                <a:lnTo>
                  <a:pt x="336583" y="2768305"/>
                </a:lnTo>
                <a:lnTo>
                  <a:pt x="338046" y="2766697"/>
                </a:lnTo>
                <a:lnTo>
                  <a:pt x="339510" y="2765090"/>
                </a:lnTo>
                <a:lnTo>
                  <a:pt x="340973" y="2763482"/>
                </a:lnTo>
                <a:lnTo>
                  <a:pt x="342436" y="2761875"/>
                </a:lnTo>
                <a:lnTo>
                  <a:pt x="343900" y="2760267"/>
                </a:lnTo>
                <a:lnTo>
                  <a:pt x="345363" y="2758660"/>
                </a:lnTo>
                <a:lnTo>
                  <a:pt x="346827" y="2757052"/>
                </a:lnTo>
                <a:lnTo>
                  <a:pt x="348290" y="2755445"/>
                </a:lnTo>
                <a:lnTo>
                  <a:pt x="349753" y="2753838"/>
                </a:lnTo>
                <a:lnTo>
                  <a:pt x="351217" y="2752231"/>
                </a:lnTo>
                <a:lnTo>
                  <a:pt x="352680" y="2750624"/>
                </a:lnTo>
                <a:lnTo>
                  <a:pt x="354144" y="2749017"/>
                </a:lnTo>
                <a:lnTo>
                  <a:pt x="355607" y="2747410"/>
                </a:lnTo>
                <a:lnTo>
                  <a:pt x="357071" y="2745804"/>
                </a:lnTo>
                <a:lnTo>
                  <a:pt x="358534" y="2744197"/>
                </a:lnTo>
                <a:lnTo>
                  <a:pt x="359997" y="2742590"/>
                </a:lnTo>
                <a:lnTo>
                  <a:pt x="361461" y="2740984"/>
                </a:lnTo>
                <a:lnTo>
                  <a:pt x="362924" y="2739378"/>
                </a:lnTo>
                <a:lnTo>
                  <a:pt x="364388" y="2737771"/>
                </a:lnTo>
                <a:lnTo>
                  <a:pt x="365851" y="2736165"/>
                </a:lnTo>
                <a:lnTo>
                  <a:pt x="367314" y="2734559"/>
                </a:lnTo>
                <a:lnTo>
                  <a:pt x="368778" y="2732953"/>
                </a:lnTo>
                <a:lnTo>
                  <a:pt x="370241" y="2731347"/>
                </a:lnTo>
                <a:lnTo>
                  <a:pt x="371705" y="2729741"/>
                </a:lnTo>
                <a:lnTo>
                  <a:pt x="373168" y="2728135"/>
                </a:lnTo>
                <a:lnTo>
                  <a:pt x="374631" y="2726530"/>
                </a:lnTo>
                <a:lnTo>
                  <a:pt x="376095" y="2724924"/>
                </a:lnTo>
                <a:lnTo>
                  <a:pt x="377558" y="2723318"/>
                </a:lnTo>
                <a:lnTo>
                  <a:pt x="379022" y="2721713"/>
                </a:lnTo>
                <a:lnTo>
                  <a:pt x="380485" y="2720108"/>
                </a:lnTo>
                <a:lnTo>
                  <a:pt x="381948" y="2718502"/>
                </a:lnTo>
                <a:lnTo>
                  <a:pt x="383412" y="2716897"/>
                </a:lnTo>
                <a:lnTo>
                  <a:pt x="384875" y="2715292"/>
                </a:lnTo>
                <a:lnTo>
                  <a:pt x="386339" y="2713687"/>
                </a:lnTo>
                <a:lnTo>
                  <a:pt x="387802" y="2712082"/>
                </a:lnTo>
                <a:lnTo>
                  <a:pt x="389265" y="2710477"/>
                </a:lnTo>
                <a:lnTo>
                  <a:pt x="390729" y="2708873"/>
                </a:lnTo>
                <a:lnTo>
                  <a:pt x="392192" y="2707268"/>
                </a:lnTo>
                <a:lnTo>
                  <a:pt x="393656" y="2705664"/>
                </a:lnTo>
                <a:lnTo>
                  <a:pt x="395119" y="2704059"/>
                </a:lnTo>
                <a:lnTo>
                  <a:pt x="396582" y="2702455"/>
                </a:lnTo>
                <a:lnTo>
                  <a:pt x="398046" y="2700850"/>
                </a:lnTo>
                <a:lnTo>
                  <a:pt x="399509" y="2699246"/>
                </a:lnTo>
                <a:lnTo>
                  <a:pt x="400973" y="2697642"/>
                </a:lnTo>
                <a:lnTo>
                  <a:pt x="402436" y="2696038"/>
                </a:lnTo>
                <a:lnTo>
                  <a:pt x="403900" y="2694434"/>
                </a:lnTo>
                <a:lnTo>
                  <a:pt x="405363" y="2692831"/>
                </a:lnTo>
                <a:lnTo>
                  <a:pt x="406826" y="2691227"/>
                </a:lnTo>
                <a:lnTo>
                  <a:pt x="408290" y="2689623"/>
                </a:lnTo>
                <a:lnTo>
                  <a:pt x="409753" y="2688020"/>
                </a:lnTo>
                <a:lnTo>
                  <a:pt x="411217" y="2686416"/>
                </a:lnTo>
                <a:lnTo>
                  <a:pt x="412680" y="2684813"/>
                </a:lnTo>
                <a:lnTo>
                  <a:pt x="414143" y="2683210"/>
                </a:lnTo>
                <a:lnTo>
                  <a:pt x="415607" y="2681607"/>
                </a:lnTo>
                <a:lnTo>
                  <a:pt x="417070" y="2680004"/>
                </a:lnTo>
                <a:lnTo>
                  <a:pt x="418534" y="2678401"/>
                </a:lnTo>
                <a:lnTo>
                  <a:pt x="419997" y="2676798"/>
                </a:lnTo>
                <a:lnTo>
                  <a:pt x="421460" y="2675195"/>
                </a:lnTo>
                <a:lnTo>
                  <a:pt x="422924" y="2673593"/>
                </a:lnTo>
                <a:lnTo>
                  <a:pt x="424387" y="2671990"/>
                </a:lnTo>
                <a:lnTo>
                  <a:pt x="425851" y="2670388"/>
                </a:lnTo>
                <a:lnTo>
                  <a:pt x="427314" y="2668785"/>
                </a:lnTo>
                <a:lnTo>
                  <a:pt x="428777" y="2667183"/>
                </a:lnTo>
                <a:lnTo>
                  <a:pt x="430241" y="2665581"/>
                </a:lnTo>
                <a:lnTo>
                  <a:pt x="431704" y="2663979"/>
                </a:lnTo>
                <a:lnTo>
                  <a:pt x="433168" y="2662377"/>
                </a:lnTo>
                <a:lnTo>
                  <a:pt x="434631" y="2660775"/>
                </a:lnTo>
                <a:lnTo>
                  <a:pt x="436094" y="2659173"/>
                </a:lnTo>
                <a:lnTo>
                  <a:pt x="437558" y="2657572"/>
                </a:lnTo>
                <a:lnTo>
                  <a:pt x="439021" y="2655970"/>
                </a:lnTo>
                <a:lnTo>
                  <a:pt x="440485" y="2654369"/>
                </a:lnTo>
                <a:lnTo>
                  <a:pt x="441948" y="2652767"/>
                </a:lnTo>
                <a:lnTo>
                  <a:pt x="443411" y="2651166"/>
                </a:lnTo>
                <a:lnTo>
                  <a:pt x="444875" y="2649565"/>
                </a:lnTo>
                <a:lnTo>
                  <a:pt x="446338" y="2647964"/>
                </a:lnTo>
                <a:lnTo>
                  <a:pt x="447802" y="2646363"/>
                </a:lnTo>
                <a:lnTo>
                  <a:pt x="449265" y="2644762"/>
                </a:lnTo>
                <a:lnTo>
                  <a:pt x="450729" y="2643162"/>
                </a:lnTo>
                <a:lnTo>
                  <a:pt x="452192" y="2641561"/>
                </a:lnTo>
                <a:lnTo>
                  <a:pt x="453655" y="2639961"/>
                </a:lnTo>
                <a:lnTo>
                  <a:pt x="455119" y="2638360"/>
                </a:lnTo>
                <a:lnTo>
                  <a:pt x="456582" y="2636760"/>
                </a:lnTo>
                <a:lnTo>
                  <a:pt x="458046" y="2635160"/>
                </a:lnTo>
                <a:lnTo>
                  <a:pt x="459509" y="2633560"/>
                </a:lnTo>
                <a:lnTo>
                  <a:pt x="460972" y="2631960"/>
                </a:lnTo>
                <a:lnTo>
                  <a:pt x="462436" y="2630360"/>
                </a:lnTo>
                <a:lnTo>
                  <a:pt x="463899" y="2628760"/>
                </a:lnTo>
                <a:lnTo>
                  <a:pt x="465363" y="2627161"/>
                </a:lnTo>
                <a:lnTo>
                  <a:pt x="466826" y="2625561"/>
                </a:lnTo>
                <a:lnTo>
                  <a:pt x="468289" y="2623962"/>
                </a:lnTo>
                <a:lnTo>
                  <a:pt x="469753" y="2622362"/>
                </a:lnTo>
                <a:lnTo>
                  <a:pt x="471216" y="2620763"/>
                </a:lnTo>
                <a:lnTo>
                  <a:pt x="472680" y="2619164"/>
                </a:lnTo>
                <a:lnTo>
                  <a:pt x="474143" y="2617565"/>
                </a:lnTo>
                <a:lnTo>
                  <a:pt x="475606" y="2615966"/>
                </a:lnTo>
                <a:lnTo>
                  <a:pt x="477070" y="2614368"/>
                </a:lnTo>
                <a:lnTo>
                  <a:pt x="478533" y="2612769"/>
                </a:lnTo>
                <a:lnTo>
                  <a:pt x="479997" y="2611170"/>
                </a:lnTo>
                <a:lnTo>
                  <a:pt x="481460" y="2609572"/>
                </a:lnTo>
                <a:lnTo>
                  <a:pt x="482923" y="2607974"/>
                </a:lnTo>
                <a:lnTo>
                  <a:pt x="484387" y="2606376"/>
                </a:lnTo>
                <a:lnTo>
                  <a:pt x="485850" y="2604778"/>
                </a:lnTo>
                <a:lnTo>
                  <a:pt x="487314" y="2603180"/>
                </a:lnTo>
                <a:lnTo>
                  <a:pt x="488777" y="2601582"/>
                </a:lnTo>
                <a:lnTo>
                  <a:pt x="490240" y="2599984"/>
                </a:lnTo>
                <a:lnTo>
                  <a:pt x="491704" y="2598386"/>
                </a:lnTo>
                <a:lnTo>
                  <a:pt x="493167" y="2596789"/>
                </a:lnTo>
                <a:lnTo>
                  <a:pt x="494631" y="2595192"/>
                </a:lnTo>
                <a:lnTo>
                  <a:pt x="496094" y="2593594"/>
                </a:lnTo>
                <a:lnTo>
                  <a:pt x="497557" y="2591997"/>
                </a:lnTo>
                <a:lnTo>
                  <a:pt x="499021" y="2590400"/>
                </a:lnTo>
                <a:lnTo>
                  <a:pt x="500484" y="2588803"/>
                </a:lnTo>
                <a:lnTo>
                  <a:pt x="501948" y="2587206"/>
                </a:lnTo>
                <a:lnTo>
                  <a:pt x="503411" y="2585610"/>
                </a:lnTo>
                <a:lnTo>
                  <a:pt x="504875" y="2584013"/>
                </a:lnTo>
                <a:lnTo>
                  <a:pt x="506338" y="2582417"/>
                </a:lnTo>
                <a:lnTo>
                  <a:pt x="507801" y="2580820"/>
                </a:lnTo>
                <a:lnTo>
                  <a:pt x="509265" y="2579224"/>
                </a:lnTo>
                <a:lnTo>
                  <a:pt x="510728" y="2577628"/>
                </a:lnTo>
                <a:lnTo>
                  <a:pt x="512192" y="2576032"/>
                </a:lnTo>
                <a:lnTo>
                  <a:pt x="513655" y="2574436"/>
                </a:lnTo>
                <a:lnTo>
                  <a:pt x="515118" y="2572840"/>
                </a:lnTo>
                <a:lnTo>
                  <a:pt x="516582" y="2571245"/>
                </a:lnTo>
                <a:lnTo>
                  <a:pt x="518045" y="2569649"/>
                </a:lnTo>
                <a:lnTo>
                  <a:pt x="519509" y="2568054"/>
                </a:lnTo>
                <a:lnTo>
                  <a:pt x="520972" y="2566459"/>
                </a:lnTo>
                <a:lnTo>
                  <a:pt x="522435" y="2564864"/>
                </a:lnTo>
                <a:lnTo>
                  <a:pt x="523899" y="2563269"/>
                </a:lnTo>
                <a:lnTo>
                  <a:pt x="525362" y="2561674"/>
                </a:lnTo>
                <a:lnTo>
                  <a:pt x="526826" y="2560079"/>
                </a:lnTo>
                <a:lnTo>
                  <a:pt x="528289" y="2558484"/>
                </a:lnTo>
                <a:lnTo>
                  <a:pt x="529752" y="2556890"/>
                </a:lnTo>
                <a:lnTo>
                  <a:pt x="531216" y="2555296"/>
                </a:lnTo>
                <a:lnTo>
                  <a:pt x="532679" y="2553701"/>
                </a:lnTo>
                <a:lnTo>
                  <a:pt x="534143" y="2552107"/>
                </a:lnTo>
                <a:lnTo>
                  <a:pt x="535606" y="2550513"/>
                </a:lnTo>
                <a:lnTo>
                  <a:pt x="537069" y="2548919"/>
                </a:lnTo>
                <a:lnTo>
                  <a:pt x="538533" y="2547325"/>
                </a:lnTo>
                <a:lnTo>
                  <a:pt x="539996" y="2545732"/>
                </a:lnTo>
                <a:lnTo>
                  <a:pt x="541460" y="2544138"/>
                </a:lnTo>
                <a:lnTo>
                  <a:pt x="542923" y="2542545"/>
                </a:lnTo>
                <a:lnTo>
                  <a:pt x="544386" y="2540952"/>
                </a:lnTo>
                <a:lnTo>
                  <a:pt x="545850" y="2539359"/>
                </a:lnTo>
                <a:lnTo>
                  <a:pt x="547313" y="2537766"/>
                </a:lnTo>
                <a:lnTo>
                  <a:pt x="548777" y="2536173"/>
                </a:lnTo>
                <a:lnTo>
                  <a:pt x="550240" y="2534580"/>
                </a:lnTo>
                <a:lnTo>
                  <a:pt x="551704" y="2532987"/>
                </a:lnTo>
                <a:lnTo>
                  <a:pt x="553167" y="2531395"/>
                </a:lnTo>
                <a:lnTo>
                  <a:pt x="554630" y="2529803"/>
                </a:lnTo>
                <a:lnTo>
                  <a:pt x="556094" y="2528210"/>
                </a:lnTo>
                <a:lnTo>
                  <a:pt x="557557" y="2526618"/>
                </a:lnTo>
                <a:lnTo>
                  <a:pt x="559021" y="2525026"/>
                </a:lnTo>
                <a:lnTo>
                  <a:pt x="560484" y="2523434"/>
                </a:lnTo>
                <a:lnTo>
                  <a:pt x="561947" y="2521843"/>
                </a:lnTo>
                <a:lnTo>
                  <a:pt x="563411" y="2520251"/>
                </a:lnTo>
                <a:lnTo>
                  <a:pt x="564874" y="2518660"/>
                </a:lnTo>
                <a:lnTo>
                  <a:pt x="566338" y="2517068"/>
                </a:lnTo>
                <a:lnTo>
                  <a:pt x="567801" y="2515477"/>
                </a:lnTo>
                <a:lnTo>
                  <a:pt x="569264" y="2513886"/>
                </a:lnTo>
                <a:lnTo>
                  <a:pt x="570728" y="2512295"/>
                </a:lnTo>
                <a:lnTo>
                  <a:pt x="572191" y="2510705"/>
                </a:lnTo>
                <a:lnTo>
                  <a:pt x="573655" y="2509114"/>
                </a:lnTo>
                <a:lnTo>
                  <a:pt x="575118" y="2507523"/>
                </a:lnTo>
                <a:lnTo>
                  <a:pt x="576581" y="2505933"/>
                </a:lnTo>
                <a:lnTo>
                  <a:pt x="578045" y="2504343"/>
                </a:lnTo>
                <a:lnTo>
                  <a:pt x="579508" y="2502753"/>
                </a:lnTo>
                <a:lnTo>
                  <a:pt x="580972" y="2501163"/>
                </a:lnTo>
                <a:lnTo>
                  <a:pt x="582435" y="2499573"/>
                </a:lnTo>
                <a:lnTo>
                  <a:pt x="583898" y="2497983"/>
                </a:lnTo>
                <a:lnTo>
                  <a:pt x="585362" y="2496394"/>
                </a:lnTo>
                <a:lnTo>
                  <a:pt x="586825" y="2494804"/>
                </a:lnTo>
                <a:lnTo>
                  <a:pt x="588289" y="2493215"/>
                </a:lnTo>
                <a:lnTo>
                  <a:pt x="589752" y="2491626"/>
                </a:lnTo>
                <a:lnTo>
                  <a:pt x="591215" y="2490037"/>
                </a:lnTo>
                <a:lnTo>
                  <a:pt x="592679" y="2488448"/>
                </a:lnTo>
                <a:lnTo>
                  <a:pt x="594142" y="2486859"/>
                </a:lnTo>
                <a:lnTo>
                  <a:pt x="595606" y="2485271"/>
                </a:lnTo>
                <a:lnTo>
                  <a:pt x="597069" y="2483682"/>
                </a:lnTo>
                <a:lnTo>
                  <a:pt x="598532" y="2482094"/>
                </a:lnTo>
                <a:lnTo>
                  <a:pt x="599996" y="2480506"/>
                </a:lnTo>
                <a:lnTo>
                  <a:pt x="601459" y="2478918"/>
                </a:lnTo>
                <a:lnTo>
                  <a:pt x="602923" y="2477330"/>
                </a:lnTo>
                <a:lnTo>
                  <a:pt x="604386" y="2475742"/>
                </a:lnTo>
                <a:lnTo>
                  <a:pt x="605850" y="2474155"/>
                </a:lnTo>
                <a:lnTo>
                  <a:pt x="607313" y="2472567"/>
                </a:lnTo>
                <a:lnTo>
                  <a:pt x="608776" y="2470980"/>
                </a:lnTo>
                <a:lnTo>
                  <a:pt x="610240" y="2469393"/>
                </a:lnTo>
                <a:lnTo>
                  <a:pt x="611703" y="2467806"/>
                </a:lnTo>
                <a:lnTo>
                  <a:pt x="613167" y="2466219"/>
                </a:lnTo>
                <a:lnTo>
                  <a:pt x="614630" y="2464632"/>
                </a:lnTo>
                <a:lnTo>
                  <a:pt x="616093" y="2463045"/>
                </a:lnTo>
                <a:lnTo>
                  <a:pt x="617557" y="2461459"/>
                </a:lnTo>
                <a:lnTo>
                  <a:pt x="619020" y="2459873"/>
                </a:lnTo>
                <a:lnTo>
                  <a:pt x="620484" y="2458286"/>
                </a:lnTo>
                <a:lnTo>
                  <a:pt x="621947" y="2456700"/>
                </a:lnTo>
                <a:lnTo>
                  <a:pt x="623410" y="2455115"/>
                </a:lnTo>
                <a:lnTo>
                  <a:pt x="624874" y="2453529"/>
                </a:lnTo>
                <a:lnTo>
                  <a:pt x="626337" y="2451943"/>
                </a:lnTo>
                <a:lnTo>
                  <a:pt x="627801" y="2450358"/>
                </a:lnTo>
                <a:lnTo>
                  <a:pt x="629264" y="2448772"/>
                </a:lnTo>
                <a:lnTo>
                  <a:pt x="630727" y="2447187"/>
                </a:lnTo>
                <a:lnTo>
                  <a:pt x="632191" y="2445602"/>
                </a:lnTo>
                <a:lnTo>
                  <a:pt x="633654" y="2444018"/>
                </a:lnTo>
                <a:lnTo>
                  <a:pt x="635118" y="2442433"/>
                </a:lnTo>
                <a:lnTo>
                  <a:pt x="636581" y="2440848"/>
                </a:lnTo>
                <a:lnTo>
                  <a:pt x="638044" y="2439264"/>
                </a:lnTo>
                <a:lnTo>
                  <a:pt x="639508" y="2437680"/>
                </a:lnTo>
                <a:lnTo>
                  <a:pt x="640971" y="2436096"/>
                </a:lnTo>
                <a:lnTo>
                  <a:pt x="642435" y="2434512"/>
                </a:lnTo>
                <a:lnTo>
                  <a:pt x="643898" y="2432928"/>
                </a:lnTo>
                <a:lnTo>
                  <a:pt x="645361" y="2431344"/>
                </a:lnTo>
                <a:lnTo>
                  <a:pt x="646825" y="2429761"/>
                </a:lnTo>
                <a:lnTo>
                  <a:pt x="648288" y="2428177"/>
                </a:lnTo>
                <a:lnTo>
                  <a:pt x="649752" y="2426594"/>
                </a:lnTo>
                <a:lnTo>
                  <a:pt x="651215" y="2425011"/>
                </a:lnTo>
                <a:lnTo>
                  <a:pt x="652679" y="2423428"/>
                </a:lnTo>
                <a:lnTo>
                  <a:pt x="654142" y="2421846"/>
                </a:lnTo>
                <a:lnTo>
                  <a:pt x="655605" y="2420263"/>
                </a:lnTo>
                <a:lnTo>
                  <a:pt x="657069" y="2418681"/>
                </a:lnTo>
                <a:lnTo>
                  <a:pt x="658532" y="2417098"/>
                </a:lnTo>
                <a:lnTo>
                  <a:pt x="659996" y="2415516"/>
                </a:lnTo>
                <a:lnTo>
                  <a:pt x="661459" y="2413934"/>
                </a:lnTo>
                <a:lnTo>
                  <a:pt x="662922" y="2412352"/>
                </a:lnTo>
                <a:lnTo>
                  <a:pt x="664386" y="2410771"/>
                </a:lnTo>
                <a:lnTo>
                  <a:pt x="665849" y="2409189"/>
                </a:lnTo>
                <a:lnTo>
                  <a:pt x="667313" y="2407608"/>
                </a:lnTo>
                <a:lnTo>
                  <a:pt x="668776" y="2406027"/>
                </a:lnTo>
                <a:lnTo>
                  <a:pt x="670239" y="2404446"/>
                </a:lnTo>
                <a:lnTo>
                  <a:pt x="671703" y="2402865"/>
                </a:lnTo>
                <a:lnTo>
                  <a:pt x="673166" y="2401284"/>
                </a:lnTo>
                <a:lnTo>
                  <a:pt x="674630" y="2399704"/>
                </a:lnTo>
                <a:lnTo>
                  <a:pt x="676093" y="2398123"/>
                </a:lnTo>
                <a:lnTo>
                  <a:pt x="677556" y="2396543"/>
                </a:lnTo>
                <a:lnTo>
                  <a:pt x="679020" y="2394963"/>
                </a:lnTo>
                <a:lnTo>
                  <a:pt x="680483" y="2393383"/>
                </a:lnTo>
                <a:lnTo>
                  <a:pt x="681947" y="2391803"/>
                </a:lnTo>
                <a:lnTo>
                  <a:pt x="683410" y="2390224"/>
                </a:lnTo>
                <a:lnTo>
                  <a:pt x="684873" y="2388644"/>
                </a:lnTo>
                <a:lnTo>
                  <a:pt x="686337" y="2387065"/>
                </a:lnTo>
                <a:lnTo>
                  <a:pt x="687800" y="2385486"/>
                </a:lnTo>
                <a:lnTo>
                  <a:pt x="689264" y="2383907"/>
                </a:lnTo>
                <a:lnTo>
                  <a:pt x="690727" y="2382328"/>
                </a:lnTo>
                <a:lnTo>
                  <a:pt x="692190" y="2380749"/>
                </a:lnTo>
                <a:lnTo>
                  <a:pt x="693654" y="2379171"/>
                </a:lnTo>
                <a:lnTo>
                  <a:pt x="695117" y="2377593"/>
                </a:lnTo>
                <a:lnTo>
                  <a:pt x="696581" y="2376015"/>
                </a:lnTo>
                <a:lnTo>
                  <a:pt x="698044" y="2374437"/>
                </a:lnTo>
                <a:lnTo>
                  <a:pt x="699507" y="2372859"/>
                </a:lnTo>
                <a:lnTo>
                  <a:pt x="700971" y="2371281"/>
                </a:lnTo>
                <a:lnTo>
                  <a:pt x="702434" y="2369704"/>
                </a:lnTo>
                <a:lnTo>
                  <a:pt x="703898" y="2368126"/>
                </a:lnTo>
                <a:lnTo>
                  <a:pt x="705361" y="2366549"/>
                </a:lnTo>
                <a:lnTo>
                  <a:pt x="706825" y="2364972"/>
                </a:lnTo>
                <a:lnTo>
                  <a:pt x="708288" y="2363395"/>
                </a:lnTo>
                <a:lnTo>
                  <a:pt x="709751" y="2361819"/>
                </a:lnTo>
                <a:lnTo>
                  <a:pt x="711215" y="2360242"/>
                </a:lnTo>
                <a:lnTo>
                  <a:pt x="712678" y="2358666"/>
                </a:lnTo>
                <a:lnTo>
                  <a:pt x="714142" y="2357090"/>
                </a:lnTo>
                <a:lnTo>
                  <a:pt x="715605" y="2355514"/>
                </a:lnTo>
                <a:lnTo>
                  <a:pt x="717068" y="2353938"/>
                </a:lnTo>
                <a:lnTo>
                  <a:pt x="718532" y="2352362"/>
                </a:lnTo>
                <a:lnTo>
                  <a:pt x="719995" y="2350787"/>
                </a:lnTo>
                <a:lnTo>
                  <a:pt x="721459" y="2349212"/>
                </a:lnTo>
                <a:lnTo>
                  <a:pt x="722922" y="2347636"/>
                </a:lnTo>
                <a:lnTo>
                  <a:pt x="724385" y="2346062"/>
                </a:lnTo>
                <a:lnTo>
                  <a:pt x="725849" y="2344487"/>
                </a:lnTo>
                <a:lnTo>
                  <a:pt x="727312" y="2342912"/>
                </a:lnTo>
                <a:lnTo>
                  <a:pt x="728776" y="2341338"/>
                </a:lnTo>
                <a:lnTo>
                  <a:pt x="730239" y="2339763"/>
                </a:lnTo>
                <a:lnTo>
                  <a:pt x="731702" y="2338189"/>
                </a:lnTo>
                <a:lnTo>
                  <a:pt x="733166" y="2336615"/>
                </a:lnTo>
                <a:lnTo>
                  <a:pt x="734629" y="2335042"/>
                </a:lnTo>
                <a:lnTo>
                  <a:pt x="736093" y="2333468"/>
                </a:lnTo>
                <a:lnTo>
                  <a:pt x="737556" y="2331895"/>
                </a:lnTo>
                <a:lnTo>
                  <a:pt x="739019" y="2330321"/>
                </a:lnTo>
                <a:lnTo>
                  <a:pt x="740483" y="2328748"/>
                </a:lnTo>
                <a:lnTo>
                  <a:pt x="741946" y="2327175"/>
                </a:lnTo>
                <a:lnTo>
                  <a:pt x="743410" y="2325603"/>
                </a:lnTo>
                <a:lnTo>
                  <a:pt x="744873" y="2324030"/>
                </a:lnTo>
                <a:lnTo>
                  <a:pt x="746336" y="2322458"/>
                </a:lnTo>
                <a:lnTo>
                  <a:pt x="747800" y="2320885"/>
                </a:lnTo>
                <a:lnTo>
                  <a:pt x="749263" y="2319313"/>
                </a:lnTo>
                <a:lnTo>
                  <a:pt x="750727" y="2317742"/>
                </a:lnTo>
                <a:lnTo>
                  <a:pt x="752190" y="2316170"/>
                </a:lnTo>
                <a:lnTo>
                  <a:pt x="753654" y="2314598"/>
                </a:lnTo>
                <a:lnTo>
                  <a:pt x="755117" y="2313027"/>
                </a:lnTo>
                <a:lnTo>
                  <a:pt x="756580" y="2311456"/>
                </a:lnTo>
                <a:lnTo>
                  <a:pt x="758044" y="2309885"/>
                </a:lnTo>
                <a:lnTo>
                  <a:pt x="759507" y="2308314"/>
                </a:lnTo>
                <a:lnTo>
                  <a:pt x="760971" y="2306744"/>
                </a:lnTo>
                <a:lnTo>
                  <a:pt x="762434" y="2305173"/>
                </a:lnTo>
                <a:lnTo>
                  <a:pt x="763897" y="2303603"/>
                </a:lnTo>
                <a:lnTo>
                  <a:pt x="765361" y="2302033"/>
                </a:lnTo>
                <a:lnTo>
                  <a:pt x="766824" y="2300463"/>
                </a:lnTo>
                <a:lnTo>
                  <a:pt x="768288" y="2298893"/>
                </a:lnTo>
                <a:lnTo>
                  <a:pt x="769751" y="2297324"/>
                </a:lnTo>
                <a:lnTo>
                  <a:pt x="771214" y="2295754"/>
                </a:lnTo>
                <a:lnTo>
                  <a:pt x="772678" y="2294185"/>
                </a:lnTo>
                <a:lnTo>
                  <a:pt x="774141" y="2292616"/>
                </a:lnTo>
                <a:lnTo>
                  <a:pt x="775605" y="2291047"/>
                </a:lnTo>
                <a:lnTo>
                  <a:pt x="777068" y="2289479"/>
                </a:lnTo>
                <a:lnTo>
                  <a:pt x="778531" y="2287910"/>
                </a:lnTo>
                <a:lnTo>
                  <a:pt x="779995" y="2286342"/>
                </a:lnTo>
                <a:lnTo>
                  <a:pt x="781458" y="2284774"/>
                </a:lnTo>
                <a:lnTo>
                  <a:pt x="782922" y="2283206"/>
                </a:lnTo>
                <a:lnTo>
                  <a:pt x="784385" y="2281638"/>
                </a:lnTo>
                <a:lnTo>
                  <a:pt x="785848" y="2280071"/>
                </a:lnTo>
                <a:lnTo>
                  <a:pt x="787312" y="2278504"/>
                </a:lnTo>
                <a:lnTo>
                  <a:pt x="788775" y="2276936"/>
                </a:lnTo>
                <a:lnTo>
                  <a:pt x="790239" y="2275370"/>
                </a:lnTo>
                <a:lnTo>
                  <a:pt x="791702" y="2273803"/>
                </a:lnTo>
                <a:lnTo>
                  <a:pt x="793165" y="2272236"/>
                </a:lnTo>
                <a:lnTo>
                  <a:pt x="794629" y="2270670"/>
                </a:lnTo>
                <a:lnTo>
                  <a:pt x="796092" y="2269104"/>
                </a:lnTo>
                <a:lnTo>
                  <a:pt x="797556" y="2267538"/>
                </a:lnTo>
                <a:lnTo>
                  <a:pt x="799019" y="2265972"/>
                </a:lnTo>
                <a:lnTo>
                  <a:pt x="800483" y="2264406"/>
                </a:lnTo>
                <a:lnTo>
                  <a:pt x="801946" y="2262841"/>
                </a:lnTo>
                <a:lnTo>
                  <a:pt x="803409" y="2261275"/>
                </a:lnTo>
                <a:lnTo>
                  <a:pt x="804873" y="2259710"/>
                </a:lnTo>
                <a:lnTo>
                  <a:pt x="806336" y="2258145"/>
                </a:lnTo>
                <a:lnTo>
                  <a:pt x="807800" y="2256581"/>
                </a:lnTo>
                <a:lnTo>
                  <a:pt x="809263" y="2255016"/>
                </a:lnTo>
                <a:lnTo>
                  <a:pt x="810726" y="2253452"/>
                </a:lnTo>
                <a:lnTo>
                  <a:pt x="812190" y="2251888"/>
                </a:lnTo>
                <a:lnTo>
                  <a:pt x="813653" y="2250324"/>
                </a:lnTo>
                <a:lnTo>
                  <a:pt x="815117" y="2248760"/>
                </a:lnTo>
                <a:lnTo>
                  <a:pt x="816580" y="2247196"/>
                </a:lnTo>
                <a:lnTo>
                  <a:pt x="818043" y="2245633"/>
                </a:lnTo>
                <a:lnTo>
                  <a:pt x="819507" y="2244070"/>
                </a:lnTo>
                <a:lnTo>
                  <a:pt x="820970" y="2242507"/>
                </a:lnTo>
                <a:lnTo>
                  <a:pt x="822434" y="2240944"/>
                </a:lnTo>
                <a:lnTo>
                  <a:pt x="823897" y="2239382"/>
                </a:lnTo>
                <a:lnTo>
                  <a:pt x="825360" y="2237819"/>
                </a:lnTo>
                <a:lnTo>
                  <a:pt x="826824" y="2236257"/>
                </a:lnTo>
                <a:lnTo>
                  <a:pt x="828287" y="2234695"/>
                </a:lnTo>
                <a:lnTo>
                  <a:pt x="829751" y="2233133"/>
                </a:lnTo>
                <a:lnTo>
                  <a:pt x="831214" y="2231571"/>
                </a:lnTo>
                <a:lnTo>
                  <a:pt x="832677" y="2230010"/>
                </a:lnTo>
                <a:lnTo>
                  <a:pt x="834141" y="2228449"/>
                </a:lnTo>
                <a:lnTo>
                  <a:pt x="835604" y="2226888"/>
                </a:lnTo>
                <a:lnTo>
                  <a:pt x="837068" y="2225327"/>
                </a:lnTo>
                <a:lnTo>
                  <a:pt x="838531" y="2223766"/>
                </a:lnTo>
                <a:lnTo>
                  <a:pt x="839994" y="2222206"/>
                </a:lnTo>
                <a:lnTo>
                  <a:pt x="841458" y="2220646"/>
                </a:lnTo>
                <a:lnTo>
                  <a:pt x="842921" y="2219086"/>
                </a:lnTo>
                <a:lnTo>
                  <a:pt x="844385" y="2217526"/>
                </a:lnTo>
                <a:lnTo>
                  <a:pt x="845848" y="2215966"/>
                </a:lnTo>
                <a:lnTo>
                  <a:pt x="847311" y="2214407"/>
                </a:lnTo>
                <a:lnTo>
                  <a:pt x="848775" y="2212847"/>
                </a:lnTo>
                <a:lnTo>
                  <a:pt x="850238" y="2211288"/>
                </a:lnTo>
                <a:lnTo>
                  <a:pt x="851702" y="2209730"/>
                </a:lnTo>
                <a:lnTo>
                  <a:pt x="853165" y="2208171"/>
                </a:lnTo>
                <a:lnTo>
                  <a:pt x="854629" y="2206612"/>
                </a:lnTo>
                <a:lnTo>
                  <a:pt x="856092" y="2205054"/>
                </a:lnTo>
                <a:lnTo>
                  <a:pt x="857555" y="2203496"/>
                </a:lnTo>
                <a:lnTo>
                  <a:pt x="859019" y="2201938"/>
                </a:lnTo>
                <a:lnTo>
                  <a:pt x="860482" y="2200381"/>
                </a:lnTo>
                <a:lnTo>
                  <a:pt x="861946" y="2198823"/>
                </a:lnTo>
                <a:lnTo>
                  <a:pt x="863409" y="2197266"/>
                </a:lnTo>
                <a:lnTo>
                  <a:pt x="864872" y="2195709"/>
                </a:lnTo>
                <a:lnTo>
                  <a:pt x="866336" y="2194152"/>
                </a:lnTo>
                <a:lnTo>
                  <a:pt x="867799" y="2192596"/>
                </a:lnTo>
                <a:lnTo>
                  <a:pt x="869263" y="2191039"/>
                </a:lnTo>
                <a:lnTo>
                  <a:pt x="870726" y="2189483"/>
                </a:lnTo>
                <a:lnTo>
                  <a:pt x="872189" y="2187927"/>
                </a:lnTo>
                <a:lnTo>
                  <a:pt x="873653" y="2186371"/>
                </a:lnTo>
                <a:lnTo>
                  <a:pt x="875116" y="2184816"/>
                </a:lnTo>
                <a:lnTo>
                  <a:pt x="876580" y="2183260"/>
                </a:lnTo>
                <a:lnTo>
                  <a:pt x="878043" y="2181705"/>
                </a:lnTo>
                <a:lnTo>
                  <a:pt x="879506" y="2180150"/>
                </a:lnTo>
                <a:lnTo>
                  <a:pt x="880970" y="2178595"/>
                </a:lnTo>
                <a:lnTo>
                  <a:pt x="882433" y="2177041"/>
                </a:lnTo>
                <a:lnTo>
                  <a:pt x="883897" y="2175486"/>
                </a:lnTo>
                <a:lnTo>
                  <a:pt x="885360" y="2173932"/>
                </a:lnTo>
                <a:lnTo>
                  <a:pt x="886823" y="2172378"/>
                </a:lnTo>
                <a:lnTo>
                  <a:pt x="888287" y="2170825"/>
                </a:lnTo>
                <a:lnTo>
                  <a:pt x="889750" y="2169271"/>
                </a:lnTo>
                <a:lnTo>
                  <a:pt x="891214" y="2167718"/>
                </a:lnTo>
                <a:lnTo>
                  <a:pt x="892677" y="2166165"/>
                </a:lnTo>
                <a:lnTo>
                  <a:pt x="894140" y="2164612"/>
                </a:lnTo>
                <a:lnTo>
                  <a:pt x="895604" y="2163059"/>
                </a:lnTo>
                <a:lnTo>
                  <a:pt x="897067" y="2161507"/>
                </a:lnTo>
                <a:lnTo>
                  <a:pt x="898531" y="2159954"/>
                </a:lnTo>
                <a:lnTo>
                  <a:pt x="899994" y="2158402"/>
                </a:lnTo>
                <a:lnTo>
                  <a:pt x="901458" y="2156851"/>
                </a:lnTo>
                <a:lnTo>
                  <a:pt x="902921" y="2155299"/>
                </a:lnTo>
                <a:lnTo>
                  <a:pt x="904384" y="2153748"/>
                </a:lnTo>
                <a:lnTo>
                  <a:pt x="905848" y="2152196"/>
                </a:lnTo>
                <a:lnTo>
                  <a:pt x="907311" y="2150645"/>
                </a:lnTo>
                <a:lnTo>
                  <a:pt x="908775" y="2149095"/>
                </a:lnTo>
                <a:lnTo>
                  <a:pt x="910238" y="2147544"/>
                </a:lnTo>
                <a:lnTo>
                  <a:pt x="911701" y="2145994"/>
                </a:lnTo>
                <a:lnTo>
                  <a:pt x="913165" y="2144444"/>
                </a:lnTo>
                <a:lnTo>
                  <a:pt x="914628" y="2142894"/>
                </a:lnTo>
                <a:lnTo>
                  <a:pt x="916092" y="2141344"/>
                </a:lnTo>
                <a:lnTo>
                  <a:pt x="917555" y="2139795"/>
                </a:lnTo>
                <a:lnTo>
                  <a:pt x="919018" y="2138245"/>
                </a:lnTo>
                <a:lnTo>
                  <a:pt x="920482" y="2136696"/>
                </a:lnTo>
                <a:lnTo>
                  <a:pt x="921945" y="2135148"/>
                </a:lnTo>
                <a:lnTo>
                  <a:pt x="923409" y="2133599"/>
                </a:lnTo>
                <a:lnTo>
                  <a:pt x="924872" y="2132051"/>
                </a:lnTo>
                <a:lnTo>
                  <a:pt x="926335" y="2130503"/>
                </a:lnTo>
                <a:lnTo>
                  <a:pt x="927799" y="2128955"/>
                </a:lnTo>
                <a:lnTo>
                  <a:pt x="929262" y="2127407"/>
                </a:lnTo>
                <a:lnTo>
                  <a:pt x="930726" y="2125859"/>
                </a:lnTo>
                <a:lnTo>
                  <a:pt x="932189" y="2124312"/>
                </a:lnTo>
                <a:lnTo>
                  <a:pt x="933652" y="2122765"/>
                </a:lnTo>
                <a:lnTo>
                  <a:pt x="935116" y="2121218"/>
                </a:lnTo>
                <a:lnTo>
                  <a:pt x="936579" y="2119672"/>
                </a:lnTo>
                <a:lnTo>
                  <a:pt x="938043" y="2118125"/>
                </a:lnTo>
                <a:lnTo>
                  <a:pt x="939506" y="2116579"/>
                </a:lnTo>
                <a:lnTo>
                  <a:pt x="940969" y="2115033"/>
                </a:lnTo>
                <a:lnTo>
                  <a:pt x="942433" y="2113487"/>
                </a:lnTo>
                <a:lnTo>
                  <a:pt x="943896" y="2111942"/>
                </a:lnTo>
                <a:lnTo>
                  <a:pt x="945360" y="2110397"/>
                </a:lnTo>
                <a:lnTo>
                  <a:pt x="946823" y="2108852"/>
                </a:lnTo>
                <a:lnTo>
                  <a:pt x="948286" y="2107307"/>
                </a:lnTo>
                <a:lnTo>
                  <a:pt x="949750" y="2105762"/>
                </a:lnTo>
                <a:lnTo>
                  <a:pt x="951213" y="2104218"/>
                </a:lnTo>
                <a:lnTo>
                  <a:pt x="952677" y="2102674"/>
                </a:lnTo>
                <a:lnTo>
                  <a:pt x="954140" y="2101130"/>
                </a:lnTo>
                <a:lnTo>
                  <a:pt x="955604" y="2099586"/>
                </a:lnTo>
                <a:lnTo>
                  <a:pt x="957067" y="2098042"/>
                </a:lnTo>
                <a:lnTo>
                  <a:pt x="958530" y="2096499"/>
                </a:lnTo>
                <a:lnTo>
                  <a:pt x="959994" y="2094956"/>
                </a:lnTo>
                <a:lnTo>
                  <a:pt x="961457" y="2093413"/>
                </a:lnTo>
                <a:lnTo>
                  <a:pt x="962921" y="2091871"/>
                </a:lnTo>
                <a:lnTo>
                  <a:pt x="964384" y="2090328"/>
                </a:lnTo>
                <a:lnTo>
                  <a:pt x="965847" y="2088786"/>
                </a:lnTo>
                <a:lnTo>
                  <a:pt x="967311" y="2087244"/>
                </a:lnTo>
                <a:lnTo>
                  <a:pt x="968774" y="2085703"/>
                </a:lnTo>
                <a:lnTo>
                  <a:pt x="970238" y="2084161"/>
                </a:lnTo>
                <a:lnTo>
                  <a:pt x="971701" y="2082620"/>
                </a:lnTo>
                <a:lnTo>
                  <a:pt x="973164" y="2081079"/>
                </a:lnTo>
                <a:lnTo>
                  <a:pt x="974628" y="2079538"/>
                </a:lnTo>
                <a:lnTo>
                  <a:pt x="976091" y="2077998"/>
                </a:lnTo>
                <a:lnTo>
                  <a:pt x="977555" y="2076458"/>
                </a:lnTo>
                <a:lnTo>
                  <a:pt x="979018" y="2074918"/>
                </a:lnTo>
                <a:lnTo>
                  <a:pt x="980481" y="2073378"/>
                </a:lnTo>
                <a:lnTo>
                  <a:pt x="981945" y="2071838"/>
                </a:lnTo>
                <a:lnTo>
                  <a:pt x="983408" y="2070299"/>
                </a:lnTo>
                <a:lnTo>
                  <a:pt x="984872" y="2068760"/>
                </a:lnTo>
                <a:lnTo>
                  <a:pt x="986335" y="2067221"/>
                </a:lnTo>
                <a:lnTo>
                  <a:pt x="987798" y="2065682"/>
                </a:lnTo>
                <a:lnTo>
                  <a:pt x="989262" y="2064144"/>
                </a:lnTo>
                <a:lnTo>
                  <a:pt x="990725" y="2062605"/>
                </a:lnTo>
                <a:lnTo>
                  <a:pt x="992189" y="2061068"/>
                </a:lnTo>
                <a:lnTo>
                  <a:pt x="993652" y="2059530"/>
                </a:lnTo>
                <a:lnTo>
                  <a:pt x="995115" y="2057992"/>
                </a:lnTo>
                <a:lnTo>
                  <a:pt x="996579" y="2056455"/>
                </a:lnTo>
                <a:lnTo>
                  <a:pt x="998042" y="2054918"/>
                </a:lnTo>
                <a:lnTo>
                  <a:pt x="999506" y="2053381"/>
                </a:lnTo>
                <a:lnTo>
                  <a:pt x="1000969" y="2051845"/>
                </a:lnTo>
                <a:lnTo>
                  <a:pt x="1002433" y="2050308"/>
                </a:lnTo>
                <a:lnTo>
                  <a:pt x="1003896" y="2048772"/>
                </a:lnTo>
                <a:lnTo>
                  <a:pt x="1005359" y="2047237"/>
                </a:lnTo>
                <a:lnTo>
                  <a:pt x="1006823" y="2045701"/>
                </a:lnTo>
                <a:lnTo>
                  <a:pt x="1008286" y="2044166"/>
                </a:lnTo>
                <a:lnTo>
                  <a:pt x="1009750" y="2042630"/>
                </a:lnTo>
                <a:lnTo>
                  <a:pt x="1011213" y="2041096"/>
                </a:lnTo>
                <a:lnTo>
                  <a:pt x="1012676" y="2039561"/>
                </a:lnTo>
                <a:lnTo>
                  <a:pt x="1014140" y="2038027"/>
                </a:lnTo>
                <a:lnTo>
                  <a:pt x="1015603" y="2036492"/>
                </a:lnTo>
                <a:lnTo>
                  <a:pt x="1017067" y="2034959"/>
                </a:lnTo>
                <a:lnTo>
                  <a:pt x="1018530" y="2033425"/>
                </a:lnTo>
                <a:lnTo>
                  <a:pt x="1019993" y="2031891"/>
                </a:lnTo>
                <a:lnTo>
                  <a:pt x="1021457" y="2030358"/>
                </a:lnTo>
                <a:lnTo>
                  <a:pt x="1022920" y="2028825"/>
                </a:lnTo>
                <a:lnTo>
                  <a:pt x="1024384" y="2027293"/>
                </a:lnTo>
                <a:lnTo>
                  <a:pt x="1025847" y="2025760"/>
                </a:lnTo>
                <a:lnTo>
                  <a:pt x="1027310" y="2024228"/>
                </a:lnTo>
                <a:lnTo>
                  <a:pt x="1028774" y="2022696"/>
                </a:lnTo>
                <a:lnTo>
                  <a:pt x="1030237" y="2021164"/>
                </a:lnTo>
                <a:lnTo>
                  <a:pt x="1031701" y="2019633"/>
                </a:lnTo>
                <a:lnTo>
                  <a:pt x="1033164" y="2018101"/>
                </a:lnTo>
                <a:lnTo>
                  <a:pt x="1034627" y="2016570"/>
                </a:lnTo>
                <a:lnTo>
                  <a:pt x="1036091" y="2015040"/>
                </a:lnTo>
                <a:lnTo>
                  <a:pt x="1037554" y="2013509"/>
                </a:lnTo>
                <a:lnTo>
                  <a:pt x="1039018" y="2011979"/>
                </a:lnTo>
                <a:lnTo>
                  <a:pt x="1040481" y="2010449"/>
                </a:lnTo>
                <a:lnTo>
                  <a:pt x="1041944" y="2008919"/>
                </a:lnTo>
                <a:lnTo>
                  <a:pt x="1043408" y="2007390"/>
                </a:lnTo>
                <a:lnTo>
                  <a:pt x="1044871" y="2005860"/>
                </a:lnTo>
                <a:lnTo>
                  <a:pt x="1046335" y="2004331"/>
                </a:lnTo>
                <a:lnTo>
                  <a:pt x="1047798" y="2002803"/>
                </a:lnTo>
                <a:lnTo>
                  <a:pt x="1049261" y="2001274"/>
                </a:lnTo>
                <a:lnTo>
                  <a:pt x="1050725" y="1999746"/>
                </a:lnTo>
                <a:lnTo>
                  <a:pt x="1052188" y="1998218"/>
                </a:lnTo>
                <a:lnTo>
                  <a:pt x="1053652" y="1996690"/>
                </a:lnTo>
                <a:lnTo>
                  <a:pt x="1055115" y="1995162"/>
                </a:lnTo>
                <a:lnTo>
                  <a:pt x="1056579" y="1993635"/>
                </a:lnTo>
                <a:lnTo>
                  <a:pt x="1058042" y="1992108"/>
                </a:lnTo>
                <a:lnTo>
                  <a:pt x="1059505" y="1990581"/>
                </a:lnTo>
                <a:lnTo>
                  <a:pt x="1060969" y="1989055"/>
                </a:lnTo>
                <a:lnTo>
                  <a:pt x="1062432" y="1987529"/>
                </a:lnTo>
                <a:lnTo>
                  <a:pt x="1063896" y="1986003"/>
                </a:lnTo>
                <a:lnTo>
                  <a:pt x="1065359" y="1984477"/>
                </a:lnTo>
                <a:lnTo>
                  <a:pt x="1066822" y="1982951"/>
                </a:lnTo>
                <a:lnTo>
                  <a:pt x="1068286" y="1981426"/>
                </a:lnTo>
                <a:lnTo>
                  <a:pt x="1069749" y="1979901"/>
                </a:lnTo>
                <a:lnTo>
                  <a:pt x="1071213" y="1978376"/>
                </a:lnTo>
                <a:lnTo>
                  <a:pt x="1072676" y="1976852"/>
                </a:lnTo>
                <a:lnTo>
                  <a:pt x="1074139" y="1975327"/>
                </a:lnTo>
                <a:lnTo>
                  <a:pt x="1075603" y="1973803"/>
                </a:lnTo>
                <a:lnTo>
                  <a:pt x="1077066" y="1972280"/>
                </a:lnTo>
                <a:lnTo>
                  <a:pt x="1078530" y="1970756"/>
                </a:lnTo>
                <a:lnTo>
                  <a:pt x="1079993" y="1969233"/>
                </a:lnTo>
                <a:lnTo>
                  <a:pt x="1081456" y="1967710"/>
                </a:lnTo>
                <a:lnTo>
                  <a:pt x="1082920" y="1966187"/>
                </a:lnTo>
                <a:lnTo>
                  <a:pt x="1084383" y="1964665"/>
                </a:lnTo>
                <a:lnTo>
                  <a:pt x="1085847" y="1963143"/>
                </a:lnTo>
                <a:lnTo>
                  <a:pt x="1087310" y="1961621"/>
                </a:lnTo>
                <a:lnTo>
                  <a:pt x="1088773" y="1960099"/>
                </a:lnTo>
                <a:lnTo>
                  <a:pt x="1090237" y="1958578"/>
                </a:lnTo>
                <a:lnTo>
                  <a:pt x="1091700" y="1957056"/>
                </a:lnTo>
                <a:lnTo>
                  <a:pt x="1093164" y="1955536"/>
                </a:lnTo>
                <a:lnTo>
                  <a:pt x="1094627" y="1954015"/>
                </a:lnTo>
                <a:lnTo>
                  <a:pt x="1096090" y="1952494"/>
                </a:lnTo>
                <a:lnTo>
                  <a:pt x="1097554" y="1950974"/>
                </a:lnTo>
                <a:lnTo>
                  <a:pt x="1099017" y="1949454"/>
                </a:lnTo>
                <a:lnTo>
                  <a:pt x="1100481" y="1947935"/>
                </a:lnTo>
                <a:lnTo>
                  <a:pt x="1101944" y="1946416"/>
                </a:lnTo>
                <a:lnTo>
                  <a:pt x="1103408" y="1944896"/>
                </a:lnTo>
                <a:lnTo>
                  <a:pt x="1104871" y="1943378"/>
                </a:lnTo>
                <a:lnTo>
                  <a:pt x="1106334" y="1941859"/>
                </a:lnTo>
                <a:lnTo>
                  <a:pt x="1107798" y="1940341"/>
                </a:lnTo>
                <a:lnTo>
                  <a:pt x="1109261" y="1938823"/>
                </a:lnTo>
                <a:lnTo>
                  <a:pt x="1110725" y="1937305"/>
                </a:lnTo>
                <a:lnTo>
                  <a:pt x="1112188" y="1935787"/>
                </a:lnTo>
                <a:lnTo>
                  <a:pt x="1113651" y="1934270"/>
                </a:lnTo>
                <a:lnTo>
                  <a:pt x="1115115" y="1932753"/>
                </a:lnTo>
                <a:lnTo>
                  <a:pt x="1116578" y="1931237"/>
                </a:lnTo>
                <a:lnTo>
                  <a:pt x="1118042" y="1929720"/>
                </a:lnTo>
                <a:lnTo>
                  <a:pt x="1119505" y="1928204"/>
                </a:lnTo>
                <a:lnTo>
                  <a:pt x="1120968" y="1926688"/>
                </a:lnTo>
                <a:lnTo>
                  <a:pt x="1122432" y="1925172"/>
                </a:lnTo>
                <a:lnTo>
                  <a:pt x="1123895" y="1923657"/>
                </a:lnTo>
                <a:lnTo>
                  <a:pt x="1125359" y="1922142"/>
                </a:lnTo>
                <a:lnTo>
                  <a:pt x="1126822" y="1920627"/>
                </a:lnTo>
                <a:lnTo>
                  <a:pt x="1128285" y="1919112"/>
                </a:lnTo>
                <a:lnTo>
                  <a:pt x="1129749" y="1917598"/>
                </a:lnTo>
                <a:lnTo>
                  <a:pt x="1131212" y="1916084"/>
                </a:lnTo>
                <a:lnTo>
                  <a:pt x="1132676" y="1914570"/>
                </a:lnTo>
                <a:lnTo>
                  <a:pt x="1134139" y="1913057"/>
                </a:lnTo>
                <a:lnTo>
                  <a:pt x="1135602" y="1911544"/>
                </a:lnTo>
                <a:lnTo>
                  <a:pt x="1137066" y="1910031"/>
                </a:lnTo>
                <a:lnTo>
                  <a:pt x="1138529" y="1908518"/>
                </a:lnTo>
                <a:lnTo>
                  <a:pt x="1139993" y="1907006"/>
                </a:lnTo>
                <a:lnTo>
                  <a:pt x="1141456" y="1905493"/>
                </a:lnTo>
                <a:lnTo>
                  <a:pt x="1142919" y="1903981"/>
                </a:lnTo>
                <a:lnTo>
                  <a:pt x="1144383" y="1902470"/>
                </a:lnTo>
                <a:lnTo>
                  <a:pt x="1145846" y="1900959"/>
                </a:lnTo>
                <a:lnTo>
                  <a:pt x="1147310" y="1899447"/>
                </a:lnTo>
                <a:lnTo>
                  <a:pt x="1148773" y="1897937"/>
                </a:lnTo>
                <a:lnTo>
                  <a:pt x="1150236" y="1896426"/>
                </a:lnTo>
                <a:lnTo>
                  <a:pt x="1151700" y="1894916"/>
                </a:lnTo>
                <a:lnTo>
                  <a:pt x="1153163" y="1893406"/>
                </a:lnTo>
                <a:lnTo>
                  <a:pt x="1154627" y="1891896"/>
                </a:lnTo>
                <a:lnTo>
                  <a:pt x="1156090" y="1890387"/>
                </a:lnTo>
                <a:lnTo>
                  <a:pt x="1157554" y="1888878"/>
                </a:lnTo>
                <a:lnTo>
                  <a:pt x="1159017" y="1887369"/>
                </a:lnTo>
                <a:lnTo>
                  <a:pt x="1160480" y="1885860"/>
                </a:lnTo>
                <a:lnTo>
                  <a:pt x="1161944" y="1884352"/>
                </a:lnTo>
                <a:lnTo>
                  <a:pt x="1163407" y="1882844"/>
                </a:lnTo>
                <a:lnTo>
                  <a:pt x="1164871" y="1881336"/>
                </a:lnTo>
                <a:lnTo>
                  <a:pt x="1166334" y="1879829"/>
                </a:lnTo>
                <a:lnTo>
                  <a:pt x="1167797" y="1878321"/>
                </a:lnTo>
                <a:lnTo>
                  <a:pt x="1169261" y="1876815"/>
                </a:lnTo>
                <a:lnTo>
                  <a:pt x="1170724" y="1875308"/>
                </a:lnTo>
                <a:lnTo>
                  <a:pt x="1172188" y="1873802"/>
                </a:lnTo>
                <a:lnTo>
                  <a:pt x="1173651" y="1872295"/>
                </a:lnTo>
                <a:lnTo>
                  <a:pt x="1175114" y="1870790"/>
                </a:lnTo>
                <a:lnTo>
                  <a:pt x="1176578" y="1869284"/>
                </a:lnTo>
                <a:lnTo>
                  <a:pt x="1178041" y="1867779"/>
                </a:lnTo>
                <a:lnTo>
                  <a:pt x="1179505" y="1866274"/>
                </a:lnTo>
                <a:lnTo>
                  <a:pt x="1180968" y="1864769"/>
                </a:lnTo>
                <a:lnTo>
                  <a:pt x="1182431" y="1863265"/>
                </a:lnTo>
                <a:lnTo>
                  <a:pt x="1183895" y="1861761"/>
                </a:lnTo>
                <a:lnTo>
                  <a:pt x="1185358" y="1860257"/>
                </a:lnTo>
                <a:lnTo>
                  <a:pt x="1186822" y="1858753"/>
                </a:lnTo>
                <a:lnTo>
                  <a:pt x="1188285" y="1857250"/>
                </a:lnTo>
                <a:lnTo>
                  <a:pt x="1189748" y="1855747"/>
                </a:lnTo>
                <a:lnTo>
                  <a:pt x="1191212" y="1854244"/>
                </a:lnTo>
                <a:lnTo>
                  <a:pt x="1192675" y="1852742"/>
                </a:lnTo>
                <a:lnTo>
                  <a:pt x="1194139" y="1851240"/>
                </a:lnTo>
                <a:lnTo>
                  <a:pt x="1195602" y="1849738"/>
                </a:lnTo>
                <a:lnTo>
                  <a:pt x="1197065" y="1848236"/>
                </a:lnTo>
                <a:lnTo>
                  <a:pt x="1198529" y="1846735"/>
                </a:lnTo>
                <a:lnTo>
                  <a:pt x="1199992" y="1845234"/>
                </a:lnTo>
                <a:lnTo>
                  <a:pt x="1201456" y="1843733"/>
                </a:lnTo>
                <a:lnTo>
                  <a:pt x="1202919" y="1842233"/>
                </a:lnTo>
                <a:lnTo>
                  <a:pt x="1204383" y="1840733"/>
                </a:lnTo>
                <a:lnTo>
                  <a:pt x="1205846" y="1839233"/>
                </a:lnTo>
                <a:lnTo>
                  <a:pt x="1207309" y="1837733"/>
                </a:lnTo>
                <a:lnTo>
                  <a:pt x="1208773" y="1836234"/>
                </a:lnTo>
                <a:lnTo>
                  <a:pt x="1210236" y="1834735"/>
                </a:lnTo>
                <a:lnTo>
                  <a:pt x="1211700" y="1833236"/>
                </a:lnTo>
                <a:lnTo>
                  <a:pt x="1213163" y="1831738"/>
                </a:lnTo>
                <a:lnTo>
                  <a:pt x="1214626" y="1830240"/>
                </a:lnTo>
                <a:lnTo>
                  <a:pt x="1216090" y="1828742"/>
                </a:lnTo>
                <a:lnTo>
                  <a:pt x="1217553" y="1827244"/>
                </a:lnTo>
                <a:lnTo>
                  <a:pt x="1219017" y="1825747"/>
                </a:lnTo>
                <a:lnTo>
                  <a:pt x="1220480" y="1824250"/>
                </a:lnTo>
                <a:lnTo>
                  <a:pt x="1221943" y="1822753"/>
                </a:lnTo>
                <a:lnTo>
                  <a:pt x="1223407" y="1821257"/>
                </a:lnTo>
                <a:lnTo>
                  <a:pt x="1224870" y="1819761"/>
                </a:lnTo>
                <a:lnTo>
                  <a:pt x="1226334" y="1818265"/>
                </a:lnTo>
                <a:lnTo>
                  <a:pt x="1227797" y="1816770"/>
                </a:lnTo>
                <a:lnTo>
                  <a:pt x="1229260" y="1815275"/>
                </a:lnTo>
                <a:lnTo>
                  <a:pt x="1230724" y="1813780"/>
                </a:lnTo>
                <a:lnTo>
                  <a:pt x="1232187" y="1812285"/>
                </a:lnTo>
                <a:lnTo>
                  <a:pt x="1233651" y="1810791"/>
                </a:lnTo>
                <a:lnTo>
                  <a:pt x="1235114" y="1809297"/>
                </a:lnTo>
                <a:lnTo>
                  <a:pt x="1236577" y="1807803"/>
                </a:lnTo>
                <a:lnTo>
                  <a:pt x="1238041" y="1806309"/>
                </a:lnTo>
                <a:lnTo>
                  <a:pt x="1239504" y="1804816"/>
                </a:lnTo>
                <a:lnTo>
                  <a:pt x="1240968" y="1803323"/>
                </a:lnTo>
                <a:lnTo>
                  <a:pt x="1242431" y="1801831"/>
                </a:lnTo>
                <a:lnTo>
                  <a:pt x="1243894" y="1800339"/>
                </a:lnTo>
                <a:lnTo>
                  <a:pt x="1245358" y="1798847"/>
                </a:lnTo>
                <a:lnTo>
                  <a:pt x="1246821" y="1797355"/>
                </a:lnTo>
                <a:lnTo>
                  <a:pt x="1248285" y="1795864"/>
                </a:lnTo>
                <a:lnTo>
                  <a:pt x="1249748" y="1794373"/>
                </a:lnTo>
                <a:lnTo>
                  <a:pt x="1251212" y="1792882"/>
                </a:lnTo>
                <a:lnTo>
                  <a:pt x="1252675" y="1791391"/>
                </a:lnTo>
                <a:lnTo>
                  <a:pt x="1254138" y="1789901"/>
                </a:lnTo>
                <a:lnTo>
                  <a:pt x="1255602" y="1788411"/>
                </a:lnTo>
                <a:lnTo>
                  <a:pt x="1257065" y="1786922"/>
                </a:lnTo>
                <a:lnTo>
                  <a:pt x="1258529" y="1785432"/>
                </a:lnTo>
                <a:lnTo>
                  <a:pt x="1259992" y="1783943"/>
                </a:lnTo>
                <a:lnTo>
                  <a:pt x="1261455" y="1782455"/>
                </a:lnTo>
                <a:lnTo>
                  <a:pt x="1262919" y="1780966"/>
                </a:lnTo>
                <a:lnTo>
                  <a:pt x="1264382" y="1779478"/>
                </a:lnTo>
                <a:lnTo>
                  <a:pt x="1265846" y="1777991"/>
                </a:lnTo>
                <a:lnTo>
                  <a:pt x="1267309" y="1776503"/>
                </a:lnTo>
                <a:lnTo>
                  <a:pt x="1268772" y="1775016"/>
                </a:lnTo>
                <a:lnTo>
                  <a:pt x="1270236" y="1773529"/>
                </a:lnTo>
                <a:lnTo>
                  <a:pt x="1271699" y="1772043"/>
                </a:lnTo>
                <a:lnTo>
                  <a:pt x="1273163" y="1770556"/>
                </a:lnTo>
                <a:lnTo>
                  <a:pt x="1274626" y="1769070"/>
                </a:lnTo>
                <a:lnTo>
                  <a:pt x="1276089" y="1767585"/>
                </a:lnTo>
                <a:lnTo>
                  <a:pt x="1277553" y="1766099"/>
                </a:lnTo>
                <a:lnTo>
                  <a:pt x="1279016" y="1764614"/>
                </a:lnTo>
                <a:lnTo>
                  <a:pt x="1280480" y="1763130"/>
                </a:lnTo>
                <a:lnTo>
                  <a:pt x="1281943" y="1761645"/>
                </a:lnTo>
                <a:lnTo>
                  <a:pt x="1283406" y="1760161"/>
                </a:lnTo>
                <a:lnTo>
                  <a:pt x="1284870" y="1758677"/>
                </a:lnTo>
                <a:lnTo>
                  <a:pt x="1286333" y="1757194"/>
                </a:lnTo>
                <a:lnTo>
                  <a:pt x="1287797" y="1755711"/>
                </a:lnTo>
                <a:lnTo>
                  <a:pt x="1289260" y="1754228"/>
                </a:lnTo>
                <a:lnTo>
                  <a:pt x="1290723" y="1752745"/>
                </a:lnTo>
                <a:lnTo>
                  <a:pt x="1292187" y="1751263"/>
                </a:lnTo>
                <a:lnTo>
                  <a:pt x="1293650" y="1749781"/>
                </a:lnTo>
                <a:lnTo>
                  <a:pt x="1295114" y="1748299"/>
                </a:lnTo>
                <a:lnTo>
                  <a:pt x="1296577" y="1746818"/>
                </a:lnTo>
                <a:lnTo>
                  <a:pt x="1298040" y="1745337"/>
                </a:lnTo>
                <a:lnTo>
                  <a:pt x="1299504" y="1743856"/>
                </a:lnTo>
                <a:lnTo>
                  <a:pt x="1300967" y="1742376"/>
                </a:lnTo>
                <a:lnTo>
                  <a:pt x="1302431" y="1740896"/>
                </a:lnTo>
                <a:lnTo>
                  <a:pt x="1303894" y="1739416"/>
                </a:lnTo>
                <a:lnTo>
                  <a:pt x="1305358" y="1737937"/>
                </a:lnTo>
                <a:lnTo>
                  <a:pt x="1306821" y="1736457"/>
                </a:lnTo>
                <a:lnTo>
                  <a:pt x="1308284" y="1734979"/>
                </a:lnTo>
                <a:lnTo>
                  <a:pt x="1309748" y="1733500"/>
                </a:lnTo>
                <a:lnTo>
                  <a:pt x="1311211" y="1732022"/>
                </a:lnTo>
                <a:lnTo>
                  <a:pt x="1312675" y="1730544"/>
                </a:lnTo>
                <a:lnTo>
                  <a:pt x="1314138" y="1729066"/>
                </a:lnTo>
                <a:lnTo>
                  <a:pt x="1315601" y="1727589"/>
                </a:lnTo>
                <a:lnTo>
                  <a:pt x="1317065" y="1726112"/>
                </a:lnTo>
                <a:lnTo>
                  <a:pt x="1318528" y="1724636"/>
                </a:lnTo>
                <a:lnTo>
                  <a:pt x="1319992" y="1723159"/>
                </a:lnTo>
                <a:lnTo>
                  <a:pt x="1321455" y="1721683"/>
                </a:lnTo>
                <a:lnTo>
                  <a:pt x="1322918" y="1720208"/>
                </a:lnTo>
                <a:lnTo>
                  <a:pt x="1324382" y="1718732"/>
                </a:lnTo>
                <a:lnTo>
                  <a:pt x="1325845" y="1717257"/>
                </a:lnTo>
                <a:lnTo>
                  <a:pt x="1327309" y="1715782"/>
                </a:lnTo>
                <a:lnTo>
                  <a:pt x="1328772" y="1714308"/>
                </a:lnTo>
                <a:lnTo>
                  <a:pt x="1330235" y="1712834"/>
                </a:lnTo>
                <a:lnTo>
                  <a:pt x="1331699" y="1711360"/>
                </a:lnTo>
                <a:lnTo>
                  <a:pt x="1333162" y="1709887"/>
                </a:lnTo>
                <a:lnTo>
                  <a:pt x="1334626" y="1708413"/>
                </a:lnTo>
                <a:lnTo>
                  <a:pt x="1336089" y="1706941"/>
                </a:lnTo>
                <a:lnTo>
                  <a:pt x="1337552" y="1705468"/>
                </a:lnTo>
                <a:lnTo>
                  <a:pt x="1339016" y="1703996"/>
                </a:lnTo>
                <a:lnTo>
                  <a:pt x="1340479" y="1702524"/>
                </a:lnTo>
                <a:lnTo>
                  <a:pt x="1341943" y="1701053"/>
                </a:lnTo>
                <a:lnTo>
                  <a:pt x="1343406" y="1699581"/>
                </a:lnTo>
                <a:lnTo>
                  <a:pt x="1344869" y="1698110"/>
                </a:lnTo>
                <a:lnTo>
                  <a:pt x="1346333" y="1696640"/>
                </a:lnTo>
                <a:lnTo>
                  <a:pt x="1347796" y="1695170"/>
                </a:lnTo>
                <a:lnTo>
                  <a:pt x="1349260" y="1693700"/>
                </a:lnTo>
                <a:lnTo>
                  <a:pt x="1350723" y="1692230"/>
                </a:lnTo>
                <a:lnTo>
                  <a:pt x="1352187" y="1690761"/>
                </a:lnTo>
                <a:lnTo>
                  <a:pt x="1353650" y="1689292"/>
                </a:lnTo>
                <a:lnTo>
                  <a:pt x="1355113" y="1687823"/>
                </a:lnTo>
                <a:lnTo>
                  <a:pt x="1356577" y="1686355"/>
                </a:lnTo>
                <a:lnTo>
                  <a:pt x="1358040" y="1684887"/>
                </a:lnTo>
                <a:lnTo>
                  <a:pt x="1359504" y="1683419"/>
                </a:lnTo>
                <a:lnTo>
                  <a:pt x="1360967" y="1681952"/>
                </a:lnTo>
                <a:lnTo>
                  <a:pt x="1362430" y="1680485"/>
                </a:lnTo>
                <a:lnTo>
                  <a:pt x="1363894" y="1679018"/>
                </a:lnTo>
                <a:lnTo>
                  <a:pt x="1365357" y="1677552"/>
                </a:lnTo>
                <a:lnTo>
                  <a:pt x="1366821" y="1676086"/>
                </a:lnTo>
                <a:lnTo>
                  <a:pt x="1368284" y="1674620"/>
                </a:lnTo>
                <a:lnTo>
                  <a:pt x="1369747" y="1673155"/>
                </a:lnTo>
                <a:lnTo>
                  <a:pt x="1371211" y="1671690"/>
                </a:lnTo>
                <a:lnTo>
                  <a:pt x="1372674" y="1670225"/>
                </a:lnTo>
                <a:lnTo>
                  <a:pt x="1374138" y="1668761"/>
                </a:lnTo>
                <a:lnTo>
                  <a:pt x="1375601" y="1667297"/>
                </a:lnTo>
                <a:lnTo>
                  <a:pt x="1377064" y="1665833"/>
                </a:lnTo>
                <a:lnTo>
                  <a:pt x="1378528" y="1664370"/>
                </a:lnTo>
                <a:lnTo>
                  <a:pt x="1379991" y="1662907"/>
                </a:lnTo>
                <a:lnTo>
                  <a:pt x="1381455" y="1661444"/>
                </a:lnTo>
                <a:lnTo>
                  <a:pt x="1382918" y="1659982"/>
                </a:lnTo>
                <a:lnTo>
                  <a:pt x="1384381" y="1658520"/>
                </a:lnTo>
                <a:lnTo>
                  <a:pt x="1385845" y="1657058"/>
                </a:lnTo>
                <a:lnTo>
                  <a:pt x="1387308" y="1655596"/>
                </a:lnTo>
                <a:lnTo>
                  <a:pt x="1388772" y="1654135"/>
                </a:lnTo>
                <a:lnTo>
                  <a:pt x="1390235" y="1652675"/>
                </a:lnTo>
                <a:lnTo>
                  <a:pt x="1391698" y="1651214"/>
                </a:lnTo>
                <a:lnTo>
                  <a:pt x="1393162" y="1649754"/>
                </a:lnTo>
                <a:lnTo>
                  <a:pt x="1394625" y="1648295"/>
                </a:lnTo>
                <a:lnTo>
                  <a:pt x="1396089" y="1646835"/>
                </a:lnTo>
                <a:lnTo>
                  <a:pt x="1397552" y="1645376"/>
                </a:lnTo>
                <a:lnTo>
                  <a:pt x="1399015" y="1643917"/>
                </a:lnTo>
                <a:lnTo>
                  <a:pt x="1400479" y="1642459"/>
                </a:lnTo>
                <a:lnTo>
                  <a:pt x="1401942" y="1641001"/>
                </a:lnTo>
                <a:lnTo>
                  <a:pt x="1403406" y="1639543"/>
                </a:lnTo>
                <a:lnTo>
                  <a:pt x="1404869" y="1638086"/>
                </a:lnTo>
                <a:lnTo>
                  <a:pt x="1406333" y="1636629"/>
                </a:lnTo>
                <a:lnTo>
                  <a:pt x="1407796" y="1635172"/>
                </a:lnTo>
                <a:lnTo>
                  <a:pt x="1409259" y="1633716"/>
                </a:lnTo>
                <a:lnTo>
                  <a:pt x="1410723" y="1632260"/>
                </a:lnTo>
                <a:lnTo>
                  <a:pt x="1412186" y="1630804"/>
                </a:lnTo>
                <a:lnTo>
                  <a:pt x="1413650" y="1629349"/>
                </a:lnTo>
                <a:lnTo>
                  <a:pt x="1415113" y="1627894"/>
                </a:lnTo>
                <a:lnTo>
                  <a:pt x="1416576" y="1626439"/>
                </a:lnTo>
                <a:lnTo>
                  <a:pt x="1418040" y="1624985"/>
                </a:lnTo>
                <a:lnTo>
                  <a:pt x="1419503" y="1623531"/>
                </a:lnTo>
                <a:lnTo>
                  <a:pt x="1420967" y="1622077"/>
                </a:lnTo>
                <a:lnTo>
                  <a:pt x="1422430" y="1620624"/>
                </a:lnTo>
                <a:lnTo>
                  <a:pt x="1423893" y="1619171"/>
                </a:lnTo>
                <a:lnTo>
                  <a:pt x="1425357" y="1617719"/>
                </a:lnTo>
                <a:lnTo>
                  <a:pt x="1426820" y="1616266"/>
                </a:lnTo>
                <a:lnTo>
                  <a:pt x="1428284" y="1614815"/>
                </a:lnTo>
                <a:lnTo>
                  <a:pt x="1429747" y="1613363"/>
                </a:lnTo>
                <a:lnTo>
                  <a:pt x="1431210" y="1611912"/>
                </a:lnTo>
                <a:lnTo>
                  <a:pt x="1432674" y="1610461"/>
                </a:lnTo>
                <a:lnTo>
                  <a:pt x="1434137" y="1609010"/>
                </a:lnTo>
                <a:lnTo>
                  <a:pt x="1435601" y="1607560"/>
                </a:lnTo>
                <a:lnTo>
                  <a:pt x="1437064" y="1606110"/>
                </a:lnTo>
                <a:lnTo>
                  <a:pt x="1438527" y="1604661"/>
                </a:lnTo>
                <a:lnTo>
                  <a:pt x="1439991" y="1603212"/>
                </a:lnTo>
                <a:lnTo>
                  <a:pt x="1441454" y="1601763"/>
                </a:lnTo>
                <a:lnTo>
                  <a:pt x="1442918" y="1600314"/>
                </a:lnTo>
                <a:lnTo>
                  <a:pt x="1444381" y="1598866"/>
                </a:lnTo>
                <a:lnTo>
                  <a:pt x="1445844" y="1597419"/>
                </a:lnTo>
                <a:lnTo>
                  <a:pt x="1447308" y="1595971"/>
                </a:lnTo>
                <a:lnTo>
                  <a:pt x="1448771" y="1594524"/>
                </a:lnTo>
                <a:lnTo>
                  <a:pt x="1450235" y="1593077"/>
                </a:lnTo>
                <a:lnTo>
                  <a:pt x="1451698" y="1591631"/>
                </a:lnTo>
                <a:lnTo>
                  <a:pt x="1453162" y="1590185"/>
                </a:lnTo>
                <a:lnTo>
                  <a:pt x="1454625" y="1588739"/>
                </a:lnTo>
                <a:lnTo>
                  <a:pt x="1456088" y="1587294"/>
                </a:lnTo>
                <a:lnTo>
                  <a:pt x="1457552" y="1585849"/>
                </a:lnTo>
                <a:lnTo>
                  <a:pt x="1459015" y="1584405"/>
                </a:lnTo>
                <a:lnTo>
                  <a:pt x="1460479" y="1582960"/>
                </a:lnTo>
                <a:lnTo>
                  <a:pt x="1461942" y="1581516"/>
                </a:lnTo>
                <a:lnTo>
                  <a:pt x="1463405" y="1580073"/>
                </a:lnTo>
                <a:lnTo>
                  <a:pt x="1464869" y="1578630"/>
                </a:lnTo>
                <a:lnTo>
                  <a:pt x="1466332" y="1577187"/>
                </a:lnTo>
                <a:lnTo>
                  <a:pt x="1467796" y="1575744"/>
                </a:lnTo>
                <a:lnTo>
                  <a:pt x="1469259" y="1574302"/>
                </a:lnTo>
                <a:lnTo>
                  <a:pt x="1470722" y="1572860"/>
                </a:lnTo>
                <a:lnTo>
                  <a:pt x="1472186" y="1571419"/>
                </a:lnTo>
                <a:lnTo>
                  <a:pt x="1473649" y="1569978"/>
                </a:lnTo>
                <a:lnTo>
                  <a:pt x="1475113" y="1568537"/>
                </a:lnTo>
                <a:lnTo>
                  <a:pt x="1476576" y="1567097"/>
                </a:lnTo>
                <a:lnTo>
                  <a:pt x="1478039" y="1565657"/>
                </a:lnTo>
                <a:lnTo>
                  <a:pt x="1479503" y="1564217"/>
                </a:lnTo>
                <a:lnTo>
                  <a:pt x="1480966" y="1562778"/>
                </a:lnTo>
                <a:lnTo>
                  <a:pt x="1482430" y="1561339"/>
                </a:lnTo>
                <a:lnTo>
                  <a:pt x="1483893" y="1559901"/>
                </a:lnTo>
                <a:lnTo>
                  <a:pt x="1485356" y="1558462"/>
                </a:lnTo>
                <a:lnTo>
                  <a:pt x="1486820" y="1557024"/>
                </a:lnTo>
                <a:lnTo>
                  <a:pt x="1488283" y="1555587"/>
                </a:lnTo>
                <a:lnTo>
                  <a:pt x="1489747" y="1554150"/>
                </a:lnTo>
                <a:lnTo>
                  <a:pt x="1491210" y="1552713"/>
                </a:lnTo>
                <a:lnTo>
                  <a:pt x="1492673" y="1551277"/>
                </a:lnTo>
                <a:lnTo>
                  <a:pt x="1494137" y="1549841"/>
                </a:lnTo>
                <a:lnTo>
                  <a:pt x="1495600" y="1548405"/>
                </a:lnTo>
                <a:lnTo>
                  <a:pt x="1497064" y="1546970"/>
                </a:lnTo>
                <a:lnTo>
                  <a:pt x="1498527" y="1545535"/>
                </a:lnTo>
                <a:lnTo>
                  <a:pt x="1499990" y="1544100"/>
                </a:lnTo>
                <a:lnTo>
                  <a:pt x="1501454" y="1542666"/>
                </a:lnTo>
                <a:lnTo>
                  <a:pt x="1502917" y="1541232"/>
                </a:lnTo>
                <a:lnTo>
                  <a:pt x="1504381" y="1539798"/>
                </a:lnTo>
                <a:lnTo>
                  <a:pt x="1505844" y="1538365"/>
                </a:lnTo>
                <a:lnTo>
                  <a:pt x="1507308" y="1536932"/>
                </a:lnTo>
                <a:lnTo>
                  <a:pt x="1508771" y="1535500"/>
                </a:lnTo>
                <a:lnTo>
                  <a:pt x="1510234" y="1534068"/>
                </a:lnTo>
                <a:lnTo>
                  <a:pt x="1511698" y="1532636"/>
                </a:lnTo>
                <a:lnTo>
                  <a:pt x="1513161" y="1531205"/>
                </a:lnTo>
                <a:lnTo>
                  <a:pt x="1514625" y="1529774"/>
                </a:lnTo>
                <a:lnTo>
                  <a:pt x="1516088" y="1528343"/>
                </a:lnTo>
                <a:lnTo>
                  <a:pt x="1517551" y="1526913"/>
                </a:lnTo>
                <a:lnTo>
                  <a:pt x="1519015" y="1525483"/>
                </a:lnTo>
                <a:lnTo>
                  <a:pt x="1520478" y="1524054"/>
                </a:lnTo>
                <a:lnTo>
                  <a:pt x="1521942" y="1522625"/>
                </a:lnTo>
                <a:lnTo>
                  <a:pt x="1523405" y="1521196"/>
                </a:lnTo>
                <a:lnTo>
                  <a:pt x="1524868" y="1519768"/>
                </a:lnTo>
                <a:lnTo>
                  <a:pt x="1526332" y="1518340"/>
                </a:lnTo>
                <a:lnTo>
                  <a:pt x="1527795" y="1516912"/>
                </a:lnTo>
                <a:lnTo>
                  <a:pt x="1529259" y="1515485"/>
                </a:lnTo>
                <a:lnTo>
                  <a:pt x="1530722" y="1514058"/>
                </a:lnTo>
                <a:lnTo>
                  <a:pt x="1532185" y="1512631"/>
                </a:lnTo>
                <a:lnTo>
                  <a:pt x="1533649" y="1511205"/>
                </a:lnTo>
                <a:lnTo>
                  <a:pt x="1535112" y="1509779"/>
                </a:lnTo>
                <a:lnTo>
                  <a:pt x="1536576" y="1508354"/>
                </a:lnTo>
                <a:lnTo>
                  <a:pt x="1538039" y="1506929"/>
                </a:lnTo>
                <a:lnTo>
                  <a:pt x="1539502" y="1505504"/>
                </a:lnTo>
                <a:lnTo>
                  <a:pt x="1540966" y="1504080"/>
                </a:lnTo>
                <a:lnTo>
                  <a:pt x="1542429" y="1502656"/>
                </a:lnTo>
                <a:lnTo>
                  <a:pt x="1543893" y="1501232"/>
                </a:lnTo>
                <a:lnTo>
                  <a:pt x="1545356" y="1499809"/>
                </a:lnTo>
                <a:lnTo>
                  <a:pt x="1546819" y="1498386"/>
                </a:lnTo>
                <a:lnTo>
                  <a:pt x="1548283" y="1496964"/>
                </a:lnTo>
                <a:lnTo>
                  <a:pt x="1549746" y="1495542"/>
                </a:lnTo>
                <a:lnTo>
                  <a:pt x="1551210" y="1494120"/>
                </a:lnTo>
                <a:lnTo>
                  <a:pt x="1552673" y="1492699"/>
                </a:lnTo>
                <a:lnTo>
                  <a:pt x="1554137" y="1491278"/>
                </a:lnTo>
                <a:lnTo>
                  <a:pt x="1555600" y="1489857"/>
                </a:lnTo>
                <a:lnTo>
                  <a:pt x="1557063" y="1488437"/>
                </a:lnTo>
                <a:lnTo>
                  <a:pt x="1558527" y="1487017"/>
                </a:lnTo>
                <a:lnTo>
                  <a:pt x="1559990" y="1485598"/>
                </a:lnTo>
                <a:lnTo>
                  <a:pt x="1561454" y="1484179"/>
                </a:lnTo>
                <a:lnTo>
                  <a:pt x="1562917" y="1482760"/>
                </a:lnTo>
                <a:lnTo>
                  <a:pt x="1564380" y="1481342"/>
                </a:lnTo>
                <a:lnTo>
                  <a:pt x="1565844" y="1479924"/>
                </a:lnTo>
                <a:lnTo>
                  <a:pt x="1567307" y="1478506"/>
                </a:lnTo>
                <a:lnTo>
                  <a:pt x="1568771" y="1477089"/>
                </a:lnTo>
                <a:lnTo>
                  <a:pt x="1570234" y="1475673"/>
                </a:lnTo>
                <a:lnTo>
                  <a:pt x="1571697" y="1474256"/>
                </a:lnTo>
                <a:lnTo>
                  <a:pt x="1573161" y="1472840"/>
                </a:lnTo>
                <a:lnTo>
                  <a:pt x="1574624" y="1471425"/>
                </a:lnTo>
                <a:lnTo>
                  <a:pt x="1576088" y="1470009"/>
                </a:lnTo>
                <a:lnTo>
                  <a:pt x="1577551" y="1468594"/>
                </a:lnTo>
                <a:lnTo>
                  <a:pt x="1579014" y="1467180"/>
                </a:lnTo>
                <a:lnTo>
                  <a:pt x="1580478" y="1465766"/>
                </a:lnTo>
                <a:lnTo>
                  <a:pt x="1581941" y="1464352"/>
                </a:lnTo>
                <a:lnTo>
                  <a:pt x="1583405" y="1462939"/>
                </a:lnTo>
                <a:lnTo>
                  <a:pt x="1584868" y="1461526"/>
                </a:lnTo>
                <a:lnTo>
                  <a:pt x="1586331" y="1460113"/>
                </a:lnTo>
                <a:lnTo>
                  <a:pt x="1587795" y="1458701"/>
                </a:lnTo>
                <a:lnTo>
                  <a:pt x="1589258" y="1457289"/>
                </a:lnTo>
                <a:lnTo>
                  <a:pt x="1590722" y="1455878"/>
                </a:lnTo>
                <a:lnTo>
                  <a:pt x="1592185" y="1454467"/>
                </a:lnTo>
                <a:lnTo>
                  <a:pt x="1593648" y="1453056"/>
                </a:lnTo>
                <a:lnTo>
                  <a:pt x="1595112" y="1451646"/>
                </a:lnTo>
                <a:lnTo>
                  <a:pt x="1596575" y="1450236"/>
                </a:lnTo>
                <a:lnTo>
                  <a:pt x="1598039" y="1448827"/>
                </a:lnTo>
                <a:lnTo>
                  <a:pt x="1599502" y="1447418"/>
                </a:lnTo>
                <a:lnTo>
                  <a:pt x="1600966" y="1446009"/>
                </a:lnTo>
                <a:lnTo>
                  <a:pt x="1602429" y="1444601"/>
                </a:lnTo>
                <a:lnTo>
                  <a:pt x="1603892" y="1443193"/>
                </a:lnTo>
                <a:lnTo>
                  <a:pt x="1605356" y="1441785"/>
                </a:lnTo>
                <a:lnTo>
                  <a:pt x="1606819" y="1440378"/>
                </a:lnTo>
                <a:lnTo>
                  <a:pt x="1608283" y="1438971"/>
                </a:lnTo>
                <a:lnTo>
                  <a:pt x="1609746" y="1437565"/>
                </a:lnTo>
                <a:lnTo>
                  <a:pt x="1611209" y="1436159"/>
                </a:lnTo>
                <a:lnTo>
                  <a:pt x="1612673" y="1434754"/>
                </a:lnTo>
                <a:lnTo>
                  <a:pt x="1614136" y="1433348"/>
                </a:lnTo>
                <a:lnTo>
                  <a:pt x="1615600" y="1431944"/>
                </a:lnTo>
                <a:lnTo>
                  <a:pt x="1617063" y="1430539"/>
                </a:lnTo>
                <a:lnTo>
                  <a:pt x="1618526" y="1429135"/>
                </a:lnTo>
                <a:lnTo>
                  <a:pt x="1619990" y="1427732"/>
                </a:lnTo>
                <a:lnTo>
                  <a:pt x="1621453" y="1426329"/>
                </a:lnTo>
                <a:lnTo>
                  <a:pt x="1622917" y="1424926"/>
                </a:lnTo>
                <a:lnTo>
                  <a:pt x="1624380" y="1423523"/>
                </a:lnTo>
                <a:lnTo>
                  <a:pt x="1625843" y="1422121"/>
                </a:lnTo>
                <a:lnTo>
                  <a:pt x="1627307" y="1420720"/>
                </a:lnTo>
                <a:lnTo>
                  <a:pt x="1628770" y="1419318"/>
                </a:lnTo>
                <a:lnTo>
                  <a:pt x="1630234" y="1417918"/>
                </a:lnTo>
                <a:lnTo>
                  <a:pt x="1631697" y="1416517"/>
                </a:lnTo>
                <a:lnTo>
                  <a:pt x="1633160" y="1415117"/>
                </a:lnTo>
                <a:lnTo>
                  <a:pt x="1634624" y="1413717"/>
                </a:lnTo>
                <a:lnTo>
                  <a:pt x="1636087" y="1412318"/>
                </a:lnTo>
                <a:lnTo>
                  <a:pt x="1637551" y="1410919"/>
                </a:lnTo>
                <a:lnTo>
                  <a:pt x="1639014" y="1409521"/>
                </a:lnTo>
                <a:lnTo>
                  <a:pt x="1640477" y="1408123"/>
                </a:lnTo>
                <a:lnTo>
                  <a:pt x="1641941" y="1406725"/>
                </a:lnTo>
                <a:lnTo>
                  <a:pt x="1643404" y="1405328"/>
                </a:lnTo>
                <a:lnTo>
                  <a:pt x="1644868" y="1403931"/>
                </a:lnTo>
                <a:lnTo>
                  <a:pt x="1646331" y="1402535"/>
                </a:lnTo>
                <a:lnTo>
                  <a:pt x="1647794" y="1401139"/>
                </a:lnTo>
                <a:lnTo>
                  <a:pt x="1649258" y="1399743"/>
                </a:lnTo>
                <a:lnTo>
                  <a:pt x="1650721" y="1398348"/>
                </a:lnTo>
                <a:lnTo>
                  <a:pt x="1652185" y="1396953"/>
                </a:lnTo>
                <a:lnTo>
                  <a:pt x="1653648" y="1395559"/>
                </a:lnTo>
                <a:lnTo>
                  <a:pt x="1655112" y="1394165"/>
                </a:lnTo>
                <a:lnTo>
                  <a:pt x="1656575" y="1392771"/>
                </a:lnTo>
                <a:lnTo>
                  <a:pt x="1658038" y="1391378"/>
                </a:lnTo>
                <a:lnTo>
                  <a:pt x="1659502" y="1389985"/>
                </a:lnTo>
                <a:lnTo>
                  <a:pt x="1660965" y="1388592"/>
                </a:lnTo>
                <a:lnTo>
                  <a:pt x="1662429" y="1387200"/>
                </a:lnTo>
                <a:lnTo>
                  <a:pt x="1663892" y="1385809"/>
                </a:lnTo>
                <a:lnTo>
                  <a:pt x="1665355" y="1384418"/>
                </a:lnTo>
                <a:lnTo>
                  <a:pt x="1666819" y="1383027"/>
                </a:lnTo>
                <a:lnTo>
                  <a:pt x="1668282" y="1381636"/>
                </a:lnTo>
                <a:lnTo>
                  <a:pt x="1669746" y="1380247"/>
                </a:lnTo>
                <a:lnTo>
                  <a:pt x="1671209" y="1378857"/>
                </a:lnTo>
                <a:lnTo>
                  <a:pt x="1672672" y="1377468"/>
                </a:lnTo>
                <a:lnTo>
                  <a:pt x="1674136" y="1376079"/>
                </a:lnTo>
                <a:lnTo>
                  <a:pt x="1675599" y="1374691"/>
                </a:lnTo>
                <a:lnTo>
                  <a:pt x="1677063" y="1373303"/>
                </a:lnTo>
                <a:lnTo>
                  <a:pt x="1678526" y="1371915"/>
                </a:lnTo>
                <a:lnTo>
                  <a:pt x="1679989" y="1370528"/>
                </a:lnTo>
                <a:lnTo>
                  <a:pt x="1681453" y="1369141"/>
                </a:lnTo>
                <a:lnTo>
                  <a:pt x="1682916" y="1367755"/>
                </a:lnTo>
                <a:lnTo>
                  <a:pt x="1684380" y="1366369"/>
                </a:lnTo>
                <a:lnTo>
                  <a:pt x="1685843" y="1364984"/>
                </a:lnTo>
                <a:lnTo>
                  <a:pt x="1687306" y="1363599"/>
                </a:lnTo>
                <a:lnTo>
                  <a:pt x="1688770" y="1362214"/>
                </a:lnTo>
                <a:lnTo>
                  <a:pt x="1690233" y="1360830"/>
                </a:lnTo>
                <a:lnTo>
                  <a:pt x="1691697" y="1359446"/>
                </a:lnTo>
                <a:lnTo>
                  <a:pt x="1693160" y="1358063"/>
                </a:lnTo>
                <a:lnTo>
                  <a:pt x="1694623" y="1356680"/>
                </a:lnTo>
                <a:lnTo>
                  <a:pt x="1696087" y="1355297"/>
                </a:lnTo>
                <a:lnTo>
                  <a:pt x="1697550" y="1353915"/>
                </a:lnTo>
                <a:lnTo>
                  <a:pt x="1699014" y="1352533"/>
                </a:lnTo>
                <a:lnTo>
                  <a:pt x="1700477" y="1351152"/>
                </a:lnTo>
                <a:lnTo>
                  <a:pt x="1701941" y="1349771"/>
                </a:lnTo>
                <a:lnTo>
                  <a:pt x="1703404" y="1348390"/>
                </a:lnTo>
                <a:lnTo>
                  <a:pt x="1704867" y="1347010"/>
                </a:lnTo>
                <a:lnTo>
                  <a:pt x="1706331" y="1345631"/>
                </a:lnTo>
                <a:lnTo>
                  <a:pt x="1707794" y="1344251"/>
                </a:lnTo>
                <a:lnTo>
                  <a:pt x="1709258" y="1342872"/>
                </a:lnTo>
                <a:lnTo>
                  <a:pt x="1710721" y="1341494"/>
                </a:lnTo>
                <a:lnTo>
                  <a:pt x="1712184" y="1340116"/>
                </a:lnTo>
                <a:lnTo>
                  <a:pt x="1713648" y="1338738"/>
                </a:lnTo>
                <a:lnTo>
                  <a:pt x="1715111" y="1337361"/>
                </a:lnTo>
                <a:lnTo>
                  <a:pt x="1716575" y="1335985"/>
                </a:lnTo>
                <a:lnTo>
                  <a:pt x="1718038" y="1334608"/>
                </a:lnTo>
                <a:lnTo>
                  <a:pt x="1719501" y="1333232"/>
                </a:lnTo>
                <a:lnTo>
                  <a:pt x="1720965" y="1331857"/>
                </a:lnTo>
                <a:lnTo>
                  <a:pt x="1722428" y="1330482"/>
                </a:lnTo>
                <a:lnTo>
                  <a:pt x="1723892" y="1329107"/>
                </a:lnTo>
                <a:lnTo>
                  <a:pt x="1725355" y="1327733"/>
                </a:lnTo>
                <a:lnTo>
                  <a:pt x="1726818" y="1326359"/>
                </a:lnTo>
                <a:lnTo>
                  <a:pt x="1728282" y="1324986"/>
                </a:lnTo>
                <a:lnTo>
                  <a:pt x="1729745" y="1323613"/>
                </a:lnTo>
                <a:lnTo>
                  <a:pt x="1731209" y="1322240"/>
                </a:lnTo>
                <a:lnTo>
                  <a:pt x="1732672" y="1320868"/>
                </a:lnTo>
                <a:lnTo>
                  <a:pt x="1734135" y="1319497"/>
                </a:lnTo>
                <a:lnTo>
                  <a:pt x="1735599" y="1318125"/>
                </a:lnTo>
                <a:lnTo>
                  <a:pt x="1737062" y="1316755"/>
                </a:lnTo>
                <a:lnTo>
                  <a:pt x="1738526" y="1315384"/>
                </a:lnTo>
                <a:lnTo>
                  <a:pt x="1739989" y="1314014"/>
                </a:lnTo>
                <a:lnTo>
                  <a:pt x="1741452" y="1312645"/>
                </a:lnTo>
                <a:lnTo>
                  <a:pt x="1742916" y="1311275"/>
                </a:lnTo>
                <a:lnTo>
                  <a:pt x="1744379" y="1309907"/>
                </a:lnTo>
                <a:lnTo>
                  <a:pt x="1745843" y="1308539"/>
                </a:lnTo>
                <a:lnTo>
                  <a:pt x="1747306" y="1307171"/>
                </a:lnTo>
                <a:lnTo>
                  <a:pt x="1748769" y="1305803"/>
                </a:lnTo>
                <a:lnTo>
                  <a:pt x="1750233" y="1304436"/>
                </a:lnTo>
                <a:lnTo>
                  <a:pt x="1751696" y="1303070"/>
                </a:lnTo>
                <a:lnTo>
                  <a:pt x="1753160" y="1301704"/>
                </a:lnTo>
                <a:lnTo>
                  <a:pt x="1754623" y="1300338"/>
                </a:lnTo>
                <a:lnTo>
                  <a:pt x="1756087" y="1298973"/>
                </a:lnTo>
                <a:lnTo>
                  <a:pt x="1757550" y="1297608"/>
                </a:lnTo>
                <a:lnTo>
                  <a:pt x="1759013" y="1296243"/>
                </a:lnTo>
                <a:lnTo>
                  <a:pt x="1760477" y="1294879"/>
                </a:lnTo>
                <a:lnTo>
                  <a:pt x="1761940" y="1293516"/>
                </a:lnTo>
                <a:lnTo>
                  <a:pt x="1763404" y="1292153"/>
                </a:lnTo>
                <a:lnTo>
                  <a:pt x="1764867" y="1290790"/>
                </a:lnTo>
                <a:lnTo>
                  <a:pt x="1766330" y="1289428"/>
                </a:lnTo>
                <a:lnTo>
                  <a:pt x="1767794" y="1288066"/>
                </a:lnTo>
                <a:lnTo>
                  <a:pt x="1769257" y="1286705"/>
                </a:lnTo>
                <a:lnTo>
                  <a:pt x="1770721" y="1285344"/>
                </a:lnTo>
                <a:lnTo>
                  <a:pt x="1772184" y="1283983"/>
                </a:lnTo>
                <a:lnTo>
                  <a:pt x="1773647" y="1282623"/>
                </a:lnTo>
                <a:lnTo>
                  <a:pt x="1775111" y="1281264"/>
                </a:lnTo>
                <a:lnTo>
                  <a:pt x="1776574" y="1279904"/>
                </a:lnTo>
                <a:lnTo>
                  <a:pt x="1778038" y="1278546"/>
                </a:lnTo>
                <a:lnTo>
                  <a:pt x="1779501" y="1277187"/>
                </a:lnTo>
                <a:lnTo>
                  <a:pt x="1780964" y="1275830"/>
                </a:lnTo>
                <a:lnTo>
                  <a:pt x="1782428" y="1274472"/>
                </a:lnTo>
                <a:lnTo>
                  <a:pt x="1783891" y="1273115"/>
                </a:lnTo>
                <a:lnTo>
                  <a:pt x="1785355" y="1271758"/>
                </a:lnTo>
                <a:lnTo>
                  <a:pt x="1786818" y="1270402"/>
                </a:lnTo>
                <a:lnTo>
                  <a:pt x="1788281" y="1269047"/>
                </a:lnTo>
                <a:lnTo>
                  <a:pt x="1789745" y="1267691"/>
                </a:lnTo>
                <a:lnTo>
                  <a:pt x="1791208" y="1266337"/>
                </a:lnTo>
                <a:lnTo>
                  <a:pt x="1792672" y="1264982"/>
                </a:lnTo>
                <a:lnTo>
                  <a:pt x="1794135" y="1263628"/>
                </a:lnTo>
                <a:lnTo>
                  <a:pt x="1795598" y="1262275"/>
                </a:lnTo>
                <a:lnTo>
                  <a:pt x="1797062" y="1260922"/>
                </a:lnTo>
                <a:lnTo>
                  <a:pt x="1798525" y="1259569"/>
                </a:lnTo>
                <a:lnTo>
                  <a:pt x="1799989" y="1258217"/>
                </a:lnTo>
                <a:lnTo>
                  <a:pt x="1801452" y="1256865"/>
                </a:lnTo>
                <a:lnTo>
                  <a:pt x="1802916" y="1255514"/>
                </a:lnTo>
                <a:lnTo>
                  <a:pt x="1804379" y="1254163"/>
                </a:lnTo>
                <a:lnTo>
                  <a:pt x="1805842" y="1252813"/>
                </a:lnTo>
                <a:lnTo>
                  <a:pt x="1807306" y="1251463"/>
                </a:lnTo>
                <a:lnTo>
                  <a:pt x="1808769" y="1250113"/>
                </a:lnTo>
                <a:lnTo>
                  <a:pt x="1810233" y="1248764"/>
                </a:lnTo>
                <a:lnTo>
                  <a:pt x="1811696" y="1247416"/>
                </a:lnTo>
                <a:lnTo>
                  <a:pt x="1813159" y="1246068"/>
                </a:lnTo>
                <a:lnTo>
                  <a:pt x="1814623" y="1244720"/>
                </a:lnTo>
                <a:lnTo>
                  <a:pt x="1816086" y="1243373"/>
                </a:lnTo>
                <a:lnTo>
                  <a:pt x="1817550" y="1242026"/>
                </a:lnTo>
                <a:lnTo>
                  <a:pt x="1819013" y="1240679"/>
                </a:lnTo>
                <a:lnTo>
                  <a:pt x="1820476" y="1239333"/>
                </a:lnTo>
                <a:lnTo>
                  <a:pt x="1821940" y="1237988"/>
                </a:lnTo>
                <a:lnTo>
                  <a:pt x="1823403" y="1236643"/>
                </a:lnTo>
                <a:lnTo>
                  <a:pt x="1824867" y="1235298"/>
                </a:lnTo>
                <a:lnTo>
                  <a:pt x="1826330" y="1233954"/>
                </a:lnTo>
                <a:lnTo>
                  <a:pt x="1827793" y="1232611"/>
                </a:lnTo>
                <a:lnTo>
                  <a:pt x="1829257" y="1231267"/>
                </a:lnTo>
                <a:lnTo>
                  <a:pt x="1830720" y="1229925"/>
                </a:lnTo>
                <a:lnTo>
                  <a:pt x="1832184" y="1228582"/>
                </a:lnTo>
                <a:lnTo>
                  <a:pt x="1833647" y="1227240"/>
                </a:lnTo>
                <a:lnTo>
                  <a:pt x="1835110" y="1225899"/>
                </a:lnTo>
                <a:lnTo>
                  <a:pt x="1836574" y="1224558"/>
                </a:lnTo>
                <a:lnTo>
                  <a:pt x="1838037" y="1223218"/>
                </a:lnTo>
                <a:lnTo>
                  <a:pt x="1839501" y="1221877"/>
                </a:lnTo>
                <a:lnTo>
                  <a:pt x="1840964" y="1220538"/>
                </a:lnTo>
                <a:lnTo>
                  <a:pt x="1842427" y="1219199"/>
                </a:lnTo>
                <a:lnTo>
                  <a:pt x="1843891" y="1217860"/>
                </a:lnTo>
                <a:lnTo>
                  <a:pt x="1845354" y="1216522"/>
                </a:lnTo>
                <a:lnTo>
                  <a:pt x="1846818" y="1215184"/>
                </a:lnTo>
                <a:lnTo>
                  <a:pt x="1848281" y="1213847"/>
                </a:lnTo>
                <a:lnTo>
                  <a:pt x="1849744" y="1212510"/>
                </a:lnTo>
                <a:lnTo>
                  <a:pt x="1851208" y="1211173"/>
                </a:lnTo>
                <a:lnTo>
                  <a:pt x="1852671" y="1209837"/>
                </a:lnTo>
                <a:lnTo>
                  <a:pt x="1854135" y="1208502"/>
                </a:lnTo>
                <a:lnTo>
                  <a:pt x="1855598" y="1207167"/>
                </a:lnTo>
                <a:lnTo>
                  <a:pt x="1857062" y="1205832"/>
                </a:lnTo>
                <a:lnTo>
                  <a:pt x="1858525" y="1204498"/>
                </a:lnTo>
                <a:lnTo>
                  <a:pt x="1859988" y="1203164"/>
                </a:lnTo>
                <a:lnTo>
                  <a:pt x="1861452" y="1201831"/>
                </a:lnTo>
                <a:lnTo>
                  <a:pt x="1862915" y="1200498"/>
                </a:lnTo>
                <a:lnTo>
                  <a:pt x="1864379" y="1199166"/>
                </a:lnTo>
                <a:lnTo>
                  <a:pt x="1865842" y="1197834"/>
                </a:lnTo>
                <a:lnTo>
                  <a:pt x="1867305" y="1196503"/>
                </a:lnTo>
                <a:lnTo>
                  <a:pt x="1868769" y="1195172"/>
                </a:lnTo>
                <a:lnTo>
                  <a:pt x="1870232" y="1193842"/>
                </a:lnTo>
                <a:lnTo>
                  <a:pt x="1871696" y="1192512"/>
                </a:lnTo>
                <a:lnTo>
                  <a:pt x="1873159" y="1191182"/>
                </a:lnTo>
                <a:lnTo>
                  <a:pt x="1874622" y="1189853"/>
                </a:lnTo>
                <a:lnTo>
                  <a:pt x="1876086" y="1188525"/>
                </a:lnTo>
                <a:lnTo>
                  <a:pt x="1877549" y="1187196"/>
                </a:lnTo>
                <a:lnTo>
                  <a:pt x="1879013" y="1185869"/>
                </a:lnTo>
                <a:lnTo>
                  <a:pt x="1880476" y="1184542"/>
                </a:lnTo>
                <a:lnTo>
                  <a:pt x="1881939" y="1183215"/>
                </a:lnTo>
                <a:lnTo>
                  <a:pt x="1883403" y="1181889"/>
                </a:lnTo>
                <a:lnTo>
                  <a:pt x="1884866" y="1180563"/>
                </a:lnTo>
                <a:lnTo>
                  <a:pt x="1886330" y="1179237"/>
                </a:lnTo>
                <a:lnTo>
                  <a:pt x="1887793" y="1177913"/>
                </a:lnTo>
                <a:lnTo>
                  <a:pt x="1889256" y="1176588"/>
                </a:lnTo>
                <a:lnTo>
                  <a:pt x="1890720" y="1175264"/>
                </a:lnTo>
                <a:lnTo>
                  <a:pt x="1892183" y="1173941"/>
                </a:lnTo>
                <a:lnTo>
                  <a:pt x="1893647" y="1172618"/>
                </a:lnTo>
                <a:lnTo>
                  <a:pt x="1895110" y="1171295"/>
                </a:lnTo>
                <a:lnTo>
                  <a:pt x="1896573" y="1169973"/>
                </a:lnTo>
                <a:lnTo>
                  <a:pt x="1898037" y="1168652"/>
                </a:lnTo>
                <a:lnTo>
                  <a:pt x="1899500" y="1167330"/>
                </a:lnTo>
                <a:lnTo>
                  <a:pt x="1900964" y="1166010"/>
                </a:lnTo>
                <a:lnTo>
                  <a:pt x="1902427" y="1164690"/>
                </a:lnTo>
                <a:lnTo>
                  <a:pt x="1903891" y="1163370"/>
                </a:lnTo>
                <a:lnTo>
                  <a:pt x="1905354" y="1162051"/>
                </a:lnTo>
                <a:lnTo>
                  <a:pt x="1906817" y="1160732"/>
                </a:lnTo>
                <a:lnTo>
                  <a:pt x="1908281" y="1159414"/>
                </a:lnTo>
                <a:lnTo>
                  <a:pt x="1909744" y="1158096"/>
                </a:lnTo>
                <a:lnTo>
                  <a:pt x="1911208" y="1156778"/>
                </a:lnTo>
                <a:lnTo>
                  <a:pt x="1912671" y="1155462"/>
                </a:lnTo>
                <a:lnTo>
                  <a:pt x="1914134" y="1154145"/>
                </a:lnTo>
                <a:lnTo>
                  <a:pt x="1915598" y="1152829"/>
                </a:lnTo>
                <a:lnTo>
                  <a:pt x="1917061" y="1151514"/>
                </a:lnTo>
                <a:lnTo>
                  <a:pt x="1918525" y="1150199"/>
                </a:lnTo>
                <a:lnTo>
                  <a:pt x="1919988" y="1148884"/>
                </a:lnTo>
                <a:lnTo>
                  <a:pt x="1921451" y="1147570"/>
                </a:lnTo>
                <a:lnTo>
                  <a:pt x="1922915" y="1146257"/>
                </a:lnTo>
                <a:lnTo>
                  <a:pt x="1924378" y="1144944"/>
                </a:lnTo>
                <a:lnTo>
                  <a:pt x="1925842" y="1143631"/>
                </a:lnTo>
                <a:lnTo>
                  <a:pt x="1927305" y="1142319"/>
                </a:lnTo>
                <a:lnTo>
                  <a:pt x="1928768" y="1141007"/>
                </a:lnTo>
                <a:lnTo>
                  <a:pt x="1930232" y="1139696"/>
                </a:lnTo>
                <a:lnTo>
                  <a:pt x="1931695" y="1138386"/>
                </a:lnTo>
                <a:lnTo>
                  <a:pt x="1933159" y="1137075"/>
                </a:lnTo>
                <a:lnTo>
                  <a:pt x="1934622" y="1135766"/>
                </a:lnTo>
                <a:lnTo>
                  <a:pt x="1936085" y="1134457"/>
                </a:lnTo>
                <a:lnTo>
                  <a:pt x="1937549" y="1133148"/>
                </a:lnTo>
                <a:lnTo>
                  <a:pt x="1939012" y="1131839"/>
                </a:lnTo>
                <a:lnTo>
                  <a:pt x="1940476" y="1130532"/>
                </a:lnTo>
                <a:lnTo>
                  <a:pt x="1941939" y="1129224"/>
                </a:lnTo>
                <a:lnTo>
                  <a:pt x="1943402" y="1127918"/>
                </a:lnTo>
                <a:lnTo>
                  <a:pt x="1944866" y="1126611"/>
                </a:lnTo>
                <a:lnTo>
                  <a:pt x="1946329" y="1125305"/>
                </a:lnTo>
                <a:lnTo>
                  <a:pt x="1947793" y="1124000"/>
                </a:lnTo>
                <a:lnTo>
                  <a:pt x="1949256" y="1122695"/>
                </a:lnTo>
                <a:lnTo>
                  <a:pt x="1950720" y="1121391"/>
                </a:lnTo>
                <a:lnTo>
                  <a:pt x="1952183" y="1120087"/>
                </a:lnTo>
                <a:lnTo>
                  <a:pt x="1953646" y="1118783"/>
                </a:lnTo>
                <a:lnTo>
                  <a:pt x="1955110" y="1117480"/>
                </a:lnTo>
                <a:lnTo>
                  <a:pt x="1956573" y="1116178"/>
                </a:lnTo>
                <a:lnTo>
                  <a:pt x="1958037" y="1114876"/>
                </a:lnTo>
                <a:lnTo>
                  <a:pt x="1959500" y="1113575"/>
                </a:lnTo>
                <a:lnTo>
                  <a:pt x="1960963" y="1112274"/>
                </a:lnTo>
                <a:lnTo>
                  <a:pt x="1962427" y="1110973"/>
                </a:lnTo>
                <a:lnTo>
                  <a:pt x="1963890" y="1109673"/>
                </a:lnTo>
                <a:lnTo>
                  <a:pt x="1965354" y="1108373"/>
                </a:lnTo>
                <a:lnTo>
                  <a:pt x="1966817" y="1107074"/>
                </a:lnTo>
                <a:lnTo>
                  <a:pt x="1968280" y="1105776"/>
                </a:lnTo>
                <a:lnTo>
                  <a:pt x="1969744" y="1104478"/>
                </a:lnTo>
                <a:lnTo>
                  <a:pt x="1971207" y="1103180"/>
                </a:lnTo>
                <a:lnTo>
                  <a:pt x="1972671" y="1101883"/>
                </a:lnTo>
                <a:lnTo>
                  <a:pt x="1974134" y="1100587"/>
                </a:lnTo>
                <a:lnTo>
                  <a:pt x="1975597" y="1099291"/>
                </a:lnTo>
                <a:lnTo>
                  <a:pt x="1977061" y="1097995"/>
                </a:lnTo>
                <a:lnTo>
                  <a:pt x="1978524" y="1096700"/>
                </a:lnTo>
                <a:lnTo>
                  <a:pt x="1979988" y="1095405"/>
                </a:lnTo>
                <a:lnTo>
                  <a:pt x="1981451" y="1094111"/>
                </a:lnTo>
                <a:lnTo>
                  <a:pt x="1982914" y="1092817"/>
                </a:lnTo>
                <a:lnTo>
                  <a:pt x="1984378" y="1091524"/>
                </a:lnTo>
                <a:lnTo>
                  <a:pt x="1985841" y="1090232"/>
                </a:lnTo>
                <a:lnTo>
                  <a:pt x="1987305" y="1088940"/>
                </a:lnTo>
                <a:lnTo>
                  <a:pt x="1988768" y="1087648"/>
                </a:lnTo>
                <a:lnTo>
                  <a:pt x="1990231" y="1086357"/>
                </a:lnTo>
                <a:lnTo>
                  <a:pt x="1991695" y="1085066"/>
                </a:lnTo>
                <a:lnTo>
                  <a:pt x="1993158" y="1083776"/>
                </a:lnTo>
                <a:lnTo>
                  <a:pt x="1994622" y="1082486"/>
                </a:lnTo>
                <a:lnTo>
                  <a:pt x="1996085" y="1081197"/>
                </a:lnTo>
                <a:lnTo>
                  <a:pt x="1997548" y="1079908"/>
                </a:lnTo>
                <a:lnTo>
                  <a:pt x="1999012" y="1078620"/>
                </a:lnTo>
                <a:lnTo>
                  <a:pt x="2000475" y="1077333"/>
                </a:lnTo>
                <a:lnTo>
                  <a:pt x="2001939" y="1076045"/>
                </a:lnTo>
                <a:lnTo>
                  <a:pt x="2003402" y="1074759"/>
                </a:lnTo>
                <a:lnTo>
                  <a:pt x="2004866" y="1073473"/>
                </a:lnTo>
                <a:lnTo>
                  <a:pt x="2006329" y="1072187"/>
                </a:lnTo>
                <a:lnTo>
                  <a:pt x="2007792" y="1070902"/>
                </a:lnTo>
                <a:lnTo>
                  <a:pt x="2009256" y="1069617"/>
                </a:lnTo>
                <a:lnTo>
                  <a:pt x="2010719" y="1068333"/>
                </a:lnTo>
                <a:lnTo>
                  <a:pt x="2012183" y="1067049"/>
                </a:lnTo>
                <a:lnTo>
                  <a:pt x="2013646" y="1065766"/>
                </a:lnTo>
                <a:lnTo>
                  <a:pt x="2015109" y="1064483"/>
                </a:lnTo>
                <a:lnTo>
                  <a:pt x="2016573" y="1063201"/>
                </a:lnTo>
                <a:lnTo>
                  <a:pt x="2018036" y="1061920"/>
                </a:lnTo>
                <a:lnTo>
                  <a:pt x="2019500" y="1060638"/>
                </a:lnTo>
                <a:lnTo>
                  <a:pt x="2020963" y="1059358"/>
                </a:lnTo>
                <a:lnTo>
                  <a:pt x="2022426" y="1058078"/>
                </a:lnTo>
                <a:lnTo>
                  <a:pt x="2023890" y="1056798"/>
                </a:lnTo>
                <a:lnTo>
                  <a:pt x="2025353" y="1055519"/>
                </a:lnTo>
                <a:lnTo>
                  <a:pt x="2026817" y="1054240"/>
                </a:lnTo>
                <a:lnTo>
                  <a:pt x="2028280" y="1052962"/>
                </a:lnTo>
                <a:lnTo>
                  <a:pt x="2029743" y="1051685"/>
                </a:lnTo>
                <a:lnTo>
                  <a:pt x="2031207" y="1050407"/>
                </a:lnTo>
                <a:lnTo>
                  <a:pt x="2032670" y="1049131"/>
                </a:lnTo>
                <a:lnTo>
                  <a:pt x="2034134" y="1047855"/>
                </a:lnTo>
                <a:lnTo>
                  <a:pt x="2035597" y="1046579"/>
                </a:lnTo>
                <a:lnTo>
                  <a:pt x="2037060" y="1045304"/>
                </a:lnTo>
                <a:lnTo>
                  <a:pt x="2038524" y="1044030"/>
                </a:lnTo>
                <a:lnTo>
                  <a:pt x="2039987" y="1042756"/>
                </a:lnTo>
                <a:lnTo>
                  <a:pt x="2041451" y="1041482"/>
                </a:lnTo>
                <a:lnTo>
                  <a:pt x="2042914" y="1040209"/>
                </a:lnTo>
                <a:lnTo>
                  <a:pt x="2044377" y="1038937"/>
                </a:lnTo>
                <a:lnTo>
                  <a:pt x="2045841" y="1037665"/>
                </a:lnTo>
                <a:lnTo>
                  <a:pt x="2047304" y="1036393"/>
                </a:lnTo>
                <a:lnTo>
                  <a:pt x="2048768" y="1035122"/>
                </a:lnTo>
                <a:lnTo>
                  <a:pt x="2050231" y="1033852"/>
                </a:lnTo>
                <a:lnTo>
                  <a:pt x="2051695" y="1032582"/>
                </a:lnTo>
                <a:lnTo>
                  <a:pt x="2053158" y="1031312"/>
                </a:lnTo>
                <a:lnTo>
                  <a:pt x="2054621" y="1030043"/>
                </a:lnTo>
                <a:lnTo>
                  <a:pt x="2056085" y="1028775"/>
                </a:lnTo>
                <a:lnTo>
                  <a:pt x="2057548" y="1027507"/>
                </a:lnTo>
                <a:lnTo>
                  <a:pt x="2059012" y="1026240"/>
                </a:lnTo>
                <a:lnTo>
                  <a:pt x="2060475" y="1024973"/>
                </a:lnTo>
                <a:lnTo>
                  <a:pt x="2061938" y="1023707"/>
                </a:lnTo>
                <a:lnTo>
                  <a:pt x="2063402" y="1022441"/>
                </a:lnTo>
                <a:lnTo>
                  <a:pt x="2064865" y="1021175"/>
                </a:lnTo>
                <a:lnTo>
                  <a:pt x="2066329" y="1019911"/>
                </a:lnTo>
                <a:lnTo>
                  <a:pt x="2067792" y="1018646"/>
                </a:lnTo>
                <a:lnTo>
                  <a:pt x="2069255" y="1017383"/>
                </a:lnTo>
                <a:lnTo>
                  <a:pt x="2070719" y="1016120"/>
                </a:lnTo>
                <a:lnTo>
                  <a:pt x="2072182" y="1014857"/>
                </a:lnTo>
                <a:lnTo>
                  <a:pt x="2073646" y="1013595"/>
                </a:lnTo>
                <a:lnTo>
                  <a:pt x="2075109" y="1012333"/>
                </a:lnTo>
                <a:lnTo>
                  <a:pt x="2076572" y="1011072"/>
                </a:lnTo>
                <a:lnTo>
                  <a:pt x="2078036" y="1009811"/>
                </a:lnTo>
                <a:lnTo>
                  <a:pt x="2079499" y="1008551"/>
                </a:lnTo>
                <a:lnTo>
                  <a:pt x="2080963" y="1007292"/>
                </a:lnTo>
                <a:lnTo>
                  <a:pt x="2082426" y="1006033"/>
                </a:lnTo>
                <a:lnTo>
                  <a:pt x="2083889" y="1004774"/>
                </a:lnTo>
                <a:lnTo>
                  <a:pt x="2085353" y="1003516"/>
                </a:lnTo>
                <a:lnTo>
                  <a:pt x="2086816" y="1002259"/>
                </a:lnTo>
                <a:lnTo>
                  <a:pt x="2088280" y="1001002"/>
                </a:lnTo>
                <a:lnTo>
                  <a:pt x="2089743" y="999745"/>
                </a:lnTo>
                <a:lnTo>
                  <a:pt x="2091206" y="998489"/>
                </a:lnTo>
                <a:lnTo>
                  <a:pt x="2092670" y="997234"/>
                </a:lnTo>
                <a:lnTo>
                  <a:pt x="2094133" y="995979"/>
                </a:lnTo>
                <a:lnTo>
                  <a:pt x="2095597" y="994725"/>
                </a:lnTo>
                <a:lnTo>
                  <a:pt x="2097060" y="993471"/>
                </a:lnTo>
                <a:lnTo>
                  <a:pt x="2098523" y="992218"/>
                </a:lnTo>
                <a:lnTo>
                  <a:pt x="2099987" y="990965"/>
                </a:lnTo>
                <a:lnTo>
                  <a:pt x="2101450" y="989713"/>
                </a:lnTo>
                <a:lnTo>
                  <a:pt x="2102914" y="988461"/>
                </a:lnTo>
                <a:lnTo>
                  <a:pt x="2104377" y="987210"/>
                </a:lnTo>
                <a:lnTo>
                  <a:pt x="2105841" y="985959"/>
                </a:lnTo>
                <a:lnTo>
                  <a:pt x="2107304" y="984709"/>
                </a:lnTo>
                <a:lnTo>
                  <a:pt x="2108767" y="983460"/>
                </a:lnTo>
                <a:lnTo>
                  <a:pt x="2110231" y="982211"/>
                </a:lnTo>
                <a:lnTo>
                  <a:pt x="2111694" y="980962"/>
                </a:lnTo>
                <a:lnTo>
                  <a:pt x="2113158" y="979714"/>
                </a:lnTo>
                <a:lnTo>
                  <a:pt x="2114621" y="978467"/>
                </a:lnTo>
                <a:lnTo>
                  <a:pt x="2116084" y="977220"/>
                </a:lnTo>
                <a:lnTo>
                  <a:pt x="2117548" y="975973"/>
                </a:lnTo>
                <a:lnTo>
                  <a:pt x="2119011" y="974728"/>
                </a:lnTo>
                <a:lnTo>
                  <a:pt x="2120475" y="973482"/>
                </a:lnTo>
                <a:lnTo>
                  <a:pt x="2121938" y="972237"/>
                </a:lnTo>
                <a:lnTo>
                  <a:pt x="2123401" y="970993"/>
                </a:lnTo>
                <a:lnTo>
                  <a:pt x="2124865" y="969750"/>
                </a:lnTo>
                <a:lnTo>
                  <a:pt x="2126328" y="968506"/>
                </a:lnTo>
                <a:lnTo>
                  <a:pt x="2127792" y="967264"/>
                </a:lnTo>
                <a:lnTo>
                  <a:pt x="2129255" y="966022"/>
                </a:lnTo>
                <a:lnTo>
                  <a:pt x="2130718" y="964780"/>
                </a:lnTo>
                <a:lnTo>
                  <a:pt x="2132182" y="963539"/>
                </a:lnTo>
                <a:lnTo>
                  <a:pt x="2133645" y="962299"/>
                </a:lnTo>
                <a:lnTo>
                  <a:pt x="2135109" y="961059"/>
                </a:lnTo>
                <a:lnTo>
                  <a:pt x="2136572" y="959819"/>
                </a:lnTo>
                <a:lnTo>
                  <a:pt x="2138035" y="958580"/>
                </a:lnTo>
                <a:lnTo>
                  <a:pt x="2139499" y="957342"/>
                </a:lnTo>
                <a:lnTo>
                  <a:pt x="2140962" y="956104"/>
                </a:lnTo>
                <a:lnTo>
                  <a:pt x="2142426" y="954867"/>
                </a:lnTo>
                <a:lnTo>
                  <a:pt x="2143889" y="953630"/>
                </a:lnTo>
                <a:lnTo>
                  <a:pt x="2145352" y="952394"/>
                </a:lnTo>
                <a:lnTo>
                  <a:pt x="2146816" y="951159"/>
                </a:lnTo>
                <a:lnTo>
                  <a:pt x="2148279" y="949924"/>
                </a:lnTo>
                <a:lnTo>
                  <a:pt x="2149743" y="948689"/>
                </a:lnTo>
                <a:lnTo>
                  <a:pt x="2151206" y="947455"/>
                </a:lnTo>
                <a:lnTo>
                  <a:pt x="2152670" y="946222"/>
                </a:lnTo>
                <a:lnTo>
                  <a:pt x="2154133" y="944989"/>
                </a:lnTo>
                <a:lnTo>
                  <a:pt x="2155596" y="943756"/>
                </a:lnTo>
                <a:lnTo>
                  <a:pt x="2157060" y="942525"/>
                </a:lnTo>
                <a:lnTo>
                  <a:pt x="2158523" y="941293"/>
                </a:lnTo>
                <a:lnTo>
                  <a:pt x="2159987" y="940063"/>
                </a:lnTo>
                <a:lnTo>
                  <a:pt x="2161450" y="938832"/>
                </a:lnTo>
                <a:lnTo>
                  <a:pt x="2162913" y="937603"/>
                </a:lnTo>
                <a:lnTo>
                  <a:pt x="2164377" y="936374"/>
                </a:lnTo>
                <a:lnTo>
                  <a:pt x="2165840" y="935145"/>
                </a:lnTo>
                <a:lnTo>
                  <a:pt x="2167304" y="933917"/>
                </a:lnTo>
                <a:lnTo>
                  <a:pt x="2168767" y="932690"/>
                </a:lnTo>
                <a:lnTo>
                  <a:pt x="2170230" y="931463"/>
                </a:lnTo>
                <a:lnTo>
                  <a:pt x="2171694" y="930237"/>
                </a:lnTo>
                <a:lnTo>
                  <a:pt x="2173157" y="929011"/>
                </a:lnTo>
                <a:lnTo>
                  <a:pt x="2174621" y="927786"/>
                </a:lnTo>
                <a:lnTo>
                  <a:pt x="2176084" y="926561"/>
                </a:lnTo>
                <a:lnTo>
                  <a:pt x="2177547" y="925337"/>
                </a:lnTo>
                <a:lnTo>
                  <a:pt x="2179011" y="924113"/>
                </a:lnTo>
                <a:lnTo>
                  <a:pt x="2180474" y="922890"/>
                </a:lnTo>
                <a:lnTo>
                  <a:pt x="2181938" y="921668"/>
                </a:lnTo>
                <a:lnTo>
                  <a:pt x="2183401" y="920446"/>
                </a:lnTo>
                <a:lnTo>
                  <a:pt x="2184864" y="919224"/>
                </a:lnTo>
                <a:lnTo>
                  <a:pt x="2186328" y="918004"/>
                </a:lnTo>
                <a:lnTo>
                  <a:pt x="2187791" y="916783"/>
                </a:lnTo>
                <a:lnTo>
                  <a:pt x="2189255" y="915564"/>
                </a:lnTo>
                <a:lnTo>
                  <a:pt x="2190718" y="914345"/>
                </a:lnTo>
                <a:lnTo>
                  <a:pt x="2192181" y="913126"/>
                </a:lnTo>
                <a:lnTo>
                  <a:pt x="2193645" y="911908"/>
                </a:lnTo>
                <a:lnTo>
                  <a:pt x="2195108" y="910690"/>
                </a:lnTo>
                <a:lnTo>
                  <a:pt x="2196572" y="909474"/>
                </a:lnTo>
                <a:lnTo>
                  <a:pt x="2198035" y="908257"/>
                </a:lnTo>
                <a:lnTo>
                  <a:pt x="2199498" y="907041"/>
                </a:lnTo>
                <a:lnTo>
                  <a:pt x="2200962" y="905826"/>
                </a:lnTo>
                <a:lnTo>
                  <a:pt x="2202425" y="904611"/>
                </a:lnTo>
                <a:lnTo>
                  <a:pt x="2203889" y="903397"/>
                </a:lnTo>
                <a:lnTo>
                  <a:pt x="2205352" y="902184"/>
                </a:lnTo>
                <a:lnTo>
                  <a:pt x="2206816" y="900971"/>
                </a:lnTo>
                <a:lnTo>
                  <a:pt x="2208279" y="899758"/>
                </a:lnTo>
                <a:lnTo>
                  <a:pt x="2209742" y="898546"/>
                </a:lnTo>
                <a:lnTo>
                  <a:pt x="2211206" y="897335"/>
                </a:lnTo>
                <a:lnTo>
                  <a:pt x="2212669" y="896124"/>
                </a:lnTo>
                <a:lnTo>
                  <a:pt x="2214133" y="894914"/>
                </a:lnTo>
                <a:lnTo>
                  <a:pt x="2215596" y="893705"/>
                </a:lnTo>
                <a:lnTo>
                  <a:pt x="2217059" y="892495"/>
                </a:lnTo>
                <a:lnTo>
                  <a:pt x="2218523" y="891287"/>
                </a:lnTo>
                <a:lnTo>
                  <a:pt x="2219986" y="890079"/>
                </a:lnTo>
                <a:lnTo>
                  <a:pt x="2221450" y="888872"/>
                </a:lnTo>
                <a:lnTo>
                  <a:pt x="2222913" y="887665"/>
                </a:lnTo>
                <a:lnTo>
                  <a:pt x="2224376" y="886459"/>
                </a:lnTo>
                <a:lnTo>
                  <a:pt x="2225840" y="885253"/>
                </a:lnTo>
                <a:lnTo>
                  <a:pt x="2227303" y="884048"/>
                </a:lnTo>
                <a:lnTo>
                  <a:pt x="2228767" y="882843"/>
                </a:lnTo>
                <a:lnTo>
                  <a:pt x="2230230" y="881639"/>
                </a:lnTo>
                <a:lnTo>
                  <a:pt x="2231693" y="880436"/>
                </a:lnTo>
                <a:lnTo>
                  <a:pt x="2233157" y="879233"/>
                </a:lnTo>
                <a:lnTo>
                  <a:pt x="2234620" y="878031"/>
                </a:lnTo>
                <a:lnTo>
                  <a:pt x="2236084" y="876829"/>
                </a:lnTo>
                <a:lnTo>
                  <a:pt x="2237547" y="875628"/>
                </a:lnTo>
                <a:lnTo>
                  <a:pt x="2239010" y="874427"/>
                </a:lnTo>
                <a:lnTo>
                  <a:pt x="2240474" y="873227"/>
                </a:lnTo>
                <a:lnTo>
                  <a:pt x="2241937" y="872028"/>
                </a:lnTo>
                <a:lnTo>
                  <a:pt x="2243401" y="870829"/>
                </a:lnTo>
                <a:lnTo>
                  <a:pt x="2244864" y="869631"/>
                </a:lnTo>
                <a:lnTo>
                  <a:pt x="2246327" y="868433"/>
                </a:lnTo>
                <a:lnTo>
                  <a:pt x="2247791" y="867236"/>
                </a:lnTo>
                <a:lnTo>
                  <a:pt x="2249254" y="866039"/>
                </a:lnTo>
                <a:lnTo>
                  <a:pt x="2250718" y="864843"/>
                </a:lnTo>
                <a:lnTo>
                  <a:pt x="2252181" y="863648"/>
                </a:lnTo>
                <a:lnTo>
                  <a:pt x="2253645" y="862453"/>
                </a:lnTo>
                <a:lnTo>
                  <a:pt x="2255108" y="861259"/>
                </a:lnTo>
                <a:lnTo>
                  <a:pt x="2256571" y="860065"/>
                </a:lnTo>
                <a:lnTo>
                  <a:pt x="2258035" y="858872"/>
                </a:lnTo>
                <a:lnTo>
                  <a:pt x="2259498" y="857679"/>
                </a:lnTo>
                <a:lnTo>
                  <a:pt x="2260962" y="856487"/>
                </a:lnTo>
                <a:lnTo>
                  <a:pt x="2262425" y="855296"/>
                </a:lnTo>
                <a:lnTo>
                  <a:pt x="2263888" y="854105"/>
                </a:lnTo>
                <a:lnTo>
                  <a:pt x="2265352" y="852915"/>
                </a:lnTo>
                <a:lnTo>
                  <a:pt x="2266815" y="851725"/>
                </a:lnTo>
                <a:lnTo>
                  <a:pt x="2268279" y="850536"/>
                </a:lnTo>
                <a:lnTo>
                  <a:pt x="2269742" y="849348"/>
                </a:lnTo>
                <a:lnTo>
                  <a:pt x="2271205" y="848160"/>
                </a:lnTo>
                <a:lnTo>
                  <a:pt x="2272669" y="846973"/>
                </a:lnTo>
                <a:lnTo>
                  <a:pt x="2274132" y="845786"/>
                </a:lnTo>
                <a:lnTo>
                  <a:pt x="2275596" y="844600"/>
                </a:lnTo>
                <a:lnTo>
                  <a:pt x="2277059" y="843414"/>
                </a:lnTo>
                <a:lnTo>
                  <a:pt x="2278522" y="842229"/>
                </a:lnTo>
                <a:lnTo>
                  <a:pt x="2279986" y="841045"/>
                </a:lnTo>
                <a:lnTo>
                  <a:pt x="2281449" y="839861"/>
                </a:lnTo>
                <a:lnTo>
                  <a:pt x="2282913" y="838678"/>
                </a:lnTo>
                <a:lnTo>
                  <a:pt x="2284376" y="837495"/>
                </a:lnTo>
                <a:lnTo>
                  <a:pt x="2285839" y="836313"/>
                </a:lnTo>
                <a:lnTo>
                  <a:pt x="2287303" y="835131"/>
                </a:lnTo>
                <a:lnTo>
                  <a:pt x="2288766" y="833950"/>
                </a:lnTo>
                <a:lnTo>
                  <a:pt x="2290230" y="832770"/>
                </a:lnTo>
                <a:lnTo>
                  <a:pt x="2291693" y="831590"/>
                </a:lnTo>
                <a:lnTo>
                  <a:pt x="2293156" y="830411"/>
                </a:lnTo>
                <a:lnTo>
                  <a:pt x="2294620" y="829233"/>
                </a:lnTo>
                <a:lnTo>
                  <a:pt x="2296083" y="828055"/>
                </a:lnTo>
                <a:lnTo>
                  <a:pt x="2297547" y="826877"/>
                </a:lnTo>
                <a:lnTo>
                  <a:pt x="2299010" y="825700"/>
                </a:lnTo>
                <a:lnTo>
                  <a:pt x="2300473" y="824524"/>
                </a:lnTo>
                <a:lnTo>
                  <a:pt x="2301937" y="823349"/>
                </a:lnTo>
                <a:lnTo>
                  <a:pt x="2303400" y="822174"/>
                </a:lnTo>
                <a:lnTo>
                  <a:pt x="2304864" y="820999"/>
                </a:lnTo>
                <a:lnTo>
                  <a:pt x="2306327" y="819825"/>
                </a:lnTo>
                <a:lnTo>
                  <a:pt x="2307791" y="818652"/>
                </a:lnTo>
                <a:lnTo>
                  <a:pt x="2309254" y="817479"/>
                </a:lnTo>
                <a:lnTo>
                  <a:pt x="2310717" y="816307"/>
                </a:lnTo>
                <a:lnTo>
                  <a:pt x="2312181" y="815136"/>
                </a:lnTo>
                <a:lnTo>
                  <a:pt x="2313644" y="813965"/>
                </a:lnTo>
                <a:lnTo>
                  <a:pt x="2315108" y="812795"/>
                </a:lnTo>
                <a:lnTo>
                  <a:pt x="2316571" y="811625"/>
                </a:lnTo>
                <a:lnTo>
                  <a:pt x="2318034" y="810456"/>
                </a:lnTo>
                <a:lnTo>
                  <a:pt x="2319498" y="809287"/>
                </a:lnTo>
                <a:lnTo>
                  <a:pt x="2320961" y="808119"/>
                </a:lnTo>
                <a:lnTo>
                  <a:pt x="2322425" y="806952"/>
                </a:lnTo>
                <a:lnTo>
                  <a:pt x="2323888" y="805785"/>
                </a:lnTo>
                <a:lnTo>
                  <a:pt x="2325351" y="804619"/>
                </a:lnTo>
                <a:lnTo>
                  <a:pt x="2326815" y="803454"/>
                </a:lnTo>
                <a:lnTo>
                  <a:pt x="2328278" y="802289"/>
                </a:lnTo>
                <a:lnTo>
                  <a:pt x="2329742" y="801124"/>
                </a:lnTo>
                <a:lnTo>
                  <a:pt x="2331205" y="799961"/>
                </a:lnTo>
                <a:lnTo>
                  <a:pt x="2332668" y="798798"/>
                </a:lnTo>
                <a:lnTo>
                  <a:pt x="2334132" y="797635"/>
                </a:lnTo>
                <a:lnTo>
                  <a:pt x="2335595" y="796473"/>
                </a:lnTo>
                <a:lnTo>
                  <a:pt x="2337059" y="795312"/>
                </a:lnTo>
                <a:lnTo>
                  <a:pt x="2338522" y="794151"/>
                </a:lnTo>
                <a:lnTo>
                  <a:pt x="2339985" y="792991"/>
                </a:lnTo>
                <a:lnTo>
                  <a:pt x="2341449" y="791831"/>
                </a:lnTo>
                <a:lnTo>
                  <a:pt x="2342912" y="790672"/>
                </a:lnTo>
                <a:lnTo>
                  <a:pt x="2344376" y="789514"/>
                </a:lnTo>
                <a:lnTo>
                  <a:pt x="2345839" y="788356"/>
                </a:lnTo>
                <a:lnTo>
                  <a:pt x="2347302" y="787199"/>
                </a:lnTo>
                <a:lnTo>
                  <a:pt x="2348766" y="786043"/>
                </a:lnTo>
                <a:lnTo>
                  <a:pt x="2350229" y="784887"/>
                </a:lnTo>
                <a:lnTo>
                  <a:pt x="2351693" y="783732"/>
                </a:lnTo>
                <a:lnTo>
                  <a:pt x="2353156" y="782577"/>
                </a:lnTo>
                <a:lnTo>
                  <a:pt x="2354620" y="781423"/>
                </a:lnTo>
                <a:lnTo>
                  <a:pt x="2356083" y="780269"/>
                </a:lnTo>
                <a:lnTo>
                  <a:pt x="2357546" y="779116"/>
                </a:lnTo>
                <a:lnTo>
                  <a:pt x="2359010" y="777964"/>
                </a:lnTo>
                <a:lnTo>
                  <a:pt x="2360473" y="776813"/>
                </a:lnTo>
                <a:lnTo>
                  <a:pt x="2361937" y="775661"/>
                </a:lnTo>
                <a:lnTo>
                  <a:pt x="2363400" y="774511"/>
                </a:lnTo>
                <a:lnTo>
                  <a:pt x="2364863" y="773361"/>
                </a:lnTo>
                <a:lnTo>
                  <a:pt x="2366327" y="772212"/>
                </a:lnTo>
                <a:lnTo>
                  <a:pt x="2367790" y="771063"/>
                </a:lnTo>
                <a:lnTo>
                  <a:pt x="2369254" y="769915"/>
                </a:lnTo>
                <a:lnTo>
                  <a:pt x="2370717" y="768768"/>
                </a:lnTo>
                <a:lnTo>
                  <a:pt x="2372180" y="767621"/>
                </a:lnTo>
                <a:lnTo>
                  <a:pt x="2373644" y="766475"/>
                </a:lnTo>
                <a:lnTo>
                  <a:pt x="2375107" y="765330"/>
                </a:lnTo>
                <a:lnTo>
                  <a:pt x="2376571" y="764185"/>
                </a:lnTo>
                <a:lnTo>
                  <a:pt x="2378034" y="763040"/>
                </a:lnTo>
                <a:lnTo>
                  <a:pt x="2379497" y="761897"/>
                </a:lnTo>
                <a:lnTo>
                  <a:pt x="2380961" y="760753"/>
                </a:lnTo>
                <a:lnTo>
                  <a:pt x="2382424" y="759611"/>
                </a:lnTo>
                <a:lnTo>
                  <a:pt x="2383888" y="758469"/>
                </a:lnTo>
                <a:lnTo>
                  <a:pt x="2385351" y="757328"/>
                </a:lnTo>
                <a:lnTo>
                  <a:pt x="2386814" y="756187"/>
                </a:lnTo>
                <a:lnTo>
                  <a:pt x="2388278" y="755047"/>
                </a:lnTo>
                <a:lnTo>
                  <a:pt x="2389741" y="753908"/>
                </a:lnTo>
                <a:lnTo>
                  <a:pt x="2391205" y="752769"/>
                </a:lnTo>
                <a:lnTo>
                  <a:pt x="2392668" y="751631"/>
                </a:lnTo>
                <a:lnTo>
                  <a:pt x="2394131" y="750493"/>
                </a:lnTo>
                <a:lnTo>
                  <a:pt x="2395595" y="749356"/>
                </a:lnTo>
                <a:lnTo>
                  <a:pt x="2397058" y="748220"/>
                </a:lnTo>
                <a:lnTo>
                  <a:pt x="2398522" y="747084"/>
                </a:lnTo>
                <a:lnTo>
                  <a:pt x="2399985" y="745949"/>
                </a:lnTo>
                <a:lnTo>
                  <a:pt x="2401449" y="744815"/>
                </a:lnTo>
                <a:lnTo>
                  <a:pt x="2402912" y="743681"/>
                </a:lnTo>
                <a:lnTo>
                  <a:pt x="2404375" y="742548"/>
                </a:lnTo>
                <a:lnTo>
                  <a:pt x="2405839" y="741415"/>
                </a:lnTo>
                <a:lnTo>
                  <a:pt x="2407302" y="740283"/>
                </a:lnTo>
                <a:lnTo>
                  <a:pt x="2408766" y="739152"/>
                </a:lnTo>
                <a:lnTo>
                  <a:pt x="2410229" y="738021"/>
                </a:lnTo>
                <a:lnTo>
                  <a:pt x="2411692" y="736891"/>
                </a:lnTo>
                <a:lnTo>
                  <a:pt x="2413156" y="735762"/>
                </a:lnTo>
                <a:lnTo>
                  <a:pt x="2414619" y="734633"/>
                </a:lnTo>
                <a:lnTo>
                  <a:pt x="2416083" y="733505"/>
                </a:lnTo>
                <a:lnTo>
                  <a:pt x="2417546" y="732377"/>
                </a:lnTo>
                <a:lnTo>
                  <a:pt x="2419009" y="731250"/>
                </a:lnTo>
                <a:lnTo>
                  <a:pt x="2420473" y="730124"/>
                </a:lnTo>
                <a:lnTo>
                  <a:pt x="2421936" y="728998"/>
                </a:lnTo>
                <a:lnTo>
                  <a:pt x="2423400" y="727873"/>
                </a:lnTo>
                <a:lnTo>
                  <a:pt x="2424863" y="726749"/>
                </a:lnTo>
                <a:lnTo>
                  <a:pt x="2426326" y="725625"/>
                </a:lnTo>
                <a:lnTo>
                  <a:pt x="2427790" y="724502"/>
                </a:lnTo>
                <a:lnTo>
                  <a:pt x="2429253" y="723379"/>
                </a:lnTo>
                <a:lnTo>
                  <a:pt x="2430717" y="722258"/>
                </a:lnTo>
                <a:lnTo>
                  <a:pt x="2432180" y="721136"/>
                </a:lnTo>
                <a:lnTo>
                  <a:pt x="2433643" y="720016"/>
                </a:lnTo>
                <a:lnTo>
                  <a:pt x="2435107" y="718896"/>
                </a:lnTo>
                <a:lnTo>
                  <a:pt x="2436570" y="717776"/>
                </a:lnTo>
                <a:lnTo>
                  <a:pt x="2438034" y="716658"/>
                </a:lnTo>
                <a:lnTo>
                  <a:pt x="2439497" y="715539"/>
                </a:lnTo>
                <a:lnTo>
                  <a:pt x="2440960" y="714422"/>
                </a:lnTo>
                <a:lnTo>
                  <a:pt x="2442424" y="713305"/>
                </a:lnTo>
                <a:lnTo>
                  <a:pt x="2443887" y="712189"/>
                </a:lnTo>
                <a:lnTo>
                  <a:pt x="2445351" y="711073"/>
                </a:lnTo>
                <a:lnTo>
                  <a:pt x="2446814" y="709958"/>
                </a:lnTo>
                <a:lnTo>
                  <a:pt x="2448277" y="708844"/>
                </a:lnTo>
                <a:lnTo>
                  <a:pt x="2449741" y="707730"/>
                </a:lnTo>
                <a:lnTo>
                  <a:pt x="2451204" y="706617"/>
                </a:lnTo>
                <a:lnTo>
                  <a:pt x="2452668" y="705505"/>
                </a:lnTo>
                <a:lnTo>
                  <a:pt x="2454131" y="704393"/>
                </a:lnTo>
                <a:lnTo>
                  <a:pt x="2455595" y="703282"/>
                </a:lnTo>
                <a:lnTo>
                  <a:pt x="2457058" y="702172"/>
                </a:lnTo>
                <a:lnTo>
                  <a:pt x="2458521" y="701062"/>
                </a:lnTo>
                <a:lnTo>
                  <a:pt x="2459985" y="699953"/>
                </a:lnTo>
                <a:lnTo>
                  <a:pt x="2461448" y="698844"/>
                </a:lnTo>
                <a:lnTo>
                  <a:pt x="2462912" y="697736"/>
                </a:lnTo>
                <a:lnTo>
                  <a:pt x="2464375" y="696629"/>
                </a:lnTo>
                <a:lnTo>
                  <a:pt x="2465838" y="695522"/>
                </a:lnTo>
                <a:lnTo>
                  <a:pt x="2467302" y="694416"/>
                </a:lnTo>
                <a:lnTo>
                  <a:pt x="2468765" y="693311"/>
                </a:lnTo>
                <a:lnTo>
                  <a:pt x="2470229" y="692206"/>
                </a:lnTo>
                <a:lnTo>
                  <a:pt x="2471692" y="691102"/>
                </a:lnTo>
                <a:lnTo>
                  <a:pt x="2473155" y="689999"/>
                </a:lnTo>
                <a:lnTo>
                  <a:pt x="2474619" y="688896"/>
                </a:lnTo>
                <a:lnTo>
                  <a:pt x="2476082" y="687794"/>
                </a:lnTo>
                <a:lnTo>
                  <a:pt x="2477546" y="686693"/>
                </a:lnTo>
                <a:lnTo>
                  <a:pt x="2479009" y="685592"/>
                </a:lnTo>
                <a:lnTo>
                  <a:pt x="2480472" y="684492"/>
                </a:lnTo>
                <a:lnTo>
                  <a:pt x="2481936" y="683392"/>
                </a:lnTo>
                <a:lnTo>
                  <a:pt x="2483399" y="682293"/>
                </a:lnTo>
                <a:lnTo>
                  <a:pt x="2484863" y="681195"/>
                </a:lnTo>
                <a:lnTo>
                  <a:pt x="2486326" y="680098"/>
                </a:lnTo>
                <a:lnTo>
                  <a:pt x="2487789" y="679001"/>
                </a:lnTo>
                <a:lnTo>
                  <a:pt x="2489253" y="677904"/>
                </a:lnTo>
                <a:lnTo>
                  <a:pt x="2490716" y="676809"/>
                </a:lnTo>
                <a:lnTo>
                  <a:pt x="2492180" y="675714"/>
                </a:lnTo>
                <a:lnTo>
                  <a:pt x="2493643" y="674620"/>
                </a:lnTo>
                <a:lnTo>
                  <a:pt x="2495106" y="673526"/>
                </a:lnTo>
                <a:lnTo>
                  <a:pt x="2496570" y="672433"/>
                </a:lnTo>
                <a:lnTo>
                  <a:pt x="2498033" y="671341"/>
                </a:lnTo>
                <a:lnTo>
                  <a:pt x="2499497" y="670249"/>
                </a:lnTo>
                <a:lnTo>
                  <a:pt x="2500960" y="669158"/>
                </a:lnTo>
                <a:lnTo>
                  <a:pt x="2502424" y="668067"/>
                </a:lnTo>
                <a:lnTo>
                  <a:pt x="2503887" y="666978"/>
                </a:lnTo>
                <a:lnTo>
                  <a:pt x="2505350" y="665889"/>
                </a:lnTo>
                <a:lnTo>
                  <a:pt x="2506814" y="664800"/>
                </a:lnTo>
                <a:lnTo>
                  <a:pt x="2508277" y="663712"/>
                </a:lnTo>
                <a:lnTo>
                  <a:pt x="2509741" y="662625"/>
                </a:lnTo>
                <a:lnTo>
                  <a:pt x="2511204" y="661539"/>
                </a:lnTo>
                <a:lnTo>
                  <a:pt x="2512667" y="660453"/>
                </a:lnTo>
                <a:lnTo>
                  <a:pt x="2514131" y="659368"/>
                </a:lnTo>
                <a:lnTo>
                  <a:pt x="2515594" y="658283"/>
                </a:lnTo>
                <a:lnTo>
                  <a:pt x="2517058" y="657200"/>
                </a:lnTo>
                <a:lnTo>
                  <a:pt x="2518521" y="656116"/>
                </a:lnTo>
                <a:lnTo>
                  <a:pt x="2519984" y="655034"/>
                </a:lnTo>
                <a:lnTo>
                  <a:pt x="2521448" y="653952"/>
                </a:lnTo>
                <a:lnTo>
                  <a:pt x="2522911" y="652871"/>
                </a:lnTo>
                <a:lnTo>
                  <a:pt x="2524375" y="651790"/>
                </a:lnTo>
                <a:lnTo>
                  <a:pt x="2525838" y="650711"/>
                </a:lnTo>
                <a:lnTo>
                  <a:pt x="2527301" y="649631"/>
                </a:lnTo>
                <a:lnTo>
                  <a:pt x="2528765" y="648553"/>
                </a:lnTo>
                <a:lnTo>
                  <a:pt x="2530228" y="647475"/>
                </a:lnTo>
                <a:lnTo>
                  <a:pt x="2531692" y="646398"/>
                </a:lnTo>
                <a:lnTo>
                  <a:pt x="2533155" y="645321"/>
                </a:lnTo>
                <a:lnTo>
                  <a:pt x="2534618" y="644246"/>
                </a:lnTo>
                <a:lnTo>
                  <a:pt x="2536082" y="643170"/>
                </a:lnTo>
                <a:lnTo>
                  <a:pt x="2537545" y="642096"/>
                </a:lnTo>
                <a:lnTo>
                  <a:pt x="2539009" y="641022"/>
                </a:lnTo>
                <a:lnTo>
                  <a:pt x="2540472" y="639949"/>
                </a:lnTo>
                <a:lnTo>
                  <a:pt x="2541935" y="638876"/>
                </a:lnTo>
                <a:lnTo>
                  <a:pt x="2543399" y="637804"/>
                </a:lnTo>
                <a:lnTo>
                  <a:pt x="2544862" y="636733"/>
                </a:lnTo>
                <a:lnTo>
                  <a:pt x="2546326" y="635663"/>
                </a:lnTo>
                <a:lnTo>
                  <a:pt x="2547789" y="634593"/>
                </a:lnTo>
                <a:lnTo>
                  <a:pt x="2549252" y="633524"/>
                </a:lnTo>
                <a:lnTo>
                  <a:pt x="2550716" y="632455"/>
                </a:lnTo>
                <a:lnTo>
                  <a:pt x="2552179" y="631387"/>
                </a:lnTo>
                <a:lnTo>
                  <a:pt x="2553643" y="630320"/>
                </a:lnTo>
                <a:lnTo>
                  <a:pt x="2555106" y="629254"/>
                </a:lnTo>
                <a:lnTo>
                  <a:pt x="2556570" y="628188"/>
                </a:lnTo>
                <a:lnTo>
                  <a:pt x="2558033" y="627123"/>
                </a:lnTo>
                <a:lnTo>
                  <a:pt x="2559496" y="626058"/>
                </a:lnTo>
                <a:lnTo>
                  <a:pt x="2560960" y="624995"/>
                </a:lnTo>
                <a:lnTo>
                  <a:pt x="2562423" y="623931"/>
                </a:lnTo>
                <a:lnTo>
                  <a:pt x="2563887" y="622869"/>
                </a:lnTo>
                <a:lnTo>
                  <a:pt x="2565350" y="621807"/>
                </a:lnTo>
                <a:lnTo>
                  <a:pt x="2566813" y="620746"/>
                </a:lnTo>
                <a:lnTo>
                  <a:pt x="2568277" y="619686"/>
                </a:lnTo>
                <a:lnTo>
                  <a:pt x="2569740" y="618626"/>
                </a:lnTo>
                <a:lnTo>
                  <a:pt x="2571204" y="617567"/>
                </a:lnTo>
                <a:lnTo>
                  <a:pt x="2572667" y="616509"/>
                </a:lnTo>
                <a:lnTo>
                  <a:pt x="2574130" y="615451"/>
                </a:lnTo>
                <a:lnTo>
                  <a:pt x="2575594" y="614394"/>
                </a:lnTo>
                <a:lnTo>
                  <a:pt x="2577057" y="613338"/>
                </a:lnTo>
                <a:lnTo>
                  <a:pt x="2578521" y="612282"/>
                </a:lnTo>
                <a:lnTo>
                  <a:pt x="2579984" y="611227"/>
                </a:lnTo>
                <a:lnTo>
                  <a:pt x="2581447" y="610173"/>
                </a:lnTo>
                <a:lnTo>
                  <a:pt x="2582911" y="609119"/>
                </a:lnTo>
                <a:lnTo>
                  <a:pt x="2584374" y="608066"/>
                </a:lnTo>
                <a:lnTo>
                  <a:pt x="2585838" y="607014"/>
                </a:lnTo>
                <a:lnTo>
                  <a:pt x="2587301" y="605962"/>
                </a:lnTo>
                <a:lnTo>
                  <a:pt x="2588764" y="604912"/>
                </a:lnTo>
                <a:lnTo>
                  <a:pt x="2590228" y="603861"/>
                </a:lnTo>
                <a:lnTo>
                  <a:pt x="2591691" y="602812"/>
                </a:lnTo>
                <a:lnTo>
                  <a:pt x="2593155" y="601763"/>
                </a:lnTo>
                <a:lnTo>
                  <a:pt x="2594618" y="600715"/>
                </a:lnTo>
                <a:lnTo>
                  <a:pt x="2596081" y="599667"/>
                </a:lnTo>
                <a:lnTo>
                  <a:pt x="2597545" y="598621"/>
                </a:lnTo>
                <a:lnTo>
                  <a:pt x="2599008" y="597575"/>
                </a:lnTo>
                <a:lnTo>
                  <a:pt x="2600472" y="596529"/>
                </a:lnTo>
                <a:lnTo>
                  <a:pt x="2601935" y="595485"/>
                </a:lnTo>
                <a:lnTo>
                  <a:pt x="2603399" y="594441"/>
                </a:lnTo>
                <a:lnTo>
                  <a:pt x="2604862" y="593397"/>
                </a:lnTo>
                <a:lnTo>
                  <a:pt x="2606325" y="592355"/>
                </a:lnTo>
                <a:lnTo>
                  <a:pt x="2607789" y="591313"/>
                </a:lnTo>
                <a:lnTo>
                  <a:pt x="2609252" y="590272"/>
                </a:lnTo>
                <a:lnTo>
                  <a:pt x="2610716" y="589231"/>
                </a:lnTo>
                <a:lnTo>
                  <a:pt x="2612179" y="588191"/>
                </a:lnTo>
                <a:lnTo>
                  <a:pt x="2613642" y="587152"/>
                </a:lnTo>
                <a:lnTo>
                  <a:pt x="2615106" y="586114"/>
                </a:lnTo>
                <a:lnTo>
                  <a:pt x="2616569" y="585076"/>
                </a:lnTo>
                <a:lnTo>
                  <a:pt x="2618033" y="584039"/>
                </a:lnTo>
                <a:lnTo>
                  <a:pt x="2619496" y="583002"/>
                </a:lnTo>
                <a:lnTo>
                  <a:pt x="2620959" y="581967"/>
                </a:lnTo>
                <a:lnTo>
                  <a:pt x="2622423" y="580932"/>
                </a:lnTo>
                <a:lnTo>
                  <a:pt x="2623886" y="579897"/>
                </a:lnTo>
                <a:lnTo>
                  <a:pt x="2625350" y="578864"/>
                </a:lnTo>
                <a:lnTo>
                  <a:pt x="2626813" y="577831"/>
                </a:lnTo>
                <a:lnTo>
                  <a:pt x="2628276" y="576799"/>
                </a:lnTo>
                <a:lnTo>
                  <a:pt x="2629740" y="575767"/>
                </a:lnTo>
                <a:lnTo>
                  <a:pt x="2631203" y="574736"/>
                </a:lnTo>
                <a:lnTo>
                  <a:pt x="2632667" y="573706"/>
                </a:lnTo>
                <a:lnTo>
                  <a:pt x="2634130" y="572677"/>
                </a:lnTo>
                <a:lnTo>
                  <a:pt x="2635593" y="571648"/>
                </a:lnTo>
                <a:lnTo>
                  <a:pt x="2637057" y="570620"/>
                </a:lnTo>
                <a:lnTo>
                  <a:pt x="2638520" y="569593"/>
                </a:lnTo>
                <a:lnTo>
                  <a:pt x="2639984" y="568566"/>
                </a:lnTo>
                <a:lnTo>
                  <a:pt x="2641447" y="567540"/>
                </a:lnTo>
                <a:lnTo>
                  <a:pt x="2642910" y="566515"/>
                </a:lnTo>
                <a:lnTo>
                  <a:pt x="2644374" y="565491"/>
                </a:lnTo>
                <a:lnTo>
                  <a:pt x="2645837" y="564467"/>
                </a:lnTo>
                <a:lnTo>
                  <a:pt x="2647301" y="563444"/>
                </a:lnTo>
                <a:lnTo>
                  <a:pt x="2648764" y="562422"/>
                </a:lnTo>
                <a:lnTo>
                  <a:pt x="2650227" y="561400"/>
                </a:lnTo>
                <a:lnTo>
                  <a:pt x="2651691" y="560379"/>
                </a:lnTo>
                <a:lnTo>
                  <a:pt x="2653154" y="559359"/>
                </a:lnTo>
                <a:lnTo>
                  <a:pt x="2654618" y="558339"/>
                </a:lnTo>
                <a:lnTo>
                  <a:pt x="2656081" y="557320"/>
                </a:lnTo>
                <a:lnTo>
                  <a:pt x="2657545" y="556302"/>
                </a:lnTo>
                <a:lnTo>
                  <a:pt x="2659008" y="555285"/>
                </a:lnTo>
                <a:lnTo>
                  <a:pt x="2660471" y="554268"/>
                </a:lnTo>
                <a:lnTo>
                  <a:pt x="2661935" y="553252"/>
                </a:lnTo>
                <a:lnTo>
                  <a:pt x="2663398" y="552237"/>
                </a:lnTo>
                <a:lnTo>
                  <a:pt x="2664862" y="551222"/>
                </a:lnTo>
                <a:lnTo>
                  <a:pt x="2666325" y="550208"/>
                </a:lnTo>
                <a:lnTo>
                  <a:pt x="2667788" y="549195"/>
                </a:lnTo>
                <a:lnTo>
                  <a:pt x="2669252" y="548183"/>
                </a:lnTo>
                <a:lnTo>
                  <a:pt x="2670715" y="547171"/>
                </a:lnTo>
                <a:lnTo>
                  <a:pt x="2672179" y="546160"/>
                </a:lnTo>
                <a:lnTo>
                  <a:pt x="2673642" y="545150"/>
                </a:lnTo>
                <a:lnTo>
                  <a:pt x="2675105" y="544140"/>
                </a:lnTo>
                <a:lnTo>
                  <a:pt x="2676569" y="543131"/>
                </a:lnTo>
                <a:lnTo>
                  <a:pt x="2678032" y="542123"/>
                </a:lnTo>
                <a:lnTo>
                  <a:pt x="2679496" y="541116"/>
                </a:lnTo>
                <a:lnTo>
                  <a:pt x="2680959" y="540109"/>
                </a:lnTo>
                <a:lnTo>
                  <a:pt x="2682422" y="539103"/>
                </a:lnTo>
                <a:lnTo>
                  <a:pt x="2683886" y="538098"/>
                </a:lnTo>
                <a:lnTo>
                  <a:pt x="2685349" y="537093"/>
                </a:lnTo>
                <a:lnTo>
                  <a:pt x="2686813" y="536090"/>
                </a:lnTo>
                <a:lnTo>
                  <a:pt x="2688276" y="535086"/>
                </a:lnTo>
                <a:lnTo>
                  <a:pt x="2689739" y="534084"/>
                </a:lnTo>
                <a:lnTo>
                  <a:pt x="2691203" y="533082"/>
                </a:lnTo>
                <a:lnTo>
                  <a:pt x="2692666" y="532081"/>
                </a:lnTo>
                <a:lnTo>
                  <a:pt x="2694130" y="531081"/>
                </a:lnTo>
                <a:lnTo>
                  <a:pt x="2695593" y="530082"/>
                </a:lnTo>
                <a:lnTo>
                  <a:pt x="2697056" y="529083"/>
                </a:lnTo>
                <a:lnTo>
                  <a:pt x="2698520" y="528085"/>
                </a:lnTo>
                <a:lnTo>
                  <a:pt x="2699983" y="527088"/>
                </a:lnTo>
                <a:lnTo>
                  <a:pt x="2701447" y="526091"/>
                </a:lnTo>
                <a:lnTo>
                  <a:pt x="2702910" y="525095"/>
                </a:lnTo>
                <a:lnTo>
                  <a:pt x="2704374" y="524100"/>
                </a:lnTo>
                <a:lnTo>
                  <a:pt x="2705837" y="523105"/>
                </a:lnTo>
                <a:lnTo>
                  <a:pt x="2707300" y="522112"/>
                </a:lnTo>
                <a:lnTo>
                  <a:pt x="2708764" y="521119"/>
                </a:lnTo>
                <a:lnTo>
                  <a:pt x="2710227" y="520127"/>
                </a:lnTo>
                <a:lnTo>
                  <a:pt x="2711691" y="519135"/>
                </a:lnTo>
                <a:lnTo>
                  <a:pt x="2713154" y="518144"/>
                </a:lnTo>
                <a:lnTo>
                  <a:pt x="2714617" y="517154"/>
                </a:lnTo>
                <a:lnTo>
                  <a:pt x="2716081" y="516165"/>
                </a:lnTo>
                <a:lnTo>
                  <a:pt x="2717544" y="515176"/>
                </a:lnTo>
                <a:lnTo>
                  <a:pt x="2719008" y="514188"/>
                </a:lnTo>
                <a:lnTo>
                  <a:pt x="2720471" y="513201"/>
                </a:lnTo>
                <a:lnTo>
                  <a:pt x="2721934" y="512215"/>
                </a:lnTo>
                <a:lnTo>
                  <a:pt x="2723398" y="511229"/>
                </a:lnTo>
                <a:lnTo>
                  <a:pt x="2724861" y="510244"/>
                </a:lnTo>
                <a:lnTo>
                  <a:pt x="2726325" y="509260"/>
                </a:lnTo>
                <a:lnTo>
                  <a:pt x="2727788" y="508276"/>
                </a:lnTo>
                <a:lnTo>
                  <a:pt x="2729251" y="507294"/>
                </a:lnTo>
                <a:lnTo>
                  <a:pt x="2730715" y="506312"/>
                </a:lnTo>
                <a:lnTo>
                  <a:pt x="2732178" y="505330"/>
                </a:lnTo>
                <a:lnTo>
                  <a:pt x="2733642" y="504350"/>
                </a:lnTo>
                <a:lnTo>
                  <a:pt x="2735105" y="503370"/>
                </a:lnTo>
                <a:lnTo>
                  <a:pt x="2736568" y="502391"/>
                </a:lnTo>
                <a:lnTo>
                  <a:pt x="2738032" y="501413"/>
                </a:lnTo>
                <a:lnTo>
                  <a:pt x="2739495" y="500435"/>
                </a:lnTo>
                <a:lnTo>
                  <a:pt x="2740959" y="499458"/>
                </a:lnTo>
                <a:lnTo>
                  <a:pt x="2742422" y="498482"/>
                </a:lnTo>
                <a:lnTo>
                  <a:pt x="2743885" y="497507"/>
                </a:lnTo>
                <a:lnTo>
                  <a:pt x="2745349" y="496532"/>
                </a:lnTo>
                <a:lnTo>
                  <a:pt x="2746812" y="495558"/>
                </a:lnTo>
                <a:lnTo>
                  <a:pt x="2748276" y="494585"/>
                </a:lnTo>
                <a:lnTo>
                  <a:pt x="2749739" y="493613"/>
                </a:lnTo>
                <a:lnTo>
                  <a:pt x="2751203" y="492641"/>
                </a:lnTo>
                <a:lnTo>
                  <a:pt x="2752666" y="491670"/>
                </a:lnTo>
                <a:lnTo>
                  <a:pt x="2754129" y="490700"/>
                </a:lnTo>
                <a:lnTo>
                  <a:pt x="2755593" y="489731"/>
                </a:lnTo>
                <a:lnTo>
                  <a:pt x="2757056" y="488762"/>
                </a:lnTo>
                <a:lnTo>
                  <a:pt x="2758520" y="487794"/>
                </a:lnTo>
                <a:lnTo>
                  <a:pt x="2759983" y="486827"/>
                </a:lnTo>
                <a:lnTo>
                  <a:pt x="2761446" y="485860"/>
                </a:lnTo>
                <a:lnTo>
                  <a:pt x="2762910" y="484895"/>
                </a:lnTo>
                <a:lnTo>
                  <a:pt x="2764373" y="483930"/>
                </a:lnTo>
                <a:lnTo>
                  <a:pt x="2765837" y="482966"/>
                </a:lnTo>
                <a:lnTo>
                  <a:pt x="2767300" y="482002"/>
                </a:lnTo>
                <a:lnTo>
                  <a:pt x="2768763" y="481039"/>
                </a:lnTo>
                <a:lnTo>
                  <a:pt x="2770227" y="480078"/>
                </a:lnTo>
                <a:lnTo>
                  <a:pt x="2771690" y="479116"/>
                </a:lnTo>
                <a:lnTo>
                  <a:pt x="2773154" y="478156"/>
                </a:lnTo>
                <a:lnTo>
                  <a:pt x="2774617" y="477196"/>
                </a:lnTo>
                <a:lnTo>
                  <a:pt x="2776080" y="476237"/>
                </a:lnTo>
                <a:lnTo>
                  <a:pt x="2777544" y="475279"/>
                </a:lnTo>
                <a:lnTo>
                  <a:pt x="2779007" y="474322"/>
                </a:lnTo>
                <a:lnTo>
                  <a:pt x="2780471" y="473365"/>
                </a:lnTo>
                <a:lnTo>
                  <a:pt x="2781934" y="472409"/>
                </a:lnTo>
                <a:lnTo>
                  <a:pt x="2783397" y="471454"/>
                </a:lnTo>
                <a:lnTo>
                  <a:pt x="2784861" y="470499"/>
                </a:lnTo>
                <a:lnTo>
                  <a:pt x="2786324" y="469546"/>
                </a:lnTo>
                <a:lnTo>
                  <a:pt x="2787788" y="468593"/>
                </a:lnTo>
                <a:lnTo>
                  <a:pt x="2789251" y="467641"/>
                </a:lnTo>
                <a:lnTo>
                  <a:pt x="2790714" y="466689"/>
                </a:lnTo>
                <a:lnTo>
                  <a:pt x="2792178" y="465739"/>
                </a:lnTo>
                <a:lnTo>
                  <a:pt x="2793641" y="464789"/>
                </a:lnTo>
                <a:lnTo>
                  <a:pt x="2795105" y="463840"/>
                </a:lnTo>
                <a:lnTo>
                  <a:pt x="2796568" y="462891"/>
                </a:lnTo>
                <a:lnTo>
                  <a:pt x="2798031" y="461944"/>
                </a:lnTo>
                <a:lnTo>
                  <a:pt x="2799495" y="460997"/>
                </a:lnTo>
                <a:lnTo>
                  <a:pt x="2800958" y="460051"/>
                </a:lnTo>
                <a:lnTo>
                  <a:pt x="2802422" y="459106"/>
                </a:lnTo>
                <a:lnTo>
                  <a:pt x="2803885" y="458161"/>
                </a:lnTo>
                <a:lnTo>
                  <a:pt x="2805349" y="457217"/>
                </a:lnTo>
                <a:lnTo>
                  <a:pt x="2806812" y="456274"/>
                </a:lnTo>
                <a:lnTo>
                  <a:pt x="2808275" y="455332"/>
                </a:lnTo>
                <a:lnTo>
                  <a:pt x="2809739" y="454391"/>
                </a:lnTo>
                <a:lnTo>
                  <a:pt x="2811202" y="453450"/>
                </a:lnTo>
                <a:lnTo>
                  <a:pt x="2812666" y="452510"/>
                </a:lnTo>
                <a:lnTo>
                  <a:pt x="2814129" y="451571"/>
                </a:lnTo>
                <a:lnTo>
                  <a:pt x="2815592" y="450632"/>
                </a:lnTo>
                <a:lnTo>
                  <a:pt x="2817056" y="449695"/>
                </a:lnTo>
                <a:lnTo>
                  <a:pt x="2818519" y="448758"/>
                </a:lnTo>
                <a:lnTo>
                  <a:pt x="2819983" y="447822"/>
                </a:lnTo>
                <a:lnTo>
                  <a:pt x="2821446" y="446886"/>
                </a:lnTo>
                <a:lnTo>
                  <a:pt x="2822909" y="445952"/>
                </a:lnTo>
                <a:lnTo>
                  <a:pt x="2824373" y="445018"/>
                </a:lnTo>
                <a:lnTo>
                  <a:pt x="2825836" y="444085"/>
                </a:lnTo>
                <a:lnTo>
                  <a:pt x="2827300" y="443153"/>
                </a:lnTo>
                <a:lnTo>
                  <a:pt x="2828763" y="442221"/>
                </a:lnTo>
                <a:lnTo>
                  <a:pt x="2830226" y="441290"/>
                </a:lnTo>
                <a:lnTo>
                  <a:pt x="2831690" y="440361"/>
                </a:lnTo>
                <a:lnTo>
                  <a:pt x="2833153" y="439431"/>
                </a:lnTo>
                <a:lnTo>
                  <a:pt x="2834617" y="438503"/>
                </a:lnTo>
                <a:lnTo>
                  <a:pt x="2836080" y="437575"/>
                </a:lnTo>
                <a:lnTo>
                  <a:pt x="2837543" y="436649"/>
                </a:lnTo>
                <a:lnTo>
                  <a:pt x="2839007" y="435722"/>
                </a:lnTo>
                <a:lnTo>
                  <a:pt x="2840470" y="434797"/>
                </a:lnTo>
                <a:lnTo>
                  <a:pt x="2841934" y="433873"/>
                </a:lnTo>
                <a:lnTo>
                  <a:pt x="2843397" y="432949"/>
                </a:lnTo>
                <a:lnTo>
                  <a:pt x="2844860" y="432026"/>
                </a:lnTo>
                <a:lnTo>
                  <a:pt x="2846324" y="431104"/>
                </a:lnTo>
                <a:lnTo>
                  <a:pt x="2847787" y="430182"/>
                </a:lnTo>
                <a:lnTo>
                  <a:pt x="2849251" y="429262"/>
                </a:lnTo>
                <a:lnTo>
                  <a:pt x="2850714" y="428342"/>
                </a:lnTo>
                <a:lnTo>
                  <a:pt x="2852178" y="427423"/>
                </a:lnTo>
                <a:lnTo>
                  <a:pt x="2853641" y="426505"/>
                </a:lnTo>
                <a:lnTo>
                  <a:pt x="2855104" y="425587"/>
                </a:lnTo>
                <a:lnTo>
                  <a:pt x="2856568" y="424670"/>
                </a:lnTo>
                <a:lnTo>
                  <a:pt x="2858031" y="423755"/>
                </a:lnTo>
                <a:lnTo>
                  <a:pt x="2859495" y="422839"/>
                </a:lnTo>
                <a:lnTo>
                  <a:pt x="2860958" y="421925"/>
                </a:lnTo>
                <a:lnTo>
                  <a:pt x="2862421" y="421011"/>
                </a:lnTo>
                <a:lnTo>
                  <a:pt x="2863885" y="420099"/>
                </a:lnTo>
                <a:lnTo>
                  <a:pt x="2865348" y="419187"/>
                </a:lnTo>
                <a:lnTo>
                  <a:pt x="2866812" y="418276"/>
                </a:lnTo>
                <a:lnTo>
                  <a:pt x="2868275" y="417365"/>
                </a:lnTo>
                <a:lnTo>
                  <a:pt x="2869738" y="416455"/>
                </a:lnTo>
                <a:lnTo>
                  <a:pt x="2871202" y="415547"/>
                </a:lnTo>
                <a:lnTo>
                  <a:pt x="2872665" y="414639"/>
                </a:lnTo>
                <a:lnTo>
                  <a:pt x="2874129" y="413731"/>
                </a:lnTo>
                <a:lnTo>
                  <a:pt x="2875592" y="412825"/>
                </a:lnTo>
                <a:lnTo>
                  <a:pt x="2877055" y="411919"/>
                </a:lnTo>
                <a:lnTo>
                  <a:pt x="2878519" y="411014"/>
                </a:lnTo>
                <a:lnTo>
                  <a:pt x="2879982" y="410110"/>
                </a:lnTo>
                <a:lnTo>
                  <a:pt x="2881446" y="409207"/>
                </a:lnTo>
                <a:lnTo>
                  <a:pt x="2882909" y="408304"/>
                </a:lnTo>
                <a:lnTo>
                  <a:pt x="2884372" y="407403"/>
                </a:lnTo>
                <a:lnTo>
                  <a:pt x="2885836" y="406502"/>
                </a:lnTo>
                <a:lnTo>
                  <a:pt x="2887299" y="405602"/>
                </a:lnTo>
                <a:lnTo>
                  <a:pt x="2888763" y="404702"/>
                </a:lnTo>
                <a:lnTo>
                  <a:pt x="2890226" y="403804"/>
                </a:lnTo>
                <a:lnTo>
                  <a:pt x="2891689" y="402906"/>
                </a:lnTo>
                <a:lnTo>
                  <a:pt x="2893153" y="402009"/>
                </a:lnTo>
                <a:lnTo>
                  <a:pt x="2894616" y="401113"/>
                </a:lnTo>
                <a:lnTo>
                  <a:pt x="2896080" y="400218"/>
                </a:lnTo>
                <a:lnTo>
                  <a:pt x="2897543" y="399323"/>
                </a:lnTo>
                <a:lnTo>
                  <a:pt x="2899006" y="398429"/>
                </a:lnTo>
                <a:lnTo>
                  <a:pt x="2900470" y="397536"/>
                </a:lnTo>
                <a:lnTo>
                  <a:pt x="2901933" y="396644"/>
                </a:lnTo>
                <a:lnTo>
                  <a:pt x="2903397" y="395753"/>
                </a:lnTo>
                <a:lnTo>
                  <a:pt x="2904860" y="394862"/>
                </a:lnTo>
                <a:lnTo>
                  <a:pt x="2906324" y="393973"/>
                </a:lnTo>
                <a:lnTo>
                  <a:pt x="2907787" y="393084"/>
                </a:lnTo>
                <a:lnTo>
                  <a:pt x="2909250" y="392196"/>
                </a:lnTo>
                <a:lnTo>
                  <a:pt x="2910714" y="391308"/>
                </a:lnTo>
                <a:lnTo>
                  <a:pt x="2912177" y="390422"/>
                </a:lnTo>
                <a:lnTo>
                  <a:pt x="2913641" y="389536"/>
                </a:lnTo>
                <a:lnTo>
                  <a:pt x="2915104" y="388651"/>
                </a:lnTo>
                <a:lnTo>
                  <a:pt x="2916567" y="387767"/>
                </a:lnTo>
                <a:lnTo>
                  <a:pt x="2918031" y="386884"/>
                </a:lnTo>
                <a:lnTo>
                  <a:pt x="2919494" y="386001"/>
                </a:lnTo>
                <a:lnTo>
                  <a:pt x="2920958" y="385120"/>
                </a:lnTo>
                <a:lnTo>
                  <a:pt x="2922421" y="384239"/>
                </a:lnTo>
                <a:lnTo>
                  <a:pt x="2923884" y="383359"/>
                </a:lnTo>
                <a:lnTo>
                  <a:pt x="2925348" y="382480"/>
                </a:lnTo>
                <a:lnTo>
                  <a:pt x="2926811" y="381601"/>
                </a:lnTo>
                <a:lnTo>
                  <a:pt x="2928275" y="380723"/>
                </a:lnTo>
                <a:lnTo>
                  <a:pt x="2929738" y="379847"/>
                </a:lnTo>
                <a:lnTo>
                  <a:pt x="2931201" y="378971"/>
                </a:lnTo>
                <a:lnTo>
                  <a:pt x="2932665" y="378096"/>
                </a:lnTo>
                <a:lnTo>
                  <a:pt x="2934128" y="377221"/>
                </a:lnTo>
                <a:lnTo>
                  <a:pt x="2935592" y="376348"/>
                </a:lnTo>
                <a:lnTo>
                  <a:pt x="2937055" y="375475"/>
                </a:lnTo>
                <a:lnTo>
                  <a:pt x="2938518" y="374603"/>
                </a:lnTo>
                <a:lnTo>
                  <a:pt x="2939982" y="373732"/>
                </a:lnTo>
                <a:lnTo>
                  <a:pt x="2941445" y="372862"/>
                </a:lnTo>
                <a:lnTo>
                  <a:pt x="2942909" y="371992"/>
                </a:lnTo>
                <a:lnTo>
                  <a:pt x="2944372" y="371123"/>
                </a:lnTo>
                <a:lnTo>
                  <a:pt x="2945835" y="370256"/>
                </a:lnTo>
                <a:lnTo>
                  <a:pt x="2947299" y="369389"/>
                </a:lnTo>
                <a:lnTo>
                  <a:pt x="2948762" y="368522"/>
                </a:lnTo>
                <a:lnTo>
                  <a:pt x="2950226" y="367657"/>
                </a:lnTo>
                <a:lnTo>
                  <a:pt x="2951689" y="366793"/>
                </a:lnTo>
                <a:lnTo>
                  <a:pt x="2953153" y="365929"/>
                </a:lnTo>
                <a:lnTo>
                  <a:pt x="2954616" y="365066"/>
                </a:lnTo>
                <a:lnTo>
                  <a:pt x="2956079" y="364204"/>
                </a:lnTo>
                <a:lnTo>
                  <a:pt x="2957543" y="363343"/>
                </a:lnTo>
                <a:lnTo>
                  <a:pt x="2959006" y="362482"/>
                </a:lnTo>
                <a:lnTo>
                  <a:pt x="2960470" y="361623"/>
                </a:lnTo>
                <a:lnTo>
                  <a:pt x="2961933" y="360764"/>
                </a:lnTo>
                <a:lnTo>
                  <a:pt x="2963396" y="359906"/>
                </a:lnTo>
                <a:lnTo>
                  <a:pt x="2964860" y="359049"/>
                </a:lnTo>
                <a:lnTo>
                  <a:pt x="2966323" y="358192"/>
                </a:lnTo>
                <a:lnTo>
                  <a:pt x="2967787" y="357337"/>
                </a:lnTo>
                <a:lnTo>
                  <a:pt x="2969250" y="356482"/>
                </a:lnTo>
                <a:lnTo>
                  <a:pt x="2970713" y="355628"/>
                </a:lnTo>
                <a:lnTo>
                  <a:pt x="2972177" y="354775"/>
                </a:lnTo>
                <a:lnTo>
                  <a:pt x="2973640" y="353923"/>
                </a:lnTo>
                <a:lnTo>
                  <a:pt x="2975104" y="353072"/>
                </a:lnTo>
                <a:lnTo>
                  <a:pt x="2976567" y="352221"/>
                </a:lnTo>
                <a:lnTo>
                  <a:pt x="2978030" y="351372"/>
                </a:lnTo>
                <a:lnTo>
                  <a:pt x="2979494" y="350523"/>
                </a:lnTo>
                <a:lnTo>
                  <a:pt x="2980957" y="349675"/>
                </a:lnTo>
                <a:lnTo>
                  <a:pt x="2982421" y="348828"/>
                </a:lnTo>
                <a:lnTo>
                  <a:pt x="2983884" y="347982"/>
                </a:lnTo>
                <a:lnTo>
                  <a:pt x="2985347" y="347136"/>
                </a:lnTo>
                <a:lnTo>
                  <a:pt x="2986811" y="346291"/>
                </a:lnTo>
                <a:lnTo>
                  <a:pt x="2988274" y="345448"/>
                </a:lnTo>
                <a:lnTo>
                  <a:pt x="2989738" y="344605"/>
                </a:lnTo>
                <a:lnTo>
                  <a:pt x="2991201" y="343762"/>
                </a:lnTo>
                <a:lnTo>
                  <a:pt x="2992664" y="342921"/>
                </a:lnTo>
                <a:lnTo>
                  <a:pt x="2994128" y="342081"/>
                </a:lnTo>
                <a:lnTo>
                  <a:pt x="2995591" y="341241"/>
                </a:lnTo>
                <a:lnTo>
                  <a:pt x="2997055" y="340402"/>
                </a:lnTo>
                <a:lnTo>
                  <a:pt x="2998518" y="339564"/>
                </a:lnTo>
                <a:lnTo>
                  <a:pt x="2999981" y="338727"/>
                </a:lnTo>
                <a:lnTo>
                  <a:pt x="3001445" y="337891"/>
                </a:lnTo>
                <a:lnTo>
                  <a:pt x="3002908" y="337056"/>
                </a:lnTo>
                <a:lnTo>
                  <a:pt x="3004372" y="336221"/>
                </a:lnTo>
                <a:lnTo>
                  <a:pt x="3005835" y="335387"/>
                </a:lnTo>
                <a:lnTo>
                  <a:pt x="3007299" y="334554"/>
                </a:lnTo>
                <a:lnTo>
                  <a:pt x="3008762" y="333722"/>
                </a:lnTo>
                <a:lnTo>
                  <a:pt x="3010225" y="332891"/>
                </a:lnTo>
                <a:lnTo>
                  <a:pt x="3011689" y="332061"/>
                </a:lnTo>
                <a:lnTo>
                  <a:pt x="3013152" y="331231"/>
                </a:lnTo>
                <a:lnTo>
                  <a:pt x="3014616" y="330403"/>
                </a:lnTo>
                <a:lnTo>
                  <a:pt x="3016079" y="329575"/>
                </a:lnTo>
                <a:lnTo>
                  <a:pt x="3017542" y="328748"/>
                </a:lnTo>
                <a:lnTo>
                  <a:pt x="3019006" y="327922"/>
                </a:lnTo>
                <a:lnTo>
                  <a:pt x="3020469" y="327096"/>
                </a:lnTo>
                <a:lnTo>
                  <a:pt x="3021933" y="326272"/>
                </a:lnTo>
                <a:lnTo>
                  <a:pt x="3023396" y="325449"/>
                </a:lnTo>
                <a:lnTo>
                  <a:pt x="3024859" y="324626"/>
                </a:lnTo>
                <a:lnTo>
                  <a:pt x="3026323" y="323804"/>
                </a:lnTo>
                <a:lnTo>
                  <a:pt x="3027786" y="322983"/>
                </a:lnTo>
                <a:lnTo>
                  <a:pt x="3029250" y="322163"/>
                </a:lnTo>
                <a:lnTo>
                  <a:pt x="3030713" y="321344"/>
                </a:lnTo>
                <a:lnTo>
                  <a:pt x="3032176" y="320525"/>
                </a:lnTo>
                <a:lnTo>
                  <a:pt x="3033640" y="319708"/>
                </a:lnTo>
                <a:lnTo>
                  <a:pt x="3035103" y="318891"/>
                </a:lnTo>
                <a:lnTo>
                  <a:pt x="3036567" y="318075"/>
                </a:lnTo>
                <a:lnTo>
                  <a:pt x="3038030" y="317260"/>
                </a:lnTo>
                <a:lnTo>
                  <a:pt x="3039493" y="316446"/>
                </a:lnTo>
                <a:lnTo>
                  <a:pt x="3040957" y="315632"/>
                </a:lnTo>
                <a:lnTo>
                  <a:pt x="3042420" y="314820"/>
                </a:lnTo>
                <a:lnTo>
                  <a:pt x="3043884" y="314008"/>
                </a:lnTo>
                <a:lnTo>
                  <a:pt x="3045347" y="313198"/>
                </a:lnTo>
                <a:lnTo>
                  <a:pt x="3046810" y="312388"/>
                </a:lnTo>
                <a:lnTo>
                  <a:pt x="3048274" y="311579"/>
                </a:lnTo>
                <a:lnTo>
                  <a:pt x="3049737" y="310771"/>
                </a:lnTo>
                <a:lnTo>
                  <a:pt x="3051201" y="309964"/>
                </a:lnTo>
                <a:lnTo>
                  <a:pt x="3052664" y="309157"/>
                </a:lnTo>
                <a:lnTo>
                  <a:pt x="3054128" y="308352"/>
                </a:lnTo>
                <a:lnTo>
                  <a:pt x="3055591" y="307547"/>
                </a:lnTo>
                <a:lnTo>
                  <a:pt x="3057054" y="306743"/>
                </a:lnTo>
                <a:lnTo>
                  <a:pt x="3058518" y="305940"/>
                </a:lnTo>
                <a:lnTo>
                  <a:pt x="3059981" y="305138"/>
                </a:lnTo>
                <a:lnTo>
                  <a:pt x="3061445" y="304337"/>
                </a:lnTo>
                <a:lnTo>
                  <a:pt x="3062908" y="303537"/>
                </a:lnTo>
                <a:lnTo>
                  <a:pt x="3064371" y="302737"/>
                </a:lnTo>
                <a:lnTo>
                  <a:pt x="3065835" y="301939"/>
                </a:lnTo>
                <a:lnTo>
                  <a:pt x="3067298" y="301141"/>
                </a:lnTo>
                <a:lnTo>
                  <a:pt x="3068762" y="300344"/>
                </a:lnTo>
                <a:lnTo>
                  <a:pt x="3070225" y="299548"/>
                </a:lnTo>
                <a:lnTo>
                  <a:pt x="3071688" y="298753"/>
                </a:lnTo>
                <a:lnTo>
                  <a:pt x="3073152" y="297959"/>
                </a:lnTo>
                <a:lnTo>
                  <a:pt x="3074615" y="297165"/>
                </a:lnTo>
                <a:lnTo>
                  <a:pt x="3076079" y="296373"/>
                </a:lnTo>
                <a:lnTo>
                  <a:pt x="3077542" y="295581"/>
                </a:lnTo>
                <a:lnTo>
                  <a:pt x="3079005" y="294790"/>
                </a:lnTo>
                <a:lnTo>
                  <a:pt x="3080469" y="294001"/>
                </a:lnTo>
                <a:lnTo>
                  <a:pt x="3081932" y="293212"/>
                </a:lnTo>
                <a:lnTo>
                  <a:pt x="3083396" y="292423"/>
                </a:lnTo>
                <a:lnTo>
                  <a:pt x="3084859" y="291636"/>
                </a:lnTo>
                <a:lnTo>
                  <a:pt x="3086322" y="290850"/>
                </a:lnTo>
                <a:lnTo>
                  <a:pt x="3087786" y="290064"/>
                </a:lnTo>
                <a:lnTo>
                  <a:pt x="3089249" y="289280"/>
                </a:lnTo>
                <a:lnTo>
                  <a:pt x="3090713" y="288496"/>
                </a:lnTo>
                <a:lnTo>
                  <a:pt x="3092176" y="287713"/>
                </a:lnTo>
                <a:lnTo>
                  <a:pt x="3093639" y="286931"/>
                </a:lnTo>
                <a:lnTo>
                  <a:pt x="3095103" y="286150"/>
                </a:lnTo>
                <a:lnTo>
                  <a:pt x="3096566" y="285370"/>
                </a:lnTo>
                <a:lnTo>
                  <a:pt x="3098030" y="284591"/>
                </a:lnTo>
                <a:lnTo>
                  <a:pt x="3099493" y="283812"/>
                </a:lnTo>
                <a:lnTo>
                  <a:pt x="3100956" y="283035"/>
                </a:lnTo>
                <a:lnTo>
                  <a:pt x="3102420" y="282258"/>
                </a:lnTo>
                <a:lnTo>
                  <a:pt x="3103883" y="281482"/>
                </a:lnTo>
                <a:lnTo>
                  <a:pt x="3105347" y="280708"/>
                </a:lnTo>
                <a:lnTo>
                  <a:pt x="3106810" y="279934"/>
                </a:lnTo>
                <a:lnTo>
                  <a:pt x="3108274" y="279160"/>
                </a:lnTo>
                <a:lnTo>
                  <a:pt x="3109737" y="278388"/>
                </a:lnTo>
                <a:lnTo>
                  <a:pt x="3111200" y="277617"/>
                </a:lnTo>
                <a:lnTo>
                  <a:pt x="3112664" y="276846"/>
                </a:lnTo>
                <a:lnTo>
                  <a:pt x="3114127" y="276077"/>
                </a:lnTo>
                <a:lnTo>
                  <a:pt x="3115591" y="275308"/>
                </a:lnTo>
                <a:lnTo>
                  <a:pt x="3117054" y="274541"/>
                </a:lnTo>
                <a:lnTo>
                  <a:pt x="3118517" y="273774"/>
                </a:lnTo>
                <a:lnTo>
                  <a:pt x="3119981" y="273008"/>
                </a:lnTo>
                <a:lnTo>
                  <a:pt x="3121444" y="272243"/>
                </a:lnTo>
                <a:lnTo>
                  <a:pt x="3122908" y="271478"/>
                </a:lnTo>
                <a:lnTo>
                  <a:pt x="3124371" y="270715"/>
                </a:lnTo>
                <a:lnTo>
                  <a:pt x="3125834" y="269953"/>
                </a:lnTo>
                <a:lnTo>
                  <a:pt x="3127298" y="269191"/>
                </a:lnTo>
                <a:lnTo>
                  <a:pt x="3128761" y="268431"/>
                </a:lnTo>
                <a:lnTo>
                  <a:pt x="3130225" y="267671"/>
                </a:lnTo>
                <a:lnTo>
                  <a:pt x="3131688" y="266912"/>
                </a:lnTo>
                <a:lnTo>
                  <a:pt x="3133151" y="266154"/>
                </a:lnTo>
                <a:lnTo>
                  <a:pt x="3134615" y="265397"/>
                </a:lnTo>
                <a:lnTo>
                  <a:pt x="3136078" y="264641"/>
                </a:lnTo>
                <a:lnTo>
                  <a:pt x="3137542" y="263886"/>
                </a:lnTo>
                <a:lnTo>
                  <a:pt x="3139005" y="263132"/>
                </a:lnTo>
                <a:lnTo>
                  <a:pt x="3140468" y="262378"/>
                </a:lnTo>
                <a:lnTo>
                  <a:pt x="3141932" y="261626"/>
                </a:lnTo>
                <a:lnTo>
                  <a:pt x="3143395" y="260874"/>
                </a:lnTo>
                <a:lnTo>
                  <a:pt x="3144859" y="260124"/>
                </a:lnTo>
                <a:lnTo>
                  <a:pt x="3146322" y="259374"/>
                </a:lnTo>
                <a:lnTo>
                  <a:pt x="3147785" y="258625"/>
                </a:lnTo>
                <a:lnTo>
                  <a:pt x="3149249" y="257877"/>
                </a:lnTo>
                <a:lnTo>
                  <a:pt x="3150712" y="257130"/>
                </a:lnTo>
                <a:lnTo>
                  <a:pt x="3152176" y="256384"/>
                </a:lnTo>
                <a:lnTo>
                  <a:pt x="3153639" y="255639"/>
                </a:lnTo>
                <a:lnTo>
                  <a:pt x="3155103" y="254894"/>
                </a:lnTo>
                <a:lnTo>
                  <a:pt x="3156566" y="254151"/>
                </a:lnTo>
                <a:lnTo>
                  <a:pt x="3158029" y="253408"/>
                </a:lnTo>
                <a:lnTo>
                  <a:pt x="3159493" y="252667"/>
                </a:lnTo>
                <a:lnTo>
                  <a:pt x="3160956" y="251926"/>
                </a:lnTo>
                <a:lnTo>
                  <a:pt x="3162420" y="251186"/>
                </a:lnTo>
                <a:lnTo>
                  <a:pt x="3163883" y="250448"/>
                </a:lnTo>
                <a:lnTo>
                  <a:pt x="3165346" y="249710"/>
                </a:lnTo>
                <a:lnTo>
                  <a:pt x="3166810" y="248973"/>
                </a:lnTo>
                <a:lnTo>
                  <a:pt x="3168273" y="248237"/>
                </a:lnTo>
                <a:lnTo>
                  <a:pt x="3169737" y="247501"/>
                </a:lnTo>
                <a:lnTo>
                  <a:pt x="3171200" y="246767"/>
                </a:lnTo>
                <a:lnTo>
                  <a:pt x="3172663" y="246034"/>
                </a:lnTo>
                <a:lnTo>
                  <a:pt x="3174127" y="245301"/>
                </a:lnTo>
                <a:lnTo>
                  <a:pt x="3175590" y="244570"/>
                </a:lnTo>
                <a:lnTo>
                  <a:pt x="3177054" y="243839"/>
                </a:lnTo>
                <a:lnTo>
                  <a:pt x="3178517" y="243109"/>
                </a:lnTo>
                <a:lnTo>
                  <a:pt x="3179980" y="242381"/>
                </a:lnTo>
                <a:lnTo>
                  <a:pt x="3181444" y="241653"/>
                </a:lnTo>
                <a:lnTo>
                  <a:pt x="3182907" y="240926"/>
                </a:lnTo>
                <a:lnTo>
                  <a:pt x="3184371" y="240200"/>
                </a:lnTo>
                <a:lnTo>
                  <a:pt x="3185834" y="239475"/>
                </a:lnTo>
                <a:lnTo>
                  <a:pt x="3187297" y="238751"/>
                </a:lnTo>
                <a:lnTo>
                  <a:pt x="3188761" y="238028"/>
                </a:lnTo>
                <a:lnTo>
                  <a:pt x="3190224" y="237305"/>
                </a:lnTo>
                <a:lnTo>
                  <a:pt x="3191688" y="236584"/>
                </a:lnTo>
                <a:lnTo>
                  <a:pt x="3193151" y="235863"/>
                </a:lnTo>
                <a:lnTo>
                  <a:pt x="3194614" y="235144"/>
                </a:lnTo>
                <a:lnTo>
                  <a:pt x="3196078" y="234425"/>
                </a:lnTo>
                <a:lnTo>
                  <a:pt x="3197541" y="233708"/>
                </a:lnTo>
                <a:lnTo>
                  <a:pt x="3199005" y="232991"/>
                </a:lnTo>
                <a:lnTo>
                  <a:pt x="3200468" y="232275"/>
                </a:lnTo>
                <a:lnTo>
                  <a:pt x="3201932" y="231560"/>
                </a:lnTo>
                <a:lnTo>
                  <a:pt x="3203395" y="230846"/>
                </a:lnTo>
                <a:lnTo>
                  <a:pt x="3204858" y="230133"/>
                </a:lnTo>
                <a:lnTo>
                  <a:pt x="3206322" y="229421"/>
                </a:lnTo>
                <a:lnTo>
                  <a:pt x="3207785" y="228710"/>
                </a:lnTo>
                <a:lnTo>
                  <a:pt x="3209249" y="228000"/>
                </a:lnTo>
                <a:lnTo>
                  <a:pt x="3210712" y="227291"/>
                </a:lnTo>
                <a:lnTo>
                  <a:pt x="3212175" y="226583"/>
                </a:lnTo>
                <a:lnTo>
                  <a:pt x="3213639" y="225875"/>
                </a:lnTo>
                <a:lnTo>
                  <a:pt x="3215102" y="225169"/>
                </a:lnTo>
                <a:lnTo>
                  <a:pt x="3216566" y="224463"/>
                </a:lnTo>
                <a:lnTo>
                  <a:pt x="3218029" y="223759"/>
                </a:lnTo>
                <a:lnTo>
                  <a:pt x="3219492" y="223055"/>
                </a:lnTo>
                <a:lnTo>
                  <a:pt x="3220956" y="222352"/>
                </a:lnTo>
                <a:lnTo>
                  <a:pt x="3222419" y="221651"/>
                </a:lnTo>
                <a:lnTo>
                  <a:pt x="3223883" y="220950"/>
                </a:lnTo>
                <a:lnTo>
                  <a:pt x="3225346" y="220250"/>
                </a:lnTo>
                <a:lnTo>
                  <a:pt x="3226809" y="219551"/>
                </a:lnTo>
                <a:lnTo>
                  <a:pt x="3228273" y="218853"/>
                </a:lnTo>
                <a:lnTo>
                  <a:pt x="3229736" y="218156"/>
                </a:lnTo>
                <a:lnTo>
                  <a:pt x="3231200" y="217460"/>
                </a:lnTo>
                <a:lnTo>
                  <a:pt x="3232663" y="216765"/>
                </a:lnTo>
                <a:lnTo>
                  <a:pt x="3234126" y="216071"/>
                </a:lnTo>
                <a:lnTo>
                  <a:pt x="3235590" y="215377"/>
                </a:lnTo>
                <a:lnTo>
                  <a:pt x="3237053" y="214685"/>
                </a:lnTo>
                <a:lnTo>
                  <a:pt x="3238517" y="213994"/>
                </a:lnTo>
                <a:lnTo>
                  <a:pt x="3239980" y="213303"/>
                </a:lnTo>
                <a:lnTo>
                  <a:pt x="3241443" y="212614"/>
                </a:lnTo>
                <a:lnTo>
                  <a:pt x="3242907" y="211925"/>
                </a:lnTo>
                <a:lnTo>
                  <a:pt x="3244370" y="211238"/>
                </a:lnTo>
                <a:lnTo>
                  <a:pt x="3245834" y="210551"/>
                </a:lnTo>
                <a:lnTo>
                  <a:pt x="3247297" y="209866"/>
                </a:lnTo>
                <a:lnTo>
                  <a:pt x="3248760" y="209181"/>
                </a:lnTo>
                <a:lnTo>
                  <a:pt x="3250224" y="208497"/>
                </a:lnTo>
                <a:lnTo>
                  <a:pt x="3251687" y="207814"/>
                </a:lnTo>
                <a:lnTo>
                  <a:pt x="3253151" y="207133"/>
                </a:lnTo>
                <a:lnTo>
                  <a:pt x="3254614" y="206452"/>
                </a:lnTo>
                <a:lnTo>
                  <a:pt x="3256078" y="205772"/>
                </a:lnTo>
                <a:lnTo>
                  <a:pt x="3257541" y="205093"/>
                </a:lnTo>
                <a:lnTo>
                  <a:pt x="3259004" y="204415"/>
                </a:lnTo>
                <a:lnTo>
                  <a:pt x="3260468" y="203738"/>
                </a:lnTo>
                <a:lnTo>
                  <a:pt x="3261931" y="203062"/>
                </a:lnTo>
                <a:lnTo>
                  <a:pt x="3263395" y="202387"/>
                </a:lnTo>
                <a:lnTo>
                  <a:pt x="3264858" y="201713"/>
                </a:lnTo>
                <a:lnTo>
                  <a:pt x="3266321" y="201039"/>
                </a:lnTo>
                <a:lnTo>
                  <a:pt x="3267785" y="200367"/>
                </a:lnTo>
                <a:lnTo>
                  <a:pt x="3269248" y="199696"/>
                </a:lnTo>
                <a:lnTo>
                  <a:pt x="3270712" y="199026"/>
                </a:lnTo>
                <a:lnTo>
                  <a:pt x="3272175" y="198356"/>
                </a:lnTo>
                <a:lnTo>
                  <a:pt x="3273638" y="197688"/>
                </a:lnTo>
                <a:lnTo>
                  <a:pt x="3275102" y="197021"/>
                </a:lnTo>
                <a:lnTo>
                  <a:pt x="3276565" y="196354"/>
                </a:lnTo>
                <a:lnTo>
                  <a:pt x="3278029" y="195689"/>
                </a:lnTo>
                <a:lnTo>
                  <a:pt x="3279492" y="195024"/>
                </a:lnTo>
                <a:lnTo>
                  <a:pt x="3280955" y="194361"/>
                </a:lnTo>
                <a:lnTo>
                  <a:pt x="3282419" y="193698"/>
                </a:lnTo>
                <a:lnTo>
                  <a:pt x="3283882" y="193037"/>
                </a:lnTo>
                <a:lnTo>
                  <a:pt x="3285346" y="192376"/>
                </a:lnTo>
                <a:lnTo>
                  <a:pt x="3286809" y="191716"/>
                </a:lnTo>
                <a:lnTo>
                  <a:pt x="3288272" y="191058"/>
                </a:lnTo>
                <a:lnTo>
                  <a:pt x="3289736" y="190400"/>
                </a:lnTo>
                <a:lnTo>
                  <a:pt x="3291199" y="189743"/>
                </a:lnTo>
                <a:lnTo>
                  <a:pt x="3292663" y="189087"/>
                </a:lnTo>
                <a:lnTo>
                  <a:pt x="3294126" y="188433"/>
                </a:lnTo>
                <a:lnTo>
                  <a:pt x="3295589" y="187779"/>
                </a:lnTo>
                <a:lnTo>
                  <a:pt x="3297053" y="187126"/>
                </a:lnTo>
                <a:lnTo>
                  <a:pt x="3298516" y="186474"/>
                </a:lnTo>
                <a:lnTo>
                  <a:pt x="3299980" y="185823"/>
                </a:lnTo>
                <a:lnTo>
                  <a:pt x="3301443" y="185174"/>
                </a:lnTo>
                <a:lnTo>
                  <a:pt x="3302907" y="184525"/>
                </a:lnTo>
                <a:lnTo>
                  <a:pt x="3304370" y="183877"/>
                </a:lnTo>
                <a:lnTo>
                  <a:pt x="3305833" y="183230"/>
                </a:lnTo>
                <a:lnTo>
                  <a:pt x="3307297" y="182584"/>
                </a:lnTo>
                <a:lnTo>
                  <a:pt x="3308760" y="181939"/>
                </a:lnTo>
                <a:lnTo>
                  <a:pt x="3310224" y="181295"/>
                </a:lnTo>
                <a:lnTo>
                  <a:pt x="3311687" y="180652"/>
                </a:lnTo>
                <a:lnTo>
                  <a:pt x="3313150" y="180010"/>
                </a:lnTo>
                <a:lnTo>
                  <a:pt x="3314614" y="179369"/>
                </a:lnTo>
                <a:lnTo>
                  <a:pt x="3316077" y="178729"/>
                </a:lnTo>
                <a:lnTo>
                  <a:pt x="3317541" y="178090"/>
                </a:lnTo>
                <a:lnTo>
                  <a:pt x="3319004" y="177452"/>
                </a:lnTo>
                <a:lnTo>
                  <a:pt x="3320467" y="176815"/>
                </a:lnTo>
                <a:lnTo>
                  <a:pt x="3321931" y="176179"/>
                </a:lnTo>
                <a:lnTo>
                  <a:pt x="3323394" y="175544"/>
                </a:lnTo>
                <a:lnTo>
                  <a:pt x="3324858" y="174910"/>
                </a:lnTo>
                <a:lnTo>
                  <a:pt x="3326321" y="174277"/>
                </a:lnTo>
                <a:lnTo>
                  <a:pt x="3327784" y="173644"/>
                </a:lnTo>
                <a:lnTo>
                  <a:pt x="3329248" y="173013"/>
                </a:lnTo>
                <a:lnTo>
                  <a:pt x="3330711" y="172383"/>
                </a:lnTo>
                <a:lnTo>
                  <a:pt x="3332175" y="171754"/>
                </a:lnTo>
                <a:lnTo>
                  <a:pt x="3333638" y="171126"/>
                </a:lnTo>
                <a:lnTo>
                  <a:pt x="3335101" y="170499"/>
                </a:lnTo>
                <a:lnTo>
                  <a:pt x="3336565" y="169873"/>
                </a:lnTo>
                <a:lnTo>
                  <a:pt x="3338028" y="169248"/>
                </a:lnTo>
                <a:lnTo>
                  <a:pt x="3339492" y="168623"/>
                </a:lnTo>
                <a:lnTo>
                  <a:pt x="3340955" y="168000"/>
                </a:lnTo>
                <a:lnTo>
                  <a:pt x="3342418" y="167378"/>
                </a:lnTo>
                <a:lnTo>
                  <a:pt x="3343882" y="166757"/>
                </a:lnTo>
                <a:lnTo>
                  <a:pt x="3345345" y="166137"/>
                </a:lnTo>
                <a:lnTo>
                  <a:pt x="3346809" y="165518"/>
                </a:lnTo>
                <a:lnTo>
                  <a:pt x="3348272" y="164900"/>
                </a:lnTo>
                <a:lnTo>
                  <a:pt x="3349735" y="164283"/>
                </a:lnTo>
                <a:lnTo>
                  <a:pt x="3351199" y="163666"/>
                </a:lnTo>
                <a:lnTo>
                  <a:pt x="3352662" y="163051"/>
                </a:lnTo>
                <a:lnTo>
                  <a:pt x="3354126" y="162437"/>
                </a:lnTo>
                <a:lnTo>
                  <a:pt x="3355589" y="161824"/>
                </a:lnTo>
                <a:lnTo>
                  <a:pt x="3357053" y="161212"/>
                </a:lnTo>
                <a:lnTo>
                  <a:pt x="3358516" y="160601"/>
                </a:lnTo>
                <a:lnTo>
                  <a:pt x="3359979" y="159991"/>
                </a:lnTo>
                <a:lnTo>
                  <a:pt x="3361443" y="159382"/>
                </a:lnTo>
                <a:lnTo>
                  <a:pt x="3362906" y="158774"/>
                </a:lnTo>
                <a:lnTo>
                  <a:pt x="3364370" y="158167"/>
                </a:lnTo>
                <a:lnTo>
                  <a:pt x="3365833" y="157561"/>
                </a:lnTo>
                <a:lnTo>
                  <a:pt x="3367296" y="156956"/>
                </a:lnTo>
                <a:lnTo>
                  <a:pt x="3368760" y="156352"/>
                </a:lnTo>
                <a:lnTo>
                  <a:pt x="3370223" y="155749"/>
                </a:lnTo>
                <a:lnTo>
                  <a:pt x="3371687" y="155147"/>
                </a:lnTo>
                <a:lnTo>
                  <a:pt x="3373150" y="154546"/>
                </a:lnTo>
                <a:lnTo>
                  <a:pt x="3374613" y="153946"/>
                </a:lnTo>
                <a:lnTo>
                  <a:pt x="3376077" y="153347"/>
                </a:lnTo>
                <a:lnTo>
                  <a:pt x="3377540" y="152749"/>
                </a:lnTo>
                <a:lnTo>
                  <a:pt x="3379004" y="152152"/>
                </a:lnTo>
                <a:lnTo>
                  <a:pt x="3380467" y="151557"/>
                </a:lnTo>
                <a:lnTo>
                  <a:pt x="3381930" y="150962"/>
                </a:lnTo>
                <a:lnTo>
                  <a:pt x="3383394" y="150368"/>
                </a:lnTo>
                <a:lnTo>
                  <a:pt x="3384857" y="149775"/>
                </a:lnTo>
                <a:lnTo>
                  <a:pt x="3386321" y="149184"/>
                </a:lnTo>
                <a:lnTo>
                  <a:pt x="3387784" y="148593"/>
                </a:lnTo>
                <a:lnTo>
                  <a:pt x="3389247" y="148003"/>
                </a:lnTo>
                <a:lnTo>
                  <a:pt x="3390711" y="147414"/>
                </a:lnTo>
                <a:lnTo>
                  <a:pt x="3392174" y="146827"/>
                </a:lnTo>
                <a:lnTo>
                  <a:pt x="3393638" y="146240"/>
                </a:lnTo>
                <a:lnTo>
                  <a:pt x="3395101" y="145655"/>
                </a:lnTo>
                <a:lnTo>
                  <a:pt x="3396564" y="145070"/>
                </a:lnTo>
                <a:lnTo>
                  <a:pt x="3398028" y="144486"/>
                </a:lnTo>
                <a:lnTo>
                  <a:pt x="3399491" y="143904"/>
                </a:lnTo>
                <a:lnTo>
                  <a:pt x="3400955" y="143323"/>
                </a:lnTo>
                <a:lnTo>
                  <a:pt x="3402418" y="142742"/>
                </a:lnTo>
                <a:lnTo>
                  <a:pt x="3403882" y="142163"/>
                </a:lnTo>
                <a:lnTo>
                  <a:pt x="3405345" y="141584"/>
                </a:lnTo>
                <a:lnTo>
                  <a:pt x="3406808" y="141007"/>
                </a:lnTo>
                <a:lnTo>
                  <a:pt x="3408272" y="140431"/>
                </a:lnTo>
                <a:lnTo>
                  <a:pt x="3409735" y="139855"/>
                </a:lnTo>
                <a:lnTo>
                  <a:pt x="3411199" y="139281"/>
                </a:lnTo>
                <a:lnTo>
                  <a:pt x="3412662" y="138708"/>
                </a:lnTo>
                <a:lnTo>
                  <a:pt x="3414125" y="138136"/>
                </a:lnTo>
                <a:lnTo>
                  <a:pt x="3415589" y="137565"/>
                </a:lnTo>
                <a:lnTo>
                  <a:pt x="3417052" y="136995"/>
                </a:lnTo>
                <a:lnTo>
                  <a:pt x="3418516" y="136426"/>
                </a:lnTo>
                <a:lnTo>
                  <a:pt x="3419979" y="135858"/>
                </a:lnTo>
                <a:lnTo>
                  <a:pt x="3421442" y="135291"/>
                </a:lnTo>
                <a:lnTo>
                  <a:pt x="3422906" y="134725"/>
                </a:lnTo>
                <a:lnTo>
                  <a:pt x="3424369" y="134160"/>
                </a:lnTo>
                <a:lnTo>
                  <a:pt x="3425833" y="133596"/>
                </a:lnTo>
                <a:lnTo>
                  <a:pt x="3427296" y="133033"/>
                </a:lnTo>
                <a:lnTo>
                  <a:pt x="3428759" y="132472"/>
                </a:lnTo>
                <a:lnTo>
                  <a:pt x="3430223" y="131911"/>
                </a:lnTo>
                <a:lnTo>
                  <a:pt x="3431686" y="131351"/>
                </a:lnTo>
                <a:lnTo>
                  <a:pt x="3433150" y="130793"/>
                </a:lnTo>
                <a:lnTo>
                  <a:pt x="3434613" y="130235"/>
                </a:lnTo>
                <a:lnTo>
                  <a:pt x="3436076" y="129679"/>
                </a:lnTo>
                <a:lnTo>
                  <a:pt x="3437540" y="129123"/>
                </a:lnTo>
                <a:lnTo>
                  <a:pt x="3439003" y="128569"/>
                </a:lnTo>
                <a:lnTo>
                  <a:pt x="3440467" y="128016"/>
                </a:lnTo>
                <a:lnTo>
                  <a:pt x="3441930" y="127464"/>
                </a:lnTo>
                <a:lnTo>
                  <a:pt x="3443393" y="126912"/>
                </a:lnTo>
                <a:lnTo>
                  <a:pt x="3444857" y="126362"/>
                </a:lnTo>
                <a:lnTo>
                  <a:pt x="3446320" y="125813"/>
                </a:lnTo>
                <a:lnTo>
                  <a:pt x="3447784" y="125265"/>
                </a:lnTo>
                <a:lnTo>
                  <a:pt x="3449247" y="124718"/>
                </a:lnTo>
                <a:lnTo>
                  <a:pt x="3450710" y="124172"/>
                </a:lnTo>
                <a:lnTo>
                  <a:pt x="3452174" y="123627"/>
                </a:lnTo>
                <a:lnTo>
                  <a:pt x="3453637" y="123084"/>
                </a:lnTo>
                <a:lnTo>
                  <a:pt x="3455101" y="122541"/>
                </a:lnTo>
                <a:lnTo>
                  <a:pt x="3456564" y="121999"/>
                </a:lnTo>
                <a:lnTo>
                  <a:pt x="3458028" y="121459"/>
                </a:lnTo>
                <a:lnTo>
                  <a:pt x="3459491" y="120919"/>
                </a:lnTo>
                <a:lnTo>
                  <a:pt x="3460954" y="120381"/>
                </a:lnTo>
                <a:lnTo>
                  <a:pt x="3462418" y="119843"/>
                </a:lnTo>
                <a:lnTo>
                  <a:pt x="3463881" y="119307"/>
                </a:lnTo>
                <a:lnTo>
                  <a:pt x="3465345" y="118771"/>
                </a:lnTo>
                <a:lnTo>
                  <a:pt x="3466808" y="118237"/>
                </a:lnTo>
                <a:lnTo>
                  <a:pt x="3468271" y="117704"/>
                </a:lnTo>
                <a:lnTo>
                  <a:pt x="3469735" y="117172"/>
                </a:lnTo>
                <a:lnTo>
                  <a:pt x="3471198" y="116641"/>
                </a:lnTo>
                <a:lnTo>
                  <a:pt x="3472662" y="116111"/>
                </a:lnTo>
                <a:lnTo>
                  <a:pt x="3474125" y="115582"/>
                </a:lnTo>
                <a:lnTo>
                  <a:pt x="3475588" y="115054"/>
                </a:lnTo>
                <a:lnTo>
                  <a:pt x="3477052" y="114528"/>
                </a:lnTo>
                <a:lnTo>
                  <a:pt x="3478515" y="114002"/>
                </a:lnTo>
                <a:lnTo>
                  <a:pt x="3479979" y="113478"/>
                </a:lnTo>
                <a:lnTo>
                  <a:pt x="3481442" y="112954"/>
                </a:lnTo>
                <a:lnTo>
                  <a:pt x="3482905" y="112432"/>
                </a:lnTo>
                <a:lnTo>
                  <a:pt x="3484369" y="111910"/>
                </a:lnTo>
                <a:lnTo>
                  <a:pt x="3485832" y="111390"/>
                </a:lnTo>
                <a:lnTo>
                  <a:pt x="3487296" y="110871"/>
                </a:lnTo>
                <a:lnTo>
                  <a:pt x="3488759" y="110353"/>
                </a:lnTo>
                <a:lnTo>
                  <a:pt x="3490222" y="109836"/>
                </a:lnTo>
                <a:lnTo>
                  <a:pt x="3491686" y="109320"/>
                </a:lnTo>
                <a:lnTo>
                  <a:pt x="3493149" y="108805"/>
                </a:lnTo>
                <a:lnTo>
                  <a:pt x="3494613" y="108291"/>
                </a:lnTo>
                <a:lnTo>
                  <a:pt x="3496076" y="107779"/>
                </a:lnTo>
                <a:lnTo>
                  <a:pt x="3497539" y="107267"/>
                </a:lnTo>
                <a:lnTo>
                  <a:pt x="3499003" y="106756"/>
                </a:lnTo>
                <a:lnTo>
                  <a:pt x="3500466" y="106247"/>
                </a:lnTo>
                <a:lnTo>
                  <a:pt x="3501930" y="105739"/>
                </a:lnTo>
                <a:lnTo>
                  <a:pt x="3503393" y="105232"/>
                </a:lnTo>
                <a:lnTo>
                  <a:pt x="3504857" y="104725"/>
                </a:lnTo>
                <a:lnTo>
                  <a:pt x="3506320" y="104220"/>
                </a:lnTo>
                <a:lnTo>
                  <a:pt x="3507783" y="103716"/>
                </a:lnTo>
                <a:lnTo>
                  <a:pt x="3509247" y="103213"/>
                </a:lnTo>
                <a:lnTo>
                  <a:pt x="3510710" y="102712"/>
                </a:lnTo>
                <a:lnTo>
                  <a:pt x="3512174" y="102211"/>
                </a:lnTo>
                <a:lnTo>
                  <a:pt x="3513637" y="101711"/>
                </a:lnTo>
                <a:lnTo>
                  <a:pt x="3515100" y="101213"/>
                </a:lnTo>
                <a:lnTo>
                  <a:pt x="3516564" y="100715"/>
                </a:lnTo>
                <a:lnTo>
                  <a:pt x="3518027" y="100219"/>
                </a:lnTo>
                <a:lnTo>
                  <a:pt x="3519491" y="99724"/>
                </a:lnTo>
                <a:lnTo>
                  <a:pt x="3520954" y="99230"/>
                </a:lnTo>
                <a:lnTo>
                  <a:pt x="3522417" y="98737"/>
                </a:lnTo>
                <a:lnTo>
                  <a:pt x="3523881" y="98245"/>
                </a:lnTo>
                <a:lnTo>
                  <a:pt x="3525344" y="97754"/>
                </a:lnTo>
                <a:lnTo>
                  <a:pt x="3526808" y="97264"/>
                </a:lnTo>
                <a:lnTo>
                  <a:pt x="3528271" y="96776"/>
                </a:lnTo>
                <a:lnTo>
                  <a:pt x="3529734" y="96288"/>
                </a:lnTo>
                <a:lnTo>
                  <a:pt x="3531198" y="95802"/>
                </a:lnTo>
                <a:lnTo>
                  <a:pt x="3532661" y="95317"/>
                </a:lnTo>
                <a:lnTo>
                  <a:pt x="3534125" y="94833"/>
                </a:lnTo>
                <a:lnTo>
                  <a:pt x="3535588" y="94349"/>
                </a:lnTo>
                <a:lnTo>
                  <a:pt x="3537051" y="93868"/>
                </a:lnTo>
                <a:lnTo>
                  <a:pt x="3538515" y="93387"/>
                </a:lnTo>
                <a:lnTo>
                  <a:pt x="3539978" y="92907"/>
                </a:lnTo>
                <a:lnTo>
                  <a:pt x="3541442" y="92428"/>
                </a:lnTo>
                <a:lnTo>
                  <a:pt x="3542905" y="91951"/>
                </a:lnTo>
                <a:lnTo>
                  <a:pt x="3544368" y="91474"/>
                </a:lnTo>
                <a:lnTo>
                  <a:pt x="3545832" y="90999"/>
                </a:lnTo>
                <a:lnTo>
                  <a:pt x="3547295" y="90525"/>
                </a:lnTo>
                <a:lnTo>
                  <a:pt x="3548759" y="90052"/>
                </a:lnTo>
                <a:lnTo>
                  <a:pt x="3550222" y="89580"/>
                </a:lnTo>
                <a:lnTo>
                  <a:pt x="3551686" y="89109"/>
                </a:lnTo>
                <a:lnTo>
                  <a:pt x="3553149" y="88639"/>
                </a:lnTo>
                <a:lnTo>
                  <a:pt x="3554612" y="88171"/>
                </a:lnTo>
                <a:lnTo>
                  <a:pt x="3556076" y="87703"/>
                </a:lnTo>
                <a:lnTo>
                  <a:pt x="3557539" y="87237"/>
                </a:lnTo>
                <a:lnTo>
                  <a:pt x="3559003" y="86772"/>
                </a:lnTo>
                <a:lnTo>
                  <a:pt x="3560466" y="86308"/>
                </a:lnTo>
                <a:lnTo>
                  <a:pt x="3561929" y="85845"/>
                </a:lnTo>
                <a:lnTo>
                  <a:pt x="3563393" y="85383"/>
                </a:lnTo>
                <a:lnTo>
                  <a:pt x="3564856" y="84922"/>
                </a:lnTo>
                <a:lnTo>
                  <a:pt x="3566320" y="84463"/>
                </a:lnTo>
                <a:lnTo>
                  <a:pt x="3567783" y="84004"/>
                </a:lnTo>
                <a:lnTo>
                  <a:pt x="3569246" y="83547"/>
                </a:lnTo>
                <a:lnTo>
                  <a:pt x="3570710" y="83091"/>
                </a:lnTo>
                <a:lnTo>
                  <a:pt x="3572173" y="82635"/>
                </a:lnTo>
                <a:lnTo>
                  <a:pt x="3573637" y="82182"/>
                </a:lnTo>
                <a:lnTo>
                  <a:pt x="3575100" y="81729"/>
                </a:lnTo>
                <a:lnTo>
                  <a:pt x="3576563" y="81277"/>
                </a:lnTo>
                <a:lnTo>
                  <a:pt x="3578027" y="80826"/>
                </a:lnTo>
                <a:lnTo>
                  <a:pt x="3579490" y="80377"/>
                </a:lnTo>
                <a:lnTo>
                  <a:pt x="3580954" y="79929"/>
                </a:lnTo>
                <a:lnTo>
                  <a:pt x="3582417" y="79482"/>
                </a:lnTo>
                <a:lnTo>
                  <a:pt x="3583880" y="79036"/>
                </a:lnTo>
                <a:lnTo>
                  <a:pt x="3585344" y="78591"/>
                </a:lnTo>
                <a:lnTo>
                  <a:pt x="3586807" y="78147"/>
                </a:lnTo>
                <a:lnTo>
                  <a:pt x="3588271" y="77704"/>
                </a:lnTo>
                <a:lnTo>
                  <a:pt x="3589734" y="77263"/>
                </a:lnTo>
                <a:lnTo>
                  <a:pt x="3591197" y="76823"/>
                </a:lnTo>
                <a:lnTo>
                  <a:pt x="3592661" y="76383"/>
                </a:lnTo>
                <a:lnTo>
                  <a:pt x="3594124" y="75945"/>
                </a:lnTo>
                <a:lnTo>
                  <a:pt x="3595588" y="75509"/>
                </a:lnTo>
                <a:lnTo>
                  <a:pt x="3597051" y="75073"/>
                </a:lnTo>
                <a:lnTo>
                  <a:pt x="3598514" y="74638"/>
                </a:lnTo>
                <a:lnTo>
                  <a:pt x="3599978" y="74205"/>
                </a:lnTo>
                <a:lnTo>
                  <a:pt x="3601441" y="73773"/>
                </a:lnTo>
                <a:lnTo>
                  <a:pt x="3602905" y="73341"/>
                </a:lnTo>
                <a:lnTo>
                  <a:pt x="3604368" y="72911"/>
                </a:lnTo>
                <a:lnTo>
                  <a:pt x="3605832" y="72483"/>
                </a:lnTo>
                <a:lnTo>
                  <a:pt x="3607295" y="72055"/>
                </a:lnTo>
                <a:lnTo>
                  <a:pt x="3608758" y="71628"/>
                </a:lnTo>
                <a:lnTo>
                  <a:pt x="3610222" y="71203"/>
                </a:lnTo>
                <a:lnTo>
                  <a:pt x="3611685" y="70779"/>
                </a:lnTo>
                <a:lnTo>
                  <a:pt x="3613149" y="70356"/>
                </a:lnTo>
                <a:lnTo>
                  <a:pt x="3614612" y="69934"/>
                </a:lnTo>
                <a:lnTo>
                  <a:pt x="3616075" y="69513"/>
                </a:lnTo>
                <a:lnTo>
                  <a:pt x="3617539" y="69093"/>
                </a:lnTo>
                <a:lnTo>
                  <a:pt x="3619002" y="68675"/>
                </a:lnTo>
                <a:lnTo>
                  <a:pt x="3620466" y="68258"/>
                </a:lnTo>
                <a:lnTo>
                  <a:pt x="3621929" y="67841"/>
                </a:lnTo>
                <a:lnTo>
                  <a:pt x="3623392" y="67427"/>
                </a:lnTo>
                <a:lnTo>
                  <a:pt x="3624856" y="67013"/>
                </a:lnTo>
                <a:lnTo>
                  <a:pt x="3626319" y="66600"/>
                </a:lnTo>
                <a:lnTo>
                  <a:pt x="3627783" y="66189"/>
                </a:lnTo>
                <a:lnTo>
                  <a:pt x="3629246" y="65778"/>
                </a:lnTo>
                <a:lnTo>
                  <a:pt x="3630709" y="65369"/>
                </a:lnTo>
                <a:lnTo>
                  <a:pt x="3632173" y="64961"/>
                </a:lnTo>
                <a:lnTo>
                  <a:pt x="3633636" y="64554"/>
                </a:lnTo>
                <a:lnTo>
                  <a:pt x="3635100" y="64149"/>
                </a:lnTo>
                <a:lnTo>
                  <a:pt x="3636563" y="63744"/>
                </a:lnTo>
                <a:lnTo>
                  <a:pt x="3638026" y="63341"/>
                </a:lnTo>
                <a:lnTo>
                  <a:pt x="3639490" y="62939"/>
                </a:lnTo>
                <a:lnTo>
                  <a:pt x="3640953" y="62538"/>
                </a:lnTo>
                <a:lnTo>
                  <a:pt x="3642417" y="62138"/>
                </a:lnTo>
                <a:lnTo>
                  <a:pt x="3643880" y="61740"/>
                </a:lnTo>
                <a:lnTo>
                  <a:pt x="3645343" y="61342"/>
                </a:lnTo>
                <a:lnTo>
                  <a:pt x="3646807" y="60946"/>
                </a:lnTo>
                <a:lnTo>
                  <a:pt x="3648270" y="60551"/>
                </a:lnTo>
                <a:lnTo>
                  <a:pt x="3649734" y="60157"/>
                </a:lnTo>
                <a:lnTo>
                  <a:pt x="3651197" y="59764"/>
                </a:lnTo>
                <a:lnTo>
                  <a:pt x="3652661" y="59373"/>
                </a:lnTo>
                <a:lnTo>
                  <a:pt x="3654124" y="58982"/>
                </a:lnTo>
                <a:lnTo>
                  <a:pt x="3655587" y="58593"/>
                </a:lnTo>
                <a:lnTo>
                  <a:pt x="3657051" y="58205"/>
                </a:lnTo>
                <a:lnTo>
                  <a:pt x="3658514" y="57819"/>
                </a:lnTo>
                <a:lnTo>
                  <a:pt x="3659978" y="57433"/>
                </a:lnTo>
                <a:lnTo>
                  <a:pt x="3661441" y="57049"/>
                </a:lnTo>
                <a:lnTo>
                  <a:pt x="3662904" y="56665"/>
                </a:lnTo>
                <a:lnTo>
                  <a:pt x="3664368" y="56283"/>
                </a:lnTo>
                <a:lnTo>
                  <a:pt x="3665831" y="55902"/>
                </a:lnTo>
                <a:lnTo>
                  <a:pt x="3667295" y="55523"/>
                </a:lnTo>
                <a:lnTo>
                  <a:pt x="3668758" y="55144"/>
                </a:lnTo>
                <a:lnTo>
                  <a:pt x="3670221" y="54767"/>
                </a:lnTo>
                <a:lnTo>
                  <a:pt x="3671685" y="54391"/>
                </a:lnTo>
                <a:lnTo>
                  <a:pt x="3673148" y="54016"/>
                </a:lnTo>
                <a:lnTo>
                  <a:pt x="3674612" y="53642"/>
                </a:lnTo>
                <a:lnTo>
                  <a:pt x="3676075" y="53270"/>
                </a:lnTo>
                <a:lnTo>
                  <a:pt x="3677538" y="52899"/>
                </a:lnTo>
                <a:lnTo>
                  <a:pt x="3679002" y="52528"/>
                </a:lnTo>
                <a:lnTo>
                  <a:pt x="3680465" y="52160"/>
                </a:lnTo>
                <a:lnTo>
                  <a:pt x="3681929" y="51792"/>
                </a:lnTo>
                <a:lnTo>
                  <a:pt x="3683392" y="51425"/>
                </a:lnTo>
                <a:lnTo>
                  <a:pt x="3684855" y="51060"/>
                </a:lnTo>
                <a:lnTo>
                  <a:pt x="3686319" y="50696"/>
                </a:lnTo>
                <a:lnTo>
                  <a:pt x="3687782" y="50333"/>
                </a:lnTo>
                <a:lnTo>
                  <a:pt x="3689246" y="49971"/>
                </a:lnTo>
                <a:lnTo>
                  <a:pt x="3690709" y="49611"/>
                </a:lnTo>
                <a:lnTo>
                  <a:pt x="3692172" y="49252"/>
                </a:lnTo>
                <a:lnTo>
                  <a:pt x="3693636" y="48894"/>
                </a:lnTo>
                <a:lnTo>
                  <a:pt x="3695099" y="48537"/>
                </a:lnTo>
                <a:lnTo>
                  <a:pt x="3696563" y="48181"/>
                </a:lnTo>
                <a:lnTo>
                  <a:pt x="3698026" y="47827"/>
                </a:lnTo>
                <a:lnTo>
                  <a:pt x="3699489" y="47473"/>
                </a:lnTo>
                <a:lnTo>
                  <a:pt x="3700953" y="47121"/>
                </a:lnTo>
                <a:lnTo>
                  <a:pt x="3702416" y="46771"/>
                </a:lnTo>
                <a:lnTo>
                  <a:pt x="3703880" y="46421"/>
                </a:lnTo>
                <a:lnTo>
                  <a:pt x="3705343" y="46073"/>
                </a:lnTo>
                <a:lnTo>
                  <a:pt x="3706807" y="45726"/>
                </a:lnTo>
                <a:lnTo>
                  <a:pt x="3708270" y="45380"/>
                </a:lnTo>
                <a:lnTo>
                  <a:pt x="3709733" y="45035"/>
                </a:lnTo>
                <a:lnTo>
                  <a:pt x="3711197" y="44691"/>
                </a:lnTo>
                <a:lnTo>
                  <a:pt x="3712660" y="44349"/>
                </a:lnTo>
                <a:lnTo>
                  <a:pt x="3714124" y="44008"/>
                </a:lnTo>
                <a:lnTo>
                  <a:pt x="3715587" y="43668"/>
                </a:lnTo>
                <a:lnTo>
                  <a:pt x="3717050" y="43330"/>
                </a:lnTo>
                <a:lnTo>
                  <a:pt x="3718514" y="42992"/>
                </a:lnTo>
                <a:lnTo>
                  <a:pt x="3719977" y="42656"/>
                </a:lnTo>
                <a:lnTo>
                  <a:pt x="3721441" y="42321"/>
                </a:lnTo>
                <a:lnTo>
                  <a:pt x="3722904" y="41988"/>
                </a:lnTo>
                <a:lnTo>
                  <a:pt x="3724367" y="41655"/>
                </a:lnTo>
                <a:lnTo>
                  <a:pt x="3725831" y="41324"/>
                </a:lnTo>
                <a:lnTo>
                  <a:pt x="3727294" y="40994"/>
                </a:lnTo>
                <a:lnTo>
                  <a:pt x="3728758" y="40665"/>
                </a:lnTo>
                <a:lnTo>
                  <a:pt x="3730221" y="40338"/>
                </a:lnTo>
                <a:lnTo>
                  <a:pt x="3731684" y="40011"/>
                </a:lnTo>
                <a:lnTo>
                  <a:pt x="3733148" y="39686"/>
                </a:lnTo>
                <a:lnTo>
                  <a:pt x="3734611" y="39362"/>
                </a:lnTo>
                <a:lnTo>
                  <a:pt x="3736075" y="39040"/>
                </a:lnTo>
                <a:lnTo>
                  <a:pt x="3737538" y="38718"/>
                </a:lnTo>
                <a:lnTo>
                  <a:pt x="3739001" y="38398"/>
                </a:lnTo>
                <a:lnTo>
                  <a:pt x="3740465" y="38080"/>
                </a:lnTo>
                <a:lnTo>
                  <a:pt x="3741928" y="37762"/>
                </a:lnTo>
                <a:lnTo>
                  <a:pt x="3743392" y="37446"/>
                </a:lnTo>
                <a:lnTo>
                  <a:pt x="3744855" y="37130"/>
                </a:lnTo>
                <a:lnTo>
                  <a:pt x="3746318" y="36816"/>
                </a:lnTo>
                <a:lnTo>
                  <a:pt x="3747782" y="36504"/>
                </a:lnTo>
                <a:lnTo>
                  <a:pt x="3749245" y="36192"/>
                </a:lnTo>
                <a:lnTo>
                  <a:pt x="3750709" y="35882"/>
                </a:lnTo>
                <a:lnTo>
                  <a:pt x="3752172" y="35573"/>
                </a:lnTo>
                <a:lnTo>
                  <a:pt x="3753636" y="35266"/>
                </a:lnTo>
                <a:lnTo>
                  <a:pt x="3755099" y="34959"/>
                </a:lnTo>
                <a:lnTo>
                  <a:pt x="3756562" y="34654"/>
                </a:lnTo>
                <a:lnTo>
                  <a:pt x="3758026" y="34350"/>
                </a:lnTo>
                <a:lnTo>
                  <a:pt x="3759489" y="34048"/>
                </a:lnTo>
                <a:lnTo>
                  <a:pt x="3760953" y="33746"/>
                </a:lnTo>
                <a:lnTo>
                  <a:pt x="3762416" y="33446"/>
                </a:lnTo>
                <a:lnTo>
                  <a:pt x="3763879" y="33147"/>
                </a:lnTo>
                <a:lnTo>
                  <a:pt x="3765343" y="32850"/>
                </a:lnTo>
                <a:lnTo>
                  <a:pt x="3766806" y="32553"/>
                </a:lnTo>
                <a:lnTo>
                  <a:pt x="3768270" y="32258"/>
                </a:lnTo>
                <a:lnTo>
                  <a:pt x="3769733" y="31964"/>
                </a:lnTo>
                <a:lnTo>
                  <a:pt x="3771196" y="31672"/>
                </a:lnTo>
                <a:lnTo>
                  <a:pt x="3772660" y="31380"/>
                </a:lnTo>
                <a:lnTo>
                  <a:pt x="3774123" y="31090"/>
                </a:lnTo>
                <a:lnTo>
                  <a:pt x="3775587" y="30802"/>
                </a:lnTo>
                <a:lnTo>
                  <a:pt x="3777050" y="30514"/>
                </a:lnTo>
                <a:lnTo>
                  <a:pt x="3778513" y="30228"/>
                </a:lnTo>
                <a:lnTo>
                  <a:pt x="3779977" y="29943"/>
                </a:lnTo>
                <a:lnTo>
                  <a:pt x="3781440" y="29659"/>
                </a:lnTo>
                <a:lnTo>
                  <a:pt x="3782904" y="29377"/>
                </a:lnTo>
                <a:lnTo>
                  <a:pt x="3784367" y="29096"/>
                </a:lnTo>
                <a:lnTo>
                  <a:pt x="3785830" y="28816"/>
                </a:lnTo>
                <a:lnTo>
                  <a:pt x="3787294" y="28537"/>
                </a:lnTo>
                <a:lnTo>
                  <a:pt x="3788757" y="28260"/>
                </a:lnTo>
                <a:lnTo>
                  <a:pt x="3790221" y="27984"/>
                </a:lnTo>
                <a:lnTo>
                  <a:pt x="3791684" y="27709"/>
                </a:lnTo>
                <a:lnTo>
                  <a:pt x="3793147" y="27435"/>
                </a:lnTo>
                <a:lnTo>
                  <a:pt x="3794611" y="27163"/>
                </a:lnTo>
                <a:lnTo>
                  <a:pt x="3796074" y="26892"/>
                </a:lnTo>
                <a:lnTo>
                  <a:pt x="3797538" y="26622"/>
                </a:lnTo>
                <a:lnTo>
                  <a:pt x="3799001" y="26354"/>
                </a:lnTo>
                <a:lnTo>
                  <a:pt x="3800464" y="26087"/>
                </a:lnTo>
                <a:lnTo>
                  <a:pt x="3801928" y="25821"/>
                </a:lnTo>
                <a:lnTo>
                  <a:pt x="3803391" y="25557"/>
                </a:lnTo>
                <a:lnTo>
                  <a:pt x="3804855" y="25293"/>
                </a:lnTo>
                <a:lnTo>
                  <a:pt x="3806318" y="25031"/>
                </a:lnTo>
                <a:lnTo>
                  <a:pt x="3807782" y="24771"/>
                </a:lnTo>
                <a:lnTo>
                  <a:pt x="3809245" y="24511"/>
                </a:lnTo>
                <a:lnTo>
                  <a:pt x="3810708" y="24253"/>
                </a:lnTo>
                <a:lnTo>
                  <a:pt x="3812172" y="23997"/>
                </a:lnTo>
                <a:lnTo>
                  <a:pt x="3813635" y="23741"/>
                </a:lnTo>
                <a:lnTo>
                  <a:pt x="3815099" y="23487"/>
                </a:lnTo>
                <a:lnTo>
                  <a:pt x="3816562" y="23234"/>
                </a:lnTo>
                <a:lnTo>
                  <a:pt x="3818025" y="22982"/>
                </a:lnTo>
                <a:lnTo>
                  <a:pt x="3819489" y="22732"/>
                </a:lnTo>
                <a:lnTo>
                  <a:pt x="3820952" y="22483"/>
                </a:lnTo>
                <a:lnTo>
                  <a:pt x="3822416" y="22235"/>
                </a:lnTo>
                <a:lnTo>
                  <a:pt x="3823879" y="21989"/>
                </a:lnTo>
                <a:lnTo>
                  <a:pt x="3825342" y="21744"/>
                </a:lnTo>
                <a:lnTo>
                  <a:pt x="3826806" y="21500"/>
                </a:lnTo>
                <a:lnTo>
                  <a:pt x="3828269" y="21258"/>
                </a:lnTo>
                <a:lnTo>
                  <a:pt x="3829733" y="21016"/>
                </a:lnTo>
                <a:lnTo>
                  <a:pt x="3831196" y="20777"/>
                </a:lnTo>
                <a:lnTo>
                  <a:pt x="3832659" y="20538"/>
                </a:lnTo>
                <a:lnTo>
                  <a:pt x="3834123" y="20301"/>
                </a:lnTo>
                <a:lnTo>
                  <a:pt x="3835586" y="20065"/>
                </a:lnTo>
                <a:lnTo>
                  <a:pt x="3837050" y="19830"/>
                </a:lnTo>
                <a:lnTo>
                  <a:pt x="3838513" y="19597"/>
                </a:lnTo>
                <a:lnTo>
                  <a:pt x="3839976" y="19365"/>
                </a:lnTo>
                <a:lnTo>
                  <a:pt x="3841440" y="19134"/>
                </a:lnTo>
                <a:lnTo>
                  <a:pt x="3842903" y="18905"/>
                </a:lnTo>
                <a:lnTo>
                  <a:pt x="3844367" y="18677"/>
                </a:lnTo>
                <a:lnTo>
                  <a:pt x="3845830" y="18450"/>
                </a:lnTo>
                <a:lnTo>
                  <a:pt x="3847293" y="18225"/>
                </a:lnTo>
                <a:lnTo>
                  <a:pt x="3848757" y="18000"/>
                </a:lnTo>
                <a:lnTo>
                  <a:pt x="3850220" y="17778"/>
                </a:lnTo>
                <a:lnTo>
                  <a:pt x="3851684" y="17556"/>
                </a:lnTo>
                <a:lnTo>
                  <a:pt x="3853147" y="17336"/>
                </a:lnTo>
                <a:lnTo>
                  <a:pt x="3854611" y="17117"/>
                </a:lnTo>
                <a:lnTo>
                  <a:pt x="3856074" y="16900"/>
                </a:lnTo>
                <a:lnTo>
                  <a:pt x="3857537" y="16684"/>
                </a:lnTo>
                <a:lnTo>
                  <a:pt x="3859001" y="16469"/>
                </a:lnTo>
                <a:lnTo>
                  <a:pt x="3860464" y="16255"/>
                </a:lnTo>
                <a:lnTo>
                  <a:pt x="3861928" y="16043"/>
                </a:lnTo>
                <a:lnTo>
                  <a:pt x="3863391" y="15832"/>
                </a:lnTo>
                <a:lnTo>
                  <a:pt x="3864854" y="15623"/>
                </a:lnTo>
                <a:lnTo>
                  <a:pt x="3866318" y="15415"/>
                </a:lnTo>
                <a:lnTo>
                  <a:pt x="3867781" y="15208"/>
                </a:lnTo>
                <a:lnTo>
                  <a:pt x="3869245" y="15002"/>
                </a:lnTo>
                <a:lnTo>
                  <a:pt x="3870708" y="14798"/>
                </a:lnTo>
                <a:lnTo>
                  <a:pt x="3872171" y="14596"/>
                </a:lnTo>
                <a:lnTo>
                  <a:pt x="3873635" y="14394"/>
                </a:lnTo>
                <a:lnTo>
                  <a:pt x="3875098" y="14194"/>
                </a:lnTo>
                <a:lnTo>
                  <a:pt x="3876562" y="13995"/>
                </a:lnTo>
                <a:lnTo>
                  <a:pt x="3878025" y="13798"/>
                </a:lnTo>
                <a:lnTo>
                  <a:pt x="3879488" y="13602"/>
                </a:lnTo>
                <a:lnTo>
                  <a:pt x="3880952" y="13407"/>
                </a:lnTo>
                <a:lnTo>
                  <a:pt x="3882415" y="13214"/>
                </a:lnTo>
                <a:lnTo>
                  <a:pt x="3883879" y="13021"/>
                </a:lnTo>
                <a:lnTo>
                  <a:pt x="3885342" y="12831"/>
                </a:lnTo>
                <a:lnTo>
                  <a:pt x="3886805" y="12641"/>
                </a:lnTo>
                <a:lnTo>
                  <a:pt x="3888269" y="12453"/>
                </a:lnTo>
                <a:lnTo>
                  <a:pt x="3889732" y="12267"/>
                </a:lnTo>
                <a:lnTo>
                  <a:pt x="3891196" y="12082"/>
                </a:lnTo>
                <a:lnTo>
                  <a:pt x="3892659" y="11898"/>
                </a:lnTo>
                <a:lnTo>
                  <a:pt x="3894122" y="11715"/>
                </a:lnTo>
                <a:lnTo>
                  <a:pt x="3895586" y="11534"/>
                </a:lnTo>
                <a:lnTo>
                  <a:pt x="3897049" y="11354"/>
                </a:lnTo>
                <a:lnTo>
                  <a:pt x="3898513" y="11175"/>
                </a:lnTo>
                <a:lnTo>
                  <a:pt x="3899976" y="10998"/>
                </a:lnTo>
                <a:lnTo>
                  <a:pt x="3901440" y="10823"/>
                </a:lnTo>
                <a:lnTo>
                  <a:pt x="3902903" y="10648"/>
                </a:lnTo>
                <a:lnTo>
                  <a:pt x="3904366" y="10475"/>
                </a:lnTo>
                <a:lnTo>
                  <a:pt x="3905830" y="10303"/>
                </a:lnTo>
                <a:lnTo>
                  <a:pt x="3907293" y="10133"/>
                </a:lnTo>
                <a:lnTo>
                  <a:pt x="3908757" y="9964"/>
                </a:lnTo>
                <a:lnTo>
                  <a:pt x="3910220" y="9797"/>
                </a:lnTo>
                <a:lnTo>
                  <a:pt x="3911683" y="9630"/>
                </a:lnTo>
                <a:lnTo>
                  <a:pt x="3913147" y="9466"/>
                </a:lnTo>
                <a:lnTo>
                  <a:pt x="3914610" y="9302"/>
                </a:lnTo>
                <a:lnTo>
                  <a:pt x="3916074" y="9140"/>
                </a:lnTo>
                <a:lnTo>
                  <a:pt x="3917537" y="8979"/>
                </a:lnTo>
                <a:lnTo>
                  <a:pt x="3919000" y="8820"/>
                </a:lnTo>
                <a:lnTo>
                  <a:pt x="3920464" y="8662"/>
                </a:lnTo>
                <a:lnTo>
                  <a:pt x="3921927" y="8506"/>
                </a:lnTo>
                <a:lnTo>
                  <a:pt x="3923391" y="8351"/>
                </a:lnTo>
                <a:lnTo>
                  <a:pt x="3924854" y="8197"/>
                </a:lnTo>
                <a:lnTo>
                  <a:pt x="3926317" y="8044"/>
                </a:lnTo>
                <a:lnTo>
                  <a:pt x="3927781" y="7893"/>
                </a:lnTo>
                <a:lnTo>
                  <a:pt x="3929244" y="7744"/>
                </a:lnTo>
                <a:lnTo>
                  <a:pt x="3930708" y="7595"/>
                </a:lnTo>
                <a:lnTo>
                  <a:pt x="3932171" y="7449"/>
                </a:lnTo>
                <a:lnTo>
                  <a:pt x="3933634" y="7303"/>
                </a:lnTo>
                <a:lnTo>
                  <a:pt x="3935098" y="7159"/>
                </a:lnTo>
                <a:lnTo>
                  <a:pt x="3936561" y="7016"/>
                </a:lnTo>
                <a:lnTo>
                  <a:pt x="3938025" y="6875"/>
                </a:lnTo>
                <a:lnTo>
                  <a:pt x="3939488" y="6735"/>
                </a:lnTo>
                <a:lnTo>
                  <a:pt x="3940951" y="6597"/>
                </a:lnTo>
                <a:lnTo>
                  <a:pt x="3942415" y="6460"/>
                </a:lnTo>
                <a:lnTo>
                  <a:pt x="3943878" y="6324"/>
                </a:lnTo>
                <a:lnTo>
                  <a:pt x="3945342" y="6190"/>
                </a:lnTo>
                <a:lnTo>
                  <a:pt x="3946805" y="6057"/>
                </a:lnTo>
                <a:lnTo>
                  <a:pt x="3948268" y="5925"/>
                </a:lnTo>
                <a:lnTo>
                  <a:pt x="3949732" y="5795"/>
                </a:lnTo>
                <a:lnTo>
                  <a:pt x="3951195" y="5666"/>
                </a:lnTo>
                <a:lnTo>
                  <a:pt x="3952659" y="5539"/>
                </a:lnTo>
                <a:lnTo>
                  <a:pt x="3954122" y="5413"/>
                </a:lnTo>
                <a:lnTo>
                  <a:pt x="3955586" y="5289"/>
                </a:lnTo>
                <a:lnTo>
                  <a:pt x="3957049" y="5166"/>
                </a:lnTo>
                <a:lnTo>
                  <a:pt x="3958512" y="5044"/>
                </a:lnTo>
                <a:lnTo>
                  <a:pt x="3959976" y="4924"/>
                </a:lnTo>
                <a:lnTo>
                  <a:pt x="3961439" y="4805"/>
                </a:lnTo>
                <a:lnTo>
                  <a:pt x="3962903" y="4688"/>
                </a:lnTo>
                <a:lnTo>
                  <a:pt x="3964366" y="4572"/>
                </a:lnTo>
                <a:lnTo>
                  <a:pt x="3965829" y="4457"/>
                </a:lnTo>
                <a:lnTo>
                  <a:pt x="3967293" y="4344"/>
                </a:lnTo>
                <a:lnTo>
                  <a:pt x="3968756" y="4232"/>
                </a:lnTo>
                <a:lnTo>
                  <a:pt x="3970220" y="4122"/>
                </a:lnTo>
                <a:lnTo>
                  <a:pt x="3971683" y="4013"/>
                </a:lnTo>
                <a:lnTo>
                  <a:pt x="3973146" y="3906"/>
                </a:lnTo>
                <a:lnTo>
                  <a:pt x="3974610" y="3800"/>
                </a:lnTo>
                <a:lnTo>
                  <a:pt x="3976073" y="3695"/>
                </a:lnTo>
                <a:lnTo>
                  <a:pt x="3977537" y="3592"/>
                </a:lnTo>
                <a:lnTo>
                  <a:pt x="3979000" y="3490"/>
                </a:lnTo>
                <a:lnTo>
                  <a:pt x="3980463" y="3390"/>
                </a:lnTo>
                <a:lnTo>
                  <a:pt x="3981927" y="3291"/>
                </a:lnTo>
                <a:lnTo>
                  <a:pt x="3983390" y="3194"/>
                </a:lnTo>
                <a:lnTo>
                  <a:pt x="3984854" y="3098"/>
                </a:lnTo>
                <a:lnTo>
                  <a:pt x="3986317" y="3003"/>
                </a:lnTo>
                <a:lnTo>
                  <a:pt x="3987780" y="2910"/>
                </a:lnTo>
                <a:lnTo>
                  <a:pt x="3989244" y="2818"/>
                </a:lnTo>
                <a:lnTo>
                  <a:pt x="3990707" y="2728"/>
                </a:lnTo>
                <a:lnTo>
                  <a:pt x="3992171" y="2639"/>
                </a:lnTo>
                <a:lnTo>
                  <a:pt x="3993634" y="2552"/>
                </a:lnTo>
                <a:lnTo>
                  <a:pt x="3995097" y="2466"/>
                </a:lnTo>
                <a:lnTo>
                  <a:pt x="3996561" y="2381"/>
                </a:lnTo>
                <a:lnTo>
                  <a:pt x="3998024" y="2298"/>
                </a:lnTo>
                <a:lnTo>
                  <a:pt x="3999488" y="2217"/>
                </a:lnTo>
                <a:lnTo>
                  <a:pt x="4000951" y="2137"/>
                </a:lnTo>
                <a:lnTo>
                  <a:pt x="4002415" y="2058"/>
                </a:lnTo>
                <a:lnTo>
                  <a:pt x="4003878" y="1981"/>
                </a:lnTo>
                <a:lnTo>
                  <a:pt x="4005341" y="1905"/>
                </a:lnTo>
                <a:lnTo>
                  <a:pt x="4006805" y="1831"/>
                </a:lnTo>
                <a:lnTo>
                  <a:pt x="4008268" y="1758"/>
                </a:lnTo>
                <a:lnTo>
                  <a:pt x="4009732" y="1686"/>
                </a:lnTo>
                <a:lnTo>
                  <a:pt x="4011195" y="1616"/>
                </a:lnTo>
                <a:lnTo>
                  <a:pt x="4012658" y="1548"/>
                </a:lnTo>
                <a:lnTo>
                  <a:pt x="4014122" y="1481"/>
                </a:lnTo>
                <a:lnTo>
                  <a:pt x="4015585" y="1415"/>
                </a:lnTo>
                <a:lnTo>
                  <a:pt x="4017049" y="1351"/>
                </a:lnTo>
                <a:lnTo>
                  <a:pt x="4018512" y="1288"/>
                </a:lnTo>
                <a:lnTo>
                  <a:pt x="4019975" y="1227"/>
                </a:lnTo>
                <a:lnTo>
                  <a:pt x="4021439" y="1168"/>
                </a:lnTo>
                <a:lnTo>
                  <a:pt x="4022902" y="1109"/>
                </a:lnTo>
                <a:lnTo>
                  <a:pt x="4024366" y="1053"/>
                </a:lnTo>
                <a:lnTo>
                  <a:pt x="4025829" y="997"/>
                </a:lnTo>
                <a:lnTo>
                  <a:pt x="4027292" y="944"/>
                </a:lnTo>
                <a:lnTo>
                  <a:pt x="4028756" y="891"/>
                </a:lnTo>
                <a:lnTo>
                  <a:pt x="4030219" y="840"/>
                </a:lnTo>
                <a:lnTo>
                  <a:pt x="4031683" y="791"/>
                </a:lnTo>
                <a:lnTo>
                  <a:pt x="4033146" y="743"/>
                </a:lnTo>
                <a:lnTo>
                  <a:pt x="4034609" y="697"/>
                </a:lnTo>
                <a:lnTo>
                  <a:pt x="4036073" y="652"/>
                </a:lnTo>
                <a:lnTo>
                  <a:pt x="4037536" y="608"/>
                </a:lnTo>
                <a:lnTo>
                  <a:pt x="4039000" y="566"/>
                </a:lnTo>
                <a:lnTo>
                  <a:pt x="4040463" y="526"/>
                </a:lnTo>
                <a:lnTo>
                  <a:pt x="4041926" y="487"/>
                </a:lnTo>
                <a:lnTo>
                  <a:pt x="4043390" y="449"/>
                </a:lnTo>
                <a:lnTo>
                  <a:pt x="4044853" y="413"/>
                </a:lnTo>
                <a:lnTo>
                  <a:pt x="4046317" y="379"/>
                </a:lnTo>
                <a:lnTo>
                  <a:pt x="4047780" y="346"/>
                </a:lnTo>
                <a:lnTo>
                  <a:pt x="4049243" y="314"/>
                </a:lnTo>
                <a:lnTo>
                  <a:pt x="4050707" y="284"/>
                </a:lnTo>
                <a:lnTo>
                  <a:pt x="4052170" y="256"/>
                </a:lnTo>
                <a:lnTo>
                  <a:pt x="4053634" y="229"/>
                </a:lnTo>
                <a:lnTo>
                  <a:pt x="4055097" y="203"/>
                </a:lnTo>
                <a:lnTo>
                  <a:pt x="4056561" y="179"/>
                </a:lnTo>
                <a:lnTo>
                  <a:pt x="4058024" y="156"/>
                </a:lnTo>
                <a:lnTo>
                  <a:pt x="4059487" y="135"/>
                </a:lnTo>
                <a:lnTo>
                  <a:pt x="4060951" y="116"/>
                </a:lnTo>
                <a:lnTo>
                  <a:pt x="4062414" y="98"/>
                </a:lnTo>
                <a:lnTo>
                  <a:pt x="4063878" y="81"/>
                </a:lnTo>
                <a:lnTo>
                  <a:pt x="4065341" y="66"/>
                </a:lnTo>
                <a:lnTo>
                  <a:pt x="4066804" y="53"/>
                </a:lnTo>
                <a:lnTo>
                  <a:pt x="4068268" y="41"/>
                </a:lnTo>
                <a:lnTo>
                  <a:pt x="4069731" y="30"/>
                </a:lnTo>
                <a:lnTo>
                  <a:pt x="4071195" y="21"/>
                </a:lnTo>
                <a:lnTo>
                  <a:pt x="4072658" y="14"/>
                </a:lnTo>
                <a:lnTo>
                  <a:pt x="4074121" y="8"/>
                </a:lnTo>
                <a:lnTo>
                  <a:pt x="4075585" y="4"/>
                </a:lnTo>
                <a:lnTo>
                  <a:pt x="4077048" y="1"/>
                </a:lnTo>
                <a:lnTo>
                  <a:pt x="4078512" y="0"/>
                </a:lnTo>
                <a:lnTo>
                  <a:pt x="4079975" y="0"/>
                </a:lnTo>
                <a:lnTo>
                  <a:pt x="4081438" y="1"/>
                </a:lnTo>
                <a:lnTo>
                  <a:pt x="4082902" y="5"/>
                </a:lnTo>
                <a:lnTo>
                  <a:pt x="4084365" y="9"/>
                </a:lnTo>
                <a:lnTo>
                  <a:pt x="4085829" y="16"/>
                </a:lnTo>
                <a:lnTo>
                  <a:pt x="4087292" y="24"/>
                </a:lnTo>
                <a:lnTo>
                  <a:pt x="4088755" y="33"/>
                </a:lnTo>
                <a:lnTo>
                  <a:pt x="4090219" y="44"/>
                </a:lnTo>
                <a:lnTo>
                  <a:pt x="4091682" y="56"/>
                </a:lnTo>
                <a:lnTo>
                  <a:pt x="4093146" y="70"/>
                </a:lnTo>
                <a:lnTo>
                  <a:pt x="4094609" y="86"/>
                </a:lnTo>
                <a:lnTo>
                  <a:pt x="4096072" y="103"/>
                </a:lnTo>
                <a:lnTo>
                  <a:pt x="4097536" y="121"/>
                </a:lnTo>
                <a:lnTo>
                  <a:pt x="4098999" y="142"/>
                </a:lnTo>
                <a:lnTo>
                  <a:pt x="4100463" y="163"/>
                </a:lnTo>
                <a:lnTo>
                  <a:pt x="4101926" y="186"/>
                </a:lnTo>
                <a:lnTo>
                  <a:pt x="4103390" y="211"/>
                </a:lnTo>
                <a:lnTo>
                  <a:pt x="4104853" y="238"/>
                </a:lnTo>
                <a:lnTo>
                  <a:pt x="4106316" y="265"/>
                </a:lnTo>
                <a:lnTo>
                  <a:pt x="4107780" y="295"/>
                </a:lnTo>
                <a:lnTo>
                  <a:pt x="4109243" y="326"/>
                </a:lnTo>
                <a:lnTo>
                  <a:pt x="4110707" y="358"/>
                </a:lnTo>
                <a:lnTo>
                  <a:pt x="4112170" y="393"/>
                </a:lnTo>
                <a:lnTo>
                  <a:pt x="4113633" y="428"/>
                </a:lnTo>
                <a:lnTo>
                  <a:pt x="4115097" y="465"/>
                </a:lnTo>
                <a:lnTo>
                  <a:pt x="4116560" y="504"/>
                </a:lnTo>
                <a:lnTo>
                  <a:pt x="4118024" y="545"/>
                </a:lnTo>
                <a:lnTo>
                  <a:pt x="4119487" y="587"/>
                </a:lnTo>
                <a:lnTo>
                  <a:pt x="4120950" y="630"/>
                </a:lnTo>
                <a:lnTo>
                  <a:pt x="4122414" y="675"/>
                </a:lnTo>
                <a:lnTo>
                  <a:pt x="4123877" y="722"/>
                </a:lnTo>
                <a:lnTo>
                  <a:pt x="4125341" y="770"/>
                </a:lnTo>
                <a:lnTo>
                  <a:pt x="4126804" y="820"/>
                </a:lnTo>
                <a:lnTo>
                  <a:pt x="4128267" y="871"/>
                </a:lnTo>
                <a:lnTo>
                  <a:pt x="4129731" y="924"/>
                </a:lnTo>
                <a:lnTo>
                  <a:pt x="4131194" y="978"/>
                </a:lnTo>
                <a:lnTo>
                  <a:pt x="4132658" y="1035"/>
                </a:lnTo>
                <a:lnTo>
                  <a:pt x="4134121" y="1092"/>
                </a:lnTo>
                <a:lnTo>
                  <a:pt x="4135584" y="1151"/>
                </a:lnTo>
                <a:lnTo>
                  <a:pt x="4137048" y="1212"/>
                </a:lnTo>
                <a:lnTo>
                  <a:pt x="4138511" y="1275"/>
                </a:lnTo>
                <a:lnTo>
                  <a:pt x="4139975" y="1339"/>
                </a:lnTo>
                <a:lnTo>
                  <a:pt x="4141438" y="1404"/>
                </a:lnTo>
                <a:lnTo>
                  <a:pt x="4142901" y="1471"/>
                </a:lnTo>
                <a:lnTo>
                  <a:pt x="4144365" y="1540"/>
                </a:lnTo>
                <a:lnTo>
                  <a:pt x="4145828" y="1611"/>
                </a:lnTo>
                <a:lnTo>
                  <a:pt x="4147292" y="1683"/>
                </a:lnTo>
                <a:lnTo>
                  <a:pt x="4148755" y="1756"/>
                </a:lnTo>
                <a:lnTo>
                  <a:pt x="4150218" y="1831"/>
                </a:lnTo>
                <a:lnTo>
                  <a:pt x="4151682" y="1908"/>
                </a:lnTo>
                <a:lnTo>
                  <a:pt x="4153145" y="1986"/>
                </a:lnTo>
                <a:lnTo>
                  <a:pt x="4154609" y="2066"/>
                </a:lnTo>
                <a:lnTo>
                  <a:pt x="4156072" y="2148"/>
                </a:lnTo>
                <a:lnTo>
                  <a:pt x="4157536" y="2231"/>
                </a:lnTo>
                <a:lnTo>
                  <a:pt x="4158999" y="2316"/>
                </a:lnTo>
                <a:lnTo>
                  <a:pt x="4160462" y="2402"/>
                </a:lnTo>
                <a:lnTo>
                  <a:pt x="4161926" y="2490"/>
                </a:lnTo>
                <a:lnTo>
                  <a:pt x="4163389" y="2580"/>
                </a:lnTo>
                <a:lnTo>
                  <a:pt x="4164853" y="2671"/>
                </a:lnTo>
                <a:lnTo>
                  <a:pt x="4166316" y="2764"/>
                </a:lnTo>
                <a:lnTo>
                  <a:pt x="4167779" y="2858"/>
                </a:lnTo>
                <a:lnTo>
                  <a:pt x="4169243" y="2954"/>
                </a:lnTo>
                <a:lnTo>
                  <a:pt x="4170706" y="3052"/>
                </a:lnTo>
                <a:lnTo>
                  <a:pt x="4172170" y="3151"/>
                </a:lnTo>
                <a:lnTo>
                  <a:pt x="4173633" y="3252"/>
                </a:lnTo>
                <a:lnTo>
                  <a:pt x="4175096" y="3355"/>
                </a:lnTo>
                <a:lnTo>
                  <a:pt x="4176560" y="3459"/>
                </a:lnTo>
                <a:lnTo>
                  <a:pt x="4178023" y="3565"/>
                </a:lnTo>
                <a:lnTo>
                  <a:pt x="4179487" y="3672"/>
                </a:lnTo>
                <a:lnTo>
                  <a:pt x="4180950" y="3781"/>
                </a:lnTo>
                <a:lnTo>
                  <a:pt x="4182413" y="3892"/>
                </a:lnTo>
                <a:lnTo>
                  <a:pt x="4183877" y="4004"/>
                </a:lnTo>
                <a:lnTo>
                  <a:pt x="4185340" y="4118"/>
                </a:lnTo>
                <a:lnTo>
                  <a:pt x="4186804" y="4234"/>
                </a:lnTo>
                <a:lnTo>
                  <a:pt x="4188267" y="4351"/>
                </a:lnTo>
                <a:lnTo>
                  <a:pt x="4189730" y="4470"/>
                </a:lnTo>
                <a:lnTo>
                  <a:pt x="4191194" y="4591"/>
                </a:lnTo>
                <a:lnTo>
                  <a:pt x="4192657" y="4713"/>
                </a:lnTo>
                <a:lnTo>
                  <a:pt x="4194121" y="4837"/>
                </a:lnTo>
                <a:lnTo>
                  <a:pt x="4195584" y="4962"/>
                </a:lnTo>
                <a:lnTo>
                  <a:pt x="4197047" y="5089"/>
                </a:lnTo>
                <a:lnTo>
                  <a:pt x="4198511" y="5218"/>
                </a:lnTo>
                <a:lnTo>
                  <a:pt x="4199974" y="5349"/>
                </a:lnTo>
                <a:lnTo>
                  <a:pt x="4201438" y="5481"/>
                </a:lnTo>
                <a:lnTo>
                  <a:pt x="4202901" y="5615"/>
                </a:lnTo>
                <a:lnTo>
                  <a:pt x="4204365" y="5750"/>
                </a:lnTo>
                <a:lnTo>
                  <a:pt x="4205828" y="5887"/>
                </a:lnTo>
                <a:lnTo>
                  <a:pt x="4207291" y="6026"/>
                </a:lnTo>
                <a:lnTo>
                  <a:pt x="4208755" y="6166"/>
                </a:lnTo>
                <a:lnTo>
                  <a:pt x="4210218" y="6308"/>
                </a:lnTo>
                <a:lnTo>
                  <a:pt x="4211682" y="6452"/>
                </a:lnTo>
                <a:lnTo>
                  <a:pt x="4213145" y="6597"/>
                </a:lnTo>
                <a:lnTo>
                  <a:pt x="4214608" y="6744"/>
                </a:lnTo>
                <a:lnTo>
                  <a:pt x="4216072" y="6893"/>
                </a:lnTo>
                <a:lnTo>
                  <a:pt x="4217535" y="7044"/>
                </a:lnTo>
                <a:lnTo>
                  <a:pt x="4218999" y="7196"/>
                </a:lnTo>
                <a:lnTo>
                  <a:pt x="4220462" y="7350"/>
                </a:lnTo>
                <a:lnTo>
                  <a:pt x="4221925" y="7505"/>
                </a:lnTo>
                <a:lnTo>
                  <a:pt x="4223389" y="7662"/>
                </a:lnTo>
                <a:lnTo>
                  <a:pt x="4224852" y="7821"/>
                </a:lnTo>
                <a:lnTo>
                  <a:pt x="4226316" y="7981"/>
                </a:lnTo>
                <a:lnTo>
                  <a:pt x="4227779" y="8144"/>
                </a:lnTo>
                <a:lnTo>
                  <a:pt x="4229242" y="8308"/>
                </a:lnTo>
                <a:lnTo>
                  <a:pt x="4230706" y="8473"/>
                </a:lnTo>
                <a:lnTo>
                  <a:pt x="4232169" y="8640"/>
                </a:lnTo>
                <a:lnTo>
                  <a:pt x="4233633" y="8809"/>
                </a:lnTo>
                <a:lnTo>
                  <a:pt x="4235096" y="8980"/>
                </a:lnTo>
                <a:lnTo>
                  <a:pt x="4236559" y="9152"/>
                </a:lnTo>
                <a:lnTo>
                  <a:pt x="4238023" y="9326"/>
                </a:lnTo>
                <a:lnTo>
                  <a:pt x="4239486" y="9502"/>
                </a:lnTo>
                <a:lnTo>
                  <a:pt x="4240950" y="9680"/>
                </a:lnTo>
                <a:lnTo>
                  <a:pt x="4242413" y="9859"/>
                </a:lnTo>
                <a:lnTo>
                  <a:pt x="4243876" y="10040"/>
                </a:lnTo>
                <a:lnTo>
                  <a:pt x="4245340" y="10222"/>
                </a:lnTo>
                <a:lnTo>
                  <a:pt x="4246803" y="10406"/>
                </a:lnTo>
                <a:lnTo>
                  <a:pt x="4248267" y="10592"/>
                </a:lnTo>
                <a:lnTo>
                  <a:pt x="4249730" y="10780"/>
                </a:lnTo>
                <a:lnTo>
                  <a:pt x="4251193" y="10970"/>
                </a:lnTo>
                <a:lnTo>
                  <a:pt x="4252657" y="11161"/>
                </a:lnTo>
                <a:lnTo>
                  <a:pt x="4254120" y="11354"/>
                </a:lnTo>
                <a:lnTo>
                  <a:pt x="4255584" y="11548"/>
                </a:lnTo>
                <a:lnTo>
                  <a:pt x="4257047" y="11744"/>
                </a:lnTo>
                <a:lnTo>
                  <a:pt x="4258511" y="11942"/>
                </a:lnTo>
                <a:lnTo>
                  <a:pt x="4259974" y="12142"/>
                </a:lnTo>
                <a:lnTo>
                  <a:pt x="4261437" y="12344"/>
                </a:lnTo>
                <a:lnTo>
                  <a:pt x="4262901" y="12547"/>
                </a:lnTo>
                <a:lnTo>
                  <a:pt x="4264364" y="12752"/>
                </a:lnTo>
                <a:lnTo>
                  <a:pt x="4265828" y="12958"/>
                </a:lnTo>
                <a:lnTo>
                  <a:pt x="4267291" y="13167"/>
                </a:lnTo>
                <a:lnTo>
                  <a:pt x="4268754" y="13377"/>
                </a:lnTo>
                <a:lnTo>
                  <a:pt x="4270218" y="13589"/>
                </a:lnTo>
                <a:lnTo>
                  <a:pt x="4271681" y="13802"/>
                </a:lnTo>
                <a:lnTo>
                  <a:pt x="4273145" y="14018"/>
                </a:lnTo>
                <a:lnTo>
                  <a:pt x="4274608" y="14235"/>
                </a:lnTo>
                <a:lnTo>
                  <a:pt x="4276071" y="14454"/>
                </a:lnTo>
                <a:lnTo>
                  <a:pt x="4277535" y="14674"/>
                </a:lnTo>
                <a:lnTo>
                  <a:pt x="4278998" y="14897"/>
                </a:lnTo>
                <a:lnTo>
                  <a:pt x="4280462" y="15121"/>
                </a:lnTo>
                <a:lnTo>
                  <a:pt x="4281925" y="15347"/>
                </a:lnTo>
                <a:lnTo>
                  <a:pt x="4283388" y="15574"/>
                </a:lnTo>
                <a:lnTo>
                  <a:pt x="4284852" y="15804"/>
                </a:lnTo>
                <a:lnTo>
                  <a:pt x="4286315" y="16035"/>
                </a:lnTo>
                <a:lnTo>
                  <a:pt x="4287779" y="16268"/>
                </a:lnTo>
                <a:lnTo>
                  <a:pt x="4289242" y="16502"/>
                </a:lnTo>
                <a:lnTo>
                  <a:pt x="4290705" y="16739"/>
                </a:lnTo>
                <a:lnTo>
                  <a:pt x="4292169" y="16977"/>
                </a:lnTo>
                <a:lnTo>
                  <a:pt x="4293632" y="17217"/>
                </a:lnTo>
                <a:lnTo>
                  <a:pt x="4295096" y="17458"/>
                </a:lnTo>
                <a:lnTo>
                  <a:pt x="4296559" y="17702"/>
                </a:lnTo>
                <a:lnTo>
                  <a:pt x="4298022" y="17947"/>
                </a:lnTo>
                <a:lnTo>
                  <a:pt x="4299486" y="18194"/>
                </a:lnTo>
                <a:lnTo>
                  <a:pt x="4300949" y="18443"/>
                </a:lnTo>
                <a:lnTo>
                  <a:pt x="4302413" y="18694"/>
                </a:lnTo>
                <a:lnTo>
                  <a:pt x="4303876" y="18946"/>
                </a:lnTo>
                <a:lnTo>
                  <a:pt x="4305340" y="19200"/>
                </a:lnTo>
                <a:lnTo>
                  <a:pt x="4306803" y="19456"/>
                </a:lnTo>
                <a:lnTo>
                  <a:pt x="4308266" y="19714"/>
                </a:lnTo>
                <a:lnTo>
                  <a:pt x="4309730" y="19973"/>
                </a:lnTo>
                <a:lnTo>
                  <a:pt x="4311193" y="20235"/>
                </a:lnTo>
                <a:lnTo>
                  <a:pt x="4312657" y="20498"/>
                </a:lnTo>
                <a:lnTo>
                  <a:pt x="4314120" y="20763"/>
                </a:lnTo>
                <a:lnTo>
                  <a:pt x="4315583" y="21029"/>
                </a:lnTo>
                <a:lnTo>
                  <a:pt x="4317047" y="21298"/>
                </a:lnTo>
                <a:lnTo>
                  <a:pt x="4318510" y="21568"/>
                </a:lnTo>
                <a:lnTo>
                  <a:pt x="4319974" y="21840"/>
                </a:lnTo>
                <a:lnTo>
                  <a:pt x="4321437" y="22114"/>
                </a:lnTo>
                <a:lnTo>
                  <a:pt x="4322900" y="22390"/>
                </a:lnTo>
                <a:lnTo>
                  <a:pt x="4324364" y="22667"/>
                </a:lnTo>
                <a:lnTo>
                  <a:pt x="4325827" y="22947"/>
                </a:lnTo>
                <a:lnTo>
                  <a:pt x="4327291" y="23228"/>
                </a:lnTo>
                <a:lnTo>
                  <a:pt x="4328754" y="23511"/>
                </a:lnTo>
                <a:lnTo>
                  <a:pt x="4330217" y="23796"/>
                </a:lnTo>
                <a:lnTo>
                  <a:pt x="4331681" y="24082"/>
                </a:lnTo>
                <a:lnTo>
                  <a:pt x="4333144" y="24371"/>
                </a:lnTo>
                <a:lnTo>
                  <a:pt x="4334608" y="24661"/>
                </a:lnTo>
                <a:lnTo>
                  <a:pt x="4336071" y="24953"/>
                </a:lnTo>
                <a:lnTo>
                  <a:pt x="4337534" y="25247"/>
                </a:lnTo>
                <a:lnTo>
                  <a:pt x="4338998" y="25543"/>
                </a:lnTo>
                <a:lnTo>
                  <a:pt x="4340461" y="25840"/>
                </a:lnTo>
                <a:lnTo>
                  <a:pt x="4341925" y="26140"/>
                </a:lnTo>
                <a:lnTo>
                  <a:pt x="4343388" y="26441"/>
                </a:lnTo>
                <a:lnTo>
                  <a:pt x="4344851" y="26744"/>
                </a:lnTo>
                <a:lnTo>
                  <a:pt x="4346315" y="27049"/>
                </a:lnTo>
                <a:lnTo>
                  <a:pt x="4347778" y="27355"/>
                </a:lnTo>
                <a:lnTo>
                  <a:pt x="4349242" y="27664"/>
                </a:lnTo>
                <a:lnTo>
                  <a:pt x="4350705" y="27975"/>
                </a:lnTo>
                <a:lnTo>
                  <a:pt x="4352169" y="28287"/>
                </a:lnTo>
                <a:lnTo>
                  <a:pt x="4353632" y="28601"/>
                </a:lnTo>
                <a:lnTo>
                  <a:pt x="4355095" y="28917"/>
                </a:lnTo>
                <a:lnTo>
                  <a:pt x="4356559" y="29235"/>
                </a:lnTo>
                <a:lnTo>
                  <a:pt x="4358022" y="29554"/>
                </a:lnTo>
                <a:lnTo>
                  <a:pt x="4359486" y="29876"/>
                </a:lnTo>
                <a:lnTo>
                  <a:pt x="4360949" y="30199"/>
                </a:lnTo>
                <a:lnTo>
                  <a:pt x="4362412" y="30525"/>
                </a:lnTo>
                <a:lnTo>
                  <a:pt x="4363876" y="30852"/>
                </a:lnTo>
                <a:lnTo>
                  <a:pt x="4365339" y="31181"/>
                </a:lnTo>
                <a:lnTo>
                  <a:pt x="4366803" y="31512"/>
                </a:lnTo>
                <a:lnTo>
                  <a:pt x="4368266" y="31845"/>
                </a:lnTo>
                <a:lnTo>
                  <a:pt x="4369729" y="32179"/>
                </a:lnTo>
                <a:lnTo>
                  <a:pt x="4371193" y="32516"/>
                </a:lnTo>
                <a:lnTo>
                  <a:pt x="4372656" y="32854"/>
                </a:lnTo>
                <a:lnTo>
                  <a:pt x="4374120" y="33194"/>
                </a:lnTo>
                <a:lnTo>
                  <a:pt x="4375583" y="33536"/>
                </a:lnTo>
                <a:lnTo>
                  <a:pt x="4377046" y="33880"/>
                </a:lnTo>
                <a:lnTo>
                  <a:pt x="4378510" y="34226"/>
                </a:lnTo>
                <a:lnTo>
                  <a:pt x="4379973" y="34574"/>
                </a:lnTo>
                <a:lnTo>
                  <a:pt x="4381437" y="34924"/>
                </a:lnTo>
                <a:lnTo>
                  <a:pt x="4382900" y="35275"/>
                </a:lnTo>
                <a:lnTo>
                  <a:pt x="4384363" y="35629"/>
                </a:lnTo>
                <a:lnTo>
                  <a:pt x="4385827" y="35984"/>
                </a:lnTo>
                <a:lnTo>
                  <a:pt x="4387290" y="36342"/>
                </a:lnTo>
                <a:lnTo>
                  <a:pt x="4388754" y="36701"/>
                </a:lnTo>
                <a:lnTo>
                  <a:pt x="4390217" y="37062"/>
                </a:lnTo>
                <a:lnTo>
                  <a:pt x="4391680" y="37425"/>
                </a:lnTo>
                <a:lnTo>
                  <a:pt x="4393144" y="37790"/>
                </a:lnTo>
                <a:lnTo>
                  <a:pt x="4394607" y="38156"/>
                </a:lnTo>
                <a:lnTo>
                  <a:pt x="4396071" y="38525"/>
                </a:lnTo>
                <a:lnTo>
                  <a:pt x="4397534" y="38896"/>
                </a:lnTo>
                <a:lnTo>
                  <a:pt x="4398997" y="39268"/>
                </a:lnTo>
                <a:lnTo>
                  <a:pt x="4400461" y="39643"/>
                </a:lnTo>
                <a:lnTo>
                  <a:pt x="4401924" y="40019"/>
                </a:lnTo>
                <a:lnTo>
                  <a:pt x="4403388" y="40397"/>
                </a:lnTo>
                <a:lnTo>
                  <a:pt x="4404851" y="40778"/>
                </a:lnTo>
                <a:lnTo>
                  <a:pt x="4406315" y="41160"/>
                </a:lnTo>
                <a:lnTo>
                  <a:pt x="4407778" y="41544"/>
                </a:lnTo>
                <a:lnTo>
                  <a:pt x="4409241" y="41930"/>
                </a:lnTo>
                <a:lnTo>
                  <a:pt x="4410705" y="42318"/>
                </a:lnTo>
                <a:lnTo>
                  <a:pt x="4412168" y="42708"/>
                </a:lnTo>
                <a:lnTo>
                  <a:pt x="4413632" y="43100"/>
                </a:lnTo>
                <a:lnTo>
                  <a:pt x="4415095" y="43493"/>
                </a:lnTo>
                <a:lnTo>
                  <a:pt x="4416558" y="43889"/>
                </a:lnTo>
                <a:lnTo>
                  <a:pt x="4418022" y="44287"/>
                </a:lnTo>
                <a:lnTo>
                  <a:pt x="4419485" y="44686"/>
                </a:lnTo>
                <a:lnTo>
                  <a:pt x="4420949" y="45088"/>
                </a:lnTo>
                <a:lnTo>
                  <a:pt x="4422412" y="45491"/>
                </a:lnTo>
                <a:lnTo>
                  <a:pt x="4423875" y="45897"/>
                </a:lnTo>
                <a:lnTo>
                  <a:pt x="4425339" y="46304"/>
                </a:lnTo>
                <a:lnTo>
                  <a:pt x="4426802" y="46714"/>
                </a:lnTo>
                <a:lnTo>
                  <a:pt x="4428266" y="47125"/>
                </a:lnTo>
                <a:lnTo>
                  <a:pt x="4429729" y="47538"/>
                </a:lnTo>
                <a:lnTo>
                  <a:pt x="4431192" y="47954"/>
                </a:lnTo>
                <a:lnTo>
                  <a:pt x="4432656" y="48371"/>
                </a:lnTo>
                <a:lnTo>
                  <a:pt x="4434119" y="48790"/>
                </a:lnTo>
                <a:lnTo>
                  <a:pt x="4435583" y="49211"/>
                </a:lnTo>
                <a:lnTo>
                  <a:pt x="4437046" y="49634"/>
                </a:lnTo>
                <a:lnTo>
                  <a:pt x="4438509" y="50060"/>
                </a:lnTo>
                <a:lnTo>
                  <a:pt x="4439973" y="50487"/>
                </a:lnTo>
                <a:lnTo>
                  <a:pt x="4441436" y="50916"/>
                </a:lnTo>
                <a:lnTo>
                  <a:pt x="4442900" y="51347"/>
                </a:lnTo>
                <a:lnTo>
                  <a:pt x="4444363" y="51780"/>
                </a:lnTo>
                <a:lnTo>
                  <a:pt x="4445826" y="52215"/>
                </a:lnTo>
                <a:lnTo>
                  <a:pt x="4447290" y="52652"/>
                </a:lnTo>
                <a:lnTo>
                  <a:pt x="4448753" y="53091"/>
                </a:lnTo>
                <a:lnTo>
                  <a:pt x="4450217" y="53532"/>
                </a:lnTo>
                <a:lnTo>
                  <a:pt x="4451680" y="53975"/>
                </a:lnTo>
                <a:lnTo>
                  <a:pt x="4453144" y="54420"/>
                </a:lnTo>
                <a:lnTo>
                  <a:pt x="4454607" y="54867"/>
                </a:lnTo>
                <a:lnTo>
                  <a:pt x="4456070" y="55316"/>
                </a:lnTo>
                <a:lnTo>
                  <a:pt x="4457534" y="55768"/>
                </a:lnTo>
                <a:lnTo>
                  <a:pt x="4458997" y="56221"/>
                </a:lnTo>
                <a:lnTo>
                  <a:pt x="4460461" y="56676"/>
                </a:lnTo>
                <a:lnTo>
                  <a:pt x="4461924" y="57133"/>
                </a:lnTo>
                <a:lnTo>
                  <a:pt x="4463387" y="57592"/>
                </a:lnTo>
                <a:lnTo>
                  <a:pt x="4464851" y="58053"/>
                </a:lnTo>
                <a:lnTo>
                  <a:pt x="4466314" y="58516"/>
                </a:lnTo>
                <a:lnTo>
                  <a:pt x="4467778" y="58982"/>
                </a:lnTo>
                <a:lnTo>
                  <a:pt x="4469241" y="59449"/>
                </a:lnTo>
                <a:lnTo>
                  <a:pt x="4470704" y="59918"/>
                </a:lnTo>
                <a:lnTo>
                  <a:pt x="4472168" y="60389"/>
                </a:lnTo>
                <a:lnTo>
                  <a:pt x="4473631" y="60863"/>
                </a:lnTo>
                <a:lnTo>
                  <a:pt x="4475095" y="61338"/>
                </a:lnTo>
                <a:lnTo>
                  <a:pt x="4476558" y="61815"/>
                </a:lnTo>
                <a:lnTo>
                  <a:pt x="4478021" y="62295"/>
                </a:lnTo>
                <a:lnTo>
                  <a:pt x="4479485" y="62776"/>
                </a:lnTo>
                <a:lnTo>
                  <a:pt x="4480948" y="63260"/>
                </a:lnTo>
                <a:lnTo>
                  <a:pt x="4482412" y="63746"/>
                </a:lnTo>
                <a:lnTo>
                  <a:pt x="4483875" y="64233"/>
                </a:lnTo>
                <a:lnTo>
                  <a:pt x="4485338" y="64723"/>
                </a:lnTo>
                <a:lnTo>
                  <a:pt x="4486802" y="65215"/>
                </a:lnTo>
                <a:lnTo>
                  <a:pt x="4488265" y="65709"/>
                </a:lnTo>
                <a:lnTo>
                  <a:pt x="4489729" y="66204"/>
                </a:lnTo>
                <a:lnTo>
                  <a:pt x="4491192" y="66702"/>
                </a:lnTo>
                <a:lnTo>
                  <a:pt x="4492655" y="67202"/>
                </a:lnTo>
                <a:lnTo>
                  <a:pt x="4494119" y="67705"/>
                </a:lnTo>
                <a:lnTo>
                  <a:pt x="4495582" y="68209"/>
                </a:lnTo>
                <a:lnTo>
                  <a:pt x="4497046" y="68715"/>
                </a:lnTo>
                <a:lnTo>
                  <a:pt x="4498509" y="69223"/>
                </a:lnTo>
                <a:lnTo>
                  <a:pt x="4499972" y="69734"/>
                </a:lnTo>
                <a:lnTo>
                  <a:pt x="4501436" y="70246"/>
                </a:lnTo>
                <a:lnTo>
                  <a:pt x="4502899" y="70761"/>
                </a:lnTo>
                <a:lnTo>
                  <a:pt x="4504363" y="71278"/>
                </a:lnTo>
                <a:lnTo>
                  <a:pt x="4505826" y="71796"/>
                </a:lnTo>
                <a:lnTo>
                  <a:pt x="4507290" y="72317"/>
                </a:lnTo>
                <a:lnTo>
                  <a:pt x="4508753" y="72840"/>
                </a:lnTo>
                <a:lnTo>
                  <a:pt x="4510216" y="73365"/>
                </a:lnTo>
                <a:lnTo>
                  <a:pt x="4511680" y="73892"/>
                </a:lnTo>
                <a:lnTo>
                  <a:pt x="4513143" y="74422"/>
                </a:lnTo>
                <a:lnTo>
                  <a:pt x="4514607" y="74953"/>
                </a:lnTo>
                <a:lnTo>
                  <a:pt x="4516070" y="75486"/>
                </a:lnTo>
                <a:lnTo>
                  <a:pt x="4517533" y="76022"/>
                </a:lnTo>
                <a:lnTo>
                  <a:pt x="4518997" y="76560"/>
                </a:lnTo>
                <a:lnTo>
                  <a:pt x="4520460" y="77100"/>
                </a:lnTo>
                <a:lnTo>
                  <a:pt x="4521924" y="77642"/>
                </a:lnTo>
                <a:lnTo>
                  <a:pt x="4523387" y="78186"/>
                </a:lnTo>
                <a:lnTo>
                  <a:pt x="4524850" y="78732"/>
                </a:lnTo>
                <a:lnTo>
                  <a:pt x="4526314" y="79280"/>
                </a:lnTo>
                <a:lnTo>
                  <a:pt x="4527777" y="79831"/>
                </a:lnTo>
                <a:lnTo>
                  <a:pt x="4529241" y="80383"/>
                </a:lnTo>
                <a:lnTo>
                  <a:pt x="4530704" y="80938"/>
                </a:lnTo>
                <a:lnTo>
                  <a:pt x="4532167" y="81495"/>
                </a:lnTo>
                <a:lnTo>
                  <a:pt x="4533631" y="82054"/>
                </a:lnTo>
                <a:lnTo>
                  <a:pt x="4535094" y="82615"/>
                </a:lnTo>
                <a:lnTo>
                  <a:pt x="4536558" y="83178"/>
                </a:lnTo>
                <a:lnTo>
                  <a:pt x="4538021" y="83744"/>
                </a:lnTo>
                <a:lnTo>
                  <a:pt x="4539484" y="84312"/>
                </a:lnTo>
                <a:lnTo>
                  <a:pt x="4540948" y="84881"/>
                </a:lnTo>
                <a:lnTo>
                  <a:pt x="4542411" y="85453"/>
                </a:lnTo>
                <a:lnTo>
                  <a:pt x="4543875" y="86027"/>
                </a:lnTo>
                <a:lnTo>
                  <a:pt x="4545338" y="86604"/>
                </a:lnTo>
                <a:lnTo>
                  <a:pt x="4546801" y="87182"/>
                </a:lnTo>
                <a:lnTo>
                  <a:pt x="4548265" y="87763"/>
                </a:lnTo>
                <a:lnTo>
                  <a:pt x="4549728" y="88346"/>
                </a:lnTo>
                <a:lnTo>
                  <a:pt x="4551192" y="88930"/>
                </a:lnTo>
                <a:lnTo>
                  <a:pt x="4552655" y="89518"/>
                </a:lnTo>
                <a:lnTo>
                  <a:pt x="4554119" y="90107"/>
                </a:lnTo>
                <a:lnTo>
                  <a:pt x="4555582" y="90698"/>
                </a:lnTo>
                <a:lnTo>
                  <a:pt x="4557045" y="91292"/>
                </a:lnTo>
                <a:lnTo>
                  <a:pt x="4558509" y="91888"/>
                </a:lnTo>
                <a:lnTo>
                  <a:pt x="4559972" y="92486"/>
                </a:lnTo>
                <a:lnTo>
                  <a:pt x="4561436" y="93086"/>
                </a:lnTo>
                <a:lnTo>
                  <a:pt x="4562899" y="93689"/>
                </a:lnTo>
                <a:lnTo>
                  <a:pt x="4564362" y="94294"/>
                </a:lnTo>
                <a:lnTo>
                  <a:pt x="4565826" y="94900"/>
                </a:lnTo>
                <a:lnTo>
                  <a:pt x="4567289" y="95510"/>
                </a:lnTo>
                <a:lnTo>
                  <a:pt x="4568753" y="96121"/>
                </a:lnTo>
                <a:lnTo>
                  <a:pt x="4570216" y="96734"/>
                </a:lnTo>
                <a:lnTo>
                  <a:pt x="4571679" y="97350"/>
                </a:lnTo>
                <a:lnTo>
                  <a:pt x="4573143" y="97968"/>
                </a:lnTo>
                <a:lnTo>
                  <a:pt x="4574606" y="98588"/>
                </a:lnTo>
                <a:lnTo>
                  <a:pt x="4576070" y="99211"/>
                </a:lnTo>
                <a:lnTo>
                  <a:pt x="4577533" y="99835"/>
                </a:lnTo>
                <a:lnTo>
                  <a:pt x="4578996" y="100462"/>
                </a:lnTo>
                <a:lnTo>
                  <a:pt x="4580460" y="101091"/>
                </a:lnTo>
                <a:lnTo>
                  <a:pt x="4581923" y="101722"/>
                </a:lnTo>
                <a:lnTo>
                  <a:pt x="4583387" y="102356"/>
                </a:lnTo>
                <a:lnTo>
                  <a:pt x="4584850" y="102992"/>
                </a:lnTo>
                <a:lnTo>
                  <a:pt x="4586313" y="103630"/>
                </a:lnTo>
                <a:lnTo>
                  <a:pt x="4587777" y="104270"/>
                </a:lnTo>
                <a:lnTo>
                  <a:pt x="4589240" y="104913"/>
                </a:lnTo>
                <a:lnTo>
                  <a:pt x="4590704" y="105558"/>
                </a:lnTo>
                <a:lnTo>
                  <a:pt x="4592167" y="106205"/>
                </a:lnTo>
                <a:lnTo>
                  <a:pt x="4593630" y="106854"/>
                </a:lnTo>
                <a:lnTo>
                  <a:pt x="4595094" y="107506"/>
                </a:lnTo>
                <a:lnTo>
                  <a:pt x="4596557" y="108159"/>
                </a:lnTo>
                <a:lnTo>
                  <a:pt x="4598021" y="108816"/>
                </a:lnTo>
                <a:lnTo>
                  <a:pt x="4599484" y="109474"/>
                </a:lnTo>
                <a:lnTo>
                  <a:pt x="4600947" y="110135"/>
                </a:lnTo>
                <a:lnTo>
                  <a:pt x="4602411" y="110798"/>
                </a:lnTo>
                <a:lnTo>
                  <a:pt x="4603874" y="111463"/>
                </a:lnTo>
                <a:lnTo>
                  <a:pt x="4605338" y="112130"/>
                </a:lnTo>
                <a:lnTo>
                  <a:pt x="4606801" y="112800"/>
                </a:lnTo>
                <a:lnTo>
                  <a:pt x="4608265" y="113472"/>
                </a:lnTo>
                <a:lnTo>
                  <a:pt x="4609728" y="114147"/>
                </a:lnTo>
                <a:lnTo>
                  <a:pt x="4611191" y="114824"/>
                </a:lnTo>
                <a:lnTo>
                  <a:pt x="4612655" y="115503"/>
                </a:lnTo>
                <a:lnTo>
                  <a:pt x="4614118" y="116184"/>
                </a:lnTo>
                <a:lnTo>
                  <a:pt x="4615582" y="116867"/>
                </a:lnTo>
                <a:lnTo>
                  <a:pt x="4617045" y="117553"/>
                </a:lnTo>
                <a:lnTo>
                  <a:pt x="4618508" y="118242"/>
                </a:lnTo>
                <a:lnTo>
                  <a:pt x="4619972" y="118932"/>
                </a:lnTo>
                <a:lnTo>
                  <a:pt x="4621435" y="119625"/>
                </a:lnTo>
                <a:lnTo>
                  <a:pt x="4622899" y="120320"/>
                </a:lnTo>
                <a:lnTo>
                  <a:pt x="4624362" y="121018"/>
                </a:lnTo>
                <a:lnTo>
                  <a:pt x="4625825" y="121718"/>
                </a:lnTo>
                <a:lnTo>
                  <a:pt x="4627289" y="122420"/>
                </a:lnTo>
                <a:lnTo>
                  <a:pt x="4628752" y="123124"/>
                </a:lnTo>
                <a:lnTo>
                  <a:pt x="4630216" y="123831"/>
                </a:lnTo>
                <a:lnTo>
                  <a:pt x="4631679" y="124541"/>
                </a:lnTo>
                <a:lnTo>
                  <a:pt x="4633142" y="125252"/>
                </a:lnTo>
                <a:lnTo>
                  <a:pt x="4634606" y="125966"/>
                </a:lnTo>
                <a:lnTo>
                  <a:pt x="4636069" y="126682"/>
                </a:lnTo>
                <a:lnTo>
                  <a:pt x="4637533" y="127401"/>
                </a:lnTo>
                <a:lnTo>
                  <a:pt x="4638996" y="128122"/>
                </a:lnTo>
                <a:lnTo>
                  <a:pt x="4640459" y="128845"/>
                </a:lnTo>
                <a:lnTo>
                  <a:pt x="4641923" y="129571"/>
                </a:lnTo>
                <a:lnTo>
                  <a:pt x="4643386" y="130299"/>
                </a:lnTo>
                <a:lnTo>
                  <a:pt x="4644850" y="131029"/>
                </a:lnTo>
                <a:lnTo>
                  <a:pt x="4646313" y="131762"/>
                </a:lnTo>
                <a:lnTo>
                  <a:pt x="4647776" y="132497"/>
                </a:lnTo>
                <a:lnTo>
                  <a:pt x="4649240" y="133235"/>
                </a:lnTo>
                <a:lnTo>
                  <a:pt x="4650703" y="133975"/>
                </a:lnTo>
                <a:lnTo>
                  <a:pt x="4652167" y="134717"/>
                </a:lnTo>
                <a:lnTo>
                  <a:pt x="4653630" y="135462"/>
                </a:lnTo>
                <a:lnTo>
                  <a:pt x="4655094" y="136209"/>
                </a:lnTo>
                <a:lnTo>
                  <a:pt x="4656557" y="136959"/>
                </a:lnTo>
                <a:lnTo>
                  <a:pt x="4658020" y="137711"/>
                </a:lnTo>
                <a:lnTo>
                  <a:pt x="4659484" y="138465"/>
                </a:lnTo>
                <a:lnTo>
                  <a:pt x="4660947" y="139222"/>
                </a:lnTo>
                <a:lnTo>
                  <a:pt x="4662411" y="139981"/>
                </a:lnTo>
                <a:lnTo>
                  <a:pt x="4663874" y="140743"/>
                </a:lnTo>
                <a:lnTo>
                  <a:pt x="4665337" y="141507"/>
                </a:lnTo>
                <a:lnTo>
                  <a:pt x="4666801" y="142273"/>
                </a:lnTo>
                <a:lnTo>
                  <a:pt x="4668264" y="143042"/>
                </a:lnTo>
                <a:lnTo>
                  <a:pt x="4669728" y="143813"/>
                </a:lnTo>
                <a:lnTo>
                  <a:pt x="4671191" y="144587"/>
                </a:lnTo>
                <a:lnTo>
                  <a:pt x="4672654" y="145363"/>
                </a:lnTo>
                <a:lnTo>
                  <a:pt x="4674118" y="146142"/>
                </a:lnTo>
                <a:lnTo>
                  <a:pt x="4675581" y="146923"/>
                </a:lnTo>
                <a:lnTo>
                  <a:pt x="4677045" y="147706"/>
                </a:lnTo>
                <a:lnTo>
                  <a:pt x="4678508" y="148492"/>
                </a:lnTo>
                <a:lnTo>
                  <a:pt x="4679971" y="149281"/>
                </a:lnTo>
                <a:lnTo>
                  <a:pt x="4681435" y="150072"/>
                </a:lnTo>
                <a:lnTo>
                  <a:pt x="4682898" y="150865"/>
                </a:lnTo>
                <a:lnTo>
                  <a:pt x="4684362" y="151661"/>
                </a:lnTo>
                <a:lnTo>
                  <a:pt x="4685825" y="152459"/>
                </a:lnTo>
                <a:lnTo>
                  <a:pt x="4687288" y="153260"/>
                </a:lnTo>
                <a:lnTo>
                  <a:pt x="4688752" y="154063"/>
                </a:lnTo>
                <a:lnTo>
                  <a:pt x="4690215" y="154869"/>
                </a:lnTo>
                <a:lnTo>
                  <a:pt x="4691679" y="155677"/>
                </a:lnTo>
                <a:lnTo>
                  <a:pt x="4693142" y="156488"/>
                </a:lnTo>
                <a:lnTo>
                  <a:pt x="4694605" y="157301"/>
                </a:lnTo>
                <a:lnTo>
                  <a:pt x="4696069" y="158116"/>
                </a:lnTo>
                <a:lnTo>
                  <a:pt x="4697532" y="158935"/>
                </a:lnTo>
                <a:lnTo>
                  <a:pt x="4698996" y="159755"/>
                </a:lnTo>
                <a:lnTo>
                  <a:pt x="4700459" y="160578"/>
                </a:lnTo>
                <a:lnTo>
                  <a:pt x="4701923" y="161404"/>
                </a:lnTo>
                <a:lnTo>
                  <a:pt x="4703386" y="162232"/>
                </a:lnTo>
                <a:lnTo>
                  <a:pt x="4704849" y="163063"/>
                </a:lnTo>
                <a:lnTo>
                  <a:pt x="4706313" y="163896"/>
                </a:lnTo>
                <a:lnTo>
                  <a:pt x="4707776" y="164732"/>
                </a:lnTo>
                <a:lnTo>
                  <a:pt x="4709240" y="165570"/>
                </a:lnTo>
                <a:lnTo>
                  <a:pt x="4710703" y="166411"/>
                </a:lnTo>
                <a:lnTo>
                  <a:pt x="4712166" y="167254"/>
                </a:lnTo>
                <a:lnTo>
                  <a:pt x="4713630" y="168100"/>
                </a:lnTo>
                <a:lnTo>
                  <a:pt x="4715093" y="168949"/>
                </a:lnTo>
                <a:lnTo>
                  <a:pt x="4716557" y="169800"/>
                </a:lnTo>
                <a:lnTo>
                  <a:pt x="4718020" y="170653"/>
                </a:lnTo>
                <a:lnTo>
                  <a:pt x="4719483" y="171509"/>
                </a:lnTo>
                <a:lnTo>
                  <a:pt x="4720947" y="172368"/>
                </a:lnTo>
                <a:lnTo>
                  <a:pt x="4722410" y="173229"/>
                </a:lnTo>
                <a:lnTo>
                  <a:pt x="4723874" y="174093"/>
                </a:lnTo>
                <a:lnTo>
                  <a:pt x="4725337" y="174959"/>
                </a:lnTo>
                <a:lnTo>
                  <a:pt x="4726800" y="175828"/>
                </a:lnTo>
                <a:lnTo>
                  <a:pt x="4728264" y="176700"/>
                </a:lnTo>
                <a:lnTo>
                  <a:pt x="4729727" y="177574"/>
                </a:lnTo>
                <a:lnTo>
                  <a:pt x="4731191" y="178450"/>
                </a:lnTo>
                <a:lnTo>
                  <a:pt x="4732654" y="179330"/>
                </a:lnTo>
                <a:lnTo>
                  <a:pt x="4734117" y="180211"/>
                </a:lnTo>
                <a:lnTo>
                  <a:pt x="4735581" y="181096"/>
                </a:lnTo>
                <a:lnTo>
                  <a:pt x="4737044" y="181983"/>
                </a:lnTo>
                <a:lnTo>
                  <a:pt x="4738508" y="182873"/>
                </a:lnTo>
                <a:lnTo>
                  <a:pt x="4739971" y="183765"/>
                </a:lnTo>
                <a:lnTo>
                  <a:pt x="4741434" y="184660"/>
                </a:lnTo>
                <a:lnTo>
                  <a:pt x="4742898" y="185557"/>
                </a:lnTo>
                <a:lnTo>
                  <a:pt x="4744361" y="186457"/>
                </a:lnTo>
                <a:lnTo>
                  <a:pt x="4745825" y="187360"/>
                </a:lnTo>
                <a:lnTo>
                  <a:pt x="4747288" y="188265"/>
                </a:lnTo>
                <a:lnTo>
                  <a:pt x="4748751" y="189173"/>
                </a:lnTo>
                <a:lnTo>
                  <a:pt x="4750215" y="190084"/>
                </a:lnTo>
                <a:lnTo>
                  <a:pt x="4751678" y="190997"/>
                </a:lnTo>
                <a:lnTo>
                  <a:pt x="4753142" y="191913"/>
                </a:lnTo>
                <a:lnTo>
                  <a:pt x="4754605" y="192832"/>
                </a:lnTo>
                <a:lnTo>
                  <a:pt x="4756069" y="193753"/>
                </a:lnTo>
                <a:lnTo>
                  <a:pt x="4757532" y="194677"/>
                </a:lnTo>
                <a:lnTo>
                  <a:pt x="4758995" y="195603"/>
                </a:lnTo>
                <a:lnTo>
                  <a:pt x="4760459" y="196533"/>
                </a:lnTo>
                <a:lnTo>
                  <a:pt x="4761922" y="197465"/>
                </a:lnTo>
                <a:lnTo>
                  <a:pt x="4763386" y="198399"/>
                </a:lnTo>
                <a:lnTo>
                  <a:pt x="4764849" y="199336"/>
                </a:lnTo>
                <a:lnTo>
                  <a:pt x="4766312" y="200276"/>
                </a:lnTo>
                <a:lnTo>
                  <a:pt x="4767776" y="201219"/>
                </a:lnTo>
                <a:lnTo>
                  <a:pt x="4769239" y="202164"/>
                </a:lnTo>
                <a:lnTo>
                  <a:pt x="4770703" y="203112"/>
                </a:lnTo>
                <a:lnTo>
                  <a:pt x="4772166" y="204063"/>
                </a:lnTo>
                <a:lnTo>
                  <a:pt x="4773629" y="205016"/>
                </a:lnTo>
                <a:lnTo>
                  <a:pt x="4775093" y="205972"/>
                </a:lnTo>
                <a:lnTo>
                  <a:pt x="4776556" y="206931"/>
                </a:lnTo>
                <a:lnTo>
                  <a:pt x="4778020" y="207893"/>
                </a:lnTo>
                <a:lnTo>
                  <a:pt x="4779483" y="208857"/>
                </a:lnTo>
                <a:lnTo>
                  <a:pt x="4780946" y="209824"/>
                </a:lnTo>
                <a:lnTo>
                  <a:pt x="4782410" y="210794"/>
                </a:lnTo>
                <a:lnTo>
                  <a:pt x="4783873" y="211766"/>
                </a:lnTo>
                <a:lnTo>
                  <a:pt x="4785337" y="212741"/>
                </a:lnTo>
                <a:lnTo>
                  <a:pt x="4786800" y="213719"/>
                </a:lnTo>
                <a:lnTo>
                  <a:pt x="4788263" y="214700"/>
                </a:lnTo>
                <a:lnTo>
                  <a:pt x="4789727" y="215684"/>
                </a:lnTo>
                <a:lnTo>
                  <a:pt x="4791190" y="216670"/>
                </a:lnTo>
                <a:lnTo>
                  <a:pt x="4792654" y="217659"/>
                </a:lnTo>
                <a:lnTo>
                  <a:pt x="4794117" y="218650"/>
                </a:lnTo>
                <a:lnTo>
                  <a:pt x="4795580" y="219645"/>
                </a:lnTo>
                <a:lnTo>
                  <a:pt x="4797044" y="220642"/>
                </a:lnTo>
                <a:lnTo>
                  <a:pt x="4798507" y="221642"/>
                </a:lnTo>
                <a:lnTo>
                  <a:pt x="4799971" y="222645"/>
                </a:lnTo>
                <a:lnTo>
                  <a:pt x="4801434" y="223651"/>
                </a:lnTo>
                <a:lnTo>
                  <a:pt x="4802898" y="224659"/>
                </a:lnTo>
                <a:lnTo>
                  <a:pt x="4804361" y="225670"/>
                </a:lnTo>
                <a:lnTo>
                  <a:pt x="4805824" y="226685"/>
                </a:lnTo>
                <a:lnTo>
                  <a:pt x="4807288" y="227701"/>
                </a:lnTo>
                <a:lnTo>
                  <a:pt x="4808751" y="228721"/>
                </a:lnTo>
                <a:lnTo>
                  <a:pt x="4810215" y="229743"/>
                </a:lnTo>
                <a:lnTo>
                  <a:pt x="4811678" y="230769"/>
                </a:lnTo>
                <a:lnTo>
                  <a:pt x="4813141" y="231797"/>
                </a:lnTo>
                <a:lnTo>
                  <a:pt x="4814605" y="232828"/>
                </a:lnTo>
                <a:lnTo>
                  <a:pt x="4816068" y="233862"/>
                </a:lnTo>
                <a:lnTo>
                  <a:pt x="4817532" y="234898"/>
                </a:lnTo>
                <a:lnTo>
                  <a:pt x="4818995" y="235938"/>
                </a:lnTo>
                <a:lnTo>
                  <a:pt x="4820458" y="236980"/>
                </a:lnTo>
                <a:lnTo>
                  <a:pt x="4821922" y="238025"/>
                </a:lnTo>
                <a:lnTo>
                  <a:pt x="4823385" y="239073"/>
                </a:lnTo>
                <a:lnTo>
                  <a:pt x="4824849" y="240124"/>
                </a:lnTo>
                <a:lnTo>
                  <a:pt x="4826312" y="241178"/>
                </a:lnTo>
                <a:lnTo>
                  <a:pt x="4827775" y="242234"/>
                </a:lnTo>
                <a:lnTo>
                  <a:pt x="4829239" y="243294"/>
                </a:lnTo>
                <a:lnTo>
                  <a:pt x="4830702" y="244356"/>
                </a:lnTo>
                <a:lnTo>
                  <a:pt x="4832166" y="245422"/>
                </a:lnTo>
                <a:lnTo>
                  <a:pt x="4833629" y="246490"/>
                </a:lnTo>
                <a:lnTo>
                  <a:pt x="4835092" y="247561"/>
                </a:lnTo>
                <a:lnTo>
                  <a:pt x="4836556" y="248635"/>
                </a:lnTo>
                <a:lnTo>
                  <a:pt x="4838019" y="249712"/>
                </a:lnTo>
                <a:lnTo>
                  <a:pt x="4839483" y="250792"/>
                </a:lnTo>
                <a:lnTo>
                  <a:pt x="4840946" y="251874"/>
                </a:lnTo>
                <a:lnTo>
                  <a:pt x="4842409" y="252960"/>
                </a:lnTo>
                <a:lnTo>
                  <a:pt x="4843873" y="254048"/>
                </a:lnTo>
                <a:lnTo>
                  <a:pt x="4845336" y="255140"/>
                </a:lnTo>
                <a:lnTo>
                  <a:pt x="4846800" y="256234"/>
                </a:lnTo>
                <a:lnTo>
                  <a:pt x="4848263" y="257332"/>
                </a:lnTo>
                <a:lnTo>
                  <a:pt x="4849726" y="258432"/>
                </a:lnTo>
                <a:lnTo>
                  <a:pt x="4851190" y="259535"/>
                </a:lnTo>
                <a:lnTo>
                  <a:pt x="4852653" y="260642"/>
                </a:lnTo>
                <a:lnTo>
                  <a:pt x="4854117" y="261751"/>
                </a:lnTo>
                <a:lnTo>
                  <a:pt x="4855580" y="262863"/>
                </a:lnTo>
                <a:lnTo>
                  <a:pt x="4857044" y="263978"/>
                </a:lnTo>
                <a:lnTo>
                  <a:pt x="4858507" y="265096"/>
                </a:lnTo>
                <a:lnTo>
                  <a:pt x="4859970" y="266217"/>
                </a:lnTo>
                <a:lnTo>
                  <a:pt x="4861434" y="267341"/>
                </a:lnTo>
                <a:lnTo>
                  <a:pt x="4862897" y="268468"/>
                </a:lnTo>
                <a:lnTo>
                  <a:pt x="4864361" y="269599"/>
                </a:lnTo>
                <a:lnTo>
                  <a:pt x="4865824" y="270732"/>
                </a:lnTo>
                <a:lnTo>
                  <a:pt x="4867287" y="271868"/>
                </a:lnTo>
                <a:lnTo>
                  <a:pt x="4868751" y="273007"/>
                </a:lnTo>
                <a:lnTo>
                  <a:pt x="4870214" y="274149"/>
                </a:lnTo>
                <a:lnTo>
                  <a:pt x="4871678" y="275294"/>
                </a:lnTo>
                <a:lnTo>
                  <a:pt x="4873141" y="276442"/>
                </a:lnTo>
                <a:lnTo>
                  <a:pt x="4874604" y="277593"/>
                </a:lnTo>
                <a:lnTo>
                  <a:pt x="4876068" y="278748"/>
                </a:lnTo>
                <a:lnTo>
                  <a:pt x="4877531" y="279905"/>
                </a:lnTo>
                <a:lnTo>
                  <a:pt x="4878995" y="281065"/>
                </a:lnTo>
                <a:lnTo>
                  <a:pt x="4880458" y="282229"/>
                </a:lnTo>
                <a:lnTo>
                  <a:pt x="4881921" y="283395"/>
                </a:lnTo>
                <a:lnTo>
                  <a:pt x="4883385" y="284565"/>
                </a:lnTo>
                <a:lnTo>
                  <a:pt x="4884848" y="285737"/>
                </a:lnTo>
                <a:lnTo>
                  <a:pt x="4886312" y="286913"/>
                </a:lnTo>
                <a:lnTo>
                  <a:pt x="4887775" y="288092"/>
                </a:lnTo>
                <a:lnTo>
                  <a:pt x="4889238" y="289274"/>
                </a:lnTo>
                <a:lnTo>
                  <a:pt x="4890702" y="290459"/>
                </a:lnTo>
                <a:lnTo>
                  <a:pt x="4892165" y="291647"/>
                </a:lnTo>
                <a:lnTo>
                  <a:pt x="4893629" y="292838"/>
                </a:lnTo>
                <a:lnTo>
                  <a:pt x="4895092" y="294032"/>
                </a:lnTo>
                <a:lnTo>
                  <a:pt x="4896555" y="295230"/>
                </a:lnTo>
                <a:lnTo>
                  <a:pt x="4898019" y="296430"/>
                </a:lnTo>
                <a:lnTo>
                  <a:pt x="4899482" y="297634"/>
                </a:lnTo>
                <a:lnTo>
                  <a:pt x="4900946" y="298841"/>
                </a:lnTo>
                <a:lnTo>
                  <a:pt x="4902409" y="300051"/>
                </a:lnTo>
                <a:lnTo>
                  <a:pt x="4903873" y="301264"/>
                </a:lnTo>
                <a:lnTo>
                  <a:pt x="4905336" y="302480"/>
                </a:lnTo>
                <a:lnTo>
                  <a:pt x="4906799" y="303699"/>
                </a:lnTo>
                <a:lnTo>
                  <a:pt x="4908263" y="304922"/>
                </a:lnTo>
                <a:lnTo>
                  <a:pt x="4909726" y="306148"/>
                </a:lnTo>
                <a:lnTo>
                  <a:pt x="4911190" y="307377"/>
                </a:lnTo>
                <a:lnTo>
                  <a:pt x="4912653" y="308609"/>
                </a:lnTo>
                <a:lnTo>
                  <a:pt x="4914116" y="309844"/>
                </a:lnTo>
                <a:lnTo>
                  <a:pt x="4915580" y="311083"/>
                </a:lnTo>
                <a:lnTo>
                  <a:pt x="4917043" y="312324"/>
                </a:lnTo>
                <a:lnTo>
                  <a:pt x="4918507" y="313569"/>
                </a:lnTo>
                <a:lnTo>
                  <a:pt x="4919970" y="314817"/>
                </a:lnTo>
                <a:lnTo>
                  <a:pt x="4921433" y="316069"/>
                </a:lnTo>
                <a:lnTo>
                  <a:pt x="4922897" y="317323"/>
                </a:lnTo>
                <a:lnTo>
                  <a:pt x="4924360" y="318581"/>
                </a:lnTo>
                <a:lnTo>
                  <a:pt x="4925824" y="319842"/>
                </a:lnTo>
                <a:lnTo>
                  <a:pt x="4927287" y="321106"/>
                </a:lnTo>
                <a:lnTo>
                  <a:pt x="4928750" y="322374"/>
                </a:lnTo>
                <a:lnTo>
                  <a:pt x="4930214" y="323644"/>
                </a:lnTo>
                <a:lnTo>
                  <a:pt x="4931677" y="324918"/>
                </a:lnTo>
                <a:lnTo>
                  <a:pt x="4933141" y="326196"/>
                </a:lnTo>
                <a:lnTo>
                  <a:pt x="4934604" y="327476"/>
                </a:lnTo>
                <a:lnTo>
                  <a:pt x="4936067" y="328760"/>
                </a:lnTo>
                <a:lnTo>
                  <a:pt x="4937531" y="330047"/>
                </a:lnTo>
                <a:lnTo>
                  <a:pt x="4938994" y="331338"/>
                </a:lnTo>
                <a:lnTo>
                  <a:pt x="4940458" y="332631"/>
                </a:lnTo>
                <a:lnTo>
                  <a:pt x="4941921" y="333928"/>
                </a:lnTo>
                <a:lnTo>
                  <a:pt x="4943384" y="335229"/>
                </a:lnTo>
                <a:lnTo>
                  <a:pt x="4944848" y="336532"/>
                </a:lnTo>
                <a:lnTo>
                  <a:pt x="4946311" y="337839"/>
                </a:lnTo>
                <a:lnTo>
                  <a:pt x="4947775" y="339150"/>
                </a:lnTo>
                <a:lnTo>
                  <a:pt x="4949238" y="340463"/>
                </a:lnTo>
                <a:lnTo>
                  <a:pt x="4950701" y="341780"/>
                </a:lnTo>
                <a:lnTo>
                  <a:pt x="4952165" y="343100"/>
                </a:lnTo>
                <a:lnTo>
                  <a:pt x="4953628" y="344424"/>
                </a:lnTo>
                <a:lnTo>
                  <a:pt x="4955092" y="345751"/>
                </a:lnTo>
                <a:lnTo>
                  <a:pt x="4956555" y="347082"/>
                </a:lnTo>
                <a:lnTo>
                  <a:pt x="4958019" y="348415"/>
                </a:lnTo>
                <a:lnTo>
                  <a:pt x="4959482" y="349753"/>
                </a:lnTo>
                <a:lnTo>
                  <a:pt x="4960945" y="351093"/>
                </a:lnTo>
                <a:lnTo>
                  <a:pt x="4962409" y="352437"/>
                </a:lnTo>
                <a:lnTo>
                  <a:pt x="4963872" y="353784"/>
                </a:lnTo>
                <a:lnTo>
                  <a:pt x="4965336" y="355135"/>
                </a:lnTo>
                <a:lnTo>
                  <a:pt x="4966799" y="356489"/>
                </a:lnTo>
                <a:lnTo>
                  <a:pt x="4968262" y="357847"/>
                </a:lnTo>
                <a:lnTo>
                  <a:pt x="4969726" y="359208"/>
                </a:lnTo>
                <a:lnTo>
                  <a:pt x="4971189" y="360572"/>
                </a:lnTo>
                <a:lnTo>
                  <a:pt x="4972653" y="361940"/>
                </a:lnTo>
                <a:lnTo>
                  <a:pt x="4974116" y="363312"/>
                </a:lnTo>
                <a:lnTo>
                  <a:pt x="4975579" y="364686"/>
                </a:lnTo>
                <a:lnTo>
                  <a:pt x="4977043" y="366065"/>
                </a:lnTo>
                <a:lnTo>
                  <a:pt x="4978506" y="367446"/>
                </a:lnTo>
                <a:lnTo>
                  <a:pt x="4979970" y="368832"/>
                </a:lnTo>
                <a:lnTo>
                  <a:pt x="4981433" y="370220"/>
                </a:lnTo>
                <a:lnTo>
                  <a:pt x="4982896" y="371613"/>
                </a:lnTo>
                <a:lnTo>
                  <a:pt x="4984360" y="373008"/>
                </a:lnTo>
                <a:lnTo>
                  <a:pt x="4985823" y="374407"/>
                </a:lnTo>
                <a:lnTo>
                  <a:pt x="4987287" y="375810"/>
                </a:lnTo>
                <a:lnTo>
                  <a:pt x="4988750" y="377216"/>
                </a:lnTo>
                <a:lnTo>
                  <a:pt x="4990213" y="378626"/>
                </a:lnTo>
                <a:lnTo>
                  <a:pt x="4991677" y="380039"/>
                </a:lnTo>
                <a:lnTo>
                  <a:pt x="4993140" y="381456"/>
                </a:lnTo>
                <a:lnTo>
                  <a:pt x="4994604" y="382877"/>
                </a:lnTo>
                <a:lnTo>
                  <a:pt x="4996067" y="384300"/>
                </a:lnTo>
                <a:lnTo>
                  <a:pt x="4997530" y="385728"/>
                </a:lnTo>
                <a:lnTo>
                  <a:pt x="4998994" y="387159"/>
                </a:lnTo>
                <a:lnTo>
                  <a:pt x="5000457" y="388594"/>
                </a:lnTo>
                <a:lnTo>
                  <a:pt x="5001921" y="390032"/>
                </a:lnTo>
                <a:lnTo>
                  <a:pt x="5003384" y="391474"/>
                </a:lnTo>
                <a:lnTo>
                  <a:pt x="5004848" y="392919"/>
                </a:lnTo>
                <a:lnTo>
                  <a:pt x="5006311" y="394368"/>
                </a:lnTo>
                <a:lnTo>
                  <a:pt x="5007774" y="395821"/>
                </a:lnTo>
                <a:lnTo>
                  <a:pt x="5009238" y="397277"/>
                </a:lnTo>
                <a:lnTo>
                  <a:pt x="5010701" y="398737"/>
                </a:lnTo>
                <a:lnTo>
                  <a:pt x="5012165" y="400200"/>
                </a:lnTo>
                <a:lnTo>
                  <a:pt x="5013628" y="401668"/>
                </a:lnTo>
                <a:lnTo>
                  <a:pt x="5015091" y="403138"/>
                </a:lnTo>
                <a:lnTo>
                  <a:pt x="5016555" y="404613"/>
                </a:lnTo>
                <a:lnTo>
                  <a:pt x="5018018" y="406091"/>
                </a:lnTo>
                <a:lnTo>
                  <a:pt x="5019482" y="407573"/>
                </a:lnTo>
                <a:lnTo>
                  <a:pt x="5020945" y="409058"/>
                </a:lnTo>
                <a:lnTo>
                  <a:pt x="5022408" y="410548"/>
                </a:lnTo>
                <a:lnTo>
                  <a:pt x="5023872" y="412041"/>
                </a:lnTo>
                <a:lnTo>
                  <a:pt x="5025335" y="413537"/>
                </a:lnTo>
                <a:lnTo>
                  <a:pt x="5026799" y="415037"/>
                </a:lnTo>
                <a:lnTo>
                  <a:pt x="5028262" y="416542"/>
                </a:lnTo>
                <a:lnTo>
                  <a:pt x="5029725" y="418049"/>
                </a:lnTo>
                <a:lnTo>
                  <a:pt x="5031189" y="419561"/>
                </a:lnTo>
                <a:lnTo>
                  <a:pt x="5032652" y="421076"/>
                </a:lnTo>
                <a:lnTo>
                  <a:pt x="5034116" y="422595"/>
                </a:lnTo>
                <a:lnTo>
                  <a:pt x="5035579" y="424118"/>
                </a:lnTo>
                <a:lnTo>
                  <a:pt x="5037042" y="425644"/>
                </a:lnTo>
                <a:lnTo>
                  <a:pt x="5038506" y="427175"/>
                </a:lnTo>
                <a:lnTo>
                  <a:pt x="5039969" y="428709"/>
                </a:lnTo>
                <a:lnTo>
                  <a:pt x="5041433" y="430247"/>
                </a:lnTo>
                <a:lnTo>
                  <a:pt x="5042896" y="431789"/>
                </a:lnTo>
                <a:lnTo>
                  <a:pt x="5044359" y="433334"/>
                </a:lnTo>
                <a:lnTo>
                  <a:pt x="5045823" y="434883"/>
                </a:lnTo>
                <a:lnTo>
                  <a:pt x="5047286" y="436437"/>
                </a:lnTo>
                <a:lnTo>
                  <a:pt x="5048750" y="437994"/>
                </a:lnTo>
                <a:lnTo>
                  <a:pt x="5050213" y="439555"/>
                </a:lnTo>
                <a:lnTo>
                  <a:pt x="5051676" y="441119"/>
                </a:lnTo>
                <a:lnTo>
                  <a:pt x="5053140" y="442688"/>
                </a:lnTo>
                <a:lnTo>
                  <a:pt x="5054603" y="444260"/>
                </a:lnTo>
                <a:lnTo>
                  <a:pt x="5056067" y="445837"/>
                </a:lnTo>
                <a:lnTo>
                  <a:pt x="5057530" y="447417"/>
                </a:lnTo>
                <a:lnTo>
                  <a:pt x="5058994" y="449001"/>
                </a:lnTo>
                <a:lnTo>
                  <a:pt x="5060457" y="450589"/>
                </a:lnTo>
                <a:lnTo>
                  <a:pt x="5061920" y="452181"/>
                </a:lnTo>
                <a:lnTo>
                  <a:pt x="5063384" y="453777"/>
                </a:lnTo>
                <a:lnTo>
                  <a:pt x="5064847" y="455377"/>
                </a:lnTo>
                <a:lnTo>
                  <a:pt x="5066311" y="456980"/>
                </a:lnTo>
                <a:lnTo>
                  <a:pt x="5067774" y="458588"/>
                </a:lnTo>
                <a:lnTo>
                  <a:pt x="5069237" y="460200"/>
                </a:lnTo>
                <a:lnTo>
                  <a:pt x="5070701" y="461815"/>
                </a:lnTo>
                <a:lnTo>
                  <a:pt x="5072164" y="463435"/>
                </a:lnTo>
                <a:lnTo>
                  <a:pt x="5073628" y="465059"/>
                </a:lnTo>
                <a:lnTo>
                  <a:pt x="5075091" y="466686"/>
                </a:lnTo>
                <a:lnTo>
                  <a:pt x="5076554" y="468318"/>
                </a:lnTo>
                <a:lnTo>
                  <a:pt x="5078018" y="469953"/>
                </a:lnTo>
                <a:lnTo>
                  <a:pt x="5079481" y="471593"/>
                </a:lnTo>
                <a:lnTo>
                  <a:pt x="5080945" y="473237"/>
                </a:lnTo>
                <a:lnTo>
                  <a:pt x="5082408" y="474885"/>
                </a:lnTo>
                <a:lnTo>
                  <a:pt x="5083871" y="476536"/>
                </a:lnTo>
                <a:lnTo>
                  <a:pt x="5085335" y="478192"/>
                </a:lnTo>
                <a:lnTo>
                  <a:pt x="5086798" y="479852"/>
                </a:lnTo>
                <a:lnTo>
                  <a:pt x="5088262" y="481516"/>
                </a:lnTo>
                <a:lnTo>
                  <a:pt x="5089725" y="483184"/>
                </a:lnTo>
                <a:lnTo>
                  <a:pt x="5091188" y="484856"/>
                </a:lnTo>
                <a:lnTo>
                  <a:pt x="5092652" y="486532"/>
                </a:lnTo>
                <a:lnTo>
                  <a:pt x="5094115" y="488213"/>
                </a:lnTo>
                <a:lnTo>
                  <a:pt x="5095579" y="489897"/>
                </a:lnTo>
                <a:lnTo>
                  <a:pt x="5097042" y="491586"/>
                </a:lnTo>
                <a:lnTo>
                  <a:pt x="5098505" y="493279"/>
                </a:lnTo>
                <a:lnTo>
                  <a:pt x="5099969" y="494976"/>
                </a:lnTo>
                <a:lnTo>
                  <a:pt x="5101432" y="496677"/>
                </a:lnTo>
                <a:lnTo>
                  <a:pt x="5102896" y="498382"/>
                </a:lnTo>
                <a:lnTo>
                  <a:pt x="5104359" y="500092"/>
                </a:lnTo>
                <a:lnTo>
                  <a:pt x="5105823" y="501805"/>
                </a:lnTo>
                <a:lnTo>
                  <a:pt x="5107286" y="503523"/>
                </a:lnTo>
                <a:lnTo>
                  <a:pt x="5108749" y="505245"/>
                </a:lnTo>
                <a:lnTo>
                  <a:pt x="5110213" y="506972"/>
                </a:lnTo>
                <a:lnTo>
                  <a:pt x="5111676" y="508702"/>
                </a:lnTo>
                <a:lnTo>
                  <a:pt x="5113140" y="510437"/>
                </a:lnTo>
                <a:lnTo>
                  <a:pt x="5114603" y="512176"/>
                </a:lnTo>
                <a:lnTo>
                  <a:pt x="5116066" y="513920"/>
                </a:lnTo>
                <a:lnTo>
                  <a:pt x="5117530" y="515667"/>
                </a:lnTo>
                <a:lnTo>
                  <a:pt x="5118993" y="517419"/>
                </a:lnTo>
                <a:lnTo>
                  <a:pt x="5120457" y="519175"/>
                </a:lnTo>
                <a:lnTo>
                  <a:pt x="5121920" y="520936"/>
                </a:lnTo>
                <a:lnTo>
                  <a:pt x="5123383" y="522701"/>
                </a:lnTo>
                <a:lnTo>
                  <a:pt x="5124847" y="524470"/>
                </a:lnTo>
                <a:lnTo>
                  <a:pt x="5126310" y="526244"/>
                </a:lnTo>
                <a:lnTo>
                  <a:pt x="5127774" y="528021"/>
                </a:lnTo>
                <a:lnTo>
                  <a:pt x="5129237" y="529804"/>
                </a:lnTo>
                <a:lnTo>
                  <a:pt x="5130700" y="531590"/>
                </a:lnTo>
                <a:lnTo>
                  <a:pt x="5132164" y="533381"/>
                </a:lnTo>
                <a:lnTo>
                  <a:pt x="5133627" y="535177"/>
                </a:lnTo>
                <a:lnTo>
                  <a:pt x="5135091" y="536977"/>
                </a:lnTo>
                <a:lnTo>
                  <a:pt x="5136554" y="538781"/>
                </a:lnTo>
                <a:lnTo>
                  <a:pt x="5138017" y="540590"/>
                </a:lnTo>
                <a:lnTo>
                  <a:pt x="5139481" y="542403"/>
                </a:lnTo>
                <a:lnTo>
                  <a:pt x="5140944" y="544220"/>
                </a:lnTo>
                <a:lnTo>
                  <a:pt x="5142408" y="546042"/>
                </a:lnTo>
                <a:lnTo>
                  <a:pt x="5143871" y="547869"/>
                </a:lnTo>
                <a:lnTo>
                  <a:pt x="5145334" y="549700"/>
                </a:lnTo>
                <a:lnTo>
                  <a:pt x="5146798" y="551535"/>
                </a:lnTo>
                <a:lnTo>
                  <a:pt x="5148261" y="553375"/>
                </a:lnTo>
                <a:lnTo>
                  <a:pt x="5149725" y="555220"/>
                </a:lnTo>
                <a:lnTo>
                  <a:pt x="5151188" y="557069"/>
                </a:lnTo>
                <a:lnTo>
                  <a:pt x="5152652" y="558922"/>
                </a:lnTo>
                <a:lnTo>
                  <a:pt x="5154115" y="560780"/>
                </a:lnTo>
                <a:lnTo>
                  <a:pt x="5155578" y="562643"/>
                </a:lnTo>
                <a:lnTo>
                  <a:pt x="5157042" y="564510"/>
                </a:lnTo>
                <a:lnTo>
                  <a:pt x="5158505" y="566382"/>
                </a:lnTo>
                <a:lnTo>
                  <a:pt x="5159969" y="568259"/>
                </a:lnTo>
                <a:lnTo>
                  <a:pt x="5161432" y="570140"/>
                </a:lnTo>
                <a:lnTo>
                  <a:pt x="5162895" y="572026"/>
                </a:lnTo>
                <a:lnTo>
                  <a:pt x="5164359" y="573916"/>
                </a:lnTo>
                <a:lnTo>
                  <a:pt x="5165822" y="575811"/>
                </a:lnTo>
                <a:lnTo>
                  <a:pt x="5167286" y="577711"/>
                </a:lnTo>
                <a:lnTo>
                  <a:pt x="5168749" y="579615"/>
                </a:lnTo>
                <a:lnTo>
                  <a:pt x="5170212" y="581524"/>
                </a:lnTo>
                <a:lnTo>
                  <a:pt x="5171676" y="583438"/>
                </a:lnTo>
                <a:lnTo>
                  <a:pt x="5173139" y="585356"/>
                </a:lnTo>
                <a:lnTo>
                  <a:pt x="5174603" y="587280"/>
                </a:lnTo>
                <a:lnTo>
                  <a:pt x="5176066" y="589207"/>
                </a:lnTo>
                <a:lnTo>
                  <a:pt x="5177529" y="591140"/>
                </a:lnTo>
                <a:lnTo>
                  <a:pt x="5178993" y="593078"/>
                </a:lnTo>
                <a:lnTo>
                  <a:pt x="5180456" y="595020"/>
                </a:lnTo>
                <a:lnTo>
                  <a:pt x="5181920" y="596967"/>
                </a:lnTo>
                <a:lnTo>
                  <a:pt x="5183383" y="598919"/>
                </a:lnTo>
                <a:lnTo>
                  <a:pt x="5184846" y="600875"/>
                </a:lnTo>
                <a:lnTo>
                  <a:pt x="5186310" y="602837"/>
                </a:lnTo>
                <a:lnTo>
                  <a:pt x="5187773" y="604803"/>
                </a:lnTo>
                <a:lnTo>
                  <a:pt x="5189237" y="606774"/>
                </a:lnTo>
                <a:lnTo>
                  <a:pt x="5190700" y="608750"/>
                </a:lnTo>
                <a:lnTo>
                  <a:pt x="5192163" y="610731"/>
                </a:lnTo>
                <a:lnTo>
                  <a:pt x="5193627" y="612717"/>
                </a:lnTo>
                <a:lnTo>
                  <a:pt x="5195090" y="614708"/>
                </a:lnTo>
                <a:lnTo>
                  <a:pt x="5196554" y="616703"/>
                </a:lnTo>
                <a:lnTo>
                  <a:pt x="5198017" y="618704"/>
                </a:lnTo>
                <a:lnTo>
                  <a:pt x="5199480" y="620709"/>
                </a:lnTo>
                <a:lnTo>
                  <a:pt x="5200944" y="622720"/>
                </a:lnTo>
                <a:lnTo>
                  <a:pt x="5202407" y="624735"/>
                </a:lnTo>
                <a:lnTo>
                  <a:pt x="5203871" y="626756"/>
                </a:lnTo>
                <a:lnTo>
                  <a:pt x="5205334" y="628781"/>
                </a:lnTo>
                <a:lnTo>
                  <a:pt x="5206798" y="630812"/>
                </a:lnTo>
                <a:lnTo>
                  <a:pt x="5208261" y="632847"/>
                </a:lnTo>
                <a:lnTo>
                  <a:pt x="5209724" y="634888"/>
                </a:lnTo>
                <a:lnTo>
                  <a:pt x="5211188" y="636933"/>
                </a:lnTo>
                <a:lnTo>
                  <a:pt x="5212651" y="638984"/>
                </a:lnTo>
                <a:lnTo>
                  <a:pt x="5214115" y="641040"/>
                </a:lnTo>
                <a:lnTo>
                  <a:pt x="5215578" y="643101"/>
                </a:lnTo>
                <a:lnTo>
                  <a:pt x="5217041" y="645167"/>
                </a:lnTo>
                <a:lnTo>
                  <a:pt x="5218505" y="647238"/>
                </a:lnTo>
                <a:lnTo>
                  <a:pt x="5219968" y="649314"/>
                </a:lnTo>
                <a:lnTo>
                  <a:pt x="5221432" y="651396"/>
                </a:lnTo>
                <a:lnTo>
                  <a:pt x="5222895" y="653482"/>
                </a:lnTo>
                <a:lnTo>
                  <a:pt x="5224358" y="655574"/>
                </a:lnTo>
                <a:lnTo>
                  <a:pt x="5225822" y="657671"/>
                </a:lnTo>
                <a:lnTo>
                  <a:pt x="5227285" y="659774"/>
                </a:lnTo>
                <a:lnTo>
                  <a:pt x="5228749" y="661881"/>
                </a:lnTo>
                <a:lnTo>
                  <a:pt x="5230212" y="663994"/>
                </a:lnTo>
                <a:lnTo>
                  <a:pt x="5231675" y="666112"/>
                </a:lnTo>
                <a:lnTo>
                  <a:pt x="5233139" y="668235"/>
                </a:lnTo>
                <a:lnTo>
                  <a:pt x="5234602" y="670364"/>
                </a:lnTo>
                <a:lnTo>
                  <a:pt x="5236066" y="672498"/>
                </a:lnTo>
                <a:lnTo>
                  <a:pt x="5237529" y="674637"/>
                </a:lnTo>
                <a:lnTo>
                  <a:pt x="5238992" y="676782"/>
                </a:lnTo>
                <a:lnTo>
                  <a:pt x="5240456" y="678932"/>
                </a:lnTo>
                <a:lnTo>
                  <a:pt x="5241919" y="681087"/>
                </a:lnTo>
                <a:lnTo>
                  <a:pt x="5243383" y="683248"/>
                </a:lnTo>
                <a:lnTo>
                  <a:pt x="5244846" y="685414"/>
                </a:lnTo>
                <a:lnTo>
                  <a:pt x="5246309" y="687586"/>
                </a:lnTo>
                <a:lnTo>
                  <a:pt x="5247773" y="689763"/>
                </a:lnTo>
                <a:lnTo>
                  <a:pt x="5249236" y="691946"/>
                </a:lnTo>
                <a:lnTo>
                  <a:pt x="5250700" y="694134"/>
                </a:lnTo>
                <a:lnTo>
                  <a:pt x="5252163" y="696327"/>
                </a:lnTo>
                <a:lnTo>
                  <a:pt x="5253627" y="698526"/>
                </a:lnTo>
                <a:lnTo>
                  <a:pt x="5255090" y="700731"/>
                </a:lnTo>
                <a:lnTo>
                  <a:pt x="5256553" y="702941"/>
                </a:lnTo>
                <a:lnTo>
                  <a:pt x="5258017" y="705157"/>
                </a:lnTo>
                <a:lnTo>
                  <a:pt x="5259480" y="707378"/>
                </a:lnTo>
                <a:lnTo>
                  <a:pt x="5260944" y="709605"/>
                </a:lnTo>
                <a:lnTo>
                  <a:pt x="5262407" y="711837"/>
                </a:lnTo>
                <a:lnTo>
                  <a:pt x="5263870" y="714076"/>
                </a:lnTo>
                <a:lnTo>
                  <a:pt x="5265334" y="716319"/>
                </a:lnTo>
                <a:lnTo>
                  <a:pt x="5266797" y="718569"/>
                </a:lnTo>
                <a:lnTo>
                  <a:pt x="5268261" y="720824"/>
                </a:lnTo>
                <a:lnTo>
                  <a:pt x="5269724" y="723085"/>
                </a:lnTo>
                <a:lnTo>
                  <a:pt x="5271187" y="725351"/>
                </a:lnTo>
                <a:lnTo>
                  <a:pt x="5272651" y="727624"/>
                </a:lnTo>
                <a:lnTo>
                  <a:pt x="5274114" y="729902"/>
                </a:lnTo>
                <a:lnTo>
                  <a:pt x="5275578" y="732186"/>
                </a:lnTo>
                <a:lnTo>
                  <a:pt x="5277041" y="734475"/>
                </a:lnTo>
                <a:lnTo>
                  <a:pt x="5278504" y="736771"/>
                </a:lnTo>
                <a:lnTo>
                  <a:pt x="5279968" y="739072"/>
                </a:lnTo>
                <a:lnTo>
                  <a:pt x="5281431" y="741379"/>
                </a:lnTo>
                <a:lnTo>
                  <a:pt x="5282895" y="743692"/>
                </a:lnTo>
                <a:lnTo>
                  <a:pt x="5284358" y="746011"/>
                </a:lnTo>
                <a:lnTo>
                  <a:pt x="5285821" y="748336"/>
                </a:lnTo>
                <a:lnTo>
                  <a:pt x="5287285" y="750667"/>
                </a:lnTo>
                <a:lnTo>
                  <a:pt x="5288748" y="753004"/>
                </a:lnTo>
                <a:lnTo>
                  <a:pt x="5290212" y="755347"/>
                </a:lnTo>
                <a:lnTo>
                  <a:pt x="5291675" y="757695"/>
                </a:lnTo>
                <a:lnTo>
                  <a:pt x="5293138" y="760050"/>
                </a:lnTo>
                <a:lnTo>
                  <a:pt x="5294602" y="762411"/>
                </a:lnTo>
                <a:lnTo>
                  <a:pt x="5296065" y="764777"/>
                </a:lnTo>
                <a:lnTo>
                  <a:pt x="5297529" y="767150"/>
                </a:lnTo>
                <a:lnTo>
                  <a:pt x="5298992" y="769529"/>
                </a:lnTo>
                <a:lnTo>
                  <a:pt x="5300455" y="771914"/>
                </a:lnTo>
                <a:lnTo>
                  <a:pt x="5301919" y="774306"/>
                </a:lnTo>
                <a:lnTo>
                  <a:pt x="5303382" y="776703"/>
                </a:lnTo>
                <a:lnTo>
                  <a:pt x="5304846" y="779106"/>
                </a:lnTo>
                <a:lnTo>
                  <a:pt x="5306309" y="781516"/>
                </a:lnTo>
                <a:lnTo>
                  <a:pt x="5307773" y="783932"/>
                </a:lnTo>
                <a:lnTo>
                  <a:pt x="5309236" y="786354"/>
                </a:lnTo>
                <a:lnTo>
                  <a:pt x="5310699" y="788783"/>
                </a:lnTo>
                <a:lnTo>
                  <a:pt x="5312163" y="791217"/>
                </a:lnTo>
                <a:lnTo>
                  <a:pt x="5313626" y="793658"/>
                </a:lnTo>
                <a:lnTo>
                  <a:pt x="5315090" y="796106"/>
                </a:lnTo>
                <a:lnTo>
                  <a:pt x="5316553" y="798559"/>
                </a:lnTo>
                <a:lnTo>
                  <a:pt x="5318016" y="801020"/>
                </a:lnTo>
                <a:lnTo>
                  <a:pt x="5319480" y="803486"/>
                </a:lnTo>
                <a:lnTo>
                  <a:pt x="5320943" y="805959"/>
                </a:lnTo>
                <a:lnTo>
                  <a:pt x="5322407" y="808438"/>
                </a:lnTo>
                <a:lnTo>
                  <a:pt x="5323870" y="810924"/>
                </a:lnTo>
                <a:lnTo>
                  <a:pt x="5325333" y="813416"/>
                </a:lnTo>
                <a:lnTo>
                  <a:pt x="5326797" y="815915"/>
                </a:lnTo>
                <a:lnTo>
                  <a:pt x="5328260" y="818420"/>
                </a:lnTo>
                <a:lnTo>
                  <a:pt x="5329724" y="820932"/>
                </a:lnTo>
                <a:lnTo>
                  <a:pt x="5331187" y="823450"/>
                </a:lnTo>
                <a:lnTo>
                  <a:pt x="5332650" y="825975"/>
                </a:lnTo>
                <a:lnTo>
                  <a:pt x="5334114" y="828507"/>
                </a:lnTo>
                <a:lnTo>
                  <a:pt x="5335577" y="831045"/>
                </a:lnTo>
                <a:lnTo>
                  <a:pt x="5337041" y="833590"/>
                </a:lnTo>
                <a:lnTo>
                  <a:pt x="5338504" y="836142"/>
                </a:lnTo>
                <a:lnTo>
                  <a:pt x="5339967" y="838700"/>
                </a:lnTo>
                <a:lnTo>
                  <a:pt x="5341431" y="841265"/>
                </a:lnTo>
                <a:lnTo>
                  <a:pt x="5342894" y="843837"/>
                </a:lnTo>
                <a:lnTo>
                  <a:pt x="5344358" y="846415"/>
                </a:lnTo>
                <a:lnTo>
                  <a:pt x="5345821" y="849001"/>
                </a:lnTo>
                <a:lnTo>
                  <a:pt x="5347284" y="851593"/>
                </a:lnTo>
                <a:lnTo>
                  <a:pt x="5348748" y="854192"/>
                </a:lnTo>
                <a:lnTo>
                  <a:pt x="5350211" y="856798"/>
                </a:lnTo>
                <a:lnTo>
                  <a:pt x="5351675" y="859411"/>
                </a:lnTo>
                <a:lnTo>
                  <a:pt x="5353138" y="862031"/>
                </a:lnTo>
                <a:lnTo>
                  <a:pt x="5354602" y="864658"/>
                </a:lnTo>
                <a:lnTo>
                  <a:pt x="5356065" y="867292"/>
                </a:lnTo>
                <a:lnTo>
                  <a:pt x="5357528" y="869933"/>
                </a:lnTo>
                <a:lnTo>
                  <a:pt x="5358992" y="872581"/>
                </a:lnTo>
                <a:lnTo>
                  <a:pt x="5360455" y="875236"/>
                </a:lnTo>
                <a:lnTo>
                  <a:pt x="5361919" y="877898"/>
                </a:lnTo>
                <a:lnTo>
                  <a:pt x="5363382" y="880567"/>
                </a:lnTo>
                <a:lnTo>
                  <a:pt x="5364845" y="883244"/>
                </a:lnTo>
                <a:lnTo>
                  <a:pt x="5366309" y="885927"/>
                </a:lnTo>
                <a:lnTo>
                  <a:pt x="5367772" y="888618"/>
                </a:lnTo>
                <a:lnTo>
                  <a:pt x="5369236" y="891316"/>
                </a:lnTo>
                <a:lnTo>
                  <a:pt x="5370699" y="894021"/>
                </a:lnTo>
                <a:lnTo>
                  <a:pt x="5372162" y="896734"/>
                </a:lnTo>
                <a:lnTo>
                  <a:pt x="5373626" y="899454"/>
                </a:lnTo>
                <a:lnTo>
                  <a:pt x="5375089" y="902181"/>
                </a:lnTo>
                <a:lnTo>
                  <a:pt x="5376553" y="904916"/>
                </a:lnTo>
                <a:lnTo>
                  <a:pt x="5378016" y="907658"/>
                </a:lnTo>
                <a:lnTo>
                  <a:pt x="5379479" y="910408"/>
                </a:lnTo>
                <a:lnTo>
                  <a:pt x="5380943" y="913165"/>
                </a:lnTo>
                <a:lnTo>
                  <a:pt x="5382406" y="915929"/>
                </a:lnTo>
                <a:lnTo>
                  <a:pt x="5383870" y="918701"/>
                </a:lnTo>
                <a:lnTo>
                  <a:pt x="5385333" y="921481"/>
                </a:lnTo>
                <a:lnTo>
                  <a:pt x="5386796" y="924268"/>
                </a:lnTo>
                <a:lnTo>
                  <a:pt x="5388260" y="927063"/>
                </a:lnTo>
                <a:lnTo>
                  <a:pt x="5389723" y="929866"/>
                </a:lnTo>
                <a:lnTo>
                  <a:pt x="5391187" y="932676"/>
                </a:lnTo>
                <a:lnTo>
                  <a:pt x="5392650" y="935494"/>
                </a:lnTo>
                <a:lnTo>
                  <a:pt x="5394113" y="938320"/>
                </a:lnTo>
                <a:lnTo>
                  <a:pt x="5395577" y="941153"/>
                </a:lnTo>
                <a:lnTo>
                  <a:pt x="5397040" y="943995"/>
                </a:lnTo>
                <a:lnTo>
                  <a:pt x="5398504" y="946844"/>
                </a:lnTo>
                <a:lnTo>
                  <a:pt x="5399967" y="949701"/>
                </a:lnTo>
                <a:lnTo>
                  <a:pt x="5401430" y="952566"/>
                </a:lnTo>
                <a:lnTo>
                  <a:pt x="5402894" y="955439"/>
                </a:lnTo>
                <a:lnTo>
                  <a:pt x="5404357" y="958320"/>
                </a:lnTo>
                <a:lnTo>
                  <a:pt x="5405821" y="961209"/>
                </a:lnTo>
                <a:lnTo>
                  <a:pt x="5407284" y="964106"/>
                </a:lnTo>
                <a:lnTo>
                  <a:pt x="5408748" y="967011"/>
                </a:lnTo>
                <a:lnTo>
                  <a:pt x="5410211" y="969924"/>
                </a:lnTo>
                <a:lnTo>
                  <a:pt x="5411674" y="972845"/>
                </a:lnTo>
                <a:lnTo>
                  <a:pt x="5413138" y="975775"/>
                </a:lnTo>
                <a:lnTo>
                  <a:pt x="5414601" y="978713"/>
                </a:lnTo>
                <a:lnTo>
                  <a:pt x="5416065" y="981659"/>
                </a:lnTo>
                <a:lnTo>
                  <a:pt x="5417528" y="984613"/>
                </a:lnTo>
                <a:lnTo>
                  <a:pt x="5418991" y="987576"/>
                </a:lnTo>
                <a:lnTo>
                  <a:pt x="5420455" y="990547"/>
                </a:lnTo>
                <a:lnTo>
                  <a:pt x="5421918" y="993526"/>
                </a:lnTo>
                <a:lnTo>
                  <a:pt x="5423382" y="996514"/>
                </a:lnTo>
                <a:lnTo>
                  <a:pt x="5424845" y="999511"/>
                </a:lnTo>
                <a:lnTo>
                  <a:pt x="5426308" y="1002515"/>
                </a:lnTo>
                <a:lnTo>
                  <a:pt x="5427772" y="1005529"/>
                </a:lnTo>
                <a:lnTo>
                  <a:pt x="5429235" y="1008551"/>
                </a:lnTo>
                <a:lnTo>
                  <a:pt x="5430699" y="1011582"/>
                </a:lnTo>
                <a:lnTo>
                  <a:pt x="5432162" y="1014621"/>
                </a:lnTo>
                <a:lnTo>
                  <a:pt x="5433625" y="1017669"/>
                </a:lnTo>
                <a:lnTo>
                  <a:pt x="5435089" y="1020726"/>
                </a:lnTo>
                <a:lnTo>
                  <a:pt x="5436552" y="1023792"/>
                </a:lnTo>
                <a:lnTo>
                  <a:pt x="5438016" y="1026867"/>
                </a:lnTo>
                <a:lnTo>
                  <a:pt x="5439479" y="1029950"/>
                </a:lnTo>
                <a:lnTo>
                  <a:pt x="5440942" y="1033042"/>
                </a:lnTo>
                <a:lnTo>
                  <a:pt x="5442406" y="1036144"/>
                </a:lnTo>
                <a:lnTo>
                  <a:pt x="5443869" y="1039254"/>
                </a:lnTo>
                <a:lnTo>
                  <a:pt x="5445333" y="1042373"/>
                </a:lnTo>
                <a:lnTo>
                  <a:pt x="5446796" y="1045502"/>
                </a:lnTo>
                <a:lnTo>
                  <a:pt x="5448259" y="1048639"/>
                </a:lnTo>
                <a:lnTo>
                  <a:pt x="5449723" y="1051786"/>
                </a:lnTo>
                <a:lnTo>
                  <a:pt x="5451186" y="1054942"/>
                </a:lnTo>
                <a:lnTo>
                  <a:pt x="5452650" y="1058107"/>
                </a:lnTo>
                <a:lnTo>
                  <a:pt x="5454113" y="1061282"/>
                </a:lnTo>
                <a:lnTo>
                  <a:pt x="5455577" y="1064466"/>
                </a:lnTo>
                <a:lnTo>
                  <a:pt x="5457040" y="1067659"/>
                </a:lnTo>
                <a:lnTo>
                  <a:pt x="5458503" y="1070862"/>
                </a:lnTo>
                <a:lnTo>
                  <a:pt x="5459967" y="1074074"/>
                </a:lnTo>
                <a:lnTo>
                  <a:pt x="5461430" y="1077296"/>
                </a:lnTo>
                <a:lnTo>
                  <a:pt x="5462894" y="1080528"/>
                </a:lnTo>
                <a:lnTo>
                  <a:pt x="5464357" y="1083769"/>
                </a:lnTo>
                <a:lnTo>
                  <a:pt x="5465820" y="1087020"/>
                </a:lnTo>
                <a:lnTo>
                  <a:pt x="5467284" y="1090280"/>
                </a:lnTo>
                <a:lnTo>
                  <a:pt x="5468747" y="1093550"/>
                </a:lnTo>
                <a:lnTo>
                  <a:pt x="5470211" y="1096830"/>
                </a:lnTo>
                <a:lnTo>
                  <a:pt x="5471674" y="1100120"/>
                </a:lnTo>
                <a:lnTo>
                  <a:pt x="5473137" y="1103420"/>
                </a:lnTo>
                <a:lnTo>
                  <a:pt x="5474601" y="1106730"/>
                </a:lnTo>
                <a:lnTo>
                  <a:pt x="5476064" y="1110050"/>
                </a:lnTo>
                <a:lnTo>
                  <a:pt x="5477528" y="1113380"/>
                </a:lnTo>
                <a:lnTo>
                  <a:pt x="5478991" y="1116720"/>
                </a:lnTo>
                <a:lnTo>
                  <a:pt x="5480454" y="1120071"/>
                </a:lnTo>
                <a:lnTo>
                  <a:pt x="5481918" y="1123431"/>
                </a:lnTo>
                <a:lnTo>
                  <a:pt x="5483381" y="1126802"/>
                </a:lnTo>
                <a:lnTo>
                  <a:pt x="5484845" y="1130183"/>
                </a:lnTo>
                <a:lnTo>
                  <a:pt x="5486308" y="1133575"/>
                </a:lnTo>
                <a:lnTo>
                  <a:pt x="5487771" y="1136977"/>
                </a:lnTo>
                <a:lnTo>
                  <a:pt x="5489235" y="1140390"/>
                </a:lnTo>
                <a:lnTo>
                  <a:pt x="5490698" y="1143813"/>
                </a:lnTo>
                <a:lnTo>
                  <a:pt x="5492162" y="1147247"/>
                </a:lnTo>
                <a:lnTo>
                  <a:pt x="5493625" y="1150691"/>
                </a:lnTo>
                <a:lnTo>
                  <a:pt x="5495088" y="1154147"/>
                </a:lnTo>
                <a:lnTo>
                  <a:pt x="5496552" y="1157613"/>
                </a:lnTo>
                <a:lnTo>
                  <a:pt x="5498015" y="1161090"/>
                </a:lnTo>
                <a:lnTo>
                  <a:pt x="5499479" y="1164578"/>
                </a:lnTo>
                <a:lnTo>
                  <a:pt x="5500942" y="1168076"/>
                </a:lnTo>
                <a:lnTo>
                  <a:pt x="5502406" y="1171586"/>
                </a:lnTo>
                <a:lnTo>
                  <a:pt x="5503869" y="1175107"/>
                </a:lnTo>
                <a:lnTo>
                  <a:pt x="5505332" y="1178640"/>
                </a:lnTo>
                <a:lnTo>
                  <a:pt x="5506796" y="1182183"/>
                </a:lnTo>
                <a:lnTo>
                  <a:pt x="5508259" y="1185738"/>
                </a:lnTo>
                <a:lnTo>
                  <a:pt x="5509723" y="1189304"/>
                </a:lnTo>
                <a:lnTo>
                  <a:pt x="5511186" y="1192881"/>
                </a:lnTo>
                <a:lnTo>
                  <a:pt x="5512649" y="1196470"/>
                </a:lnTo>
                <a:lnTo>
                  <a:pt x="5514113" y="1200071"/>
                </a:lnTo>
                <a:lnTo>
                  <a:pt x="5515576" y="1203683"/>
                </a:lnTo>
                <a:lnTo>
                  <a:pt x="5517040" y="1207307"/>
                </a:lnTo>
                <a:lnTo>
                  <a:pt x="5518503" y="1210943"/>
                </a:lnTo>
                <a:lnTo>
                  <a:pt x="5519966" y="1214590"/>
                </a:lnTo>
                <a:lnTo>
                  <a:pt x="5521430" y="1218250"/>
                </a:lnTo>
                <a:lnTo>
                  <a:pt x="5522893" y="1221921"/>
                </a:lnTo>
                <a:lnTo>
                  <a:pt x="5524357" y="1225605"/>
                </a:lnTo>
                <a:lnTo>
                  <a:pt x="5525820" y="1229300"/>
                </a:lnTo>
                <a:lnTo>
                  <a:pt x="5527283" y="1233008"/>
                </a:lnTo>
                <a:lnTo>
                  <a:pt x="5528747" y="1236728"/>
                </a:lnTo>
                <a:lnTo>
                  <a:pt x="5530210" y="1240460"/>
                </a:lnTo>
                <a:lnTo>
                  <a:pt x="5531674" y="1244205"/>
                </a:lnTo>
                <a:lnTo>
                  <a:pt x="5533137" y="1247962"/>
                </a:lnTo>
                <a:lnTo>
                  <a:pt x="5534600" y="1251732"/>
                </a:lnTo>
                <a:lnTo>
                  <a:pt x="5536064" y="1255514"/>
                </a:lnTo>
                <a:lnTo>
                  <a:pt x="5537527" y="1259310"/>
                </a:lnTo>
                <a:lnTo>
                  <a:pt x="5538991" y="1263118"/>
                </a:lnTo>
                <a:lnTo>
                  <a:pt x="5540454" y="1266939"/>
                </a:lnTo>
                <a:lnTo>
                  <a:pt x="5541917" y="1270772"/>
                </a:lnTo>
                <a:lnTo>
                  <a:pt x="5543381" y="1274619"/>
                </a:lnTo>
                <a:lnTo>
                  <a:pt x="5544844" y="1278479"/>
                </a:lnTo>
                <a:lnTo>
                  <a:pt x="5546308" y="1282353"/>
                </a:lnTo>
                <a:lnTo>
                  <a:pt x="5547771" y="1286239"/>
                </a:lnTo>
                <a:lnTo>
                  <a:pt x="5549234" y="1290139"/>
                </a:lnTo>
                <a:lnTo>
                  <a:pt x="5550698" y="1294053"/>
                </a:lnTo>
                <a:lnTo>
                  <a:pt x="5552161" y="1297980"/>
                </a:lnTo>
                <a:lnTo>
                  <a:pt x="5553625" y="1301920"/>
                </a:lnTo>
                <a:lnTo>
                  <a:pt x="5555088" y="1305875"/>
                </a:lnTo>
                <a:lnTo>
                  <a:pt x="5556552" y="1309843"/>
                </a:lnTo>
                <a:lnTo>
                  <a:pt x="5558015" y="1313825"/>
                </a:lnTo>
                <a:lnTo>
                  <a:pt x="5559478" y="1317821"/>
                </a:lnTo>
                <a:lnTo>
                  <a:pt x="5560942" y="1321832"/>
                </a:lnTo>
                <a:lnTo>
                  <a:pt x="5562405" y="1325856"/>
                </a:lnTo>
                <a:lnTo>
                  <a:pt x="5563869" y="1329895"/>
                </a:lnTo>
                <a:lnTo>
                  <a:pt x="5565332" y="1333948"/>
                </a:lnTo>
                <a:lnTo>
                  <a:pt x="5566795" y="1338016"/>
                </a:lnTo>
                <a:lnTo>
                  <a:pt x="5568259" y="1342099"/>
                </a:lnTo>
                <a:lnTo>
                  <a:pt x="5569722" y="1346196"/>
                </a:lnTo>
                <a:lnTo>
                  <a:pt x="5571186" y="1350308"/>
                </a:lnTo>
                <a:lnTo>
                  <a:pt x="5572649" y="1354435"/>
                </a:lnTo>
                <a:lnTo>
                  <a:pt x="5574112" y="1358576"/>
                </a:lnTo>
                <a:lnTo>
                  <a:pt x="5575576" y="1362734"/>
                </a:lnTo>
                <a:lnTo>
                  <a:pt x="5577039" y="1366906"/>
                </a:lnTo>
                <a:lnTo>
                  <a:pt x="5578503" y="1371094"/>
                </a:lnTo>
                <a:lnTo>
                  <a:pt x="5579966" y="1375297"/>
                </a:lnTo>
                <a:lnTo>
                  <a:pt x="5581429" y="1379515"/>
                </a:lnTo>
                <a:lnTo>
                  <a:pt x="5582893" y="1383750"/>
                </a:lnTo>
                <a:lnTo>
                  <a:pt x="5584356" y="1388000"/>
                </a:lnTo>
                <a:lnTo>
                  <a:pt x="5585820" y="1392266"/>
                </a:lnTo>
                <a:lnTo>
                  <a:pt x="5587283" y="1396549"/>
                </a:lnTo>
                <a:lnTo>
                  <a:pt x="5588746" y="1400847"/>
                </a:lnTo>
                <a:lnTo>
                  <a:pt x="5590210" y="1405162"/>
                </a:lnTo>
                <a:lnTo>
                  <a:pt x="5591673" y="1409493"/>
                </a:lnTo>
                <a:lnTo>
                  <a:pt x="5593137" y="1413841"/>
                </a:lnTo>
                <a:lnTo>
                  <a:pt x="5594600" y="1418205"/>
                </a:lnTo>
                <a:lnTo>
                  <a:pt x="5596063" y="1422587"/>
                </a:lnTo>
                <a:lnTo>
                  <a:pt x="5597527" y="1426985"/>
                </a:lnTo>
                <a:lnTo>
                  <a:pt x="5598990" y="1431400"/>
                </a:lnTo>
                <a:lnTo>
                  <a:pt x="5600454" y="1435833"/>
                </a:lnTo>
                <a:lnTo>
                  <a:pt x="5601917" y="1440282"/>
                </a:lnTo>
                <a:lnTo>
                  <a:pt x="5603381" y="1444750"/>
                </a:lnTo>
                <a:lnTo>
                  <a:pt x="5604844" y="1449235"/>
                </a:lnTo>
                <a:lnTo>
                  <a:pt x="5606307" y="1453737"/>
                </a:lnTo>
                <a:lnTo>
                  <a:pt x="5607771" y="1458258"/>
                </a:lnTo>
                <a:lnTo>
                  <a:pt x="5609234" y="1462797"/>
                </a:lnTo>
                <a:lnTo>
                  <a:pt x="5610698" y="1467354"/>
                </a:lnTo>
                <a:lnTo>
                  <a:pt x="5612161" y="1471929"/>
                </a:lnTo>
                <a:lnTo>
                  <a:pt x="5613624" y="1476523"/>
                </a:lnTo>
                <a:lnTo>
                  <a:pt x="5615088" y="1481136"/>
                </a:lnTo>
                <a:lnTo>
                  <a:pt x="5616551" y="1485767"/>
                </a:lnTo>
                <a:lnTo>
                  <a:pt x="5618015" y="1490418"/>
                </a:lnTo>
                <a:lnTo>
                  <a:pt x="5619478" y="1495087"/>
                </a:lnTo>
                <a:lnTo>
                  <a:pt x="5620941" y="1499776"/>
                </a:lnTo>
                <a:lnTo>
                  <a:pt x="5622405" y="1504485"/>
                </a:lnTo>
                <a:lnTo>
                  <a:pt x="5623868" y="1509213"/>
                </a:lnTo>
                <a:lnTo>
                  <a:pt x="5625332" y="1513961"/>
                </a:lnTo>
                <a:lnTo>
                  <a:pt x="5626795" y="1518729"/>
                </a:lnTo>
                <a:lnTo>
                  <a:pt x="5628258" y="1523517"/>
                </a:lnTo>
                <a:lnTo>
                  <a:pt x="5629722" y="1528326"/>
                </a:lnTo>
                <a:lnTo>
                  <a:pt x="5631185" y="1533155"/>
                </a:lnTo>
                <a:lnTo>
                  <a:pt x="5632649" y="1538005"/>
                </a:lnTo>
                <a:lnTo>
                  <a:pt x="5634112" y="1542876"/>
                </a:lnTo>
                <a:lnTo>
                  <a:pt x="5635575" y="1547768"/>
                </a:lnTo>
                <a:lnTo>
                  <a:pt x="5637039" y="1552681"/>
                </a:lnTo>
                <a:lnTo>
                  <a:pt x="5638502" y="1557616"/>
                </a:lnTo>
                <a:lnTo>
                  <a:pt x="5639966" y="1562573"/>
                </a:lnTo>
                <a:lnTo>
                  <a:pt x="5641429" y="1567552"/>
                </a:lnTo>
                <a:lnTo>
                  <a:pt x="5642892" y="1572553"/>
                </a:lnTo>
                <a:lnTo>
                  <a:pt x="5644356" y="1577576"/>
                </a:lnTo>
                <a:lnTo>
                  <a:pt x="5645819" y="1582622"/>
                </a:lnTo>
                <a:lnTo>
                  <a:pt x="5647283" y="1587691"/>
                </a:lnTo>
                <a:lnTo>
                  <a:pt x="5648746" y="1592783"/>
                </a:lnTo>
                <a:lnTo>
                  <a:pt x="5650209" y="1597898"/>
                </a:lnTo>
                <a:lnTo>
                  <a:pt x="5651673" y="1603037"/>
                </a:lnTo>
                <a:lnTo>
                  <a:pt x="5653136" y="1608200"/>
                </a:lnTo>
                <a:lnTo>
                  <a:pt x="5654600" y="1613386"/>
                </a:lnTo>
                <a:lnTo>
                  <a:pt x="5656063" y="1618597"/>
                </a:lnTo>
                <a:lnTo>
                  <a:pt x="5657527" y="1623833"/>
                </a:lnTo>
                <a:lnTo>
                  <a:pt x="5658990" y="1629093"/>
                </a:lnTo>
                <a:lnTo>
                  <a:pt x="5660453" y="1634378"/>
                </a:lnTo>
                <a:lnTo>
                  <a:pt x="5661917" y="1639689"/>
                </a:lnTo>
                <a:lnTo>
                  <a:pt x="5663380" y="1645025"/>
                </a:lnTo>
                <a:lnTo>
                  <a:pt x="5664844" y="1650387"/>
                </a:lnTo>
                <a:lnTo>
                  <a:pt x="5666307" y="1655775"/>
                </a:lnTo>
                <a:lnTo>
                  <a:pt x="5667770" y="1661190"/>
                </a:lnTo>
                <a:lnTo>
                  <a:pt x="5669234" y="1666631"/>
                </a:lnTo>
                <a:lnTo>
                  <a:pt x="5670697" y="1672100"/>
                </a:lnTo>
                <a:lnTo>
                  <a:pt x="5672161" y="1677595"/>
                </a:lnTo>
                <a:lnTo>
                  <a:pt x="5673624" y="1683119"/>
                </a:lnTo>
                <a:lnTo>
                  <a:pt x="5675087" y="1688670"/>
                </a:lnTo>
                <a:lnTo>
                  <a:pt x="5676551" y="1694250"/>
                </a:lnTo>
                <a:lnTo>
                  <a:pt x="5678014" y="1699859"/>
                </a:lnTo>
                <a:lnTo>
                  <a:pt x="5679478" y="1705496"/>
                </a:lnTo>
                <a:lnTo>
                  <a:pt x="5680941" y="1711163"/>
                </a:lnTo>
                <a:lnTo>
                  <a:pt x="5682404" y="1716859"/>
                </a:lnTo>
                <a:lnTo>
                  <a:pt x="5683868" y="1722586"/>
                </a:lnTo>
                <a:lnTo>
                  <a:pt x="5685331" y="1728343"/>
                </a:lnTo>
                <a:lnTo>
                  <a:pt x="5686795" y="1734130"/>
                </a:lnTo>
                <a:lnTo>
                  <a:pt x="5688258" y="1739949"/>
                </a:lnTo>
                <a:lnTo>
                  <a:pt x="5689721" y="1745799"/>
                </a:lnTo>
                <a:lnTo>
                  <a:pt x="5691185" y="1751682"/>
                </a:lnTo>
                <a:lnTo>
                  <a:pt x="5692648" y="1757597"/>
                </a:lnTo>
                <a:lnTo>
                  <a:pt x="5694112" y="1763544"/>
                </a:lnTo>
                <a:lnTo>
                  <a:pt x="5695575" y="1769525"/>
                </a:lnTo>
                <a:lnTo>
                  <a:pt x="5697038" y="1775540"/>
                </a:lnTo>
                <a:lnTo>
                  <a:pt x="5698502" y="1781588"/>
                </a:lnTo>
                <a:lnTo>
                  <a:pt x="5699965" y="1787671"/>
                </a:lnTo>
                <a:lnTo>
                  <a:pt x="5701429" y="1793790"/>
                </a:lnTo>
                <a:lnTo>
                  <a:pt x="5702892" y="1799944"/>
                </a:lnTo>
                <a:lnTo>
                  <a:pt x="5704356" y="1806134"/>
                </a:lnTo>
                <a:lnTo>
                  <a:pt x="5705819" y="1812360"/>
                </a:lnTo>
                <a:lnTo>
                  <a:pt x="5707282" y="1818624"/>
                </a:lnTo>
                <a:lnTo>
                  <a:pt x="5708746" y="1824925"/>
                </a:lnTo>
                <a:lnTo>
                  <a:pt x="5710209" y="1831264"/>
                </a:lnTo>
                <a:lnTo>
                  <a:pt x="5711673" y="1837642"/>
                </a:lnTo>
                <a:lnTo>
                  <a:pt x="5713136" y="1844059"/>
                </a:lnTo>
                <a:lnTo>
                  <a:pt x="5714599" y="1850516"/>
                </a:lnTo>
                <a:lnTo>
                  <a:pt x="5716063" y="1857014"/>
                </a:lnTo>
                <a:lnTo>
                  <a:pt x="5717526" y="1863553"/>
                </a:lnTo>
                <a:lnTo>
                  <a:pt x="5718990" y="1870134"/>
                </a:lnTo>
                <a:lnTo>
                  <a:pt x="5720453" y="1876756"/>
                </a:lnTo>
                <a:lnTo>
                  <a:pt x="5721916" y="1883422"/>
                </a:lnTo>
                <a:lnTo>
                  <a:pt x="5723380" y="1890132"/>
                </a:lnTo>
                <a:lnTo>
                  <a:pt x="5724843" y="1896887"/>
                </a:lnTo>
                <a:lnTo>
                  <a:pt x="5726307" y="1903686"/>
                </a:lnTo>
                <a:lnTo>
                  <a:pt x="5727770" y="1910532"/>
                </a:lnTo>
                <a:lnTo>
                  <a:pt x="5729233" y="1917424"/>
                </a:lnTo>
                <a:lnTo>
                  <a:pt x="5730697" y="1924364"/>
                </a:lnTo>
                <a:lnTo>
                  <a:pt x="5732160" y="1931352"/>
                </a:lnTo>
                <a:lnTo>
                  <a:pt x="5733624" y="1938389"/>
                </a:lnTo>
                <a:lnTo>
                  <a:pt x="5735087" y="1945477"/>
                </a:lnTo>
                <a:lnTo>
                  <a:pt x="5736550" y="1952615"/>
                </a:lnTo>
                <a:lnTo>
                  <a:pt x="5738014" y="1959806"/>
                </a:lnTo>
                <a:lnTo>
                  <a:pt x="5739477" y="1967049"/>
                </a:lnTo>
                <a:lnTo>
                  <a:pt x="5740941" y="1974347"/>
                </a:lnTo>
                <a:lnTo>
                  <a:pt x="5742404" y="1981699"/>
                </a:lnTo>
                <a:lnTo>
                  <a:pt x="5743867" y="1989107"/>
                </a:lnTo>
                <a:lnTo>
                  <a:pt x="5745331" y="1996572"/>
                </a:lnTo>
                <a:lnTo>
                  <a:pt x="5746794" y="2004095"/>
                </a:lnTo>
                <a:lnTo>
                  <a:pt x="5748258" y="2011678"/>
                </a:lnTo>
                <a:lnTo>
                  <a:pt x="5749721" y="2019321"/>
                </a:lnTo>
                <a:lnTo>
                  <a:pt x="5751184" y="2027027"/>
                </a:lnTo>
                <a:lnTo>
                  <a:pt x="5752648" y="2034795"/>
                </a:lnTo>
                <a:lnTo>
                  <a:pt x="5754111" y="2042627"/>
                </a:lnTo>
                <a:lnTo>
                  <a:pt x="5755575" y="2050526"/>
                </a:lnTo>
                <a:lnTo>
                  <a:pt x="5757038" y="2058492"/>
                </a:lnTo>
                <a:lnTo>
                  <a:pt x="5758502" y="2066527"/>
                </a:lnTo>
                <a:lnTo>
                  <a:pt x="5759965" y="2074632"/>
                </a:lnTo>
                <a:lnTo>
                  <a:pt x="5761428" y="2082809"/>
                </a:lnTo>
                <a:lnTo>
                  <a:pt x="5762892" y="2091059"/>
                </a:lnTo>
                <a:lnTo>
                  <a:pt x="5764355" y="2099386"/>
                </a:lnTo>
                <a:lnTo>
                  <a:pt x="5765819" y="2107789"/>
                </a:lnTo>
                <a:lnTo>
                  <a:pt x="5767282" y="2116272"/>
                </a:lnTo>
                <a:lnTo>
                  <a:pt x="5768745" y="2124836"/>
                </a:lnTo>
                <a:lnTo>
                  <a:pt x="5770209" y="2133483"/>
                </a:lnTo>
                <a:lnTo>
                  <a:pt x="5771672" y="2142215"/>
                </a:lnTo>
                <a:lnTo>
                  <a:pt x="5773136" y="2151035"/>
                </a:lnTo>
                <a:lnTo>
                  <a:pt x="5774599" y="2159946"/>
                </a:lnTo>
                <a:lnTo>
                  <a:pt x="5776062" y="2168948"/>
                </a:lnTo>
                <a:lnTo>
                  <a:pt x="5777526" y="2178046"/>
                </a:lnTo>
                <a:lnTo>
                  <a:pt x="5778989" y="2187242"/>
                </a:lnTo>
                <a:lnTo>
                  <a:pt x="5780453" y="2196539"/>
                </a:lnTo>
                <a:lnTo>
                  <a:pt x="5781916" y="2205939"/>
                </a:lnTo>
                <a:lnTo>
                  <a:pt x="5783379" y="2215447"/>
                </a:lnTo>
                <a:lnTo>
                  <a:pt x="5784843" y="2225064"/>
                </a:lnTo>
                <a:lnTo>
                  <a:pt x="5786306" y="2234796"/>
                </a:lnTo>
                <a:lnTo>
                  <a:pt x="5787770" y="2244645"/>
                </a:lnTo>
                <a:lnTo>
                  <a:pt x="5789233" y="2254615"/>
                </a:lnTo>
                <a:lnTo>
                  <a:pt x="5790696" y="2264711"/>
                </a:lnTo>
                <a:lnTo>
                  <a:pt x="5792160" y="2274938"/>
                </a:lnTo>
                <a:lnTo>
                  <a:pt x="5793623" y="2285298"/>
                </a:lnTo>
                <a:lnTo>
                  <a:pt x="5795087" y="2295799"/>
                </a:lnTo>
                <a:lnTo>
                  <a:pt x="5796550" y="2306444"/>
                </a:lnTo>
                <a:lnTo>
                  <a:pt x="5798013" y="2317241"/>
                </a:lnTo>
                <a:lnTo>
                  <a:pt x="5799477" y="2328193"/>
                </a:lnTo>
                <a:lnTo>
                  <a:pt x="5800940" y="2339309"/>
                </a:lnTo>
                <a:lnTo>
                  <a:pt x="5802404" y="2350595"/>
                </a:lnTo>
                <a:lnTo>
                  <a:pt x="5803867" y="2362058"/>
                </a:lnTo>
                <a:lnTo>
                  <a:pt x="5805331" y="2373706"/>
                </a:lnTo>
                <a:lnTo>
                  <a:pt x="5806794" y="2385549"/>
                </a:lnTo>
                <a:lnTo>
                  <a:pt x="5808257" y="2397594"/>
                </a:lnTo>
                <a:lnTo>
                  <a:pt x="5809721" y="2409853"/>
                </a:lnTo>
                <a:lnTo>
                  <a:pt x="5811184" y="2422336"/>
                </a:lnTo>
                <a:lnTo>
                  <a:pt x="5812648" y="2435055"/>
                </a:lnTo>
                <a:lnTo>
                  <a:pt x="5814111" y="2448024"/>
                </a:lnTo>
                <a:lnTo>
                  <a:pt x="5815574" y="2461256"/>
                </a:lnTo>
                <a:lnTo>
                  <a:pt x="5817038" y="2474767"/>
                </a:lnTo>
                <a:lnTo>
                  <a:pt x="5818501" y="2488575"/>
                </a:lnTo>
                <a:lnTo>
                  <a:pt x="5819965" y="2502699"/>
                </a:lnTo>
                <a:lnTo>
                  <a:pt x="5821428" y="2517160"/>
                </a:lnTo>
                <a:lnTo>
                  <a:pt x="5822891" y="2531983"/>
                </a:lnTo>
                <a:lnTo>
                  <a:pt x="5824355" y="2547195"/>
                </a:lnTo>
                <a:lnTo>
                  <a:pt x="5825818" y="2562826"/>
                </a:lnTo>
                <a:lnTo>
                  <a:pt x="5827282" y="2578912"/>
                </a:lnTo>
                <a:lnTo>
                  <a:pt x="5828745" y="2595493"/>
                </a:lnTo>
                <a:lnTo>
                  <a:pt x="5830208" y="2612615"/>
                </a:lnTo>
                <a:lnTo>
                  <a:pt x="5831672" y="2630334"/>
                </a:lnTo>
                <a:lnTo>
                  <a:pt x="5833135" y="2648713"/>
                </a:lnTo>
                <a:lnTo>
                  <a:pt x="5834599" y="2667831"/>
                </a:lnTo>
                <a:lnTo>
                  <a:pt x="5836062" y="2687781"/>
                </a:lnTo>
                <a:lnTo>
                  <a:pt x="5837525" y="2708679"/>
                </a:lnTo>
                <a:lnTo>
                  <a:pt x="5838989" y="2730669"/>
                </a:lnTo>
                <a:lnTo>
                  <a:pt x="5840452" y="2753939"/>
                </a:lnTo>
                <a:lnTo>
                  <a:pt x="5841916" y="2778736"/>
                </a:lnTo>
                <a:lnTo>
                  <a:pt x="5843379" y="2805401"/>
                </a:lnTo>
                <a:lnTo>
                  <a:pt x="5844842" y="2834422"/>
                </a:lnTo>
                <a:lnTo>
                  <a:pt x="5846306" y="2866550"/>
                </a:lnTo>
                <a:lnTo>
                  <a:pt x="5847769" y="2903049"/>
                </a:lnTo>
                <a:lnTo>
                  <a:pt x="5849233" y="2946381"/>
                </a:lnTo>
                <a:lnTo>
                  <a:pt x="5850696" y="3002902"/>
                </a:lnTo>
                <a:lnTo>
                  <a:pt x="5852160" y="3139489"/>
                </a:lnTo>
                <a:lnTo>
                  <a:pt x="5852160" y="3139489"/>
                </a:lnTo>
                <a:lnTo>
                  <a:pt x="5850696" y="3139489"/>
                </a:lnTo>
                <a:lnTo>
                  <a:pt x="5849233" y="3139489"/>
                </a:lnTo>
                <a:lnTo>
                  <a:pt x="5847769" y="3139489"/>
                </a:lnTo>
                <a:lnTo>
                  <a:pt x="5846306" y="3139489"/>
                </a:lnTo>
                <a:lnTo>
                  <a:pt x="5844842" y="3139489"/>
                </a:lnTo>
                <a:lnTo>
                  <a:pt x="5843379" y="3139489"/>
                </a:lnTo>
                <a:lnTo>
                  <a:pt x="5841916" y="3139489"/>
                </a:lnTo>
                <a:lnTo>
                  <a:pt x="5840452" y="3139489"/>
                </a:lnTo>
                <a:lnTo>
                  <a:pt x="5838989" y="3139489"/>
                </a:lnTo>
                <a:lnTo>
                  <a:pt x="5837525" y="3139489"/>
                </a:lnTo>
                <a:lnTo>
                  <a:pt x="5836062" y="3139489"/>
                </a:lnTo>
                <a:lnTo>
                  <a:pt x="5834599" y="3139489"/>
                </a:lnTo>
                <a:lnTo>
                  <a:pt x="5833135" y="3139489"/>
                </a:lnTo>
                <a:lnTo>
                  <a:pt x="5831672" y="3139489"/>
                </a:lnTo>
                <a:lnTo>
                  <a:pt x="5830208" y="3139489"/>
                </a:lnTo>
                <a:lnTo>
                  <a:pt x="5828745" y="3139489"/>
                </a:lnTo>
                <a:lnTo>
                  <a:pt x="5827282" y="3139489"/>
                </a:lnTo>
                <a:lnTo>
                  <a:pt x="5825818" y="3139489"/>
                </a:lnTo>
                <a:lnTo>
                  <a:pt x="5824355" y="3139489"/>
                </a:lnTo>
                <a:lnTo>
                  <a:pt x="5822891" y="3139489"/>
                </a:lnTo>
                <a:lnTo>
                  <a:pt x="5821428" y="3139489"/>
                </a:lnTo>
                <a:lnTo>
                  <a:pt x="5819965" y="3139489"/>
                </a:lnTo>
                <a:lnTo>
                  <a:pt x="5818501" y="3139489"/>
                </a:lnTo>
                <a:lnTo>
                  <a:pt x="5817038" y="3139489"/>
                </a:lnTo>
                <a:lnTo>
                  <a:pt x="5815574" y="3139489"/>
                </a:lnTo>
                <a:lnTo>
                  <a:pt x="5814111" y="3139489"/>
                </a:lnTo>
                <a:lnTo>
                  <a:pt x="5812648" y="3139489"/>
                </a:lnTo>
                <a:lnTo>
                  <a:pt x="5811184" y="3139489"/>
                </a:lnTo>
                <a:lnTo>
                  <a:pt x="5809721" y="3139489"/>
                </a:lnTo>
                <a:lnTo>
                  <a:pt x="5808257" y="3139489"/>
                </a:lnTo>
                <a:lnTo>
                  <a:pt x="5806794" y="3139489"/>
                </a:lnTo>
                <a:lnTo>
                  <a:pt x="5805331" y="3139489"/>
                </a:lnTo>
                <a:lnTo>
                  <a:pt x="5803867" y="3139489"/>
                </a:lnTo>
                <a:lnTo>
                  <a:pt x="5802404" y="3139489"/>
                </a:lnTo>
                <a:lnTo>
                  <a:pt x="5800940" y="3139489"/>
                </a:lnTo>
                <a:lnTo>
                  <a:pt x="5799477" y="3139489"/>
                </a:lnTo>
                <a:lnTo>
                  <a:pt x="5798013" y="3139489"/>
                </a:lnTo>
                <a:lnTo>
                  <a:pt x="5796550" y="3139489"/>
                </a:lnTo>
                <a:lnTo>
                  <a:pt x="5795087" y="3139489"/>
                </a:lnTo>
                <a:lnTo>
                  <a:pt x="5793623" y="3139489"/>
                </a:lnTo>
                <a:lnTo>
                  <a:pt x="5792160" y="3139489"/>
                </a:lnTo>
                <a:lnTo>
                  <a:pt x="5790696" y="3139489"/>
                </a:lnTo>
                <a:lnTo>
                  <a:pt x="5789233" y="3139489"/>
                </a:lnTo>
                <a:lnTo>
                  <a:pt x="5787770" y="3139489"/>
                </a:lnTo>
                <a:lnTo>
                  <a:pt x="5786306" y="3139489"/>
                </a:lnTo>
                <a:lnTo>
                  <a:pt x="5784843" y="3139489"/>
                </a:lnTo>
                <a:lnTo>
                  <a:pt x="5783379" y="3139489"/>
                </a:lnTo>
                <a:lnTo>
                  <a:pt x="5781916" y="3139489"/>
                </a:lnTo>
                <a:lnTo>
                  <a:pt x="5780453" y="3139489"/>
                </a:lnTo>
                <a:lnTo>
                  <a:pt x="5778989" y="3139489"/>
                </a:lnTo>
                <a:lnTo>
                  <a:pt x="5777526" y="3139489"/>
                </a:lnTo>
                <a:lnTo>
                  <a:pt x="5776062" y="3139489"/>
                </a:lnTo>
                <a:lnTo>
                  <a:pt x="5774599" y="3139489"/>
                </a:lnTo>
                <a:lnTo>
                  <a:pt x="5773136" y="3139489"/>
                </a:lnTo>
                <a:lnTo>
                  <a:pt x="5771672" y="3139489"/>
                </a:lnTo>
                <a:lnTo>
                  <a:pt x="5770209" y="3139489"/>
                </a:lnTo>
                <a:lnTo>
                  <a:pt x="5768745" y="3139489"/>
                </a:lnTo>
                <a:lnTo>
                  <a:pt x="5767282" y="3139489"/>
                </a:lnTo>
                <a:lnTo>
                  <a:pt x="5765819" y="3139489"/>
                </a:lnTo>
                <a:lnTo>
                  <a:pt x="5764355" y="3139489"/>
                </a:lnTo>
                <a:lnTo>
                  <a:pt x="5762892" y="3139489"/>
                </a:lnTo>
                <a:lnTo>
                  <a:pt x="5761428" y="3139489"/>
                </a:lnTo>
                <a:lnTo>
                  <a:pt x="5759965" y="3139489"/>
                </a:lnTo>
                <a:lnTo>
                  <a:pt x="5758502" y="3139489"/>
                </a:lnTo>
                <a:lnTo>
                  <a:pt x="5757038" y="3139489"/>
                </a:lnTo>
                <a:lnTo>
                  <a:pt x="5755575" y="3139489"/>
                </a:lnTo>
                <a:lnTo>
                  <a:pt x="5754111" y="3139489"/>
                </a:lnTo>
                <a:lnTo>
                  <a:pt x="5752648" y="3139489"/>
                </a:lnTo>
                <a:lnTo>
                  <a:pt x="5751184" y="3139489"/>
                </a:lnTo>
                <a:lnTo>
                  <a:pt x="5749721" y="3139489"/>
                </a:lnTo>
                <a:lnTo>
                  <a:pt x="5748258" y="3139489"/>
                </a:lnTo>
                <a:lnTo>
                  <a:pt x="5746794" y="3139489"/>
                </a:lnTo>
                <a:lnTo>
                  <a:pt x="5745331" y="3139489"/>
                </a:lnTo>
                <a:lnTo>
                  <a:pt x="5743867" y="3139489"/>
                </a:lnTo>
                <a:lnTo>
                  <a:pt x="5742404" y="3139489"/>
                </a:lnTo>
                <a:lnTo>
                  <a:pt x="5740941" y="3139489"/>
                </a:lnTo>
                <a:lnTo>
                  <a:pt x="5739477" y="3139489"/>
                </a:lnTo>
                <a:lnTo>
                  <a:pt x="5738014" y="3139489"/>
                </a:lnTo>
                <a:lnTo>
                  <a:pt x="5736550" y="3139489"/>
                </a:lnTo>
                <a:lnTo>
                  <a:pt x="5735087" y="3139489"/>
                </a:lnTo>
                <a:lnTo>
                  <a:pt x="5733624" y="3139489"/>
                </a:lnTo>
                <a:lnTo>
                  <a:pt x="5732160" y="3139489"/>
                </a:lnTo>
                <a:lnTo>
                  <a:pt x="5730697" y="3139489"/>
                </a:lnTo>
                <a:lnTo>
                  <a:pt x="5729233" y="3139489"/>
                </a:lnTo>
                <a:lnTo>
                  <a:pt x="5727770" y="3139489"/>
                </a:lnTo>
                <a:lnTo>
                  <a:pt x="5726307" y="3139489"/>
                </a:lnTo>
                <a:lnTo>
                  <a:pt x="5724843" y="3139489"/>
                </a:lnTo>
                <a:lnTo>
                  <a:pt x="5723380" y="3139489"/>
                </a:lnTo>
                <a:lnTo>
                  <a:pt x="5721916" y="3139489"/>
                </a:lnTo>
                <a:lnTo>
                  <a:pt x="5720453" y="3139489"/>
                </a:lnTo>
                <a:lnTo>
                  <a:pt x="5718990" y="3139489"/>
                </a:lnTo>
                <a:lnTo>
                  <a:pt x="5717526" y="3139489"/>
                </a:lnTo>
                <a:lnTo>
                  <a:pt x="5716063" y="3139489"/>
                </a:lnTo>
                <a:lnTo>
                  <a:pt x="5714599" y="3139489"/>
                </a:lnTo>
                <a:lnTo>
                  <a:pt x="5713136" y="3139489"/>
                </a:lnTo>
                <a:lnTo>
                  <a:pt x="5711673" y="3139489"/>
                </a:lnTo>
                <a:lnTo>
                  <a:pt x="5710209" y="3139489"/>
                </a:lnTo>
                <a:lnTo>
                  <a:pt x="5708746" y="3139489"/>
                </a:lnTo>
                <a:lnTo>
                  <a:pt x="5707282" y="3139489"/>
                </a:lnTo>
                <a:lnTo>
                  <a:pt x="5705819" y="3139489"/>
                </a:lnTo>
                <a:lnTo>
                  <a:pt x="5704356" y="3139489"/>
                </a:lnTo>
                <a:lnTo>
                  <a:pt x="5702892" y="3139489"/>
                </a:lnTo>
                <a:lnTo>
                  <a:pt x="5701429" y="3139489"/>
                </a:lnTo>
                <a:lnTo>
                  <a:pt x="5699965" y="3139489"/>
                </a:lnTo>
                <a:lnTo>
                  <a:pt x="5698502" y="3139489"/>
                </a:lnTo>
                <a:lnTo>
                  <a:pt x="5697038" y="3139489"/>
                </a:lnTo>
                <a:lnTo>
                  <a:pt x="5695575" y="3139489"/>
                </a:lnTo>
                <a:lnTo>
                  <a:pt x="5694112" y="3139489"/>
                </a:lnTo>
                <a:lnTo>
                  <a:pt x="5692648" y="3139489"/>
                </a:lnTo>
                <a:lnTo>
                  <a:pt x="5691185" y="3139489"/>
                </a:lnTo>
                <a:lnTo>
                  <a:pt x="5689721" y="3139489"/>
                </a:lnTo>
                <a:lnTo>
                  <a:pt x="5688258" y="3139489"/>
                </a:lnTo>
                <a:lnTo>
                  <a:pt x="5686795" y="3139489"/>
                </a:lnTo>
                <a:lnTo>
                  <a:pt x="5685331" y="3139489"/>
                </a:lnTo>
                <a:lnTo>
                  <a:pt x="5683868" y="3139489"/>
                </a:lnTo>
                <a:lnTo>
                  <a:pt x="5682404" y="3139489"/>
                </a:lnTo>
                <a:lnTo>
                  <a:pt x="5680941" y="3139489"/>
                </a:lnTo>
                <a:lnTo>
                  <a:pt x="5679478" y="3139489"/>
                </a:lnTo>
                <a:lnTo>
                  <a:pt x="5678014" y="3139489"/>
                </a:lnTo>
                <a:lnTo>
                  <a:pt x="5676551" y="3139489"/>
                </a:lnTo>
                <a:lnTo>
                  <a:pt x="5675087" y="3139489"/>
                </a:lnTo>
                <a:lnTo>
                  <a:pt x="5673624" y="3139489"/>
                </a:lnTo>
                <a:lnTo>
                  <a:pt x="5672161" y="3139489"/>
                </a:lnTo>
                <a:lnTo>
                  <a:pt x="5670697" y="3139489"/>
                </a:lnTo>
                <a:lnTo>
                  <a:pt x="5669234" y="3139489"/>
                </a:lnTo>
                <a:lnTo>
                  <a:pt x="5667770" y="3139489"/>
                </a:lnTo>
                <a:lnTo>
                  <a:pt x="5666307" y="3139489"/>
                </a:lnTo>
                <a:lnTo>
                  <a:pt x="5664844" y="3139489"/>
                </a:lnTo>
                <a:lnTo>
                  <a:pt x="5663380" y="3139489"/>
                </a:lnTo>
                <a:lnTo>
                  <a:pt x="5661917" y="3139489"/>
                </a:lnTo>
                <a:lnTo>
                  <a:pt x="5660453" y="3139489"/>
                </a:lnTo>
                <a:lnTo>
                  <a:pt x="5658990" y="3139489"/>
                </a:lnTo>
                <a:lnTo>
                  <a:pt x="5657527" y="3139489"/>
                </a:lnTo>
                <a:lnTo>
                  <a:pt x="5656063" y="3139489"/>
                </a:lnTo>
                <a:lnTo>
                  <a:pt x="5654600" y="3139489"/>
                </a:lnTo>
                <a:lnTo>
                  <a:pt x="5653136" y="3139489"/>
                </a:lnTo>
                <a:lnTo>
                  <a:pt x="5651673" y="3139489"/>
                </a:lnTo>
                <a:lnTo>
                  <a:pt x="5650209" y="3139489"/>
                </a:lnTo>
                <a:lnTo>
                  <a:pt x="5648746" y="3139489"/>
                </a:lnTo>
                <a:lnTo>
                  <a:pt x="5647283" y="3139489"/>
                </a:lnTo>
                <a:lnTo>
                  <a:pt x="5645819" y="3139489"/>
                </a:lnTo>
                <a:lnTo>
                  <a:pt x="5644356" y="3139489"/>
                </a:lnTo>
                <a:lnTo>
                  <a:pt x="5642892" y="3139489"/>
                </a:lnTo>
                <a:lnTo>
                  <a:pt x="5641429" y="3139489"/>
                </a:lnTo>
                <a:lnTo>
                  <a:pt x="5639966" y="3139489"/>
                </a:lnTo>
                <a:lnTo>
                  <a:pt x="5638502" y="3139489"/>
                </a:lnTo>
                <a:lnTo>
                  <a:pt x="5637039" y="3139489"/>
                </a:lnTo>
                <a:lnTo>
                  <a:pt x="5635575" y="3139489"/>
                </a:lnTo>
                <a:lnTo>
                  <a:pt x="5634112" y="3139489"/>
                </a:lnTo>
                <a:lnTo>
                  <a:pt x="5632649" y="3139489"/>
                </a:lnTo>
                <a:lnTo>
                  <a:pt x="5631185" y="3139489"/>
                </a:lnTo>
                <a:lnTo>
                  <a:pt x="5629722" y="3139489"/>
                </a:lnTo>
                <a:lnTo>
                  <a:pt x="5628258" y="3139489"/>
                </a:lnTo>
                <a:lnTo>
                  <a:pt x="5626795" y="3139489"/>
                </a:lnTo>
                <a:lnTo>
                  <a:pt x="5625332" y="3139489"/>
                </a:lnTo>
                <a:lnTo>
                  <a:pt x="5623868" y="3139489"/>
                </a:lnTo>
                <a:lnTo>
                  <a:pt x="5622405" y="3139489"/>
                </a:lnTo>
                <a:lnTo>
                  <a:pt x="5620941" y="3139489"/>
                </a:lnTo>
                <a:lnTo>
                  <a:pt x="5619478" y="3139489"/>
                </a:lnTo>
                <a:lnTo>
                  <a:pt x="5618015" y="3139489"/>
                </a:lnTo>
                <a:lnTo>
                  <a:pt x="5616551" y="3139489"/>
                </a:lnTo>
                <a:lnTo>
                  <a:pt x="5615088" y="3139489"/>
                </a:lnTo>
                <a:lnTo>
                  <a:pt x="5613624" y="3139489"/>
                </a:lnTo>
                <a:lnTo>
                  <a:pt x="5612161" y="3139489"/>
                </a:lnTo>
                <a:lnTo>
                  <a:pt x="5610698" y="3139489"/>
                </a:lnTo>
                <a:lnTo>
                  <a:pt x="5609234" y="3139489"/>
                </a:lnTo>
                <a:lnTo>
                  <a:pt x="5607771" y="3139489"/>
                </a:lnTo>
                <a:lnTo>
                  <a:pt x="5606307" y="3139489"/>
                </a:lnTo>
                <a:lnTo>
                  <a:pt x="5604844" y="3139489"/>
                </a:lnTo>
                <a:lnTo>
                  <a:pt x="5603381" y="3139489"/>
                </a:lnTo>
                <a:lnTo>
                  <a:pt x="5601917" y="3139489"/>
                </a:lnTo>
                <a:lnTo>
                  <a:pt x="5600454" y="3139489"/>
                </a:lnTo>
                <a:lnTo>
                  <a:pt x="5598990" y="3139489"/>
                </a:lnTo>
                <a:lnTo>
                  <a:pt x="5597527" y="3139489"/>
                </a:lnTo>
                <a:lnTo>
                  <a:pt x="5596063" y="3139489"/>
                </a:lnTo>
                <a:lnTo>
                  <a:pt x="5594600" y="3139489"/>
                </a:lnTo>
                <a:lnTo>
                  <a:pt x="5593137" y="3139489"/>
                </a:lnTo>
                <a:lnTo>
                  <a:pt x="5591673" y="3139489"/>
                </a:lnTo>
                <a:lnTo>
                  <a:pt x="5590210" y="3139489"/>
                </a:lnTo>
                <a:lnTo>
                  <a:pt x="5588746" y="3139489"/>
                </a:lnTo>
                <a:lnTo>
                  <a:pt x="5587283" y="3139489"/>
                </a:lnTo>
                <a:lnTo>
                  <a:pt x="5585820" y="3139489"/>
                </a:lnTo>
                <a:lnTo>
                  <a:pt x="5584356" y="3139489"/>
                </a:lnTo>
                <a:lnTo>
                  <a:pt x="5582893" y="3139489"/>
                </a:lnTo>
                <a:lnTo>
                  <a:pt x="5581429" y="3139489"/>
                </a:lnTo>
                <a:lnTo>
                  <a:pt x="5579966" y="3139489"/>
                </a:lnTo>
                <a:lnTo>
                  <a:pt x="5578503" y="3139489"/>
                </a:lnTo>
                <a:lnTo>
                  <a:pt x="5577039" y="3139489"/>
                </a:lnTo>
                <a:lnTo>
                  <a:pt x="5575576" y="3139489"/>
                </a:lnTo>
                <a:lnTo>
                  <a:pt x="5574112" y="3139489"/>
                </a:lnTo>
                <a:lnTo>
                  <a:pt x="5572649" y="3139489"/>
                </a:lnTo>
                <a:lnTo>
                  <a:pt x="5571186" y="3139489"/>
                </a:lnTo>
                <a:lnTo>
                  <a:pt x="5569722" y="3139489"/>
                </a:lnTo>
                <a:lnTo>
                  <a:pt x="5568259" y="3139489"/>
                </a:lnTo>
                <a:lnTo>
                  <a:pt x="5566795" y="3139489"/>
                </a:lnTo>
                <a:lnTo>
                  <a:pt x="5565332" y="3139489"/>
                </a:lnTo>
                <a:lnTo>
                  <a:pt x="5563869" y="3139489"/>
                </a:lnTo>
                <a:lnTo>
                  <a:pt x="5562405" y="3139489"/>
                </a:lnTo>
                <a:lnTo>
                  <a:pt x="5560942" y="3139489"/>
                </a:lnTo>
                <a:lnTo>
                  <a:pt x="5559478" y="3139489"/>
                </a:lnTo>
                <a:lnTo>
                  <a:pt x="5558015" y="3139489"/>
                </a:lnTo>
                <a:lnTo>
                  <a:pt x="5556552" y="3139489"/>
                </a:lnTo>
                <a:lnTo>
                  <a:pt x="5555088" y="3139489"/>
                </a:lnTo>
                <a:lnTo>
                  <a:pt x="5553625" y="3139489"/>
                </a:lnTo>
                <a:lnTo>
                  <a:pt x="5552161" y="3139489"/>
                </a:lnTo>
                <a:lnTo>
                  <a:pt x="5550698" y="3139489"/>
                </a:lnTo>
                <a:lnTo>
                  <a:pt x="5549234" y="3139489"/>
                </a:lnTo>
                <a:lnTo>
                  <a:pt x="5547771" y="3139489"/>
                </a:lnTo>
                <a:lnTo>
                  <a:pt x="5546308" y="3139489"/>
                </a:lnTo>
                <a:lnTo>
                  <a:pt x="5544844" y="3139489"/>
                </a:lnTo>
                <a:lnTo>
                  <a:pt x="5543381" y="3139489"/>
                </a:lnTo>
                <a:lnTo>
                  <a:pt x="5541917" y="3139489"/>
                </a:lnTo>
                <a:lnTo>
                  <a:pt x="5540454" y="3139489"/>
                </a:lnTo>
                <a:lnTo>
                  <a:pt x="5538991" y="3139489"/>
                </a:lnTo>
                <a:lnTo>
                  <a:pt x="5537527" y="3139489"/>
                </a:lnTo>
                <a:lnTo>
                  <a:pt x="5536064" y="3139489"/>
                </a:lnTo>
                <a:lnTo>
                  <a:pt x="5534600" y="3139489"/>
                </a:lnTo>
                <a:lnTo>
                  <a:pt x="5533137" y="3139489"/>
                </a:lnTo>
                <a:lnTo>
                  <a:pt x="5531674" y="3139489"/>
                </a:lnTo>
                <a:lnTo>
                  <a:pt x="5530210" y="3139489"/>
                </a:lnTo>
                <a:lnTo>
                  <a:pt x="5528747" y="3139489"/>
                </a:lnTo>
                <a:lnTo>
                  <a:pt x="5527283" y="3139489"/>
                </a:lnTo>
                <a:lnTo>
                  <a:pt x="5525820" y="3139489"/>
                </a:lnTo>
                <a:lnTo>
                  <a:pt x="5524357" y="3139489"/>
                </a:lnTo>
                <a:lnTo>
                  <a:pt x="5522893" y="3139489"/>
                </a:lnTo>
                <a:lnTo>
                  <a:pt x="5521430" y="3139489"/>
                </a:lnTo>
                <a:lnTo>
                  <a:pt x="5519966" y="3139489"/>
                </a:lnTo>
                <a:lnTo>
                  <a:pt x="5518503" y="3139489"/>
                </a:lnTo>
                <a:lnTo>
                  <a:pt x="5517040" y="3139489"/>
                </a:lnTo>
                <a:lnTo>
                  <a:pt x="5515576" y="3139489"/>
                </a:lnTo>
                <a:lnTo>
                  <a:pt x="5514113" y="3139489"/>
                </a:lnTo>
                <a:lnTo>
                  <a:pt x="5512649" y="3139489"/>
                </a:lnTo>
                <a:lnTo>
                  <a:pt x="5511186" y="3139489"/>
                </a:lnTo>
                <a:lnTo>
                  <a:pt x="5509723" y="3139489"/>
                </a:lnTo>
                <a:lnTo>
                  <a:pt x="5508259" y="3139489"/>
                </a:lnTo>
                <a:lnTo>
                  <a:pt x="5506796" y="3139489"/>
                </a:lnTo>
                <a:lnTo>
                  <a:pt x="5505332" y="3139489"/>
                </a:lnTo>
                <a:lnTo>
                  <a:pt x="5503869" y="3139489"/>
                </a:lnTo>
                <a:lnTo>
                  <a:pt x="5502406" y="3139489"/>
                </a:lnTo>
                <a:lnTo>
                  <a:pt x="5500942" y="3139489"/>
                </a:lnTo>
                <a:lnTo>
                  <a:pt x="5499479" y="3139489"/>
                </a:lnTo>
                <a:lnTo>
                  <a:pt x="5498015" y="3139489"/>
                </a:lnTo>
                <a:lnTo>
                  <a:pt x="5496552" y="3139489"/>
                </a:lnTo>
                <a:lnTo>
                  <a:pt x="5495088" y="3139489"/>
                </a:lnTo>
                <a:lnTo>
                  <a:pt x="5493625" y="3139489"/>
                </a:lnTo>
                <a:lnTo>
                  <a:pt x="5492162" y="3139489"/>
                </a:lnTo>
                <a:lnTo>
                  <a:pt x="5490698" y="3139489"/>
                </a:lnTo>
                <a:lnTo>
                  <a:pt x="5489235" y="3139489"/>
                </a:lnTo>
                <a:lnTo>
                  <a:pt x="5487771" y="3139489"/>
                </a:lnTo>
                <a:lnTo>
                  <a:pt x="5486308" y="3139489"/>
                </a:lnTo>
                <a:lnTo>
                  <a:pt x="5484845" y="3139489"/>
                </a:lnTo>
                <a:lnTo>
                  <a:pt x="5483381" y="3139489"/>
                </a:lnTo>
                <a:lnTo>
                  <a:pt x="5481918" y="3139489"/>
                </a:lnTo>
                <a:lnTo>
                  <a:pt x="5480454" y="3139489"/>
                </a:lnTo>
                <a:lnTo>
                  <a:pt x="5478991" y="3139489"/>
                </a:lnTo>
                <a:lnTo>
                  <a:pt x="5477528" y="3139489"/>
                </a:lnTo>
                <a:lnTo>
                  <a:pt x="5476064" y="3139489"/>
                </a:lnTo>
                <a:lnTo>
                  <a:pt x="5474601" y="3139489"/>
                </a:lnTo>
                <a:lnTo>
                  <a:pt x="5473137" y="3139489"/>
                </a:lnTo>
                <a:lnTo>
                  <a:pt x="5471674" y="3139489"/>
                </a:lnTo>
                <a:lnTo>
                  <a:pt x="5470211" y="3139489"/>
                </a:lnTo>
                <a:lnTo>
                  <a:pt x="5468747" y="3139489"/>
                </a:lnTo>
                <a:lnTo>
                  <a:pt x="5467284" y="3139489"/>
                </a:lnTo>
                <a:lnTo>
                  <a:pt x="5465820" y="3139489"/>
                </a:lnTo>
                <a:lnTo>
                  <a:pt x="5464357" y="3139489"/>
                </a:lnTo>
                <a:lnTo>
                  <a:pt x="5462894" y="3139489"/>
                </a:lnTo>
                <a:lnTo>
                  <a:pt x="5461430" y="3139489"/>
                </a:lnTo>
                <a:lnTo>
                  <a:pt x="5459967" y="3139489"/>
                </a:lnTo>
                <a:lnTo>
                  <a:pt x="5458503" y="3139489"/>
                </a:lnTo>
                <a:lnTo>
                  <a:pt x="5457040" y="3139489"/>
                </a:lnTo>
                <a:lnTo>
                  <a:pt x="5455577" y="3139489"/>
                </a:lnTo>
                <a:lnTo>
                  <a:pt x="5454113" y="3139489"/>
                </a:lnTo>
                <a:lnTo>
                  <a:pt x="5452650" y="3139489"/>
                </a:lnTo>
                <a:lnTo>
                  <a:pt x="5451186" y="3139489"/>
                </a:lnTo>
                <a:lnTo>
                  <a:pt x="5449723" y="3139489"/>
                </a:lnTo>
                <a:lnTo>
                  <a:pt x="5448259" y="3139489"/>
                </a:lnTo>
                <a:lnTo>
                  <a:pt x="5446796" y="3139489"/>
                </a:lnTo>
                <a:lnTo>
                  <a:pt x="5445333" y="3139489"/>
                </a:lnTo>
                <a:lnTo>
                  <a:pt x="5443869" y="3139489"/>
                </a:lnTo>
                <a:lnTo>
                  <a:pt x="5442406" y="3139489"/>
                </a:lnTo>
                <a:lnTo>
                  <a:pt x="5440942" y="3139489"/>
                </a:lnTo>
                <a:lnTo>
                  <a:pt x="5439479" y="3139489"/>
                </a:lnTo>
                <a:lnTo>
                  <a:pt x="5438016" y="3139489"/>
                </a:lnTo>
                <a:lnTo>
                  <a:pt x="5436552" y="3139489"/>
                </a:lnTo>
                <a:lnTo>
                  <a:pt x="5435089" y="3139489"/>
                </a:lnTo>
                <a:lnTo>
                  <a:pt x="5433625" y="3139489"/>
                </a:lnTo>
                <a:lnTo>
                  <a:pt x="5432162" y="3139489"/>
                </a:lnTo>
                <a:lnTo>
                  <a:pt x="5430699" y="3139489"/>
                </a:lnTo>
                <a:lnTo>
                  <a:pt x="5429235" y="3139489"/>
                </a:lnTo>
                <a:lnTo>
                  <a:pt x="5427772" y="3139489"/>
                </a:lnTo>
                <a:lnTo>
                  <a:pt x="5426308" y="3139489"/>
                </a:lnTo>
                <a:lnTo>
                  <a:pt x="5424845" y="3139489"/>
                </a:lnTo>
                <a:lnTo>
                  <a:pt x="5423382" y="3139489"/>
                </a:lnTo>
                <a:lnTo>
                  <a:pt x="5421918" y="3139489"/>
                </a:lnTo>
                <a:lnTo>
                  <a:pt x="5420455" y="3139489"/>
                </a:lnTo>
                <a:lnTo>
                  <a:pt x="5418991" y="3139489"/>
                </a:lnTo>
                <a:lnTo>
                  <a:pt x="5417528" y="3139489"/>
                </a:lnTo>
                <a:lnTo>
                  <a:pt x="5416065" y="3139489"/>
                </a:lnTo>
                <a:lnTo>
                  <a:pt x="5414601" y="3139489"/>
                </a:lnTo>
                <a:lnTo>
                  <a:pt x="5413138" y="3139489"/>
                </a:lnTo>
                <a:lnTo>
                  <a:pt x="5411674" y="3139489"/>
                </a:lnTo>
                <a:lnTo>
                  <a:pt x="5410211" y="3139489"/>
                </a:lnTo>
                <a:lnTo>
                  <a:pt x="5408748" y="3139489"/>
                </a:lnTo>
                <a:lnTo>
                  <a:pt x="5407284" y="3139489"/>
                </a:lnTo>
                <a:lnTo>
                  <a:pt x="5405821" y="3139489"/>
                </a:lnTo>
                <a:lnTo>
                  <a:pt x="5404357" y="3139489"/>
                </a:lnTo>
                <a:lnTo>
                  <a:pt x="5402894" y="3139489"/>
                </a:lnTo>
                <a:lnTo>
                  <a:pt x="5401430" y="3139489"/>
                </a:lnTo>
                <a:lnTo>
                  <a:pt x="5399967" y="3139489"/>
                </a:lnTo>
                <a:lnTo>
                  <a:pt x="5398504" y="3139489"/>
                </a:lnTo>
                <a:lnTo>
                  <a:pt x="5397040" y="3139489"/>
                </a:lnTo>
                <a:lnTo>
                  <a:pt x="5395577" y="3139489"/>
                </a:lnTo>
                <a:lnTo>
                  <a:pt x="5394113" y="3139489"/>
                </a:lnTo>
                <a:lnTo>
                  <a:pt x="5392650" y="3139489"/>
                </a:lnTo>
                <a:lnTo>
                  <a:pt x="5391187" y="3139489"/>
                </a:lnTo>
                <a:lnTo>
                  <a:pt x="5389723" y="3139489"/>
                </a:lnTo>
                <a:lnTo>
                  <a:pt x="5388260" y="3139489"/>
                </a:lnTo>
                <a:lnTo>
                  <a:pt x="5386796" y="3139489"/>
                </a:lnTo>
                <a:lnTo>
                  <a:pt x="5385333" y="3139489"/>
                </a:lnTo>
                <a:lnTo>
                  <a:pt x="5383870" y="3139489"/>
                </a:lnTo>
                <a:lnTo>
                  <a:pt x="5382406" y="3139489"/>
                </a:lnTo>
                <a:lnTo>
                  <a:pt x="5380943" y="3139489"/>
                </a:lnTo>
                <a:lnTo>
                  <a:pt x="5379479" y="3139489"/>
                </a:lnTo>
                <a:lnTo>
                  <a:pt x="5378016" y="3139489"/>
                </a:lnTo>
                <a:lnTo>
                  <a:pt x="5376553" y="3139489"/>
                </a:lnTo>
                <a:lnTo>
                  <a:pt x="5375089" y="3139489"/>
                </a:lnTo>
                <a:lnTo>
                  <a:pt x="5373626" y="3139489"/>
                </a:lnTo>
                <a:lnTo>
                  <a:pt x="5372162" y="3139489"/>
                </a:lnTo>
                <a:lnTo>
                  <a:pt x="5370699" y="3139489"/>
                </a:lnTo>
                <a:lnTo>
                  <a:pt x="5369236" y="3139489"/>
                </a:lnTo>
                <a:lnTo>
                  <a:pt x="5367772" y="3139489"/>
                </a:lnTo>
                <a:lnTo>
                  <a:pt x="5366309" y="3139489"/>
                </a:lnTo>
                <a:lnTo>
                  <a:pt x="5364845" y="3139489"/>
                </a:lnTo>
                <a:lnTo>
                  <a:pt x="5363382" y="3139489"/>
                </a:lnTo>
                <a:lnTo>
                  <a:pt x="5361919" y="3139489"/>
                </a:lnTo>
                <a:lnTo>
                  <a:pt x="5360455" y="3139489"/>
                </a:lnTo>
                <a:lnTo>
                  <a:pt x="5358992" y="3139489"/>
                </a:lnTo>
                <a:lnTo>
                  <a:pt x="5357528" y="3139489"/>
                </a:lnTo>
                <a:lnTo>
                  <a:pt x="5356065" y="3139489"/>
                </a:lnTo>
                <a:lnTo>
                  <a:pt x="5354602" y="3139489"/>
                </a:lnTo>
                <a:lnTo>
                  <a:pt x="5353138" y="3139489"/>
                </a:lnTo>
                <a:lnTo>
                  <a:pt x="5351675" y="3139489"/>
                </a:lnTo>
                <a:lnTo>
                  <a:pt x="5350211" y="3139489"/>
                </a:lnTo>
                <a:lnTo>
                  <a:pt x="5348748" y="3139489"/>
                </a:lnTo>
                <a:lnTo>
                  <a:pt x="5347284" y="3139489"/>
                </a:lnTo>
                <a:lnTo>
                  <a:pt x="5345821" y="3139489"/>
                </a:lnTo>
                <a:lnTo>
                  <a:pt x="5344358" y="3139489"/>
                </a:lnTo>
                <a:lnTo>
                  <a:pt x="5342894" y="3139489"/>
                </a:lnTo>
                <a:lnTo>
                  <a:pt x="5341431" y="3139489"/>
                </a:lnTo>
                <a:lnTo>
                  <a:pt x="5339967" y="3139489"/>
                </a:lnTo>
                <a:lnTo>
                  <a:pt x="5338504" y="3139489"/>
                </a:lnTo>
                <a:lnTo>
                  <a:pt x="5337041" y="3139489"/>
                </a:lnTo>
                <a:lnTo>
                  <a:pt x="5335577" y="3139489"/>
                </a:lnTo>
                <a:lnTo>
                  <a:pt x="5334114" y="3139489"/>
                </a:lnTo>
                <a:lnTo>
                  <a:pt x="5332650" y="3139489"/>
                </a:lnTo>
                <a:lnTo>
                  <a:pt x="5331187" y="3139489"/>
                </a:lnTo>
                <a:lnTo>
                  <a:pt x="5329724" y="3139489"/>
                </a:lnTo>
                <a:lnTo>
                  <a:pt x="5328260" y="3139489"/>
                </a:lnTo>
                <a:lnTo>
                  <a:pt x="5326797" y="3139489"/>
                </a:lnTo>
                <a:lnTo>
                  <a:pt x="5325333" y="3139489"/>
                </a:lnTo>
                <a:lnTo>
                  <a:pt x="5323870" y="3139489"/>
                </a:lnTo>
                <a:lnTo>
                  <a:pt x="5322407" y="3139489"/>
                </a:lnTo>
                <a:lnTo>
                  <a:pt x="5320943" y="3139489"/>
                </a:lnTo>
                <a:lnTo>
                  <a:pt x="5319480" y="3139489"/>
                </a:lnTo>
                <a:lnTo>
                  <a:pt x="5318016" y="3139489"/>
                </a:lnTo>
                <a:lnTo>
                  <a:pt x="5316553" y="3139489"/>
                </a:lnTo>
                <a:lnTo>
                  <a:pt x="5315090" y="3139489"/>
                </a:lnTo>
                <a:lnTo>
                  <a:pt x="5313626" y="3139489"/>
                </a:lnTo>
                <a:lnTo>
                  <a:pt x="5312163" y="3139489"/>
                </a:lnTo>
                <a:lnTo>
                  <a:pt x="5310699" y="3139489"/>
                </a:lnTo>
                <a:lnTo>
                  <a:pt x="5309236" y="3139489"/>
                </a:lnTo>
                <a:lnTo>
                  <a:pt x="5307773" y="3139489"/>
                </a:lnTo>
                <a:lnTo>
                  <a:pt x="5306309" y="3139489"/>
                </a:lnTo>
                <a:lnTo>
                  <a:pt x="5304846" y="3139489"/>
                </a:lnTo>
                <a:lnTo>
                  <a:pt x="5303382" y="3139489"/>
                </a:lnTo>
                <a:lnTo>
                  <a:pt x="5301919" y="3139489"/>
                </a:lnTo>
                <a:lnTo>
                  <a:pt x="5300455" y="3139489"/>
                </a:lnTo>
                <a:lnTo>
                  <a:pt x="5298992" y="3139489"/>
                </a:lnTo>
                <a:lnTo>
                  <a:pt x="5297529" y="3139489"/>
                </a:lnTo>
                <a:lnTo>
                  <a:pt x="5296065" y="3139489"/>
                </a:lnTo>
                <a:lnTo>
                  <a:pt x="5294602" y="3139489"/>
                </a:lnTo>
                <a:lnTo>
                  <a:pt x="5293138" y="3139489"/>
                </a:lnTo>
                <a:lnTo>
                  <a:pt x="5291675" y="3139489"/>
                </a:lnTo>
                <a:lnTo>
                  <a:pt x="5290212" y="3139489"/>
                </a:lnTo>
                <a:lnTo>
                  <a:pt x="5288748" y="3139489"/>
                </a:lnTo>
                <a:lnTo>
                  <a:pt x="5287285" y="3139489"/>
                </a:lnTo>
                <a:lnTo>
                  <a:pt x="5285821" y="3139489"/>
                </a:lnTo>
                <a:lnTo>
                  <a:pt x="5284358" y="3139489"/>
                </a:lnTo>
                <a:lnTo>
                  <a:pt x="5282895" y="3139489"/>
                </a:lnTo>
                <a:lnTo>
                  <a:pt x="5281431" y="3139489"/>
                </a:lnTo>
                <a:lnTo>
                  <a:pt x="5279968" y="3139489"/>
                </a:lnTo>
                <a:lnTo>
                  <a:pt x="5278504" y="3139489"/>
                </a:lnTo>
                <a:lnTo>
                  <a:pt x="5277041" y="3139489"/>
                </a:lnTo>
                <a:lnTo>
                  <a:pt x="5275578" y="3139489"/>
                </a:lnTo>
                <a:lnTo>
                  <a:pt x="5274114" y="3139489"/>
                </a:lnTo>
                <a:lnTo>
                  <a:pt x="5272651" y="3139489"/>
                </a:lnTo>
                <a:lnTo>
                  <a:pt x="5271187" y="3139489"/>
                </a:lnTo>
                <a:lnTo>
                  <a:pt x="5269724" y="3139489"/>
                </a:lnTo>
                <a:lnTo>
                  <a:pt x="5268261" y="3139489"/>
                </a:lnTo>
                <a:lnTo>
                  <a:pt x="5266797" y="3139489"/>
                </a:lnTo>
                <a:lnTo>
                  <a:pt x="5265334" y="3139489"/>
                </a:lnTo>
                <a:lnTo>
                  <a:pt x="5263870" y="3139489"/>
                </a:lnTo>
                <a:lnTo>
                  <a:pt x="5262407" y="3139489"/>
                </a:lnTo>
                <a:lnTo>
                  <a:pt x="5260944" y="3139489"/>
                </a:lnTo>
                <a:lnTo>
                  <a:pt x="5259480" y="3139489"/>
                </a:lnTo>
                <a:lnTo>
                  <a:pt x="5258017" y="3139489"/>
                </a:lnTo>
                <a:lnTo>
                  <a:pt x="5256553" y="3139489"/>
                </a:lnTo>
                <a:lnTo>
                  <a:pt x="5255090" y="3139489"/>
                </a:lnTo>
                <a:lnTo>
                  <a:pt x="5253627" y="3139489"/>
                </a:lnTo>
                <a:lnTo>
                  <a:pt x="5252163" y="3139489"/>
                </a:lnTo>
                <a:lnTo>
                  <a:pt x="5250700" y="3139489"/>
                </a:lnTo>
                <a:lnTo>
                  <a:pt x="5249236" y="3139489"/>
                </a:lnTo>
                <a:lnTo>
                  <a:pt x="5247773" y="3139489"/>
                </a:lnTo>
                <a:lnTo>
                  <a:pt x="5246309" y="3139489"/>
                </a:lnTo>
                <a:lnTo>
                  <a:pt x="5244846" y="3139489"/>
                </a:lnTo>
                <a:lnTo>
                  <a:pt x="5243383" y="3139489"/>
                </a:lnTo>
                <a:lnTo>
                  <a:pt x="5241919" y="3139489"/>
                </a:lnTo>
                <a:lnTo>
                  <a:pt x="5240456" y="3139489"/>
                </a:lnTo>
                <a:lnTo>
                  <a:pt x="5238992" y="3139489"/>
                </a:lnTo>
                <a:lnTo>
                  <a:pt x="5237529" y="3139489"/>
                </a:lnTo>
                <a:lnTo>
                  <a:pt x="5236066" y="3139489"/>
                </a:lnTo>
                <a:lnTo>
                  <a:pt x="5234602" y="3139489"/>
                </a:lnTo>
                <a:lnTo>
                  <a:pt x="5233139" y="3139489"/>
                </a:lnTo>
                <a:lnTo>
                  <a:pt x="5231675" y="3139489"/>
                </a:lnTo>
                <a:lnTo>
                  <a:pt x="5230212" y="3139489"/>
                </a:lnTo>
                <a:lnTo>
                  <a:pt x="5228749" y="3139489"/>
                </a:lnTo>
                <a:lnTo>
                  <a:pt x="5227285" y="3139489"/>
                </a:lnTo>
                <a:lnTo>
                  <a:pt x="5225822" y="3139489"/>
                </a:lnTo>
                <a:lnTo>
                  <a:pt x="5224358" y="3139489"/>
                </a:lnTo>
                <a:lnTo>
                  <a:pt x="5222895" y="3139489"/>
                </a:lnTo>
                <a:lnTo>
                  <a:pt x="5221432" y="3139489"/>
                </a:lnTo>
                <a:lnTo>
                  <a:pt x="5219968" y="3139489"/>
                </a:lnTo>
                <a:lnTo>
                  <a:pt x="5218505" y="3139489"/>
                </a:lnTo>
                <a:lnTo>
                  <a:pt x="5217041" y="3139489"/>
                </a:lnTo>
                <a:lnTo>
                  <a:pt x="5215578" y="3139489"/>
                </a:lnTo>
                <a:lnTo>
                  <a:pt x="5214115" y="3139489"/>
                </a:lnTo>
                <a:lnTo>
                  <a:pt x="5212651" y="3139489"/>
                </a:lnTo>
                <a:lnTo>
                  <a:pt x="5211188" y="3139489"/>
                </a:lnTo>
                <a:lnTo>
                  <a:pt x="5209724" y="3139489"/>
                </a:lnTo>
                <a:lnTo>
                  <a:pt x="5208261" y="3139489"/>
                </a:lnTo>
                <a:lnTo>
                  <a:pt x="5206798" y="3139489"/>
                </a:lnTo>
                <a:lnTo>
                  <a:pt x="5205334" y="3139489"/>
                </a:lnTo>
                <a:lnTo>
                  <a:pt x="5203871" y="3139489"/>
                </a:lnTo>
                <a:lnTo>
                  <a:pt x="5202407" y="3139489"/>
                </a:lnTo>
                <a:lnTo>
                  <a:pt x="5200944" y="3139489"/>
                </a:lnTo>
                <a:lnTo>
                  <a:pt x="5199480" y="3139489"/>
                </a:lnTo>
                <a:lnTo>
                  <a:pt x="5198017" y="3139489"/>
                </a:lnTo>
                <a:lnTo>
                  <a:pt x="5196554" y="3139489"/>
                </a:lnTo>
                <a:lnTo>
                  <a:pt x="5195090" y="3139489"/>
                </a:lnTo>
                <a:lnTo>
                  <a:pt x="5193627" y="3139489"/>
                </a:lnTo>
                <a:lnTo>
                  <a:pt x="5192163" y="3139489"/>
                </a:lnTo>
                <a:lnTo>
                  <a:pt x="5190700" y="3139489"/>
                </a:lnTo>
                <a:lnTo>
                  <a:pt x="5189237" y="3139489"/>
                </a:lnTo>
                <a:lnTo>
                  <a:pt x="5187773" y="3139489"/>
                </a:lnTo>
                <a:lnTo>
                  <a:pt x="5186310" y="3139489"/>
                </a:lnTo>
                <a:lnTo>
                  <a:pt x="5184846" y="3139489"/>
                </a:lnTo>
                <a:lnTo>
                  <a:pt x="5183383" y="3139489"/>
                </a:lnTo>
                <a:lnTo>
                  <a:pt x="5181920" y="3139489"/>
                </a:lnTo>
                <a:lnTo>
                  <a:pt x="5180456" y="3139489"/>
                </a:lnTo>
                <a:lnTo>
                  <a:pt x="5178993" y="3139489"/>
                </a:lnTo>
                <a:lnTo>
                  <a:pt x="5177529" y="3139489"/>
                </a:lnTo>
                <a:lnTo>
                  <a:pt x="5176066" y="3139489"/>
                </a:lnTo>
                <a:lnTo>
                  <a:pt x="5174603" y="3139489"/>
                </a:lnTo>
                <a:lnTo>
                  <a:pt x="5173139" y="3139489"/>
                </a:lnTo>
                <a:lnTo>
                  <a:pt x="5171676" y="3139489"/>
                </a:lnTo>
                <a:lnTo>
                  <a:pt x="5170212" y="3139489"/>
                </a:lnTo>
                <a:lnTo>
                  <a:pt x="5168749" y="3139489"/>
                </a:lnTo>
                <a:lnTo>
                  <a:pt x="5167286" y="3139489"/>
                </a:lnTo>
                <a:lnTo>
                  <a:pt x="5165822" y="3139489"/>
                </a:lnTo>
                <a:lnTo>
                  <a:pt x="5164359" y="3139489"/>
                </a:lnTo>
                <a:lnTo>
                  <a:pt x="5162895" y="3139489"/>
                </a:lnTo>
                <a:lnTo>
                  <a:pt x="5161432" y="3139489"/>
                </a:lnTo>
                <a:lnTo>
                  <a:pt x="5159969" y="3139489"/>
                </a:lnTo>
                <a:lnTo>
                  <a:pt x="5158505" y="3139489"/>
                </a:lnTo>
                <a:lnTo>
                  <a:pt x="5157042" y="3139489"/>
                </a:lnTo>
                <a:lnTo>
                  <a:pt x="5155578" y="3139489"/>
                </a:lnTo>
                <a:lnTo>
                  <a:pt x="5154115" y="3139489"/>
                </a:lnTo>
                <a:lnTo>
                  <a:pt x="5152652" y="3139489"/>
                </a:lnTo>
                <a:lnTo>
                  <a:pt x="5151188" y="3139489"/>
                </a:lnTo>
                <a:lnTo>
                  <a:pt x="5149725" y="3139489"/>
                </a:lnTo>
                <a:lnTo>
                  <a:pt x="5148261" y="3139489"/>
                </a:lnTo>
                <a:lnTo>
                  <a:pt x="5146798" y="3139489"/>
                </a:lnTo>
                <a:lnTo>
                  <a:pt x="5145334" y="3139489"/>
                </a:lnTo>
                <a:lnTo>
                  <a:pt x="5143871" y="3139489"/>
                </a:lnTo>
                <a:lnTo>
                  <a:pt x="5142408" y="3139489"/>
                </a:lnTo>
                <a:lnTo>
                  <a:pt x="5140944" y="3139489"/>
                </a:lnTo>
                <a:lnTo>
                  <a:pt x="5139481" y="3139489"/>
                </a:lnTo>
                <a:lnTo>
                  <a:pt x="5138017" y="3139489"/>
                </a:lnTo>
                <a:lnTo>
                  <a:pt x="5136554" y="3139489"/>
                </a:lnTo>
                <a:lnTo>
                  <a:pt x="5135091" y="3139489"/>
                </a:lnTo>
                <a:lnTo>
                  <a:pt x="5133627" y="3139489"/>
                </a:lnTo>
                <a:lnTo>
                  <a:pt x="5132164" y="3139489"/>
                </a:lnTo>
                <a:lnTo>
                  <a:pt x="5130700" y="3139489"/>
                </a:lnTo>
                <a:lnTo>
                  <a:pt x="5129237" y="3139489"/>
                </a:lnTo>
                <a:lnTo>
                  <a:pt x="5127774" y="3139489"/>
                </a:lnTo>
                <a:lnTo>
                  <a:pt x="5126310" y="3139489"/>
                </a:lnTo>
                <a:lnTo>
                  <a:pt x="5124847" y="3139489"/>
                </a:lnTo>
                <a:lnTo>
                  <a:pt x="5123383" y="3139489"/>
                </a:lnTo>
                <a:lnTo>
                  <a:pt x="5121920" y="3139489"/>
                </a:lnTo>
                <a:lnTo>
                  <a:pt x="5120457" y="3139489"/>
                </a:lnTo>
                <a:lnTo>
                  <a:pt x="5118993" y="3139489"/>
                </a:lnTo>
                <a:lnTo>
                  <a:pt x="5117530" y="3139489"/>
                </a:lnTo>
                <a:lnTo>
                  <a:pt x="5116066" y="3139489"/>
                </a:lnTo>
                <a:lnTo>
                  <a:pt x="5114603" y="3139489"/>
                </a:lnTo>
                <a:lnTo>
                  <a:pt x="5113140" y="3139489"/>
                </a:lnTo>
                <a:lnTo>
                  <a:pt x="5111676" y="3139489"/>
                </a:lnTo>
                <a:lnTo>
                  <a:pt x="5110213" y="3139489"/>
                </a:lnTo>
                <a:lnTo>
                  <a:pt x="5108749" y="3139489"/>
                </a:lnTo>
                <a:lnTo>
                  <a:pt x="5107286" y="3139489"/>
                </a:lnTo>
                <a:lnTo>
                  <a:pt x="5105823" y="3139489"/>
                </a:lnTo>
                <a:lnTo>
                  <a:pt x="5104359" y="3139489"/>
                </a:lnTo>
                <a:lnTo>
                  <a:pt x="5102896" y="3139489"/>
                </a:lnTo>
                <a:lnTo>
                  <a:pt x="5101432" y="3139489"/>
                </a:lnTo>
                <a:lnTo>
                  <a:pt x="5099969" y="3139489"/>
                </a:lnTo>
                <a:lnTo>
                  <a:pt x="5098505" y="3139489"/>
                </a:lnTo>
                <a:lnTo>
                  <a:pt x="5097042" y="3139489"/>
                </a:lnTo>
                <a:lnTo>
                  <a:pt x="5095579" y="3139489"/>
                </a:lnTo>
                <a:lnTo>
                  <a:pt x="5094115" y="3139489"/>
                </a:lnTo>
                <a:lnTo>
                  <a:pt x="5092652" y="3139489"/>
                </a:lnTo>
                <a:lnTo>
                  <a:pt x="5091188" y="3139489"/>
                </a:lnTo>
                <a:lnTo>
                  <a:pt x="5089725" y="3139489"/>
                </a:lnTo>
                <a:lnTo>
                  <a:pt x="5088262" y="3139489"/>
                </a:lnTo>
                <a:lnTo>
                  <a:pt x="5086798" y="3139489"/>
                </a:lnTo>
                <a:lnTo>
                  <a:pt x="5085335" y="3139489"/>
                </a:lnTo>
                <a:lnTo>
                  <a:pt x="5083871" y="3139489"/>
                </a:lnTo>
                <a:lnTo>
                  <a:pt x="5082408" y="3139489"/>
                </a:lnTo>
                <a:lnTo>
                  <a:pt x="5080945" y="3139489"/>
                </a:lnTo>
                <a:lnTo>
                  <a:pt x="5079481" y="3139489"/>
                </a:lnTo>
                <a:lnTo>
                  <a:pt x="5078018" y="3139489"/>
                </a:lnTo>
                <a:lnTo>
                  <a:pt x="5076554" y="3139489"/>
                </a:lnTo>
                <a:lnTo>
                  <a:pt x="5075091" y="3139489"/>
                </a:lnTo>
                <a:lnTo>
                  <a:pt x="5073628" y="3139489"/>
                </a:lnTo>
                <a:lnTo>
                  <a:pt x="5072164" y="3139489"/>
                </a:lnTo>
                <a:lnTo>
                  <a:pt x="5070701" y="3139489"/>
                </a:lnTo>
                <a:lnTo>
                  <a:pt x="5069237" y="3139489"/>
                </a:lnTo>
                <a:lnTo>
                  <a:pt x="5067774" y="3139489"/>
                </a:lnTo>
                <a:lnTo>
                  <a:pt x="5066311" y="3139489"/>
                </a:lnTo>
                <a:lnTo>
                  <a:pt x="5064847" y="3139489"/>
                </a:lnTo>
                <a:lnTo>
                  <a:pt x="5063384" y="3139489"/>
                </a:lnTo>
                <a:lnTo>
                  <a:pt x="5061920" y="3139489"/>
                </a:lnTo>
                <a:lnTo>
                  <a:pt x="5060457" y="3139489"/>
                </a:lnTo>
                <a:lnTo>
                  <a:pt x="5058994" y="3139489"/>
                </a:lnTo>
                <a:lnTo>
                  <a:pt x="5057530" y="3139489"/>
                </a:lnTo>
                <a:lnTo>
                  <a:pt x="5056067" y="3139489"/>
                </a:lnTo>
                <a:lnTo>
                  <a:pt x="5054603" y="3139489"/>
                </a:lnTo>
                <a:lnTo>
                  <a:pt x="5053140" y="3139489"/>
                </a:lnTo>
                <a:lnTo>
                  <a:pt x="5051676" y="3139489"/>
                </a:lnTo>
                <a:lnTo>
                  <a:pt x="5050213" y="3139489"/>
                </a:lnTo>
                <a:lnTo>
                  <a:pt x="5048750" y="3139489"/>
                </a:lnTo>
                <a:lnTo>
                  <a:pt x="5047286" y="3139489"/>
                </a:lnTo>
                <a:lnTo>
                  <a:pt x="5045823" y="3139489"/>
                </a:lnTo>
                <a:lnTo>
                  <a:pt x="5044359" y="3139489"/>
                </a:lnTo>
                <a:lnTo>
                  <a:pt x="5042896" y="3139489"/>
                </a:lnTo>
                <a:lnTo>
                  <a:pt x="5041433" y="3139489"/>
                </a:lnTo>
                <a:lnTo>
                  <a:pt x="5039969" y="3139489"/>
                </a:lnTo>
                <a:lnTo>
                  <a:pt x="5038506" y="3139489"/>
                </a:lnTo>
                <a:lnTo>
                  <a:pt x="5037042" y="3139489"/>
                </a:lnTo>
                <a:lnTo>
                  <a:pt x="5035579" y="3139489"/>
                </a:lnTo>
                <a:lnTo>
                  <a:pt x="5034116" y="3139489"/>
                </a:lnTo>
                <a:lnTo>
                  <a:pt x="5032652" y="3139489"/>
                </a:lnTo>
                <a:lnTo>
                  <a:pt x="5031189" y="3139489"/>
                </a:lnTo>
                <a:lnTo>
                  <a:pt x="5029725" y="3139489"/>
                </a:lnTo>
                <a:lnTo>
                  <a:pt x="5028262" y="3139489"/>
                </a:lnTo>
                <a:lnTo>
                  <a:pt x="5026799" y="3139489"/>
                </a:lnTo>
                <a:lnTo>
                  <a:pt x="5025335" y="3139489"/>
                </a:lnTo>
                <a:lnTo>
                  <a:pt x="5023872" y="3139489"/>
                </a:lnTo>
                <a:lnTo>
                  <a:pt x="5022408" y="3139489"/>
                </a:lnTo>
                <a:lnTo>
                  <a:pt x="5020945" y="3139489"/>
                </a:lnTo>
                <a:lnTo>
                  <a:pt x="5019482" y="3139489"/>
                </a:lnTo>
                <a:lnTo>
                  <a:pt x="5018018" y="3139489"/>
                </a:lnTo>
                <a:lnTo>
                  <a:pt x="5016555" y="3139489"/>
                </a:lnTo>
                <a:lnTo>
                  <a:pt x="5015091" y="3139489"/>
                </a:lnTo>
                <a:lnTo>
                  <a:pt x="5013628" y="3139489"/>
                </a:lnTo>
                <a:lnTo>
                  <a:pt x="5012165" y="3139489"/>
                </a:lnTo>
                <a:lnTo>
                  <a:pt x="5010701" y="3139489"/>
                </a:lnTo>
                <a:lnTo>
                  <a:pt x="5009238" y="3139489"/>
                </a:lnTo>
                <a:lnTo>
                  <a:pt x="5007774" y="3139489"/>
                </a:lnTo>
                <a:lnTo>
                  <a:pt x="5006311" y="3139489"/>
                </a:lnTo>
                <a:lnTo>
                  <a:pt x="5004848" y="3139489"/>
                </a:lnTo>
                <a:lnTo>
                  <a:pt x="5003384" y="3139489"/>
                </a:lnTo>
                <a:lnTo>
                  <a:pt x="5001921" y="3139489"/>
                </a:lnTo>
                <a:lnTo>
                  <a:pt x="5000457" y="3139489"/>
                </a:lnTo>
                <a:lnTo>
                  <a:pt x="4998994" y="3139489"/>
                </a:lnTo>
                <a:lnTo>
                  <a:pt x="4997530" y="3139489"/>
                </a:lnTo>
                <a:lnTo>
                  <a:pt x="4996067" y="3139489"/>
                </a:lnTo>
                <a:lnTo>
                  <a:pt x="4994604" y="3139489"/>
                </a:lnTo>
                <a:lnTo>
                  <a:pt x="4993140" y="3139489"/>
                </a:lnTo>
                <a:lnTo>
                  <a:pt x="4991677" y="3139489"/>
                </a:lnTo>
                <a:lnTo>
                  <a:pt x="4990213" y="3139489"/>
                </a:lnTo>
                <a:lnTo>
                  <a:pt x="4988750" y="3139489"/>
                </a:lnTo>
                <a:lnTo>
                  <a:pt x="4987287" y="3139489"/>
                </a:lnTo>
                <a:lnTo>
                  <a:pt x="4985823" y="3139489"/>
                </a:lnTo>
                <a:lnTo>
                  <a:pt x="4984360" y="3139489"/>
                </a:lnTo>
                <a:lnTo>
                  <a:pt x="4982896" y="3139489"/>
                </a:lnTo>
                <a:lnTo>
                  <a:pt x="4981433" y="3139489"/>
                </a:lnTo>
                <a:lnTo>
                  <a:pt x="4979970" y="3139489"/>
                </a:lnTo>
                <a:lnTo>
                  <a:pt x="4978506" y="3139489"/>
                </a:lnTo>
                <a:lnTo>
                  <a:pt x="4977043" y="3139489"/>
                </a:lnTo>
                <a:lnTo>
                  <a:pt x="4975579" y="3139489"/>
                </a:lnTo>
                <a:lnTo>
                  <a:pt x="4974116" y="3139489"/>
                </a:lnTo>
                <a:lnTo>
                  <a:pt x="4972653" y="3139489"/>
                </a:lnTo>
                <a:lnTo>
                  <a:pt x="4971189" y="3139489"/>
                </a:lnTo>
                <a:lnTo>
                  <a:pt x="4969726" y="3139489"/>
                </a:lnTo>
                <a:lnTo>
                  <a:pt x="4968262" y="3139489"/>
                </a:lnTo>
                <a:lnTo>
                  <a:pt x="4966799" y="3139489"/>
                </a:lnTo>
                <a:lnTo>
                  <a:pt x="4965336" y="3139489"/>
                </a:lnTo>
                <a:lnTo>
                  <a:pt x="4963872" y="3139489"/>
                </a:lnTo>
                <a:lnTo>
                  <a:pt x="4962409" y="3139489"/>
                </a:lnTo>
                <a:lnTo>
                  <a:pt x="4960945" y="3139489"/>
                </a:lnTo>
                <a:lnTo>
                  <a:pt x="4959482" y="3139489"/>
                </a:lnTo>
                <a:lnTo>
                  <a:pt x="4958019" y="3139489"/>
                </a:lnTo>
                <a:lnTo>
                  <a:pt x="4956555" y="3139489"/>
                </a:lnTo>
                <a:lnTo>
                  <a:pt x="4955092" y="3139489"/>
                </a:lnTo>
                <a:lnTo>
                  <a:pt x="4953628" y="3139489"/>
                </a:lnTo>
                <a:lnTo>
                  <a:pt x="4952165" y="3139489"/>
                </a:lnTo>
                <a:lnTo>
                  <a:pt x="4950701" y="3139489"/>
                </a:lnTo>
                <a:lnTo>
                  <a:pt x="4949238" y="3139489"/>
                </a:lnTo>
                <a:lnTo>
                  <a:pt x="4947775" y="3139489"/>
                </a:lnTo>
                <a:lnTo>
                  <a:pt x="4946311" y="3139489"/>
                </a:lnTo>
                <a:lnTo>
                  <a:pt x="4944848" y="3139489"/>
                </a:lnTo>
                <a:lnTo>
                  <a:pt x="4943384" y="3139489"/>
                </a:lnTo>
                <a:lnTo>
                  <a:pt x="4941921" y="3139489"/>
                </a:lnTo>
                <a:lnTo>
                  <a:pt x="4940458" y="3139489"/>
                </a:lnTo>
                <a:lnTo>
                  <a:pt x="4938994" y="3139489"/>
                </a:lnTo>
                <a:lnTo>
                  <a:pt x="4937531" y="3139489"/>
                </a:lnTo>
                <a:lnTo>
                  <a:pt x="4936067" y="3139489"/>
                </a:lnTo>
                <a:lnTo>
                  <a:pt x="4934604" y="3139489"/>
                </a:lnTo>
                <a:lnTo>
                  <a:pt x="4933141" y="3139489"/>
                </a:lnTo>
                <a:lnTo>
                  <a:pt x="4931677" y="3139489"/>
                </a:lnTo>
                <a:lnTo>
                  <a:pt x="4930214" y="3139489"/>
                </a:lnTo>
                <a:lnTo>
                  <a:pt x="4928750" y="3139489"/>
                </a:lnTo>
                <a:lnTo>
                  <a:pt x="4927287" y="3139489"/>
                </a:lnTo>
                <a:lnTo>
                  <a:pt x="4925824" y="3139489"/>
                </a:lnTo>
                <a:lnTo>
                  <a:pt x="4924360" y="3139489"/>
                </a:lnTo>
                <a:lnTo>
                  <a:pt x="4922897" y="3139489"/>
                </a:lnTo>
                <a:lnTo>
                  <a:pt x="4921433" y="3139489"/>
                </a:lnTo>
                <a:lnTo>
                  <a:pt x="4919970" y="3139489"/>
                </a:lnTo>
                <a:lnTo>
                  <a:pt x="4918507" y="3139489"/>
                </a:lnTo>
                <a:lnTo>
                  <a:pt x="4917043" y="3139489"/>
                </a:lnTo>
                <a:lnTo>
                  <a:pt x="4915580" y="3139489"/>
                </a:lnTo>
                <a:lnTo>
                  <a:pt x="4914116" y="3139489"/>
                </a:lnTo>
                <a:lnTo>
                  <a:pt x="4912653" y="3139489"/>
                </a:lnTo>
                <a:lnTo>
                  <a:pt x="4911190" y="3139489"/>
                </a:lnTo>
                <a:lnTo>
                  <a:pt x="4909726" y="3139489"/>
                </a:lnTo>
                <a:lnTo>
                  <a:pt x="4908263" y="3139489"/>
                </a:lnTo>
                <a:lnTo>
                  <a:pt x="4906799" y="3139489"/>
                </a:lnTo>
                <a:lnTo>
                  <a:pt x="4905336" y="3139489"/>
                </a:lnTo>
                <a:lnTo>
                  <a:pt x="4903873" y="3139489"/>
                </a:lnTo>
                <a:lnTo>
                  <a:pt x="4902409" y="3139489"/>
                </a:lnTo>
                <a:lnTo>
                  <a:pt x="4900946" y="3139489"/>
                </a:lnTo>
                <a:lnTo>
                  <a:pt x="4899482" y="3139489"/>
                </a:lnTo>
                <a:lnTo>
                  <a:pt x="4898019" y="3139489"/>
                </a:lnTo>
                <a:lnTo>
                  <a:pt x="4896555" y="3139489"/>
                </a:lnTo>
                <a:lnTo>
                  <a:pt x="4895092" y="3139489"/>
                </a:lnTo>
                <a:lnTo>
                  <a:pt x="4893629" y="3139489"/>
                </a:lnTo>
                <a:lnTo>
                  <a:pt x="4892165" y="3139489"/>
                </a:lnTo>
                <a:lnTo>
                  <a:pt x="4890702" y="3139489"/>
                </a:lnTo>
                <a:lnTo>
                  <a:pt x="4889238" y="3139489"/>
                </a:lnTo>
                <a:lnTo>
                  <a:pt x="4887775" y="3139489"/>
                </a:lnTo>
                <a:lnTo>
                  <a:pt x="4886312" y="3139489"/>
                </a:lnTo>
                <a:lnTo>
                  <a:pt x="4884848" y="3139489"/>
                </a:lnTo>
                <a:lnTo>
                  <a:pt x="4883385" y="3139489"/>
                </a:lnTo>
                <a:lnTo>
                  <a:pt x="4881921" y="3139489"/>
                </a:lnTo>
                <a:lnTo>
                  <a:pt x="4880458" y="3139489"/>
                </a:lnTo>
                <a:lnTo>
                  <a:pt x="4878995" y="3139489"/>
                </a:lnTo>
                <a:lnTo>
                  <a:pt x="4877531" y="3139489"/>
                </a:lnTo>
                <a:lnTo>
                  <a:pt x="4876068" y="3139489"/>
                </a:lnTo>
                <a:lnTo>
                  <a:pt x="4874604" y="3139489"/>
                </a:lnTo>
                <a:lnTo>
                  <a:pt x="4873141" y="3139489"/>
                </a:lnTo>
                <a:lnTo>
                  <a:pt x="4871678" y="3139489"/>
                </a:lnTo>
                <a:lnTo>
                  <a:pt x="4870214" y="3139489"/>
                </a:lnTo>
                <a:lnTo>
                  <a:pt x="4868751" y="3139489"/>
                </a:lnTo>
                <a:lnTo>
                  <a:pt x="4867287" y="3139489"/>
                </a:lnTo>
                <a:lnTo>
                  <a:pt x="4865824" y="3139489"/>
                </a:lnTo>
                <a:lnTo>
                  <a:pt x="4864361" y="3139489"/>
                </a:lnTo>
                <a:lnTo>
                  <a:pt x="4862897" y="3139489"/>
                </a:lnTo>
                <a:lnTo>
                  <a:pt x="4861434" y="3139489"/>
                </a:lnTo>
                <a:lnTo>
                  <a:pt x="4859970" y="3139489"/>
                </a:lnTo>
                <a:lnTo>
                  <a:pt x="4858507" y="3139489"/>
                </a:lnTo>
                <a:lnTo>
                  <a:pt x="4857044" y="3139489"/>
                </a:lnTo>
                <a:lnTo>
                  <a:pt x="4855580" y="3139489"/>
                </a:lnTo>
                <a:lnTo>
                  <a:pt x="4854117" y="3139489"/>
                </a:lnTo>
                <a:lnTo>
                  <a:pt x="4852653" y="3139489"/>
                </a:lnTo>
                <a:lnTo>
                  <a:pt x="4851190" y="3139489"/>
                </a:lnTo>
                <a:lnTo>
                  <a:pt x="4849726" y="3139489"/>
                </a:lnTo>
                <a:lnTo>
                  <a:pt x="4848263" y="3139489"/>
                </a:lnTo>
                <a:lnTo>
                  <a:pt x="4846800" y="3139489"/>
                </a:lnTo>
                <a:lnTo>
                  <a:pt x="4845336" y="3139489"/>
                </a:lnTo>
                <a:lnTo>
                  <a:pt x="4843873" y="3139489"/>
                </a:lnTo>
                <a:lnTo>
                  <a:pt x="4842409" y="3139489"/>
                </a:lnTo>
                <a:lnTo>
                  <a:pt x="4840946" y="3139489"/>
                </a:lnTo>
                <a:lnTo>
                  <a:pt x="4839483" y="3139489"/>
                </a:lnTo>
                <a:lnTo>
                  <a:pt x="4838019" y="3139489"/>
                </a:lnTo>
                <a:lnTo>
                  <a:pt x="4836556" y="3139489"/>
                </a:lnTo>
                <a:lnTo>
                  <a:pt x="4835092" y="3139489"/>
                </a:lnTo>
                <a:lnTo>
                  <a:pt x="4833629" y="3139489"/>
                </a:lnTo>
                <a:lnTo>
                  <a:pt x="4832166" y="3139489"/>
                </a:lnTo>
                <a:lnTo>
                  <a:pt x="4830702" y="3139489"/>
                </a:lnTo>
                <a:lnTo>
                  <a:pt x="4829239" y="3139489"/>
                </a:lnTo>
                <a:lnTo>
                  <a:pt x="4827775" y="3139489"/>
                </a:lnTo>
                <a:lnTo>
                  <a:pt x="4826312" y="3139489"/>
                </a:lnTo>
                <a:lnTo>
                  <a:pt x="4824849" y="3139489"/>
                </a:lnTo>
                <a:lnTo>
                  <a:pt x="4823385" y="3139489"/>
                </a:lnTo>
                <a:lnTo>
                  <a:pt x="4821922" y="3139489"/>
                </a:lnTo>
                <a:lnTo>
                  <a:pt x="4820458" y="3139489"/>
                </a:lnTo>
                <a:lnTo>
                  <a:pt x="4818995" y="3139489"/>
                </a:lnTo>
                <a:lnTo>
                  <a:pt x="4817532" y="3139489"/>
                </a:lnTo>
                <a:lnTo>
                  <a:pt x="4816068" y="3139489"/>
                </a:lnTo>
                <a:lnTo>
                  <a:pt x="4814605" y="3139489"/>
                </a:lnTo>
                <a:lnTo>
                  <a:pt x="4813141" y="3139489"/>
                </a:lnTo>
                <a:lnTo>
                  <a:pt x="4811678" y="3139489"/>
                </a:lnTo>
                <a:lnTo>
                  <a:pt x="4810215" y="3139489"/>
                </a:lnTo>
                <a:lnTo>
                  <a:pt x="4808751" y="3139489"/>
                </a:lnTo>
                <a:lnTo>
                  <a:pt x="4807288" y="3139489"/>
                </a:lnTo>
                <a:lnTo>
                  <a:pt x="4805824" y="3139489"/>
                </a:lnTo>
                <a:lnTo>
                  <a:pt x="4804361" y="3139489"/>
                </a:lnTo>
                <a:lnTo>
                  <a:pt x="4802898" y="3139489"/>
                </a:lnTo>
                <a:lnTo>
                  <a:pt x="4801434" y="3139489"/>
                </a:lnTo>
                <a:lnTo>
                  <a:pt x="4799971" y="3139489"/>
                </a:lnTo>
                <a:lnTo>
                  <a:pt x="4798507" y="3139489"/>
                </a:lnTo>
                <a:lnTo>
                  <a:pt x="4797044" y="3139489"/>
                </a:lnTo>
                <a:lnTo>
                  <a:pt x="4795580" y="3139489"/>
                </a:lnTo>
                <a:lnTo>
                  <a:pt x="4794117" y="3139489"/>
                </a:lnTo>
                <a:lnTo>
                  <a:pt x="4792654" y="3139489"/>
                </a:lnTo>
                <a:lnTo>
                  <a:pt x="4791190" y="3139489"/>
                </a:lnTo>
                <a:lnTo>
                  <a:pt x="4789727" y="3139489"/>
                </a:lnTo>
                <a:lnTo>
                  <a:pt x="4788263" y="3139489"/>
                </a:lnTo>
                <a:lnTo>
                  <a:pt x="4786800" y="3139489"/>
                </a:lnTo>
                <a:lnTo>
                  <a:pt x="4785337" y="3139489"/>
                </a:lnTo>
                <a:lnTo>
                  <a:pt x="4783873" y="3139489"/>
                </a:lnTo>
                <a:lnTo>
                  <a:pt x="4782410" y="3139489"/>
                </a:lnTo>
                <a:lnTo>
                  <a:pt x="4780946" y="3139489"/>
                </a:lnTo>
                <a:lnTo>
                  <a:pt x="4779483" y="3139489"/>
                </a:lnTo>
                <a:lnTo>
                  <a:pt x="4778020" y="3139489"/>
                </a:lnTo>
                <a:lnTo>
                  <a:pt x="4776556" y="3139489"/>
                </a:lnTo>
                <a:lnTo>
                  <a:pt x="4775093" y="3139489"/>
                </a:lnTo>
                <a:lnTo>
                  <a:pt x="4773629" y="3139489"/>
                </a:lnTo>
                <a:lnTo>
                  <a:pt x="4772166" y="3139489"/>
                </a:lnTo>
                <a:lnTo>
                  <a:pt x="4770703" y="3139489"/>
                </a:lnTo>
                <a:lnTo>
                  <a:pt x="4769239" y="3139489"/>
                </a:lnTo>
                <a:lnTo>
                  <a:pt x="4767776" y="3139489"/>
                </a:lnTo>
                <a:lnTo>
                  <a:pt x="4766312" y="3139489"/>
                </a:lnTo>
                <a:lnTo>
                  <a:pt x="4764849" y="3139489"/>
                </a:lnTo>
                <a:lnTo>
                  <a:pt x="4763386" y="3139489"/>
                </a:lnTo>
                <a:lnTo>
                  <a:pt x="4761922" y="3139489"/>
                </a:lnTo>
                <a:lnTo>
                  <a:pt x="4760459" y="3139489"/>
                </a:lnTo>
                <a:lnTo>
                  <a:pt x="4758995" y="3139489"/>
                </a:lnTo>
                <a:lnTo>
                  <a:pt x="4757532" y="3139489"/>
                </a:lnTo>
                <a:lnTo>
                  <a:pt x="4756069" y="3139489"/>
                </a:lnTo>
                <a:lnTo>
                  <a:pt x="4754605" y="3139489"/>
                </a:lnTo>
                <a:lnTo>
                  <a:pt x="4753142" y="3139489"/>
                </a:lnTo>
                <a:lnTo>
                  <a:pt x="4751678" y="3139489"/>
                </a:lnTo>
                <a:lnTo>
                  <a:pt x="4750215" y="3139489"/>
                </a:lnTo>
                <a:lnTo>
                  <a:pt x="4748751" y="3139489"/>
                </a:lnTo>
                <a:lnTo>
                  <a:pt x="4747288" y="3139489"/>
                </a:lnTo>
                <a:lnTo>
                  <a:pt x="4745825" y="3139489"/>
                </a:lnTo>
                <a:lnTo>
                  <a:pt x="4744361" y="3139489"/>
                </a:lnTo>
                <a:lnTo>
                  <a:pt x="4742898" y="3139489"/>
                </a:lnTo>
                <a:lnTo>
                  <a:pt x="4741434" y="3139489"/>
                </a:lnTo>
                <a:lnTo>
                  <a:pt x="4739971" y="3139489"/>
                </a:lnTo>
                <a:lnTo>
                  <a:pt x="4738508" y="3139489"/>
                </a:lnTo>
                <a:lnTo>
                  <a:pt x="4737044" y="3139489"/>
                </a:lnTo>
                <a:lnTo>
                  <a:pt x="4735581" y="3139489"/>
                </a:lnTo>
                <a:lnTo>
                  <a:pt x="4734117" y="3139489"/>
                </a:lnTo>
                <a:lnTo>
                  <a:pt x="4732654" y="3139489"/>
                </a:lnTo>
                <a:lnTo>
                  <a:pt x="4731191" y="3139489"/>
                </a:lnTo>
                <a:lnTo>
                  <a:pt x="4729727" y="3139489"/>
                </a:lnTo>
                <a:lnTo>
                  <a:pt x="4728264" y="3139489"/>
                </a:lnTo>
                <a:lnTo>
                  <a:pt x="4726800" y="3139489"/>
                </a:lnTo>
                <a:lnTo>
                  <a:pt x="4725337" y="3139489"/>
                </a:lnTo>
                <a:lnTo>
                  <a:pt x="4723874" y="3139489"/>
                </a:lnTo>
                <a:lnTo>
                  <a:pt x="4722410" y="3139489"/>
                </a:lnTo>
                <a:lnTo>
                  <a:pt x="4720947" y="3139489"/>
                </a:lnTo>
                <a:lnTo>
                  <a:pt x="4719483" y="3139489"/>
                </a:lnTo>
                <a:lnTo>
                  <a:pt x="4718020" y="3139489"/>
                </a:lnTo>
                <a:lnTo>
                  <a:pt x="4716557" y="3139489"/>
                </a:lnTo>
                <a:lnTo>
                  <a:pt x="4715093" y="3139489"/>
                </a:lnTo>
                <a:lnTo>
                  <a:pt x="4713630" y="3139489"/>
                </a:lnTo>
                <a:lnTo>
                  <a:pt x="4712166" y="3139489"/>
                </a:lnTo>
                <a:lnTo>
                  <a:pt x="4710703" y="3139489"/>
                </a:lnTo>
                <a:lnTo>
                  <a:pt x="4709240" y="3139489"/>
                </a:lnTo>
                <a:lnTo>
                  <a:pt x="4707776" y="3139489"/>
                </a:lnTo>
                <a:lnTo>
                  <a:pt x="4706313" y="3139489"/>
                </a:lnTo>
                <a:lnTo>
                  <a:pt x="4704849" y="3139489"/>
                </a:lnTo>
                <a:lnTo>
                  <a:pt x="4703386" y="3139489"/>
                </a:lnTo>
                <a:lnTo>
                  <a:pt x="4701923" y="3139489"/>
                </a:lnTo>
                <a:lnTo>
                  <a:pt x="4700459" y="3139489"/>
                </a:lnTo>
                <a:lnTo>
                  <a:pt x="4698996" y="3139489"/>
                </a:lnTo>
                <a:lnTo>
                  <a:pt x="4697532" y="3139489"/>
                </a:lnTo>
                <a:lnTo>
                  <a:pt x="4696069" y="3139489"/>
                </a:lnTo>
                <a:lnTo>
                  <a:pt x="4694605" y="3139489"/>
                </a:lnTo>
                <a:lnTo>
                  <a:pt x="4693142" y="3139489"/>
                </a:lnTo>
                <a:lnTo>
                  <a:pt x="4691679" y="3139489"/>
                </a:lnTo>
                <a:lnTo>
                  <a:pt x="4690215" y="3139489"/>
                </a:lnTo>
                <a:lnTo>
                  <a:pt x="4688752" y="3139489"/>
                </a:lnTo>
                <a:lnTo>
                  <a:pt x="4687288" y="3139489"/>
                </a:lnTo>
                <a:lnTo>
                  <a:pt x="4685825" y="3139489"/>
                </a:lnTo>
                <a:lnTo>
                  <a:pt x="4684362" y="3139489"/>
                </a:lnTo>
                <a:lnTo>
                  <a:pt x="4682898" y="3139489"/>
                </a:lnTo>
                <a:lnTo>
                  <a:pt x="4681435" y="3139489"/>
                </a:lnTo>
                <a:lnTo>
                  <a:pt x="4679971" y="3139489"/>
                </a:lnTo>
                <a:lnTo>
                  <a:pt x="4678508" y="3139489"/>
                </a:lnTo>
                <a:lnTo>
                  <a:pt x="4677045" y="3139489"/>
                </a:lnTo>
                <a:lnTo>
                  <a:pt x="4675581" y="3139489"/>
                </a:lnTo>
                <a:lnTo>
                  <a:pt x="4674118" y="3139489"/>
                </a:lnTo>
                <a:lnTo>
                  <a:pt x="4672654" y="3139489"/>
                </a:lnTo>
                <a:lnTo>
                  <a:pt x="4671191" y="3139489"/>
                </a:lnTo>
                <a:lnTo>
                  <a:pt x="4669728" y="3139489"/>
                </a:lnTo>
                <a:lnTo>
                  <a:pt x="4668264" y="3139489"/>
                </a:lnTo>
                <a:lnTo>
                  <a:pt x="4666801" y="3139489"/>
                </a:lnTo>
                <a:lnTo>
                  <a:pt x="4665337" y="3139489"/>
                </a:lnTo>
                <a:lnTo>
                  <a:pt x="4663874" y="3139489"/>
                </a:lnTo>
                <a:lnTo>
                  <a:pt x="4662411" y="3139489"/>
                </a:lnTo>
                <a:lnTo>
                  <a:pt x="4660947" y="3139489"/>
                </a:lnTo>
                <a:lnTo>
                  <a:pt x="4659484" y="3139489"/>
                </a:lnTo>
                <a:lnTo>
                  <a:pt x="4658020" y="3139489"/>
                </a:lnTo>
                <a:lnTo>
                  <a:pt x="4656557" y="3139489"/>
                </a:lnTo>
                <a:lnTo>
                  <a:pt x="4655094" y="3139489"/>
                </a:lnTo>
                <a:lnTo>
                  <a:pt x="4653630" y="3139489"/>
                </a:lnTo>
                <a:lnTo>
                  <a:pt x="4652167" y="3139489"/>
                </a:lnTo>
                <a:lnTo>
                  <a:pt x="4650703" y="3139489"/>
                </a:lnTo>
                <a:lnTo>
                  <a:pt x="4649240" y="3139489"/>
                </a:lnTo>
                <a:lnTo>
                  <a:pt x="4647776" y="3139489"/>
                </a:lnTo>
                <a:lnTo>
                  <a:pt x="4646313" y="3139489"/>
                </a:lnTo>
                <a:lnTo>
                  <a:pt x="4644850" y="3139489"/>
                </a:lnTo>
                <a:lnTo>
                  <a:pt x="4643386" y="3139489"/>
                </a:lnTo>
                <a:lnTo>
                  <a:pt x="4641923" y="3139489"/>
                </a:lnTo>
                <a:lnTo>
                  <a:pt x="4640459" y="3139489"/>
                </a:lnTo>
                <a:lnTo>
                  <a:pt x="4638996" y="3139489"/>
                </a:lnTo>
                <a:lnTo>
                  <a:pt x="4637533" y="3139489"/>
                </a:lnTo>
                <a:lnTo>
                  <a:pt x="4636069" y="3139489"/>
                </a:lnTo>
                <a:lnTo>
                  <a:pt x="4634606" y="3139489"/>
                </a:lnTo>
                <a:lnTo>
                  <a:pt x="4633142" y="3139489"/>
                </a:lnTo>
                <a:lnTo>
                  <a:pt x="4631679" y="3139489"/>
                </a:lnTo>
                <a:lnTo>
                  <a:pt x="4630216" y="3139489"/>
                </a:lnTo>
                <a:lnTo>
                  <a:pt x="4628752" y="3139489"/>
                </a:lnTo>
                <a:lnTo>
                  <a:pt x="4627289" y="3139489"/>
                </a:lnTo>
                <a:lnTo>
                  <a:pt x="4625825" y="3139489"/>
                </a:lnTo>
                <a:lnTo>
                  <a:pt x="4624362" y="3139489"/>
                </a:lnTo>
                <a:lnTo>
                  <a:pt x="4622899" y="3139489"/>
                </a:lnTo>
                <a:lnTo>
                  <a:pt x="4621435" y="3139489"/>
                </a:lnTo>
                <a:lnTo>
                  <a:pt x="4619972" y="3139489"/>
                </a:lnTo>
                <a:lnTo>
                  <a:pt x="4618508" y="3139489"/>
                </a:lnTo>
                <a:lnTo>
                  <a:pt x="4617045" y="3139489"/>
                </a:lnTo>
                <a:lnTo>
                  <a:pt x="4615582" y="3139489"/>
                </a:lnTo>
                <a:lnTo>
                  <a:pt x="4614118" y="3139489"/>
                </a:lnTo>
                <a:lnTo>
                  <a:pt x="4612655" y="3139489"/>
                </a:lnTo>
                <a:lnTo>
                  <a:pt x="4611191" y="3139489"/>
                </a:lnTo>
                <a:lnTo>
                  <a:pt x="4609728" y="3139489"/>
                </a:lnTo>
                <a:lnTo>
                  <a:pt x="4608265" y="3139489"/>
                </a:lnTo>
                <a:lnTo>
                  <a:pt x="4606801" y="3139489"/>
                </a:lnTo>
                <a:lnTo>
                  <a:pt x="4605338" y="3139489"/>
                </a:lnTo>
                <a:lnTo>
                  <a:pt x="4603874" y="3139489"/>
                </a:lnTo>
                <a:lnTo>
                  <a:pt x="4602411" y="3139489"/>
                </a:lnTo>
                <a:lnTo>
                  <a:pt x="4600947" y="3139489"/>
                </a:lnTo>
                <a:lnTo>
                  <a:pt x="4599484" y="3139489"/>
                </a:lnTo>
                <a:lnTo>
                  <a:pt x="4598021" y="3139489"/>
                </a:lnTo>
                <a:lnTo>
                  <a:pt x="4596557" y="3139489"/>
                </a:lnTo>
                <a:lnTo>
                  <a:pt x="4595094" y="3139489"/>
                </a:lnTo>
                <a:lnTo>
                  <a:pt x="4593630" y="3139489"/>
                </a:lnTo>
                <a:lnTo>
                  <a:pt x="4592167" y="3139489"/>
                </a:lnTo>
                <a:lnTo>
                  <a:pt x="4590704" y="3139489"/>
                </a:lnTo>
                <a:lnTo>
                  <a:pt x="4589240" y="3139489"/>
                </a:lnTo>
                <a:lnTo>
                  <a:pt x="4587777" y="3139489"/>
                </a:lnTo>
                <a:lnTo>
                  <a:pt x="4586313" y="3139489"/>
                </a:lnTo>
                <a:lnTo>
                  <a:pt x="4584850" y="3139489"/>
                </a:lnTo>
                <a:lnTo>
                  <a:pt x="4583387" y="3139489"/>
                </a:lnTo>
                <a:lnTo>
                  <a:pt x="4581923" y="3139489"/>
                </a:lnTo>
                <a:lnTo>
                  <a:pt x="4580460" y="3139489"/>
                </a:lnTo>
                <a:lnTo>
                  <a:pt x="4578996" y="3139489"/>
                </a:lnTo>
                <a:lnTo>
                  <a:pt x="4577533" y="3139489"/>
                </a:lnTo>
                <a:lnTo>
                  <a:pt x="4576070" y="3139489"/>
                </a:lnTo>
                <a:lnTo>
                  <a:pt x="4574606" y="3139489"/>
                </a:lnTo>
                <a:lnTo>
                  <a:pt x="4573143" y="3139489"/>
                </a:lnTo>
                <a:lnTo>
                  <a:pt x="4571679" y="3139489"/>
                </a:lnTo>
                <a:lnTo>
                  <a:pt x="4570216" y="3139489"/>
                </a:lnTo>
                <a:lnTo>
                  <a:pt x="4568753" y="3139489"/>
                </a:lnTo>
                <a:lnTo>
                  <a:pt x="4567289" y="3139489"/>
                </a:lnTo>
                <a:lnTo>
                  <a:pt x="4565826" y="3139489"/>
                </a:lnTo>
                <a:lnTo>
                  <a:pt x="4564362" y="3139489"/>
                </a:lnTo>
                <a:lnTo>
                  <a:pt x="4562899" y="3139489"/>
                </a:lnTo>
                <a:lnTo>
                  <a:pt x="4561436" y="3139489"/>
                </a:lnTo>
                <a:lnTo>
                  <a:pt x="4559972" y="3139489"/>
                </a:lnTo>
                <a:lnTo>
                  <a:pt x="4558509" y="3139489"/>
                </a:lnTo>
                <a:lnTo>
                  <a:pt x="4557045" y="3139489"/>
                </a:lnTo>
                <a:lnTo>
                  <a:pt x="4555582" y="3139489"/>
                </a:lnTo>
                <a:lnTo>
                  <a:pt x="4554119" y="3139489"/>
                </a:lnTo>
                <a:lnTo>
                  <a:pt x="4552655" y="3139489"/>
                </a:lnTo>
                <a:lnTo>
                  <a:pt x="4551192" y="3139489"/>
                </a:lnTo>
                <a:lnTo>
                  <a:pt x="4549728" y="3139489"/>
                </a:lnTo>
                <a:lnTo>
                  <a:pt x="4548265" y="3139489"/>
                </a:lnTo>
                <a:lnTo>
                  <a:pt x="4546801" y="3139489"/>
                </a:lnTo>
                <a:lnTo>
                  <a:pt x="4545338" y="3139489"/>
                </a:lnTo>
                <a:lnTo>
                  <a:pt x="4543875" y="3139489"/>
                </a:lnTo>
                <a:lnTo>
                  <a:pt x="4542411" y="3139489"/>
                </a:lnTo>
                <a:lnTo>
                  <a:pt x="4540948" y="3139489"/>
                </a:lnTo>
                <a:lnTo>
                  <a:pt x="4539484" y="3139489"/>
                </a:lnTo>
                <a:lnTo>
                  <a:pt x="4538021" y="3139489"/>
                </a:lnTo>
                <a:lnTo>
                  <a:pt x="4536558" y="3139489"/>
                </a:lnTo>
                <a:lnTo>
                  <a:pt x="4535094" y="3139489"/>
                </a:lnTo>
                <a:lnTo>
                  <a:pt x="4533631" y="3139489"/>
                </a:lnTo>
                <a:lnTo>
                  <a:pt x="4532167" y="3139489"/>
                </a:lnTo>
                <a:lnTo>
                  <a:pt x="4530704" y="3139489"/>
                </a:lnTo>
                <a:lnTo>
                  <a:pt x="4529241" y="3139489"/>
                </a:lnTo>
                <a:lnTo>
                  <a:pt x="4527777" y="3139489"/>
                </a:lnTo>
                <a:lnTo>
                  <a:pt x="4526314" y="3139489"/>
                </a:lnTo>
                <a:lnTo>
                  <a:pt x="4524850" y="3139489"/>
                </a:lnTo>
                <a:lnTo>
                  <a:pt x="4523387" y="3139489"/>
                </a:lnTo>
                <a:lnTo>
                  <a:pt x="4521924" y="3139489"/>
                </a:lnTo>
                <a:lnTo>
                  <a:pt x="4520460" y="3139489"/>
                </a:lnTo>
                <a:lnTo>
                  <a:pt x="4518997" y="3139489"/>
                </a:lnTo>
                <a:lnTo>
                  <a:pt x="4517533" y="3139489"/>
                </a:lnTo>
                <a:lnTo>
                  <a:pt x="4516070" y="3139489"/>
                </a:lnTo>
                <a:lnTo>
                  <a:pt x="4514607" y="3139489"/>
                </a:lnTo>
                <a:lnTo>
                  <a:pt x="4513143" y="3139489"/>
                </a:lnTo>
                <a:lnTo>
                  <a:pt x="4511680" y="3139489"/>
                </a:lnTo>
                <a:lnTo>
                  <a:pt x="4510216" y="3139489"/>
                </a:lnTo>
                <a:lnTo>
                  <a:pt x="4508753" y="3139489"/>
                </a:lnTo>
                <a:lnTo>
                  <a:pt x="4507290" y="3139489"/>
                </a:lnTo>
                <a:lnTo>
                  <a:pt x="4505826" y="3139489"/>
                </a:lnTo>
                <a:lnTo>
                  <a:pt x="4504363" y="3139489"/>
                </a:lnTo>
                <a:lnTo>
                  <a:pt x="4502899" y="3139489"/>
                </a:lnTo>
                <a:lnTo>
                  <a:pt x="4501436" y="3139489"/>
                </a:lnTo>
                <a:lnTo>
                  <a:pt x="4499972" y="3139489"/>
                </a:lnTo>
                <a:lnTo>
                  <a:pt x="4498509" y="3139489"/>
                </a:lnTo>
                <a:lnTo>
                  <a:pt x="4497046" y="3139489"/>
                </a:lnTo>
                <a:lnTo>
                  <a:pt x="4495582" y="3139489"/>
                </a:lnTo>
                <a:lnTo>
                  <a:pt x="4494119" y="3139489"/>
                </a:lnTo>
                <a:lnTo>
                  <a:pt x="4492655" y="3139489"/>
                </a:lnTo>
                <a:lnTo>
                  <a:pt x="4491192" y="3139489"/>
                </a:lnTo>
                <a:lnTo>
                  <a:pt x="4489729" y="3139489"/>
                </a:lnTo>
                <a:lnTo>
                  <a:pt x="4488265" y="3139489"/>
                </a:lnTo>
                <a:lnTo>
                  <a:pt x="4486802" y="3139489"/>
                </a:lnTo>
                <a:lnTo>
                  <a:pt x="4485338" y="3139489"/>
                </a:lnTo>
                <a:lnTo>
                  <a:pt x="4483875" y="3139489"/>
                </a:lnTo>
                <a:lnTo>
                  <a:pt x="4482412" y="3139489"/>
                </a:lnTo>
                <a:lnTo>
                  <a:pt x="4480948" y="3139489"/>
                </a:lnTo>
                <a:lnTo>
                  <a:pt x="4479485" y="3139489"/>
                </a:lnTo>
                <a:lnTo>
                  <a:pt x="4478021" y="3139489"/>
                </a:lnTo>
                <a:lnTo>
                  <a:pt x="4476558" y="3139489"/>
                </a:lnTo>
                <a:lnTo>
                  <a:pt x="4475095" y="3139489"/>
                </a:lnTo>
                <a:lnTo>
                  <a:pt x="4473631" y="3139489"/>
                </a:lnTo>
                <a:lnTo>
                  <a:pt x="4472168" y="3139489"/>
                </a:lnTo>
                <a:lnTo>
                  <a:pt x="4470704" y="3139489"/>
                </a:lnTo>
                <a:lnTo>
                  <a:pt x="4469241" y="3139489"/>
                </a:lnTo>
                <a:lnTo>
                  <a:pt x="4467778" y="3139489"/>
                </a:lnTo>
                <a:lnTo>
                  <a:pt x="4466314" y="3139489"/>
                </a:lnTo>
                <a:lnTo>
                  <a:pt x="4464851" y="3139489"/>
                </a:lnTo>
                <a:lnTo>
                  <a:pt x="4463387" y="3139489"/>
                </a:lnTo>
                <a:lnTo>
                  <a:pt x="4461924" y="3139489"/>
                </a:lnTo>
                <a:lnTo>
                  <a:pt x="4460461" y="3139489"/>
                </a:lnTo>
                <a:lnTo>
                  <a:pt x="4458997" y="3139489"/>
                </a:lnTo>
                <a:lnTo>
                  <a:pt x="4457534" y="3139489"/>
                </a:lnTo>
                <a:lnTo>
                  <a:pt x="4456070" y="3139489"/>
                </a:lnTo>
                <a:lnTo>
                  <a:pt x="4454607" y="3139489"/>
                </a:lnTo>
                <a:lnTo>
                  <a:pt x="4453144" y="3139489"/>
                </a:lnTo>
                <a:lnTo>
                  <a:pt x="4451680" y="3139489"/>
                </a:lnTo>
                <a:lnTo>
                  <a:pt x="4450217" y="3139489"/>
                </a:lnTo>
                <a:lnTo>
                  <a:pt x="4448753" y="3139489"/>
                </a:lnTo>
                <a:lnTo>
                  <a:pt x="4447290" y="3139489"/>
                </a:lnTo>
                <a:lnTo>
                  <a:pt x="4445826" y="3139489"/>
                </a:lnTo>
                <a:lnTo>
                  <a:pt x="4444363" y="3139489"/>
                </a:lnTo>
                <a:lnTo>
                  <a:pt x="4442900" y="3139489"/>
                </a:lnTo>
                <a:lnTo>
                  <a:pt x="4441436" y="3139489"/>
                </a:lnTo>
                <a:lnTo>
                  <a:pt x="4439973" y="3139489"/>
                </a:lnTo>
                <a:lnTo>
                  <a:pt x="4438509" y="3139489"/>
                </a:lnTo>
                <a:lnTo>
                  <a:pt x="4437046" y="3139489"/>
                </a:lnTo>
                <a:lnTo>
                  <a:pt x="4435583" y="3139489"/>
                </a:lnTo>
                <a:lnTo>
                  <a:pt x="4434119" y="3139489"/>
                </a:lnTo>
                <a:lnTo>
                  <a:pt x="4432656" y="3139489"/>
                </a:lnTo>
                <a:lnTo>
                  <a:pt x="4431192" y="3139489"/>
                </a:lnTo>
                <a:lnTo>
                  <a:pt x="4429729" y="3139489"/>
                </a:lnTo>
                <a:lnTo>
                  <a:pt x="4428266" y="3139489"/>
                </a:lnTo>
                <a:lnTo>
                  <a:pt x="4426802" y="3139489"/>
                </a:lnTo>
                <a:lnTo>
                  <a:pt x="4425339" y="3139489"/>
                </a:lnTo>
                <a:lnTo>
                  <a:pt x="4423875" y="3139489"/>
                </a:lnTo>
                <a:lnTo>
                  <a:pt x="4422412" y="3139489"/>
                </a:lnTo>
                <a:lnTo>
                  <a:pt x="4420949" y="3139489"/>
                </a:lnTo>
                <a:lnTo>
                  <a:pt x="4419485" y="3139489"/>
                </a:lnTo>
                <a:lnTo>
                  <a:pt x="4418022" y="3139489"/>
                </a:lnTo>
                <a:lnTo>
                  <a:pt x="4416558" y="3139489"/>
                </a:lnTo>
                <a:lnTo>
                  <a:pt x="4415095" y="3139489"/>
                </a:lnTo>
                <a:lnTo>
                  <a:pt x="4413632" y="3139489"/>
                </a:lnTo>
                <a:lnTo>
                  <a:pt x="4412168" y="3139489"/>
                </a:lnTo>
                <a:lnTo>
                  <a:pt x="4410705" y="3139489"/>
                </a:lnTo>
                <a:lnTo>
                  <a:pt x="4409241" y="3139489"/>
                </a:lnTo>
                <a:lnTo>
                  <a:pt x="4407778" y="3139489"/>
                </a:lnTo>
                <a:lnTo>
                  <a:pt x="4406315" y="3139489"/>
                </a:lnTo>
                <a:lnTo>
                  <a:pt x="4404851" y="3139489"/>
                </a:lnTo>
                <a:lnTo>
                  <a:pt x="4403388" y="3139489"/>
                </a:lnTo>
                <a:lnTo>
                  <a:pt x="4401924" y="3139489"/>
                </a:lnTo>
                <a:lnTo>
                  <a:pt x="4400461" y="3139489"/>
                </a:lnTo>
                <a:lnTo>
                  <a:pt x="4398997" y="3139489"/>
                </a:lnTo>
                <a:lnTo>
                  <a:pt x="4397534" y="3139489"/>
                </a:lnTo>
                <a:lnTo>
                  <a:pt x="4396071" y="3139489"/>
                </a:lnTo>
                <a:lnTo>
                  <a:pt x="4394607" y="3139489"/>
                </a:lnTo>
                <a:lnTo>
                  <a:pt x="4393144" y="3139489"/>
                </a:lnTo>
                <a:lnTo>
                  <a:pt x="4391680" y="3139489"/>
                </a:lnTo>
                <a:lnTo>
                  <a:pt x="4390217" y="3139489"/>
                </a:lnTo>
                <a:lnTo>
                  <a:pt x="4388754" y="3139489"/>
                </a:lnTo>
                <a:lnTo>
                  <a:pt x="4387290" y="3139489"/>
                </a:lnTo>
                <a:lnTo>
                  <a:pt x="4385827" y="3139489"/>
                </a:lnTo>
                <a:lnTo>
                  <a:pt x="4384363" y="3139489"/>
                </a:lnTo>
                <a:lnTo>
                  <a:pt x="4382900" y="3139489"/>
                </a:lnTo>
                <a:lnTo>
                  <a:pt x="4381437" y="3139489"/>
                </a:lnTo>
                <a:lnTo>
                  <a:pt x="4379973" y="3139489"/>
                </a:lnTo>
                <a:lnTo>
                  <a:pt x="4378510" y="3139489"/>
                </a:lnTo>
                <a:lnTo>
                  <a:pt x="4377046" y="3139489"/>
                </a:lnTo>
                <a:lnTo>
                  <a:pt x="4375583" y="3139489"/>
                </a:lnTo>
                <a:lnTo>
                  <a:pt x="4374120" y="3139489"/>
                </a:lnTo>
                <a:lnTo>
                  <a:pt x="4372656" y="3139489"/>
                </a:lnTo>
                <a:lnTo>
                  <a:pt x="4371193" y="3139489"/>
                </a:lnTo>
                <a:lnTo>
                  <a:pt x="4369729" y="3139489"/>
                </a:lnTo>
                <a:lnTo>
                  <a:pt x="4368266" y="3139489"/>
                </a:lnTo>
                <a:lnTo>
                  <a:pt x="4366803" y="3139489"/>
                </a:lnTo>
                <a:lnTo>
                  <a:pt x="4365339" y="3139489"/>
                </a:lnTo>
                <a:lnTo>
                  <a:pt x="4363876" y="3139489"/>
                </a:lnTo>
                <a:lnTo>
                  <a:pt x="4362412" y="3139489"/>
                </a:lnTo>
                <a:lnTo>
                  <a:pt x="4360949" y="3139489"/>
                </a:lnTo>
                <a:lnTo>
                  <a:pt x="4359486" y="3139489"/>
                </a:lnTo>
                <a:lnTo>
                  <a:pt x="4358022" y="3139489"/>
                </a:lnTo>
                <a:lnTo>
                  <a:pt x="4356559" y="3139489"/>
                </a:lnTo>
                <a:lnTo>
                  <a:pt x="4355095" y="3139489"/>
                </a:lnTo>
                <a:lnTo>
                  <a:pt x="4353632" y="3139489"/>
                </a:lnTo>
                <a:lnTo>
                  <a:pt x="4352169" y="3139489"/>
                </a:lnTo>
                <a:lnTo>
                  <a:pt x="4350705" y="3139489"/>
                </a:lnTo>
                <a:lnTo>
                  <a:pt x="4349242" y="3139489"/>
                </a:lnTo>
                <a:lnTo>
                  <a:pt x="4347778" y="3139489"/>
                </a:lnTo>
                <a:lnTo>
                  <a:pt x="4346315" y="3139489"/>
                </a:lnTo>
                <a:lnTo>
                  <a:pt x="4344851" y="3139489"/>
                </a:lnTo>
                <a:lnTo>
                  <a:pt x="4343388" y="3139489"/>
                </a:lnTo>
                <a:lnTo>
                  <a:pt x="4341925" y="3139489"/>
                </a:lnTo>
                <a:lnTo>
                  <a:pt x="4340461" y="3139489"/>
                </a:lnTo>
                <a:lnTo>
                  <a:pt x="4338998" y="3139489"/>
                </a:lnTo>
                <a:lnTo>
                  <a:pt x="4337534" y="3139489"/>
                </a:lnTo>
                <a:lnTo>
                  <a:pt x="4336071" y="3139489"/>
                </a:lnTo>
                <a:lnTo>
                  <a:pt x="4334608" y="3139489"/>
                </a:lnTo>
                <a:lnTo>
                  <a:pt x="4333144" y="3139489"/>
                </a:lnTo>
                <a:lnTo>
                  <a:pt x="4331681" y="3139489"/>
                </a:lnTo>
                <a:lnTo>
                  <a:pt x="4330217" y="3139489"/>
                </a:lnTo>
                <a:lnTo>
                  <a:pt x="4328754" y="3139489"/>
                </a:lnTo>
                <a:lnTo>
                  <a:pt x="4327291" y="3139489"/>
                </a:lnTo>
                <a:lnTo>
                  <a:pt x="4325827" y="3139489"/>
                </a:lnTo>
                <a:lnTo>
                  <a:pt x="4324364" y="3139489"/>
                </a:lnTo>
                <a:lnTo>
                  <a:pt x="4322900" y="3139489"/>
                </a:lnTo>
                <a:lnTo>
                  <a:pt x="4321437" y="3139489"/>
                </a:lnTo>
                <a:lnTo>
                  <a:pt x="4319974" y="3139489"/>
                </a:lnTo>
                <a:lnTo>
                  <a:pt x="4318510" y="3139489"/>
                </a:lnTo>
                <a:lnTo>
                  <a:pt x="4317047" y="3139489"/>
                </a:lnTo>
                <a:lnTo>
                  <a:pt x="4315583" y="3139489"/>
                </a:lnTo>
                <a:lnTo>
                  <a:pt x="4314120" y="3139489"/>
                </a:lnTo>
                <a:lnTo>
                  <a:pt x="4312657" y="3139489"/>
                </a:lnTo>
                <a:lnTo>
                  <a:pt x="4311193" y="3139489"/>
                </a:lnTo>
                <a:lnTo>
                  <a:pt x="4309730" y="3139489"/>
                </a:lnTo>
                <a:lnTo>
                  <a:pt x="4308266" y="3139489"/>
                </a:lnTo>
                <a:lnTo>
                  <a:pt x="4306803" y="3139489"/>
                </a:lnTo>
                <a:lnTo>
                  <a:pt x="4305340" y="3139489"/>
                </a:lnTo>
                <a:lnTo>
                  <a:pt x="4303876" y="3139489"/>
                </a:lnTo>
                <a:lnTo>
                  <a:pt x="4302413" y="3139489"/>
                </a:lnTo>
                <a:lnTo>
                  <a:pt x="4300949" y="3139489"/>
                </a:lnTo>
                <a:lnTo>
                  <a:pt x="4299486" y="3139489"/>
                </a:lnTo>
                <a:lnTo>
                  <a:pt x="4298022" y="3139489"/>
                </a:lnTo>
                <a:lnTo>
                  <a:pt x="4296559" y="3139489"/>
                </a:lnTo>
                <a:lnTo>
                  <a:pt x="4295096" y="3139489"/>
                </a:lnTo>
                <a:lnTo>
                  <a:pt x="4293632" y="3139489"/>
                </a:lnTo>
                <a:lnTo>
                  <a:pt x="4292169" y="3139489"/>
                </a:lnTo>
                <a:lnTo>
                  <a:pt x="4290705" y="3139489"/>
                </a:lnTo>
                <a:lnTo>
                  <a:pt x="4289242" y="3139489"/>
                </a:lnTo>
                <a:lnTo>
                  <a:pt x="4287779" y="3139489"/>
                </a:lnTo>
                <a:lnTo>
                  <a:pt x="4286315" y="3139489"/>
                </a:lnTo>
                <a:lnTo>
                  <a:pt x="4284852" y="3139489"/>
                </a:lnTo>
                <a:lnTo>
                  <a:pt x="4283388" y="3139489"/>
                </a:lnTo>
                <a:lnTo>
                  <a:pt x="4281925" y="3139489"/>
                </a:lnTo>
                <a:lnTo>
                  <a:pt x="4280462" y="3139489"/>
                </a:lnTo>
                <a:lnTo>
                  <a:pt x="4278998" y="3139489"/>
                </a:lnTo>
                <a:lnTo>
                  <a:pt x="4277535" y="3139489"/>
                </a:lnTo>
                <a:lnTo>
                  <a:pt x="4276071" y="3139489"/>
                </a:lnTo>
                <a:lnTo>
                  <a:pt x="4274608" y="3139489"/>
                </a:lnTo>
                <a:lnTo>
                  <a:pt x="4273145" y="3139489"/>
                </a:lnTo>
                <a:lnTo>
                  <a:pt x="4271681" y="3139489"/>
                </a:lnTo>
                <a:lnTo>
                  <a:pt x="4270218" y="3139489"/>
                </a:lnTo>
                <a:lnTo>
                  <a:pt x="4268754" y="3139489"/>
                </a:lnTo>
                <a:lnTo>
                  <a:pt x="4267291" y="3139489"/>
                </a:lnTo>
                <a:lnTo>
                  <a:pt x="4265828" y="3139489"/>
                </a:lnTo>
                <a:lnTo>
                  <a:pt x="4264364" y="3139489"/>
                </a:lnTo>
                <a:lnTo>
                  <a:pt x="4262901" y="3139489"/>
                </a:lnTo>
                <a:lnTo>
                  <a:pt x="4261437" y="3139489"/>
                </a:lnTo>
                <a:lnTo>
                  <a:pt x="4259974" y="3139489"/>
                </a:lnTo>
                <a:lnTo>
                  <a:pt x="4258511" y="3139489"/>
                </a:lnTo>
                <a:lnTo>
                  <a:pt x="4257047" y="3139489"/>
                </a:lnTo>
                <a:lnTo>
                  <a:pt x="4255584" y="3139489"/>
                </a:lnTo>
                <a:lnTo>
                  <a:pt x="4254120" y="3139489"/>
                </a:lnTo>
                <a:lnTo>
                  <a:pt x="4252657" y="3139489"/>
                </a:lnTo>
                <a:lnTo>
                  <a:pt x="4251193" y="3139489"/>
                </a:lnTo>
                <a:lnTo>
                  <a:pt x="4249730" y="3139489"/>
                </a:lnTo>
                <a:lnTo>
                  <a:pt x="4248267" y="3139489"/>
                </a:lnTo>
                <a:lnTo>
                  <a:pt x="4246803" y="3139489"/>
                </a:lnTo>
                <a:lnTo>
                  <a:pt x="4245340" y="3139489"/>
                </a:lnTo>
                <a:lnTo>
                  <a:pt x="4243876" y="3139489"/>
                </a:lnTo>
                <a:lnTo>
                  <a:pt x="4242413" y="3139489"/>
                </a:lnTo>
                <a:lnTo>
                  <a:pt x="4240950" y="3139489"/>
                </a:lnTo>
                <a:lnTo>
                  <a:pt x="4239486" y="3139489"/>
                </a:lnTo>
                <a:lnTo>
                  <a:pt x="4238023" y="3139489"/>
                </a:lnTo>
                <a:lnTo>
                  <a:pt x="4236559" y="3139489"/>
                </a:lnTo>
                <a:lnTo>
                  <a:pt x="4235096" y="3139489"/>
                </a:lnTo>
                <a:lnTo>
                  <a:pt x="4233633" y="3139489"/>
                </a:lnTo>
                <a:lnTo>
                  <a:pt x="4232169" y="3139489"/>
                </a:lnTo>
                <a:lnTo>
                  <a:pt x="4230706" y="3139489"/>
                </a:lnTo>
                <a:lnTo>
                  <a:pt x="4229242" y="3139489"/>
                </a:lnTo>
                <a:lnTo>
                  <a:pt x="4227779" y="3139489"/>
                </a:lnTo>
                <a:lnTo>
                  <a:pt x="4226316" y="3139489"/>
                </a:lnTo>
                <a:lnTo>
                  <a:pt x="4224852" y="3139489"/>
                </a:lnTo>
                <a:lnTo>
                  <a:pt x="4223389" y="3139489"/>
                </a:lnTo>
                <a:lnTo>
                  <a:pt x="4221925" y="3139489"/>
                </a:lnTo>
                <a:lnTo>
                  <a:pt x="4220462" y="3139489"/>
                </a:lnTo>
                <a:lnTo>
                  <a:pt x="4218999" y="3139489"/>
                </a:lnTo>
                <a:lnTo>
                  <a:pt x="4217535" y="3139489"/>
                </a:lnTo>
                <a:lnTo>
                  <a:pt x="4216072" y="3139489"/>
                </a:lnTo>
                <a:lnTo>
                  <a:pt x="4214608" y="3139489"/>
                </a:lnTo>
                <a:lnTo>
                  <a:pt x="4213145" y="3139489"/>
                </a:lnTo>
                <a:lnTo>
                  <a:pt x="4211682" y="3139489"/>
                </a:lnTo>
                <a:lnTo>
                  <a:pt x="4210218" y="3139489"/>
                </a:lnTo>
                <a:lnTo>
                  <a:pt x="4208755" y="3139489"/>
                </a:lnTo>
                <a:lnTo>
                  <a:pt x="4207291" y="3139489"/>
                </a:lnTo>
                <a:lnTo>
                  <a:pt x="4205828" y="3139489"/>
                </a:lnTo>
                <a:lnTo>
                  <a:pt x="4204365" y="3139489"/>
                </a:lnTo>
                <a:lnTo>
                  <a:pt x="4202901" y="3139489"/>
                </a:lnTo>
                <a:lnTo>
                  <a:pt x="4201438" y="3139489"/>
                </a:lnTo>
                <a:lnTo>
                  <a:pt x="4199974" y="3139489"/>
                </a:lnTo>
                <a:lnTo>
                  <a:pt x="4198511" y="3139489"/>
                </a:lnTo>
                <a:lnTo>
                  <a:pt x="4197047" y="3139489"/>
                </a:lnTo>
                <a:lnTo>
                  <a:pt x="4195584" y="3139489"/>
                </a:lnTo>
                <a:lnTo>
                  <a:pt x="4194121" y="3139489"/>
                </a:lnTo>
                <a:lnTo>
                  <a:pt x="4192657" y="3139489"/>
                </a:lnTo>
                <a:lnTo>
                  <a:pt x="4191194" y="3139489"/>
                </a:lnTo>
                <a:lnTo>
                  <a:pt x="4189730" y="3139489"/>
                </a:lnTo>
                <a:lnTo>
                  <a:pt x="4188267" y="3139489"/>
                </a:lnTo>
                <a:lnTo>
                  <a:pt x="4186804" y="3139489"/>
                </a:lnTo>
                <a:lnTo>
                  <a:pt x="4185340" y="3139489"/>
                </a:lnTo>
                <a:lnTo>
                  <a:pt x="4183877" y="3139489"/>
                </a:lnTo>
                <a:lnTo>
                  <a:pt x="4182413" y="3139489"/>
                </a:lnTo>
                <a:lnTo>
                  <a:pt x="4180950" y="3139489"/>
                </a:lnTo>
                <a:lnTo>
                  <a:pt x="4179487" y="3139489"/>
                </a:lnTo>
                <a:lnTo>
                  <a:pt x="4178023" y="3139489"/>
                </a:lnTo>
                <a:lnTo>
                  <a:pt x="4176560" y="3139489"/>
                </a:lnTo>
                <a:lnTo>
                  <a:pt x="4175096" y="3139489"/>
                </a:lnTo>
                <a:lnTo>
                  <a:pt x="4173633" y="3139489"/>
                </a:lnTo>
                <a:lnTo>
                  <a:pt x="4172170" y="3139489"/>
                </a:lnTo>
                <a:lnTo>
                  <a:pt x="4170706" y="3139489"/>
                </a:lnTo>
                <a:lnTo>
                  <a:pt x="4169243" y="3139489"/>
                </a:lnTo>
                <a:lnTo>
                  <a:pt x="4167779" y="3139489"/>
                </a:lnTo>
                <a:lnTo>
                  <a:pt x="4166316" y="3139489"/>
                </a:lnTo>
                <a:lnTo>
                  <a:pt x="4164853" y="3139489"/>
                </a:lnTo>
                <a:lnTo>
                  <a:pt x="4163389" y="3139489"/>
                </a:lnTo>
                <a:lnTo>
                  <a:pt x="4161926" y="3139489"/>
                </a:lnTo>
                <a:lnTo>
                  <a:pt x="4160462" y="3139489"/>
                </a:lnTo>
                <a:lnTo>
                  <a:pt x="4158999" y="3139489"/>
                </a:lnTo>
                <a:lnTo>
                  <a:pt x="4157536" y="3139489"/>
                </a:lnTo>
                <a:lnTo>
                  <a:pt x="4156072" y="3139489"/>
                </a:lnTo>
                <a:lnTo>
                  <a:pt x="4154609" y="3139489"/>
                </a:lnTo>
                <a:lnTo>
                  <a:pt x="4153145" y="3139489"/>
                </a:lnTo>
                <a:lnTo>
                  <a:pt x="4151682" y="3139489"/>
                </a:lnTo>
                <a:lnTo>
                  <a:pt x="4150218" y="3139489"/>
                </a:lnTo>
                <a:lnTo>
                  <a:pt x="4148755" y="3139489"/>
                </a:lnTo>
                <a:lnTo>
                  <a:pt x="4147292" y="3139489"/>
                </a:lnTo>
                <a:lnTo>
                  <a:pt x="4145828" y="3139489"/>
                </a:lnTo>
                <a:lnTo>
                  <a:pt x="4144365" y="3139489"/>
                </a:lnTo>
                <a:lnTo>
                  <a:pt x="4142901" y="3139489"/>
                </a:lnTo>
                <a:lnTo>
                  <a:pt x="4141438" y="3139489"/>
                </a:lnTo>
                <a:lnTo>
                  <a:pt x="4139975" y="3139489"/>
                </a:lnTo>
                <a:lnTo>
                  <a:pt x="4138511" y="3139489"/>
                </a:lnTo>
                <a:lnTo>
                  <a:pt x="4137048" y="3139489"/>
                </a:lnTo>
                <a:lnTo>
                  <a:pt x="4135584" y="3139489"/>
                </a:lnTo>
                <a:lnTo>
                  <a:pt x="4134121" y="3139489"/>
                </a:lnTo>
                <a:lnTo>
                  <a:pt x="4132658" y="3139489"/>
                </a:lnTo>
                <a:lnTo>
                  <a:pt x="4131194" y="3139489"/>
                </a:lnTo>
                <a:lnTo>
                  <a:pt x="4129731" y="3139489"/>
                </a:lnTo>
                <a:lnTo>
                  <a:pt x="4128267" y="3139489"/>
                </a:lnTo>
                <a:lnTo>
                  <a:pt x="4126804" y="3139489"/>
                </a:lnTo>
                <a:lnTo>
                  <a:pt x="4125341" y="3139489"/>
                </a:lnTo>
                <a:lnTo>
                  <a:pt x="4123877" y="3139489"/>
                </a:lnTo>
                <a:lnTo>
                  <a:pt x="4122414" y="3139489"/>
                </a:lnTo>
                <a:lnTo>
                  <a:pt x="4120950" y="3139489"/>
                </a:lnTo>
                <a:lnTo>
                  <a:pt x="4119487" y="3139489"/>
                </a:lnTo>
                <a:lnTo>
                  <a:pt x="4118024" y="3139489"/>
                </a:lnTo>
                <a:lnTo>
                  <a:pt x="4116560" y="3139489"/>
                </a:lnTo>
                <a:lnTo>
                  <a:pt x="4115097" y="3139489"/>
                </a:lnTo>
                <a:lnTo>
                  <a:pt x="4113633" y="3139489"/>
                </a:lnTo>
                <a:lnTo>
                  <a:pt x="4112170" y="3139489"/>
                </a:lnTo>
                <a:lnTo>
                  <a:pt x="4110707" y="3139489"/>
                </a:lnTo>
                <a:lnTo>
                  <a:pt x="4109243" y="3139489"/>
                </a:lnTo>
                <a:lnTo>
                  <a:pt x="4107780" y="3139489"/>
                </a:lnTo>
                <a:lnTo>
                  <a:pt x="4106316" y="3139489"/>
                </a:lnTo>
                <a:lnTo>
                  <a:pt x="4104853" y="3139489"/>
                </a:lnTo>
                <a:lnTo>
                  <a:pt x="4103390" y="3139489"/>
                </a:lnTo>
                <a:lnTo>
                  <a:pt x="4101926" y="3139489"/>
                </a:lnTo>
                <a:lnTo>
                  <a:pt x="4100463" y="3139489"/>
                </a:lnTo>
                <a:lnTo>
                  <a:pt x="4098999" y="3139489"/>
                </a:lnTo>
                <a:lnTo>
                  <a:pt x="4097536" y="3139489"/>
                </a:lnTo>
                <a:lnTo>
                  <a:pt x="4096072" y="3139489"/>
                </a:lnTo>
                <a:lnTo>
                  <a:pt x="4094609" y="3139489"/>
                </a:lnTo>
                <a:lnTo>
                  <a:pt x="4093146" y="3139489"/>
                </a:lnTo>
                <a:lnTo>
                  <a:pt x="4091682" y="3139489"/>
                </a:lnTo>
                <a:lnTo>
                  <a:pt x="4090219" y="3139489"/>
                </a:lnTo>
                <a:lnTo>
                  <a:pt x="4088755" y="3139489"/>
                </a:lnTo>
                <a:lnTo>
                  <a:pt x="4087292" y="3139489"/>
                </a:lnTo>
                <a:lnTo>
                  <a:pt x="4085829" y="3139489"/>
                </a:lnTo>
                <a:lnTo>
                  <a:pt x="4084365" y="3139489"/>
                </a:lnTo>
                <a:lnTo>
                  <a:pt x="4082902" y="3139489"/>
                </a:lnTo>
                <a:lnTo>
                  <a:pt x="4081438" y="3139489"/>
                </a:lnTo>
                <a:lnTo>
                  <a:pt x="4079975" y="3139489"/>
                </a:lnTo>
                <a:lnTo>
                  <a:pt x="4078512" y="3139489"/>
                </a:lnTo>
                <a:lnTo>
                  <a:pt x="4077048" y="3139489"/>
                </a:lnTo>
                <a:lnTo>
                  <a:pt x="4075585" y="3139489"/>
                </a:lnTo>
                <a:lnTo>
                  <a:pt x="4074121" y="3139489"/>
                </a:lnTo>
                <a:lnTo>
                  <a:pt x="4072658" y="3139489"/>
                </a:lnTo>
                <a:lnTo>
                  <a:pt x="4071195" y="3139489"/>
                </a:lnTo>
                <a:lnTo>
                  <a:pt x="4069731" y="3139489"/>
                </a:lnTo>
                <a:lnTo>
                  <a:pt x="4068268" y="3139489"/>
                </a:lnTo>
                <a:lnTo>
                  <a:pt x="4066804" y="3139489"/>
                </a:lnTo>
                <a:lnTo>
                  <a:pt x="4065341" y="3139489"/>
                </a:lnTo>
                <a:lnTo>
                  <a:pt x="4063878" y="3139489"/>
                </a:lnTo>
                <a:lnTo>
                  <a:pt x="4062414" y="3139489"/>
                </a:lnTo>
                <a:lnTo>
                  <a:pt x="4060951" y="3139489"/>
                </a:lnTo>
                <a:lnTo>
                  <a:pt x="4059487" y="3139489"/>
                </a:lnTo>
                <a:lnTo>
                  <a:pt x="4058024" y="3139489"/>
                </a:lnTo>
                <a:lnTo>
                  <a:pt x="4056561" y="3139489"/>
                </a:lnTo>
                <a:lnTo>
                  <a:pt x="4055097" y="3139489"/>
                </a:lnTo>
                <a:lnTo>
                  <a:pt x="4053634" y="3139489"/>
                </a:lnTo>
                <a:lnTo>
                  <a:pt x="4052170" y="3139489"/>
                </a:lnTo>
                <a:lnTo>
                  <a:pt x="4050707" y="3139489"/>
                </a:lnTo>
                <a:lnTo>
                  <a:pt x="4049243" y="3139489"/>
                </a:lnTo>
                <a:lnTo>
                  <a:pt x="4047780" y="3139489"/>
                </a:lnTo>
                <a:lnTo>
                  <a:pt x="4046317" y="3139489"/>
                </a:lnTo>
                <a:lnTo>
                  <a:pt x="4044853" y="3139489"/>
                </a:lnTo>
                <a:lnTo>
                  <a:pt x="4043390" y="3139489"/>
                </a:lnTo>
                <a:lnTo>
                  <a:pt x="4041926" y="3139489"/>
                </a:lnTo>
                <a:lnTo>
                  <a:pt x="4040463" y="3139489"/>
                </a:lnTo>
                <a:lnTo>
                  <a:pt x="4039000" y="3139489"/>
                </a:lnTo>
                <a:lnTo>
                  <a:pt x="4037536" y="3139489"/>
                </a:lnTo>
                <a:lnTo>
                  <a:pt x="4036073" y="3139489"/>
                </a:lnTo>
                <a:lnTo>
                  <a:pt x="4034609" y="3139489"/>
                </a:lnTo>
                <a:lnTo>
                  <a:pt x="4033146" y="3139489"/>
                </a:lnTo>
                <a:lnTo>
                  <a:pt x="4031683" y="3139489"/>
                </a:lnTo>
                <a:lnTo>
                  <a:pt x="4030219" y="3139489"/>
                </a:lnTo>
                <a:lnTo>
                  <a:pt x="4028756" y="3139489"/>
                </a:lnTo>
                <a:lnTo>
                  <a:pt x="4027292" y="3139489"/>
                </a:lnTo>
                <a:lnTo>
                  <a:pt x="4025829" y="3139489"/>
                </a:lnTo>
                <a:lnTo>
                  <a:pt x="4024366" y="3139489"/>
                </a:lnTo>
                <a:lnTo>
                  <a:pt x="4022902" y="3139489"/>
                </a:lnTo>
                <a:lnTo>
                  <a:pt x="4021439" y="3139489"/>
                </a:lnTo>
                <a:lnTo>
                  <a:pt x="4019975" y="3139489"/>
                </a:lnTo>
                <a:lnTo>
                  <a:pt x="4018512" y="3139489"/>
                </a:lnTo>
                <a:lnTo>
                  <a:pt x="4017049" y="3139489"/>
                </a:lnTo>
                <a:lnTo>
                  <a:pt x="4015585" y="3139489"/>
                </a:lnTo>
                <a:lnTo>
                  <a:pt x="4014122" y="3139489"/>
                </a:lnTo>
                <a:lnTo>
                  <a:pt x="4012658" y="3139489"/>
                </a:lnTo>
                <a:lnTo>
                  <a:pt x="4011195" y="3139489"/>
                </a:lnTo>
                <a:lnTo>
                  <a:pt x="4009732" y="3139489"/>
                </a:lnTo>
                <a:lnTo>
                  <a:pt x="4008268" y="3139489"/>
                </a:lnTo>
                <a:lnTo>
                  <a:pt x="4006805" y="3139489"/>
                </a:lnTo>
                <a:lnTo>
                  <a:pt x="4005341" y="3139489"/>
                </a:lnTo>
                <a:lnTo>
                  <a:pt x="4003878" y="3139489"/>
                </a:lnTo>
                <a:lnTo>
                  <a:pt x="4002415" y="3139489"/>
                </a:lnTo>
                <a:lnTo>
                  <a:pt x="4000951" y="3139489"/>
                </a:lnTo>
                <a:lnTo>
                  <a:pt x="3999488" y="3139489"/>
                </a:lnTo>
                <a:lnTo>
                  <a:pt x="3998024" y="3139489"/>
                </a:lnTo>
                <a:lnTo>
                  <a:pt x="3996561" y="3139489"/>
                </a:lnTo>
                <a:lnTo>
                  <a:pt x="3995097" y="3139489"/>
                </a:lnTo>
                <a:lnTo>
                  <a:pt x="3993634" y="3139489"/>
                </a:lnTo>
                <a:lnTo>
                  <a:pt x="3992171" y="3139489"/>
                </a:lnTo>
                <a:lnTo>
                  <a:pt x="3990707" y="3139489"/>
                </a:lnTo>
                <a:lnTo>
                  <a:pt x="3989244" y="3139489"/>
                </a:lnTo>
                <a:lnTo>
                  <a:pt x="3987780" y="3139489"/>
                </a:lnTo>
                <a:lnTo>
                  <a:pt x="3986317" y="3139489"/>
                </a:lnTo>
                <a:lnTo>
                  <a:pt x="3984854" y="3139489"/>
                </a:lnTo>
                <a:lnTo>
                  <a:pt x="3983390" y="3139489"/>
                </a:lnTo>
                <a:lnTo>
                  <a:pt x="3981927" y="3139489"/>
                </a:lnTo>
                <a:lnTo>
                  <a:pt x="3980463" y="3139489"/>
                </a:lnTo>
                <a:lnTo>
                  <a:pt x="3979000" y="3139489"/>
                </a:lnTo>
                <a:lnTo>
                  <a:pt x="3977537" y="3139489"/>
                </a:lnTo>
                <a:lnTo>
                  <a:pt x="3976073" y="3139489"/>
                </a:lnTo>
                <a:lnTo>
                  <a:pt x="3974610" y="3139489"/>
                </a:lnTo>
                <a:lnTo>
                  <a:pt x="3973146" y="3139489"/>
                </a:lnTo>
                <a:lnTo>
                  <a:pt x="3971683" y="3139489"/>
                </a:lnTo>
                <a:lnTo>
                  <a:pt x="3970220" y="3139489"/>
                </a:lnTo>
                <a:lnTo>
                  <a:pt x="3968756" y="3139489"/>
                </a:lnTo>
                <a:lnTo>
                  <a:pt x="3967293" y="3139489"/>
                </a:lnTo>
                <a:lnTo>
                  <a:pt x="3965829" y="3139489"/>
                </a:lnTo>
                <a:lnTo>
                  <a:pt x="3964366" y="3139489"/>
                </a:lnTo>
                <a:lnTo>
                  <a:pt x="3962903" y="3139489"/>
                </a:lnTo>
                <a:lnTo>
                  <a:pt x="3961439" y="3139489"/>
                </a:lnTo>
                <a:lnTo>
                  <a:pt x="3959976" y="3139489"/>
                </a:lnTo>
                <a:lnTo>
                  <a:pt x="3958512" y="3139489"/>
                </a:lnTo>
                <a:lnTo>
                  <a:pt x="3957049" y="3139489"/>
                </a:lnTo>
                <a:lnTo>
                  <a:pt x="3955586" y="3139489"/>
                </a:lnTo>
                <a:lnTo>
                  <a:pt x="3954122" y="3139489"/>
                </a:lnTo>
                <a:lnTo>
                  <a:pt x="3952659" y="3139489"/>
                </a:lnTo>
                <a:lnTo>
                  <a:pt x="3951195" y="3139489"/>
                </a:lnTo>
                <a:lnTo>
                  <a:pt x="3949732" y="3139489"/>
                </a:lnTo>
                <a:lnTo>
                  <a:pt x="3948268" y="3139489"/>
                </a:lnTo>
                <a:lnTo>
                  <a:pt x="3946805" y="3139489"/>
                </a:lnTo>
                <a:lnTo>
                  <a:pt x="3945342" y="3139489"/>
                </a:lnTo>
                <a:lnTo>
                  <a:pt x="3943878" y="3139489"/>
                </a:lnTo>
                <a:lnTo>
                  <a:pt x="3942415" y="3139489"/>
                </a:lnTo>
                <a:lnTo>
                  <a:pt x="3940951" y="3139489"/>
                </a:lnTo>
                <a:lnTo>
                  <a:pt x="3939488" y="3139489"/>
                </a:lnTo>
                <a:lnTo>
                  <a:pt x="3938025" y="3139489"/>
                </a:lnTo>
                <a:lnTo>
                  <a:pt x="3936561" y="3139489"/>
                </a:lnTo>
                <a:lnTo>
                  <a:pt x="3935098" y="3139489"/>
                </a:lnTo>
                <a:lnTo>
                  <a:pt x="3933634" y="3139489"/>
                </a:lnTo>
                <a:lnTo>
                  <a:pt x="3932171" y="3139489"/>
                </a:lnTo>
                <a:lnTo>
                  <a:pt x="3930708" y="3139489"/>
                </a:lnTo>
                <a:lnTo>
                  <a:pt x="3929244" y="3139489"/>
                </a:lnTo>
                <a:lnTo>
                  <a:pt x="3927781" y="3139489"/>
                </a:lnTo>
                <a:lnTo>
                  <a:pt x="3926317" y="3139489"/>
                </a:lnTo>
                <a:lnTo>
                  <a:pt x="3924854" y="3139489"/>
                </a:lnTo>
                <a:lnTo>
                  <a:pt x="3923391" y="3139489"/>
                </a:lnTo>
                <a:lnTo>
                  <a:pt x="3921927" y="3139489"/>
                </a:lnTo>
                <a:lnTo>
                  <a:pt x="3920464" y="3139489"/>
                </a:lnTo>
                <a:lnTo>
                  <a:pt x="3919000" y="3139489"/>
                </a:lnTo>
                <a:lnTo>
                  <a:pt x="3917537" y="3139489"/>
                </a:lnTo>
                <a:lnTo>
                  <a:pt x="3916074" y="3139489"/>
                </a:lnTo>
                <a:lnTo>
                  <a:pt x="3914610" y="3139489"/>
                </a:lnTo>
                <a:lnTo>
                  <a:pt x="3913147" y="3139489"/>
                </a:lnTo>
                <a:lnTo>
                  <a:pt x="3911683" y="3139489"/>
                </a:lnTo>
                <a:lnTo>
                  <a:pt x="3910220" y="3139489"/>
                </a:lnTo>
                <a:lnTo>
                  <a:pt x="3908757" y="3139489"/>
                </a:lnTo>
                <a:lnTo>
                  <a:pt x="3907293" y="3139489"/>
                </a:lnTo>
                <a:lnTo>
                  <a:pt x="3905830" y="3139489"/>
                </a:lnTo>
                <a:lnTo>
                  <a:pt x="3904366" y="3139489"/>
                </a:lnTo>
                <a:lnTo>
                  <a:pt x="3902903" y="3139489"/>
                </a:lnTo>
                <a:lnTo>
                  <a:pt x="3901440" y="3139489"/>
                </a:lnTo>
                <a:lnTo>
                  <a:pt x="3899976" y="3139489"/>
                </a:lnTo>
                <a:lnTo>
                  <a:pt x="3898513" y="3139489"/>
                </a:lnTo>
                <a:lnTo>
                  <a:pt x="3897049" y="3139489"/>
                </a:lnTo>
                <a:lnTo>
                  <a:pt x="3895586" y="3139489"/>
                </a:lnTo>
                <a:lnTo>
                  <a:pt x="3894122" y="3139489"/>
                </a:lnTo>
                <a:lnTo>
                  <a:pt x="3892659" y="3139489"/>
                </a:lnTo>
                <a:lnTo>
                  <a:pt x="3891196" y="3139489"/>
                </a:lnTo>
                <a:lnTo>
                  <a:pt x="3889732" y="3139489"/>
                </a:lnTo>
                <a:lnTo>
                  <a:pt x="3888269" y="3139489"/>
                </a:lnTo>
                <a:lnTo>
                  <a:pt x="3886805" y="3139489"/>
                </a:lnTo>
                <a:lnTo>
                  <a:pt x="3885342" y="3139489"/>
                </a:lnTo>
                <a:lnTo>
                  <a:pt x="3883879" y="3139489"/>
                </a:lnTo>
                <a:lnTo>
                  <a:pt x="3882415" y="3139489"/>
                </a:lnTo>
                <a:lnTo>
                  <a:pt x="3880952" y="3139489"/>
                </a:lnTo>
                <a:lnTo>
                  <a:pt x="3879488" y="3139489"/>
                </a:lnTo>
                <a:lnTo>
                  <a:pt x="3878025" y="3139489"/>
                </a:lnTo>
                <a:lnTo>
                  <a:pt x="3876562" y="3139489"/>
                </a:lnTo>
                <a:lnTo>
                  <a:pt x="3875098" y="3139489"/>
                </a:lnTo>
                <a:lnTo>
                  <a:pt x="3873635" y="3139489"/>
                </a:lnTo>
                <a:lnTo>
                  <a:pt x="3872171" y="3139489"/>
                </a:lnTo>
                <a:lnTo>
                  <a:pt x="3870708" y="3139489"/>
                </a:lnTo>
                <a:lnTo>
                  <a:pt x="3869245" y="3139489"/>
                </a:lnTo>
                <a:lnTo>
                  <a:pt x="3867781" y="3139489"/>
                </a:lnTo>
                <a:lnTo>
                  <a:pt x="3866318" y="3139489"/>
                </a:lnTo>
                <a:lnTo>
                  <a:pt x="3864854" y="3139489"/>
                </a:lnTo>
                <a:lnTo>
                  <a:pt x="3863391" y="3139489"/>
                </a:lnTo>
                <a:lnTo>
                  <a:pt x="3861928" y="3139489"/>
                </a:lnTo>
                <a:lnTo>
                  <a:pt x="3860464" y="3139489"/>
                </a:lnTo>
                <a:lnTo>
                  <a:pt x="3859001" y="3139489"/>
                </a:lnTo>
                <a:lnTo>
                  <a:pt x="3857537" y="3139489"/>
                </a:lnTo>
                <a:lnTo>
                  <a:pt x="3856074" y="3139489"/>
                </a:lnTo>
                <a:lnTo>
                  <a:pt x="3854611" y="3139489"/>
                </a:lnTo>
                <a:lnTo>
                  <a:pt x="3853147" y="3139489"/>
                </a:lnTo>
                <a:lnTo>
                  <a:pt x="3851684" y="3139489"/>
                </a:lnTo>
                <a:lnTo>
                  <a:pt x="3850220" y="3139489"/>
                </a:lnTo>
                <a:lnTo>
                  <a:pt x="3848757" y="3139489"/>
                </a:lnTo>
                <a:lnTo>
                  <a:pt x="3847293" y="3139489"/>
                </a:lnTo>
                <a:lnTo>
                  <a:pt x="3845830" y="3139489"/>
                </a:lnTo>
                <a:lnTo>
                  <a:pt x="3844367" y="3139489"/>
                </a:lnTo>
                <a:lnTo>
                  <a:pt x="3842903" y="3139489"/>
                </a:lnTo>
                <a:lnTo>
                  <a:pt x="3841440" y="3139489"/>
                </a:lnTo>
                <a:lnTo>
                  <a:pt x="3839976" y="3139489"/>
                </a:lnTo>
                <a:lnTo>
                  <a:pt x="3838513" y="3139489"/>
                </a:lnTo>
                <a:lnTo>
                  <a:pt x="3837050" y="3139489"/>
                </a:lnTo>
                <a:lnTo>
                  <a:pt x="3835586" y="3139489"/>
                </a:lnTo>
                <a:lnTo>
                  <a:pt x="3834123" y="3139489"/>
                </a:lnTo>
                <a:lnTo>
                  <a:pt x="3832659" y="3139489"/>
                </a:lnTo>
                <a:lnTo>
                  <a:pt x="3831196" y="3139489"/>
                </a:lnTo>
                <a:lnTo>
                  <a:pt x="3829733" y="3139489"/>
                </a:lnTo>
                <a:lnTo>
                  <a:pt x="3828269" y="3139489"/>
                </a:lnTo>
                <a:lnTo>
                  <a:pt x="3826806" y="3139489"/>
                </a:lnTo>
                <a:lnTo>
                  <a:pt x="3825342" y="3139489"/>
                </a:lnTo>
                <a:lnTo>
                  <a:pt x="3823879" y="3139489"/>
                </a:lnTo>
                <a:lnTo>
                  <a:pt x="3822416" y="3139489"/>
                </a:lnTo>
                <a:lnTo>
                  <a:pt x="3820952" y="3139489"/>
                </a:lnTo>
                <a:lnTo>
                  <a:pt x="3819489" y="3139489"/>
                </a:lnTo>
                <a:lnTo>
                  <a:pt x="3818025" y="3139489"/>
                </a:lnTo>
                <a:lnTo>
                  <a:pt x="3816562" y="3139489"/>
                </a:lnTo>
                <a:lnTo>
                  <a:pt x="3815099" y="3139489"/>
                </a:lnTo>
                <a:lnTo>
                  <a:pt x="3813635" y="3139489"/>
                </a:lnTo>
                <a:lnTo>
                  <a:pt x="3812172" y="3139489"/>
                </a:lnTo>
                <a:lnTo>
                  <a:pt x="3810708" y="3139489"/>
                </a:lnTo>
                <a:lnTo>
                  <a:pt x="3809245" y="3139489"/>
                </a:lnTo>
                <a:lnTo>
                  <a:pt x="3807782" y="3139489"/>
                </a:lnTo>
                <a:lnTo>
                  <a:pt x="3806318" y="3139489"/>
                </a:lnTo>
                <a:lnTo>
                  <a:pt x="3804855" y="3139489"/>
                </a:lnTo>
                <a:lnTo>
                  <a:pt x="3803391" y="3139489"/>
                </a:lnTo>
                <a:lnTo>
                  <a:pt x="3801928" y="3139489"/>
                </a:lnTo>
                <a:lnTo>
                  <a:pt x="3800464" y="3139489"/>
                </a:lnTo>
                <a:lnTo>
                  <a:pt x="3799001" y="3139489"/>
                </a:lnTo>
                <a:lnTo>
                  <a:pt x="3797538" y="3139489"/>
                </a:lnTo>
                <a:lnTo>
                  <a:pt x="3796074" y="3139489"/>
                </a:lnTo>
                <a:lnTo>
                  <a:pt x="3794611" y="3139489"/>
                </a:lnTo>
                <a:lnTo>
                  <a:pt x="3793147" y="3139489"/>
                </a:lnTo>
                <a:lnTo>
                  <a:pt x="3791684" y="3139489"/>
                </a:lnTo>
                <a:lnTo>
                  <a:pt x="3790221" y="3139489"/>
                </a:lnTo>
                <a:lnTo>
                  <a:pt x="3788757" y="3139489"/>
                </a:lnTo>
                <a:lnTo>
                  <a:pt x="3787294" y="3139489"/>
                </a:lnTo>
                <a:lnTo>
                  <a:pt x="3785830" y="3139489"/>
                </a:lnTo>
                <a:lnTo>
                  <a:pt x="3784367" y="3139489"/>
                </a:lnTo>
                <a:lnTo>
                  <a:pt x="3782904" y="3139489"/>
                </a:lnTo>
                <a:lnTo>
                  <a:pt x="3781440" y="3139489"/>
                </a:lnTo>
                <a:lnTo>
                  <a:pt x="3779977" y="3139489"/>
                </a:lnTo>
                <a:lnTo>
                  <a:pt x="3778513" y="3139489"/>
                </a:lnTo>
                <a:lnTo>
                  <a:pt x="3777050" y="3139489"/>
                </a:lnTo>
                <a:lnTo>
                  <a:pt x="3775587" y="3139489"/>
                </a:lnTo>
                <a:lnTo>
                  <a:pt x="3774123" y="3139489"/>
                </a:lnTo>
                <a:lnTo>
                  <a:pt x="3772660" y="3139489"/>
                </a:lnTo>
                <a:lnTo>
                  <a:pt x="3771196" y="3139489"/>
                </a:lnTo>
                <a:lnTo>
                  <a:pt x="3769733" y="3139489"/>
                </a:lnTo>
                <a:lnTo>
                  <a:pt x="3768270" y="3139489"/>
                </a:lnTo>
                <a:lnTo>
                  <a:pt x="3766806" y="3139489"/>
                </a:lnTo>
                <a:lnTo>
                  <a:pt x="3765343" y="3139489"/>
                </a:lnTo>
                <a:lnTo>
                  <a:pt x="3763879" y="3139489"/>
                </a:lnTo>
                <a:lnTo>
                  <a:pt x="3762416" y="3139489"/>
                </a:lnTo>
                <a:lnTo>
                  <a:pt x="3760953" y="3139489"/>
                </a:lnTo>
                <a:lnTo>
                  <a:pt x="3759489" y="3139489"/>
                </a:lnTo>
                <a:lnTo>
                  <a:pt x="3758026" y="3139489"/>
                </a:lnTo>
                <a:lnTo>
                  <a:pt x="3756562" y="3139489"/>
                </a:lnTo>
                <a:lnTo>
                  <a:pt x="3755099" y="3139489"/>
                </a:lnTo>
                <a:lnTo>
                  <a:pt x="3753636" y="3139489"/>
                </a:lnTo>
                <a:lnTo>
                  <a:pt x="3752172" y="3139489"/>
                </a:lnTo>
                <a:lnTo>
                  <a:pt x="3750709" y="3139489"/>
                </a:lnTo>
                <a:lnTo>
                  <a:pt x="3749245" y="3139489"/>
                </a:lnTo>
                <a:lnTo>
                  <a:pt x="3747782" y="3139489"/>
                </a:lnTo>
                <a:lnTo>
                  <a:pt x="3746318" y="3139489"/>
                </a:lnTo>
                <a:lnTo>
                  <a:pt x="3744855" y="3139489"/>
                </a:lnTo>
                <a:lnTo>
                  <a:pt x="3743392" y="3139489"/>
                </a:lnTo>
                <a:lnTo>
                  <a:pt x="3741928" y="3139489"/>
                </a:lnTo>
                <a:lnTo>
                  <a:pt x="3740465" y="3139489"/>
                </a:lnTo>
                <a:lnTo>
                  <a:pt x="3739001" y="3139489"/>
                </a:lnTo>
                <a:lnTo>
                  <a:pt x="3737538" y="3139489"/>
                </a:lnTo>
                <a:lnTo>
                  <a:pt x="3736075" y="3139489"/>
                </a:lnTo>
                <a:lnTo>
                  <a:pt x="3734611" y="3139489"/>
                </a:lnTo>
                <a:lnTo>
                  <a:pt x="3733148" y="3139489"/>
                </a:lnTo>
                <a:lnTo>
                  <a:pt x="3731684" y="3139489"/>
                </a:lnTo>
                <a:lnTo>
                  <a:pt x="3730221" y="3139489"/>
                </a:lnTo>
                <a:lnTo>
                  <a:pt x="3728758" y="3139489"/>
                </a:lnTo>
                <a:lnTo>
                  <a:pt x="3727294" y="3139489"/>
                </a:lnTo>
                <a:lnTo>
                  <a:pt x="3725831" y="3139489"/>
                </a:lnTo>
                <a:lnTo>
                  <a:pt x="3724367" y="3139489"/>
                </a:lnTo>
                <a:lnTo>
                  <a:pt x="3722904" y="3139489"/>
                </a:lnTo>
                <a:lnTo>
                  <a:pt x="3721441" y="3139489"/>
                </a:lnTo>
                <a:lnTo>
                  <a:pt x="3719977" y="3139489"/>
                </a:lnTo>
                <a:lnTo>
                  <a:pt x="3718514" y="3139489"/>
                </a:lnTo>
                <a:lnTo>
                  <a:pt x="3717050" y="3139489"/>
                </a:lnTo>
                <a:lnTo>
                  <a:pt x="3715587" y="3139489"/>
                </a:lnTo>
                <a:lnTo>
                  <a:pt x="3714124" y="3139489"/>
                </a:lnTo>
                <a:lnTo>
                  <a:pt x="3712660" y="3139489"/>
                </a:lnTo>
                <a:lnTo>
                  <a:pt x="3711197" y="3139489"/>
                </a:lnTo>
                <a:lnTo>
                  <a:pt x="3709733" y="3139489"/>
                </a:lnTo>
                <a:lnTo>
                  <a:pt x="3708270" y="3139489"/>
                </a:lnTo>
                <a:lnTo>
                  <a:pt x="3706807" y="3139489"/>
                </a:lnTo>
                <a:lnTo>
                  <a:pt x="3705343" y="3139489"/>
                </a:lnTo>
                <a:lnTo>
                  <a:pt x="3703880" y="3139489"/>
                </a:lnTo>
                <a:lnTo>
                  <a:pt x="3702416" y="3139489"/>
                </a:lnTo>
                <a:lnTo>
                  <a:pt x="3700953" y="3139489"/>
                </a:lnTo>
                <a:lnTo>
                  <a:pt x="3699489" y="3139489"/>
                </a:lnTo>
                <a:lnTo>
                  <a:pt x="3698026" y="3139489"/>
                </a:lnTo>
                <a:lnTo>
                  <a:pt x="3696563" y="3139489"/>
                </a:lnTo>
                <a:lnTo>
                  <a:pt x="3695099" y="3139489"/>
                </a:lnTo>
                <a:lnTo>
                  <a:pt x="3693636" y="3139489"/>
                </a:lnTo>
                <a:lnTo>
                  <a:pt x="3692172" y="3139489"/>
                </a:lnTo>
                <a:lnTo>
                  <a:pt x="3690709" y="3139489"/>
                </a:lnTo>
                <a:lnTo>
                  <a:pt x="3689246" y="3139489"/>
                </a:lnTo>
                <a:lnTo>
                  <a:pt x="3687782" y="3139489"/>
                </a:lnTo>
                <a:lnTo>
                  <a:pt x="3686319" y="3139489"/>
                </a:lnTo>
                <a:lnTo>
                  <a:pt x="3684855" y="3139489"/>
                </a:lnTo>
                <a:lnTo>
                  <a:pt x="3683392" y="3139489"/>
                </a:lnTo>
                <a:lnTo>
                  <a:pt x="3681929" y="3139489"/>
                </a:lnTo>
                <a:lnTo>
                  <a:pt x="3680465" y="3139489"/>
                </a:lnTo>
                <a:lnTo>
                  <a:pt x="3679002" y="3139489"/>
                </a:lnTo>
                <a:lnTo>
                  <a:pt x="3677538" y="3139489"/>
                </a:lnTo>
                <a:lnTo>
                  <a:pt x="3676075" y="3139489"/>
                </a:lnTo>
                <a:lnTo>
                  <a:pt x="3674612" y="3139489"/>
                </a:lnTo>
                <a:lnTo>
                  <a:pt x="3673148" y="3139489"/>
                </a:lnTo>
                <a:lnTo>
                  <a:pt x="3671685" y="3139489"/>
                </a:lnTo>
                <a:lnTo>
                  <a:pt x="3670221" y="3139489"/>
                </a:lnTo>
                <a:lnTo>
                  <a:pt x="3668758" y="3139489"/>
                </a:lnTo>
                <a:lnTo>
                  <a:pt x="3667295" y="3139489"/>
                </a:lnTo>
                <a:lnTo>
                  <a:pt x="3665831" y="3139489"/>
                </a:lnTo>
                <a:lnTo>
                  <a:pt x="3664368" y="3139489"/>
                </a:lnTo>
                <a:lnTo>
                  <a:pt x="3662904" y="3139489"/>
                </a:lnTo>
                <a:lnTo>
                  <a:pt x="3661441" y="3139489"/>
                </a:lnTo>
                <a:lnTo>
                  <a:pt x="3659978" y="3139489"/>
                </a:lnTo>
                <a:lnTo>
                  <a:pt x="3658514" y="3139489"/>
                </a:lnTo>
                <a:lnTo>
                  <a:pt x="3657051" y="3139489"/>
                </a:lnTo>
                <a:lnTo>
                  <a:pt x="3655587" y="3139489"/>
                </a:lnTo>
                <a:lnTo>
                  <a:pt x="3654124" y="3139489"/>
                </a:lnTo>
                <a:lnTo>
                  <a:pt x="3652661" y="3139489"/>
                </a:lnTo>
                <a:lnTo>
                  <a:pt x="3651197" y="3139489"/>
                </a:lnTo>
                <a:lnTo>
                  <a:pt x="3649734" y="3139489"/>
                </a:lnTo>
                <a:lnTo>
                  <a:pt x="3648270" y="3139489"/>
                </a:lnTo>
                <a:lnTo>
                  <a:pt x="3646807" y="3139489"/>
                </a:lnTo>
                <a:lnTo>
                  <a:pt x="3645343" y="3139489"/>
                </a:lnTo>
                <a:lnTo>
                  <a:pt x="3643880" y="3139489"/>
                </a:lnTo>
                <a:lnTo>
                  <a:pt x="3642417" y="3139489"/>
                </a:lnTo>
                <a:lnTo>
                  <a:pt x="3640953" y="3139489"/>
                </a:lnTo>
                <a:lnTo>
                  <a:pt x="3639490" y="3139489"/>
                </a:lnTo>
                <a:lnTo>
                  <a:pt x="3638026" y="3139489"/>
                </a:lnTo>
                <a:lnTo>
                  <a:pt x="3636563" y="3139489"/>
                </a:lnTo>
                <a:lnTo>
                  <a:pt x="3635100" y="3139489"/>
                </a:lnTo>
                <a:lnTo>
                  <a:pt x="3633636" y="3139489"/>
                </a:lnTo>
                <a:lnTo>
                  <a:pt x="3632173" y="3139489"/>
                </a:lnTo>
                <a:lnTo>
                  <a:pt x="3630709" y="3139489"/>
                </a:lnTo>
                <a:lnTo>
                  <a:pt x="3629246" y="3139489"/>
                </a:lnTo>
                <a:lnTo>
                  <a:pt x="3627783" y="3139489"/>
                </a:lnTo>
                <a:lnTo>
                  <a:pt x="3626319" y="3139489"/>
                </a:lnTo>
                <a:lnTo>
                  <a:pt x="3624856" y="3139489"/>
                </a:lnTo>
                <a:lnTo>
                  <a:pt x="3623392" y="3139489"/>
                </a:lnTo>
                <a:lnTo>
                  <a:pt x="3621929" y="3139489"/>
                </a:lnTo>
                <a:lnTo>
                  <a:pt x="3620466" y="3139489"/>
                </a:lnTo>
                <a:lnTo>
                  <a:pt x="3619002" y="3139489"/>
                </a:lnTo>
                <a:lnTo>
                  <a:pt x="3617539" y="3139489"/>
                </a:lnTo>
                <a:lnTo>
                  <a:pt x="3616075" y="3139489"/>
                </a:lnTo>
                <a:lnTo>
                  <a:pt x="3614612" y="3139489"/>
                </a:lnTo>
                <a:lnTo>
                  <a:pt x="3613149" y="3139489"/>
                </a:lnTo>
                <a:lnTo>
                  <a:pt x="3611685" y="3139489"/>
                </a:lnTo>
                <a:lnTo>
                  <a:pt x="3610222" y="3139489"/>
                </a:lnTo>
                <a:lnTo>
                  <a:pt x="3608758" y="3139489"/>
                </a:lnTo>
                <a:lnTo>
                  <a:pt x="3607295" y="3139489"/>
                </a:lnTo>
                <a:lnTo>
                  <a:pt x="3605832" y="3139489"/>
                </a:lnTo>
                <a:lnTo>
                  <a:pt x="3604368" y="3139489"/>
                </a:lnTo>
                <a:lnTo>
                  <a:pt x="3602905" y="3139489"/>
                </a:lnTo>
                <a:lnTo>
                  <a:pt x="3601441" y="3139489"/>
                </a:lnTo>
                <a:lnTo>
                  <a:pt x="3599978" y="3139489"/>
                </a:lnTo>
                <a:lnTo>
                  <a:pt x="3598514" y="3139489"/>
                </a:lnTo>
                <a:lnTo>
                  <a:pt x="3597051" y="3139489"/>
                </a:lnTo>
                <a:lnTo>
                  <a:pt x="3595588" y="3139489"/>
                </a:lnTo>
                <a:lnTo>
                  <a:pt x="3594124" y="3139489"/>
                </a:lnTo>
                <a:lnTo>
                  <a:pt x="3592661" y="3139489"/>
                </a:lnTo>
                <a:lnTo>
                  <a:pt x="3591197" y="3139489"/>
                </a:lnTo>
                <a:lnTo>
                  <a:pt x="3589734" y="3139489"/>
                </a:lnTo>
                <a:lnTo>
                  <a:pt x="3588271" y="3139489"/>
                </a:lnTo>
                <a:lnTo>
                  <a:pt x="3586807" y="3139489"/>
                </a:lnTo>
                <a:lnTo>
                  <a:pt x="3585344" y="3139489"/>
                </a:lnTo>
                <a:lnTo>
                  <a:pt x="3583880" y="3139489"/>
                </a:lnTo>
                <a:lnTo>
                  <a:pt x="3582417" y="3139489"/>
                </a:lnTo>
                <a:lnTo>
                  <a:pt x="3580954" y="3139489"/>
                </a:lnTo>
                <a:lnTo>
                  <a:pt x="3579490" y="3139489"/>
                </a:lnTo>
                <a:lnTo>
                  <a:pt x="3578027" y="3139489"/>
                </a:lnTo>
                <a:lnTo>
                  <a:pt x="3576563" y="3139489"/>
                </a:lnTo>
                <a:lnTo>
                  <a:pt x="3575100" y="3139489"/>
                </a:lnTo>
                <a:lnTo>
                  <a:pt x="3573637" y="3139489"/>
                </a:lnTo>
                <a:lnTo>
                  <a:pt x="3572173" y="3139489"/>
                </a:lnTo>
                <a:lnTo>
                  <a:pt x="3570710" y="3139489"/>
                </a:lnTo>
                <a:lnTo>
                  <a:pt x="3569246" y="3139489"/>
                </a:lnTo>
                <a:lnTo>
                  <a:pt x="3567783" y="3139489"/>
                </a:lnTo>
                <a:lnTo>
                  <a:pt x="3566320" y="3139489"/>
                </a:lnTo>
                <a:lnTo>
                  <a:pt x="3564856" y="3139489"/>
                </a:lnTo>
                <a:lnTo>
                  <a:pt x="3563393" y="3139489"/>
                </a:lnTo>
                <a:lnTo>
                  <a:pt x="3561929" y="3139489"/>
                </a:lnTo>
                <a:lnTo>
                  <a:pt x="3560466" y="3139489"/>
                </a:lnTo>
                <a:lnTo>
                  <a:pt x="3559003" y="3139489"/>
                </a:lnTo>
                <a:lnTo>
                  <a:pt x="3557539" y="3139489"/>
                </a:lnTo>
                <a:lnTo>
                  <a:pt x="3556076" y="3139489"/>
                </a:lnTo>
                <a:lnTo>
                  <a:pt x="3554612" y="3139489"/>
                </a:lnTo>
                <a:lnTo>
                  <a:pt x="3553149" y="3139489"/>
                </a:lnTo>
                <a:lnTo>
                  <a:pt x="3551686" y="3139489"/>
                </a:lnTo>
                <a:lnTo>
                  <a:pt x="3550222" y="3139489"/>
                </a:lnTo>
                <a:lnTo>
                  <a:pt x="3548759" y="3139489"/>
                </a:lnTo>
                <a:lnTo>
                  <a:pt x="3547295" y="3139489"/>
                </a:lnTo>
                <a:lnTo>
                  <a:pt x="3545832" y="3139489"/>
                </a:lnTo>
                <a:lnTo>
                  <a:pt x="3544368" y="3139489"/>
                </a:lnTo>
                <a:lnTo>
                  <a:pt x="3542905" y="3139489"/>
                </a:lnTo>
                <a:lnTo>
                  <a:pt x="3541442" y="3139489"/>
                </a:lnTo>
                <a:lnTo>
                  <a:pt x="3539978" y="3139489"/>
                </a:lnTo>
                <a:lnTo>
                  <a:pt x="3538515" y="3139489"/>
                </a:lnTo>
                <a:lnTo>
                  <a:pt x="3537051" y="3139489"/>
                </a:lnTo>
                <a:lnTo>
                  <a:pt x="3535588" y="3139489"/>
                </a:lnTo>
                <a:lnTo>
                  <a:pt x="3534125" y="3139489"/>
                </a:lnTo>
                <a:lnTo>
                  <a:pt x="3532661" y="3139489"/>
                </a:lnTo>
                <a:lnTo>
                  <a:pt x="3531198" y="3139489"/>
                </a:lnTo>
                <a:lnTo>
                  <a:pt x="3529734" y="3139489"/>
                </a:lnTo>
                <a:lnTo>
                  <a:pt x="3528271" y="3139489"/>
                </a:lnTo>
                <a:lnTo>
                  <a:pt x="3526808" y="3139489"/>
                </a:lnTo>
                <a:lnTo>
                  <a:pt x="3525344" y="3139489"/>
                </a:lnTo>
                <a:lnTo>
                  <a:pt x="3523881" y="3139489"/>
                </a:lnTo>
                <a:lnTo>
                  <a:pt x="3522417" y="3139489"/>
                </a:lnTo>
                <a:lnTo>
                  <a:pt x="3520954" y="3139489"/>
                </a:lnTo>
                <a:lnTo>
                  <a:pt x="3519491" y="3139489"/>
                </a:lnTo>
                <a:lnTo>
                  <a:pt x="3518027" y="3139489"/>
                </a:lnTo>
                <a:lnTo>
                  <a:pt x="3516564" y="3139489"/>
                </a:lnTo>
                <a:lnTo>
                  <a:pt x="3515100" y="3139489"/>
                </a:lnTo>
                <a:lnTo>
                  <a:pt x="3513637" y="3139489"/>
                </a:lnTo>
                <a:lnTo>
                  <a:pt x="3512174" y="3139489"/>
                </a:lnTo>
                <a:lnTo>
                  <a:pt x="3510710" y="3139489"/>
                </a:lnTo>
                <a:lnTo>
                  <a:pt x="3509247" y="3139489"/>
                </a:lnTo>
                <a:lnTo>
                  <a:pt x="3507783" y="3139489"/>
                </a:lnTo>
                <a:lnTo>
                  <a:pt x="3506320" y="3139489"/>
                </a:lnTo>
                <a:lnTo>
                  <a:pt x="3504857" y="3139489"/>
                </a:lnTo>
                <a:lnTo>
                  <a:pt x="3503393" y="3139489"/>
                </a:lnTo>
                <a:lnTo>
                  <a:pt x="3501930" y="3139489"/>
                </a:lnTo>
                <a:lnTo>
                  <a:pt x="3500466" y="3139489"/>
                </a:lnTo>
                <a:lnTo>
                  <a:pt x="3499003" y="3139489"/>
                </a:lnTo>
                <a:lnTo>
                  <a:pt x="3497539" y="3139489"/>
                </a:lnTo>
                <a:lnTo>
                  <a:pt x="3496076" y="3139489"/>
                </a:lnTo>
                <a:lnTo>
                  <a:pt x="3494613" y="3139489"/>
                </a:lnTo>
                <a:lnTo>
                  <a:pt x="3493149" y="3139489"/>
                </a:lnTo>
                <a:lnTo>
                  <a:pt x="3491686" y="3139489"/>
                </a:lnTo>
                <a:lnTo>
                  <a:pt x="3490222" y="3139489"/>
                </a:lnTo>
                <a:lnTo>
                  <a:pt x="3488759" y="3139489"/>
                </a:lnTo>
                <a:lnTo>
                  <a:pt x="3487296" y="3139489"/>
                </a:lnTo>
                <a:lnTo>
                  <a:pt x="3485832" y="3139489"/>
                </a:lnTo>
                <a:lnTo>
                  <a:pt x="3484369" y="3139489"/>
                </a:lnTo>
                <a:lnTo>
                  <a:pt x="3482905" y="3139489"/>
                </a:lnTo>
                <a:lnTo>
                  <a:pt x="3481442" y="3139489"/>
                </a:lnTo>
                <a:lnTo>
                  <a:pt x="3479979" y="3139489"/>
                </a:lnTo>
                <a:lnTo>
                  <a:pt x="3478515" y="3139489"/>
                </a:lnTo>
                <a:lnTo>
                  <a:pt x="3477052" y="3139489"/>
                </a:lnTo>
                <a:lnTo>
                  <a:pt x="3475588" y="3139489"/>
                </a:lnTo>
                <a:lnTo>
                  <a:pt x="3474125" y="3139489"/>
                </a:lnTo>
                <a:lnTo>
                  <a:pt x="3472662" y="3139489"/>
                </a:lnTo>
                <a:lnTo>
                  <a:pt x="3471198" y="3139489"/>
                </a:lnTo>
                <a:lnTo>
                  <a:pt x="3469735" y="3139489"/>
                </a:lnTo>
                <a:lnTo>
                  <a:pt x="3468271" y="3139489"/>
                </a:lnTo>
                <a:lnTo>
                  <a:pt x="3466808" y="3139489"/>
                </a:lnTo>
                <a:lnTo>
                  <a:pt x="3465345" y="3139489"/>
                </a:lnTo>
                <a:lnTo>
                  <a:pt x="3463881" y="3139489"/>
                </a:lnTo>
                <a:lnTo>
                  <a:pt x="3462418" y="3139489"/>
                </a:lnTo>
                <a:lnTo>
                  <a:pt x="3460954" y="3139489"/>
                </a:lnTo>
                <a:lnTo>
                  <a:pt x="3459491" y="3139489"/>
                </a:lnTo>
                <a:lnTo>
                  <a:pt x="3458028" y="3139489"/>
                </a:lnTo>
                <a:lnTo>
                  <a:pt x="3456564" y="3139489"/>
                </a:lnTo>
                <a:lnTo>
                  <a:pt x="3455101" y="3139489"/>
                </a:lnTo>
                <a:lnTo>
                  <a:pt x="3453637" y="3139489"/>
                </a:lnTo>
                <a:lnTo>
                  <a:pt x="3452174" y="3139489"/>
                </a:lnTo>
                <a:lnTo>
                  <a:pt x="3450710" y="3139489"/>
                </a:lnTo>
                <a:lnTo>
                  <a:pt x="3449247" y="3139489"/>
                </a:lnTo>
                <a:lnTo>
                  <a:pt x="3447784" y="3139489"/>
                </a:lnTo>
                <a:lnTo>
                  <a:pt x="3446320" y="3139489"/>
                </a:lnTo>
                <a:lnTo>
                  <a:pt x="3444857" y="3139489"/>
                </a:lnTo>
                <a:lnTo>
                  <a:pt x="3443393" y="3139489"/>
                </a:lnTo>
                <a:lnTo>
                  <a:pt x="3441930" y="3139489"/>
                </a:lnTo>
                <a:lnTo>
                  <a:pt x="3440467" y="3139489"/>
                </a:lnTo>
                <a:lnTo>
                  <a:pt x="3439003" y="3139489"/>
                </a:lnTo>
                <a:lnTo>
                  <a:pt x="3437540" y="3139489"/>
                </a:lnTo>
                <a:lnTo>
                  <a:pt x="3436076" y="3139489"/>
                </a:lnTo>
                <a:lnTo>
                  <a:pt x="3434613" y="3139489"/>
                </a:lnTo>
                <a:lnTo>
                  <a:pt x="3433150" y="3139489"/>
                </a:lnTo>
                <a:lnTo>
                  <a:pt x="3431686" y="3139489"/>
                </a:lnTo>
                <a:lnTo>
                  <a:pt x="3430223" y="3139489"/>
                </a:lnTo>
                <a:lnTo>
                  <a:pt x="3428759" y="3139489"/>
                </a:lnTo>
                <a:lnTo>
                  <a:pt x="3427296" y="3139489"/>
                </a:lnTo>
                <a:lnTo>
                  <a:pt x="3425833" y="3139489"/>
                </a:lnTo>
                <a:lnTo>
                  <a:pt x="3424369" y="3139489"/>
                </a:lnTo>
                <a:lnTo>
                  <a:pt x="3422906" y="3139489"/>
                </a:lnTo>
                <a:lnTo>
                  <a:pt x="3421442" y="3139489"/>
                </a:lnTo>
                <a:lnTo>
                  <a:pt x="3419979" y="3139489"/>
                </a:lnTo>
                <a:lnTo>
                  <a:pt x="3418516" y="3139489"/>
                </a:lnTo>
                <a:lnTo>
                  <a:pt x="3417052" y="3139489"/>
                </a:lnTo>
                <a:lnTo>
                  <a:pt x="3415589" y="3139489"/>
                </a:lnTo>
                <a:lnTo>
                  <a:pt x="3414125" y="3139489"/>
                </a:lnTo>
                <a:lnTo>
                  <a:pt x="3412662" y="3139489"/>
                </a:lnTo>
                <a:lnTo>
                  <a:pt x="3411199" y="3139489"/>
                </a:lnTo>
                <a:lnTo>
                  <a:pt x="3409735" y="3139489"/>
                </a:lnTo>
                <a:lnTo>
                  <a:pt x="3408272" y="3139489"/>
                </a:lnTo>
                <a:lnTo>
                  <a:pt x="3406808" y="3139489"/>
                </a:lnTo>
                <a:lnTo>
                  <a:pt x="3405345" y="3139489"/>
                </a:lnTo>
                <a:lnTo>
                  <a:pt x="3403882" y="3139489"/>
                </a:lnTo>
                <a:lnTo>
                  <a:pt x="3402418" y="3139489"/>
                </a:lnTo>
                <a:lnTo>
                  <a:pt x="3400955" y="3139489"/>
                </a:lnTo>
                <a:lnTo>
                  <a:pt x="3399491" y="3139489"/>
                </a:lnTo>
                <a:lnTo>
                  <a:pt x="3398028" y="3139489"/>
                </a:lnTo>
                <a:lnTo>
                  <a:pt x="3396564" y="3139489"/>
                </a:lnTo>
                <a:lnTo>
                  <a:pt x="3395101" y="3139489"/>
                </a:lnTo>
                <a:lnTo>
                  <a:pt x="3393638" y="3139489"/>
                </a:lnTo>
                <a:lnTo>
                  <a:pt x="3392174" y="3139489"/>
                </a:lnTo>
                <a:lnTo>
                  <a:pt x="3390711" y="3139489"/>
                </a:lnTo>
                <a:lnTo>
                  <a:pt x="3389247" y="3139489"/>
                </a:lnTo>
                <a:lnTo>
                  <a:pt x="3387784" y="3139489"/>
                </a:lnTo>
                <a:lnTo>
                  <a:pt x="3386321" y="3139489"/>
                </a:lnTo>
                <a:lnTo>
                  <a:pt x="3384857" y="3139489"/>
                </a:lnTo>
                <a:lnTo>
                  <a:pt x="3383394" y="3139489"/>
                </a:lnTo>
                <a:lnTo>
                  <a:pt x="3381930" y="3139489"/>
                </a:lnTo>
                <a:lnTo>
                  <a:pt x="3380467" y="3139489"/>
                </a:lnTo>
                <a:lnTo>
                  <a:pt x="3379004" y="3139489"/>
                </a:lnTo>
                <a:lnTo>
                  <a:pt x="3377540" y="3139489"/>
                </a:lnTo>
                <a:lnTo>
                  <a:pt x="3376077" y="3139489"/>
                </a:lnTo>
                <a:lnTo>
                  <a:pt x="3374613" y="3139489"/>
                </a:lnTo>
                <a:lnTo>
                  <a:pt x="3373150" y="3139489"/>
                </a:lnTo>
                <a:lnTo>
                  <a:pt x="3371687" y="3139489"/>
                </a:lnTo>
                <a:lnTo>
                  <a:pt x="3370223" y="3139489"/>
                </a:lnTo>
                <a:lnTo>
                  <a:pt x="3368760" y="3139489"/>
                </a:lnTo>
                <a:lnTo>
                  <a:pt x="3367296" y="3139489"/>
                </a:lnTo>
                <a:lnTo>
                  <a:pt x="3365833" y="3139489"/>
                </a:lnTo>
                <a:lnTo>
                  <a:pt x="3364370" y="3139489"/>
                </a:lnTo>
                <a:lnTo>
                  <a:pt x="3362906" y="3139489"/>
                </a:lnTo>
                <a:lnTo>
                  <a:pt x="3361443" y="3139489"/>
                </a:lnTo>
                <a:lnTo>
                  <a:pt x="3359979" y="3139489"/>
                </a:lnTo>
                <a:lnTo>
                  <a:pt x="3358516" y="3139489"/>
                </a:lnTo>
                <a:lnTo>
                  <a:pt x="3357053" y="3139489"/>
                </a:lnTo>
                <a:lnTo>
                  <a:pt x="3355589" y="3139489"/>
                </a:lnTo>
                <a:lnTo>
                  <a:pt x="3354126" y="3139489"/>
                </a:lnTo>
                <a:lnTo>
                  <a:pt x="3352662" y="3139489"/>
                </a:lnTo>
                <a:lnTo>
                  <a:pt x="3351199" y="3139489"/>
                </a:lnTo>
                <a:lnTo>
                  <a:pt x="3349735" y="3139489"/>
                </a:lnTo>
                <a:lnTo>
                  <a:pt x="3348272" y="3139489"/>
                </a:lnTo>
                <a:lnTo>
                  <a:pt x="3346809" y="3139489"/>
                </a:lnTo>
                <a:lnTo>
                  <a:pt x="3345345" y="3139489"/>
                </a:lnTo>
                <a:lnTo>
                  <a:pt x="3343882" y="3139489"/>
                </a:lnTo>
                <a:lnTo>
                  <a:pt x="3342418" y="3139489"/>
                </a:lnTo>
                <a:lnTo>
                  <a:pt x="3340955" y="3139489"/>
                </a:lnTo>
                <a:lnTo>
                  <a:pt x="3339492" y="3139489"/>
                </a:lnTo>
                <a:lnTo>
                  <a:pt x="3338028" y="3139489"/>
                </a:lnTo>
                <a:lnTo>
                  <a:pt x="3336565" y="3139489"/>
                </a:lnTo>
                <a:lnTo>
                  <a:pt x="3335101" y="3139489"/>
                </a:lnTo>
                <a:lnTo>
                  <a:pt x="3333638" y="3139489"/>
                </a:lnTo>
                <a:lnTo>
                  <a:pt x="3332175" y="3139489"/>
                </a:lnTo>
                <a:lnTo>
                  <a:pt x="3330711" y="3139489"/>
                </a:lnTo>
                <a:lnTo>
                  <a:pt x="3329248" y="3139489"/>
                </a:lnTo>
                <a:lnTo>
                  <a:pt x="3327784" y="3139489"/>
                </a:lnTo>
                <a:lnTo>
                  <a:pt x="3326321" y="3139489"/>
                </a:lnTo>
                <a:lnTo>
                  <a:pt x="3324858" y="3139489"/>
                </a:lnTo>
                <a:lnTo>
                  <a:pt x="3323394" y="3139489"/>
                </a:lnTo>
                <a:lnTo>
                  <a:pt x="3321931" y="3139489"/>
                </a:lnTo>
                <a:lnTo>
                  <a:pt x="3320467" y="3139489"/>
                </a:lnTo>
                <a:lnTo>
                  <a:pt x="3319004" y="3139489"/>
                </a:lnTo>
                <a:lnTo>
                  <a:pt x="3317541" y="3139489"/>
                </a:lnTo>
                <a:lnTo>
                  <a:pt x="3316077" y="3139489"/>
                </a:lnTo>
                <a:lnTo>
                  <a:pt x="3314614" y="3139489"/>
                </a:lnTo>
                <a:lnTo>
                  <a:pt x="3313150" y="3139489"/>
                </a:lnTo>
                <a:lnTo>
                  <a:pt x="3311687" y="3139489"/>
                </a:lnTo>
                <a:lnTo>
                  <a:pt x="3310224" y="3139489"/>
                </a:lnTo>
                <a:lnTo>
                  <a:pt x="3308760" y="3139489"/>
                </a:lnTo>
                <a:lnTo>
                  <a:pt x="3307297" y="3139489"/>
                </a:lnTo>
                <a:lnTo>
                  <a:pt x="3305833" y="3139489"/>
                </a:lnTo>
                <a:lnTo>
                  <a:pt x="3304370" y="3139489"/>
                </a:lnTo>
                <a:lnTo>
                  <a:pt x="3302907" y="3139489"/>
                </a:lnTo>
                <a:lnTo>
                  <a:pt x="3301443" y="3139489"/>
                </a:lnTo>
                <a:lnTo>
                  <a:pt x="3299980" y="3139489"/>
                </a:lnTo>
                <a:lnTo>
                  <a:pt x="3298516" y="3139489"/>
                </a:lnTo>
                <a:lnTo>
                  <a:pt x="3297053" y="3139489"/>
                </a:lnTo>
                <a:lnTo>
                  <a:pt x="3295589" y="3139489"/>
                </a:lnTo>
                <a:lnTo>
                  <a:pt x="3294126" y="3139489"/>
                </a:lnTo>
                <a:lnTo>
                  <a:pt x="3292663" y="3139489"/>
                </a:lnTo>
                <a:lnTo>
                  <a:pt x="3291199" y="3139489"/>
                </a:lnTo>
                <a:lnTo>
                  <a:pt x="3289736" y="3139489"/>
                </a:lnTo>
                <a:lnTo>
                  <a:pt x="3288272" y="3139489"/>
                </a:lnTo>
                <a:lnTo>
                  <a:pt x="3286809" y="3139489"/>
                </a:lnTo>
                <a:lnTo>
                  <a:pt x="3285346" y="3139489"/>
                </a:lnTo>
                <a:lnTo>
                  <a:pt x="3283882" y="3139489"/>
                </a:lnTo>
                <a:lnTo>
                  <a:pt x="3282419" y="3139489"/>
                </a:lnTo>
                <a:lnTo>
                  <a:pt x="3280955" y="3139489"/>
                </a:lnTo>
                <a:lnTo>
                  <a:pt x="3279492" y="3139489"/>
                </a:lnTo>
                <a:lnTo>
                  <a:pt x="3278029" y="3139489"/>
                </a:lnTo>
                <a:lnTo>
                  <a:pt x="3276565" y="3139489"/>
                </a:lnTo>
                <a:lnTo>
                  <a:pt x="3275102" y="3139489"/>
                </a:lnTo>
                <a:lnTo>
                  <a:pt x="3273638" y="3139489"/>
                </a:lnTo>
                <a:lnTo>
                  <a:pt x="3272175" y="3139489"/>
                </a:lnTo>
                <a:lnTo>
                  <a:pt x="3270712" y="3139489"/>
                </a:lnTo>
                <a:lnTo>
                  <a:pt x="3269248" y="3139489"/>
                </a:lnTo>
                <a:lnTo>
                  <a:pt x="3267785" y="3139489"/>
                </a:lnTo>
                <a:lnTo>
                  <a:pt x="3266321" y="3139489"/>
                </a:lnTo>
                <a:lnTo>
                  <a:pt x="3264858" y="3139489"/>
                </a:lnTo>
                <a:lnTo>
                  <a:pt x="3263395" y="3139489"/>
                </a:lnTo>
                <a:lnTo>
                  <a:pt x="3261931" y="3139489"/>
                </a:lnTo>
                <a:lnTo>
                  <a:pt x="3260468" y="3139489"/>
                </a:lnTo>
                <a:lnTo>
                  <a:pt x="3259004" y="3139489"/>
                </a:lnTo>
                <a:lnTo>
                  <a:pt x="3257541" y="3139489"/>
                </a:lnTo>
                <a:lnTo>
                  <a:pt x="3256078" y="3139489"/>
                </a:lnTo>
                <a:lnTo>
                  <a:pt x="3254614" y="3139489"/>
                </a:lnTo>
                <a:lnTo>
                  <a:pt x="3253151" y="3139489"/>
                </a:lnTo>
                <a:lnTo>
                  <a:pt x="3251687" y="3139489"/>
                </a:lnTo>
                <a:lnTo>
                  <a:pt x="3250224" y="3139489"/>
                </a:lnTo>
                <a:lnTo>
                  <a:pt x="3248760" y="3139489"/>
                </a:lnTo>
                <a:lnTo>
                  <a:pt x="3247297" y="3139489"/>
                </a:lnTo>
                <a:lnTo>
                  <a:pt x="3245834" y="3139489"/>
                </a:lnTo>
                <a:lnTo>
                  <a:pt x="3244370" y="3139489"/>
                </a:lnTo>
                <a:lnTo>
                  <a:pt x="3242907" y="3139489"/>
                </a:lnTo>
                <a:lnTo>
                  <a:pt x="3241443" y="3139489"/>
                </a:lnTo>
                <a:lnTo>
                  <a:pt x="3239980" y="3139489"/>
                </a:lnTo>
                <a:lnTo>
                  <a:pt x="3238517" y="3139489"/>
                </a:lnTo>
                <a:lnTo>
                  <a:pt x="3237053" y="3139489"/>
                </a:lnTo>
                <a:lnTo>
                  <a:pt x="3235590" y="3139489"/>
                </a:lnTo>
                <a:lnTo>
                  <a:pt x="3234126" y="3139489"/>
                </a:lnTo>
                <a:lnTo>
                  <a:pt x="3232663" y="3139489"/>
                </a:lnTo>
                <a:lnTo>
                  <a:pt x="3231200" y="3139489"/>
                </a:lnTo>
                <a:lnTo>
                  <a:pt x="3229736" y="3139489"/>
                </a:lnTo>
                <a:lnTo>
                  <a:pt x="3228273" y="3139489"/>
                </a:lnTo>
                <a:lnTo>
                  <a:pt x="3226809" y="3139489"/>
                </a:lnTo>
                <a:lnTo>
                  <a:pt x="3225346" y="3139489"/>
                </a:lnTo>
                <a:lnTo>
                  <a:pt x="3223883" y="3139489"/>
                </a:lnTo>
                <a:lnTo>
                  <a:pt x="3222419" y="3139489"/>
                </a:lnTo>
                <a:lnTo>
                  <a:pt x="3220956" y="3139489"/>
                </a:lnTo>
                <a:lnTo>
                  <a:pt x="3219492" y="3139489"/>
                </a:lnTo>
                <a:lnTo>
                  <a:pt x="3218029" y="3139489"/>
                </a:lnTo>
                <a:lnTo>
                  <a:pt x="3216566" y="3139489"/>
                </a:lnTo>
                <a:lnTo>
                  <a:pt x="3215102" y="3139489"/>
                </a:lnTo>
                <a:lnTo>
                  <a:pt x="3213639" y="3139489"/>
                </a:lnTo>
                <a:lnTo>
                  <a:pt x="3212175" y="3139489"/>
                </a:lnTo>
                <a:lnTo>
                  <a:pt x="3210712" y="3139489"/>
                </a:lnTo>
                <a:lnTo>
                  <a:pt x="3209249" y="3139489"/>
                </a:lnTo>
                <a:lnTo>
                  <a:pt x="3207785" y="3139489"/>
                </a:lnTo>
                <a:lnTo>
                  <a:pt x="3206322" y="3139489"/>
                </a:lnTo>
                <a:lnTo>
                  <a:pt x="3204858" y="3139489"/>
                </a:lnTo>
                <a:lnTo>
                  <a:pt x="3203395" y="3139489"/>
                </a:lnTo>
                <a:lnTo>
                  <a:pt x="3201932" y="3139489"/>
                </a:lnTo>
                <a:lnTo>
                  <a:pt x="3200468" y="3139489"/>
                </a:lnTo>
                <a:lnTo>
                  <a:pt x="3199005" y="3139489"/>
                </a:lnTo>
                <a:lnTo>
                  <a:pt x="3197541" y="3139489"/>
                </a:lnTo>
                <a:lnTo>
                  <a:pt x="3196078" y="3139489"/>
                </a:lnTo>
                <a:lnTo>
                  <a:pt x="3194614" y="3139489"/>
                </a:lnTo>
                <a:lnTo>
                  <a:pt x="3193151" y="3139489"/>
                </a:lnTo>
                <a:lnTo>
                  <a:pt x="3191688" y="3139489"/>
                </a:lnTo>
                <a:lnTo>
                  <a:pt x="3190224" y="3139489"/>
                </a:lnTo>
                <a:lnTo>
                  <a:pt x="3188761" y="3139489"/>
                </a:lnTo>
                <a:lnTo>
                  <a:pt x="3187297" y="3139489"/>
                </a:lnTo>
                <a:lnTo>
                  <a:pt x="3185834" y="3139489"/>
                </a:lnTo>
                <a:lnTo>
                  <a:pt x="3184371" y="3139489"/>
                </a:lnTo>
                <a:lnTo>
                  <a:pt x="3182907" y="3139489"/>
                </a:lnTo>
                <a:lnTo>
                  <a:pt x="3181444" y="3139489"/>
                </a:lnTo>
                <a:lnTo>
                  <a:pt x="3179980" y="3139489"/>
                </a:lnTo>
                <a:lnTo>
                  <a:pt x="3178517" y="3139489"/>
                </a:lnTo>
                <a:lnTo>
                  <a:pt x="3177054" y="3139489"/>
                </a:lnTo>
                <a:lnTo>
                  <a:pt x="3175590" y="3139489"/>
                </a:lnTo>
                <a:lnTo>
                  <a:pt x="3174127" y="3139489"/>
                </a:lnTo>
                <a:lnTo>
                  <a:pt x="3172663" y="3139489"/>
                </a:lnTo>
                <a:lnTo>
                  <a:pt x="3171200" y="3139489"/>
                </a:lnTo>
                <a:lnTo>
                  <a:pt x="3169737" y="3139489"/>
                </a:lnTo>
                <a:lnTo>
                  <a:pt x="3168273" y="3139489"/>
                </a:lnTo>
                <a:lnTo>
                  <a:pt x="3166810" y="3139489"/>
                </a:lnTo>
                <a:lnTo>
                  <a:pt x="3165346" y="3139489"/>
                </a:lnTo>
                <a:lnTo>
                  <a:pt x="3163883" y="3139489"/>
                </a:lnTo>
                <a:lnTo>
                  <a:pt x="3162420" y="3139489"/>
                </a:lnTo>
                <a:lnTo>
                  <a:pt x="3160956" y="3139489"/>
                </a:lnTo>
                <a:lnTo>
                  <a:pt x="3159493" y="3139489"/>
                </a:lnTo>
                <a:lnTo>
                  <a:pt x="3158029" y="3139489"/>
                </a:lnTo>
                <a:lnTo>
                  <a:pt x="3156566" y="3139489"/>
                </a:lnTo>
                <a:lnTo>
                  <a:pt x="3155103" y="3139489"/>
                </a:lnTo>
                <a:lnTo>
                  <a:pt x="3153639" y="3139489"/>
                </a:lnTo>
                <a:lnTo>
                  <a:pt x="3152176" y="3139489"/>
                </a:lnTo>
                <a:lnTo>
                  <a:pt x="3150712" y="3139489"/>
                </a:lnTo>
                <a:lnTo>
                  <a:pt x="3149249" y="3139489"/>
                </a:lnTo>
                <a:lnTo>
                  <a:pt x="3147785" y="3139489"/>
                </a:lnTo>
                <a:lnTo>
                  <a:pt x="3146322" y="3139489"/>
                </a:lnTo>
                <a:lnTo>
                  <a:pt x="3144859" y="3139489"/>
                </a:lnTo>
                <a:lnTo>
                  <a:pt x="3143395" y="3139489"/>
                </a:lnTo>
                <a:lnTo>
                  <a:pt x="3141932" y="3139489"/>
                </a:lnTo>
                <a:lnTo>
                  <a:pt x="3140468" y="3139489"/>
                </a:lnTo>
                <a:lnTo>
                  <a:pt x="3139005" y="3139489"/>
                </a:lnTo>
                <a:lnTo>
                  <a:pt x="3137542" y="3139489"/>
                </a:lnTo>
                <a:lnTo>
                  <a:pt x="3136078" y="3139489"/>
                </a:lnTo>
                <a:lnTo>
                  <a:pt x="3134615" y="3139489"/>
                </a:lnTo>
                <a:lnTo>
                  <a:pt x="3133151" y="3139489"/>
                </a:lnTo>
                <a:lnTo>
                  <a:pt x="3131688" y="3139489"/>
                </a:lnTo>
                <a:lnTo>
                  <a:pt x="3130225" y="3139489"/>
                </a:lnTo>
                <a:lnTo>
                  <a:pt x="3128761" y="3139489"/>
                </a:lnTo>
                <a:lnTo>
                  <a:pt x="3127298" y="3139489"/>
                </a:lnTo>
                <a:lnTo>
                  <a:pt x="3125834" y="3139489"/>
                </a:lnTo>
                <a:lnTo>
                  <a:pt x="3124371" y="3139489"/>
                </a:lnTo>
                <a:lnTo>
                  <a:pt x="3122908" y="3139489"/>
                </a:lnTo>
                <a:lnTo>
                  <a:pt x="3121444" y="3139489"/>
                </a:lnTo>
                <a:lnTo>
                  <a:pt x="3119981" y="3139489"/>
                </a:lnTo>
                <a:lnTo>
                  <a:pt x="3118517" y="3139489"/>
                </a:lnTo>
                <a:lnTo>
                  <a:pt x="3117054" y="3139489"/>
                </a:lnTo>
                <a:lnTo>
                  <a:pt x="3115591" y="3139489"/>
                </a:lnTo>
                <a:lnTo>
                  <a:pt x="3114127" y="3139489"/>
                </a:lnTo>
                <a:lnTo>
                  <a:pt x="3112664" y="3139489"/>
                </a:lnTo>
                <a:lnTo>
                  <a:pt x="3111200" y="3139489"/>
                </a:lnTo>
                <a:lnTo>
                  <a:pt x="3109737" y="3139489"/>
                </a:lnTo>
                <a:lnTo>
                  <a:pt x="3108274" y="3139489"/>
                </a:lnTo>
                <a:lnTo>
                  <a:pt x="3106810" y="3139489"/>
                </a:lnTo>
                <a:lnTo>
                  <a:pt x="3105347" y="3139489"/>
                </a:lnTo>
                <a:lnTo>
                  <a:pt x="3103883" y="3139489"/>
                </a:lnTo>
                <a:lnTo>
                  <a:pt x="3102420" y="3139489"/>
                </a:lnTo>
                <a:lnTo>
                  <a:pt x="3100956" y="3139489"/>
                </a:lnTo>
                <a:lnTo>
                  <a:pt x="3099493" y="3139489"/>
                </a:lnTo>
                <a:lnTo>
                  <a:pt x="3098030" y="3139489"/>
                </a:lnTo>
                <a:lnTo>
                  <a:pt x="3096566" y="3139489"/>
                </a:lnTo>
                <a:lnTo>
                  <a:pt x="3095103" y="3139489"/>
                </a:lnTo>
                <a:lnTo>
                  <a:pt x="3093639" y="3139489"/>
                </a:lnTo>
                <a:lnTo>
                  <a:pt x="3092176" y="3139489"/>
                </a:lnTo>
                <a:lnTo>
                  <a:pt x="3090713" y="3139489"/>
                </a:lnTo>
                <a:lnTo>
                  <a:pt x="3089249" y="3139489"/>
                </a:lnTo>
                <a:lnTo>
                  <a:pt x="3087786" y="3139489"/>
                </a:lnTo>
                <a:lnTo>
                  <a:pt x="3086322" y="3139489"/>
                </a:lnTo>
                <a:lnTo>
                  <a:pt x="3084859" y="3139489"/>
                </a:lnTo>
                <a:lnTo>
                  <a:pt x="3083396" y="3139489"/>
                </a:lnTo>
                <a:lnTo>
                  <a:pt x="3081932" y="3139489"/>
                </a:lnTo>
                <a:lnTo>
                  <a:pt x="3080469" y="3139489"/>
                </a:lnTo>
                <a:lnTo>
                  <a:pt x="3079005" y="3139489"/>
                </a:lnTo>
                <a:lnTo>
                  <a:pt x="3077542" y="3139489"/>
                </a:lnTo>
                <a:lnTo>
                  <a:pt x="3076079" y="3139489"/>
                </a:lnTo>
                <a:lnTo>
                  <a:pt x="3074615" y="3139489"/>
                </a:lnTo>
                <a:lnTo>
                  <a:pt x="3073152" y="3139489"/>
                </a:lnTo>
                <a:lnTo>
                  <a:pt x="3071688" y="3139489"/>
                </a:lnTo>
                <a:lnTo>
                  <a:pt x="3070225" y="3139489"/>
                </a:lnTo>
                <a:lnTo>
                  <a:pt x="3068762" y="3139489"/>
                </a:lnTo>
                <a:lnTo>
                  <a:pt x="3067298" y="3139489"/>
                </a:lnTo>
                <a:lnTo>
                  <a:pt x="3065835" y="3139489"/>
                </a:lnTo>
                <a:lnTo>
                  <a:pt x="3064371" y="3139489"/>
                </a:lnTo>
                <a:lnTo>
                  <a:pt x="3062908" y="3139489"/>
                </a:lnTo>
                <a:lnTo>
                  <a:pt x="3061445" y="3139489"/>
                </a:lnTo>
                <a:lnTo>
                  <a:pt x="3059981" y="3139489"/>
                </a:lnTo>
                <a:lnTo>
                  <a:pt x="3058518" y="3139489"/>
                </a:lnTo>
                <a:lnTo>
                  <a:pt x="3057054" y="3139489"/>
                </a:lnTo>
                <a:lnTo>
                  <a:pt x="3055591" y="3139489"/>
                </a:lnTo>
                <a:lnTo>
                  <a:pt x="3054128" y="3139489"/>
                </a:lnTo>
                <a:lnTo>
                  <a:pt x="3052664" y="3139489"/>
                </a:lnTo>
                <a:lnTo>
                  <a:pt x="3051201" y="3139489"/>
                </a:lnTo>
                <a:lnTo>
                  <a:pt x="3049737" y="3139489"/>
                </a:lnTo>
                <a:lnTo>
                  <a:pt x="3048274" y="3139489"/>
                </a:lnTo>
                <a:lnTo>
                  <a:pt x="3046810" y="3139489"/>
                </a:lnTo>
                <a:lnTo>
                  <a:pt x="3045347" y="3139489"/>
                </a:lnTo>
                <a:lnTo>
                  <a:pt x="3043884" y="3139489"/>
                </a:lnTo>
                <a:lnTo>
                  <a:pt x="3042420" y="3139489"/>
                </a:lnTo>
                <a:lnTo>
                  <a:pt x="3040957" y="3139489"/>
                </a:lnTo>
                <a:lnTo>
                  <a:pt x="3039493" y="3139489"/>
                </a:lnTo>
                <a:lnTo>
                  <a:pt x="3038030" y="3139489"/>
                </a:lnTo>
                <a:lnTo>
                  <a:pt x="3036567" y="3139489"/>
                </a:lnTo>
                <a:lnTo>
                  <a:pt x="3035103" y="3139489"/>
                </a:lnTo>
                <a:lnTo>
                  <a:pt x="3033640" y="3139489"/>
                </a:lnTo>
                <a:lnTo>
                  <a:pt x="3032176" y="3139489"/>
                </a:lnTo>
                <a:lnTo>
                  <a:pt x="3030713" y="3139489"/>
                </a:lnTo>
                <a:lnTo>
                  <a:pt x="3029250" y="3139489"/>
                </a:lnTo>
                <a:lnTo>
                  <a:pt x="3027786" y="3139489"/>
                </a:lnTo>
                <a:lnTo>
                  <a:pt x="3026323" y="3139489"/>
                </a:lnTo>
                <a:lnTo>
                  <a:pt x="3024859" y="3139489"/>
                </a:lnTo>
                <a:lnTo>
                  <a:pt x="3023396" y="3139489"/>
                </a:lnTo>
                <a:lnTo>
                  <a:pt x="3021933" y="3139489"/>
                </a:lnTo>
                <a:lnTo>
                  <a:pt x="3020469" y="3139489"/>
                </a:lnTo>
                <a:lnTo>
                  <a:pt x="3019006" y="3139489"/>
                </a:lnTo>
                <a:lnTo>
                  <a:pt x="3017542" y="3139489"/>
                </a:lnTo>
                <a:lnTo>
                  <a:pt x="3016079" y="3139489"/>
                </a:lnTo>
                <a:lnTo>
                  <a:pt x="3014616" y="3139489"/>
                </a:lnTo>
                <a:lnTo>
                  <a:pt x="3013152" y="3139489"/>
                </a:lnTo>
                <a:lnTo>
                  <a:pt x="3011689" y="3139489"/>
                </a:lnTo>
                <a:lnTo>
                  <a:pt x="3010225" y="3139489"/>
                </a:lnTo>
                <a:lnTo>
                  <a:pt x="3008762" y="3139489"/>
                </a:lnTo>
                <a:lnTo>
                  <a:pt x="3007299" y="3139489"/>
                </a:lnTo>
                <a:lnTo>
                  <a:pt x="3005835" y="3139489"/>
                </a:lnTo>
                <a:lnTo>
                  <a:pt x="3004372" y="3139489"/>
                </a:lnTo>
                <a:lnTo>
                  <a:pt x="3002908" y="3139489"/>
                </a:lnTo>
                <a:lnTo>
                  <a:pt x="3001445" y="3139489"/>
                </a:lnTo>
                <a:lnTo>
                  <a:pt x="2999981" y="3139489"/>
                </a:lnTo>
                <a:lnTo>
                  <a:pt x="2998518" y="3139489"/>
                </a:lnTo>
                <a:lnTo>
                  <a:pt x="2997055" y="3139489"/>
                </a:lnTo>
                <a:lnTo>
                  <a:pt x="2995591" y="3139489"/>
                </a:lnTo>
                <a:lnTo>
                  <a:pt x="2994128" y="3139489"/>
                </a:lnTo>
                <a:lnTo>
                  <a:pt x="2992664" y="3139489"/>
                </a:lnTo>
                <a:lnTo>
                  <a:pt x="2991201" y="3139489"/>
                </a:lnTo>
                <a:lnTo>
                  <a:pt x="2989738" y="3139489"/>
                </a:lnTo>
                <a:lnTo>
                  <a:pt x="2988274" y="3139489"/>
                </a:lnTo>
                <a:lnTo>
                  <a:pt x="2986811" y="3139489"/>
                </a:lnTo>
                <a:lnTo>
                  <a:pt x="2985347" y="3139489"/>
                </a:lnTo>
                <a:lnTo>
                  <a:pt x="2983884" y="3139489"/>
                </a:lnTo>
                <a:lnTo>
                  <a:pt x="2982421" y="3139489"/>
                </a:lnTo>
                <a:lnTo>
                  <a:pt x="2980957" y="3139489"/>
                </a:lnTo>
                <a:lnTo>
                  <a:pt x="2979494" y="3139489"/>
                </a:lnTo>
                <a:lnTo>
                  <a:pt x="2978030" y="3139489"/>
                </a:lnTo>
                <a:lnTo>
                  <a:pt x="2976567" y="3139489"/>
                </a:lnTo>
                <a:lnTo>
                  <a:pt x="2975104" y="3139489"/>
                </a:lnTo>
                <a:lnTo>
                  <a:pt x="2973640" y="3139489"/>
                </a:lnTo>
                <a:lnTo>
                  <a:pt x="2972177" y="3139489"/>
                </a:lnTo>
                <a:lnTo>
                  <a:pt x="2970713" y="3139489"/>
                </a:lnTo>
                <a:lnTo>
                  <a:pt x="2969250" y="3139489"/>
                </a:lnTo>
                <a:lnTo>
                  <a:pt x="2967787" y="3139489"/>
                </a:lnTo>
                <a:lnTo>
                  <a:pt x="2966323" y="3139489"/>
                </a:lnTo>
                <a:lnTo>
                  <a:pt x="2964860" y="3139489"/>
                </a:lnTo>
                <a:lnTo>
                  <a:pt x="2963396" y="3139489"/>
                </a:lnTo>
                <a:lnTo>
                  <a:pt x="2961933" y="3139489"/>
                </a:lnTo>
                <a:lnTo>
                  <a:pt x="2960470" y="3139489"/>
                </a:lnTo>
                <a:lnTo>
                  <a:pt x="2959006" y="3139489"/>
                </a:lnTo>
                <a:lnTo>
                  <a:pt x="2957543" y="3139489"/>
                </a:lnTo>
                <a:lnTo>
                  <a:pt x="2956079" y="3139489"/>
                </a:lnTo>
                <a:lnTo>
                  <a:pt x="2954616" y="3139489"/>
                </a:lnTo>
                <a:lnTo>
                  <a:pt x="2953153" y="3139489"/>
                </a:lnTo>
                <a:lnTo>
                  <a:pt x="2951689" y="3139489"/>
                </a:lnTo>
                <a:lnTo>
                  <a:pt x="2950226" y="3139489"/>
                </a:lnTo>
                <a:lnTo>
                  <a:pt x="2948762" y="3139489"/>
                </a:lnTo>
                <a:lnTo>
                  <a:pt x="2947299" y="3139489"/>
                </a:lnTo>
                <a:lnTo>
                  <a:pt x="2945835" y="3139489"/>
                </a:lnTo>
                <a:lnTo>
                  <a:pt x="2944372" y="3139489"/>
                </a:lnTo>
                <a:lnTo>
                  <a:pt x="2942909" y="3139489"/>
                </a:lnTo>
                <a:lnTo>
                  <a:pt x="2941445" y="3139489"/>
                </a:lnTo>
                <a:lnTo>
                  <a:pt x="2939982" y="3139489"/>
                </a:lnTo>
                <a:lnTo>
                  <a:pt x="2938518" y="3139489"/>
                </a:lnTo>
                <a:lnTo>
                  <a:pt x="2937055" y="3139489"/>
                </a:lnTo>
                <a:lnTo>
                  <a:pt x="2935592" y="3139489"/>
                </a:lnTo>
                <a:lnTo>
                  <a:pt x="2934128" y="3139489"/>
                </a:lnTo>
                <a:lnTo>
                  <a:pt x="2932665" y="3139489"/>
                </a:lnTo>
                <a:lnTo>
                  <a:pt x="2931201" y="3139489"/>
                </a:lnTo>
                <a:lnTo>
                  <a:pt x="2929738" y="3139489"/>
                </a:lnTo>
                <a:lnTo>
                  <a:pt x="2928275" y="3139489"/>
                </a:lnTo>
                <a:lnTo>
                  <a:pt x="2926811" y="3139489"/>
                </a:lnTo>
                <a:lnTo>
                  <a:pt x="2925348" y="3139489"/>
                </a:lnTo>
                <a:lnTo>
                  <a:pt x="2923884" y="3139489"/>
                </a:lnTo>
                <a:lnTo>
                  <a:pt x="2922421" y="3139489"/>
                </a:lnTo>
                <a:lnTo>
                  <a:pt x="2920958" y="3139489"/>
                </a:lnTo>
                <a:lnTo>
                  <a:pt x="2919494" y="3139489"/>
                </a:lnTo>
                <a:lnTo>
                  <a:pt x="2918031" y="3139489"/>
                </a:lnTo>
                <a:lnTo>
                  <a:pt x="2916567" y="3139489"/>
                </a:lnTo>
                <a:lnTo>
                  <a:pt x="2915104" y="3139489"/>
                </a:lnTo>
                <a:lnTo>
                  <a:pt x="2913641" y="3139489"/>
                </a:lnTo>
                <a:lnTo>
                  <a:pt x="2912177" y="3139489"/>
                </a:lnTo>
                <a:lnTo>
                  <a:pt x="2910714" y="3139489"/>
                </a:lnTo>
                <a:lnTo>
                  <a:pt x="2909250" y="3139489"/>
                </a:lnTo>
                <a:lnTo>
                  <a:pt x="2907787" y="3139489"/>
                </a:lnTo>
                <a:lnTo>
                  <a:pt x="2906324" y="3139489"/>
                </a:lnTo>
                <a:lnTo>
                  <a:pt x="2904860" y="3139489"/>
                </a:lnTo>
                <a:lnTo>
                  <a:pt x="2903397" y="3139489"/>
                </a:lnTo>
                <a:lnTo>
                  <a:pt x="2901933" y="3139489"/>
                </a:lnTo>
                <a:lnTo>
                  <a:pt x="2900470" y="3139489"/>
                </a:lnTo>
                <a:lnTo>
                  <a:pt x="2899006" y="3139489"/>
                </a:lnTo>
                <a:lnTo>
                  <a:pt x="2897543" y="3139489"/>
                </a:lnTo>
                <a:lnTo>
                  <a:pt x="2896080" y="3139489"/>
                </a:lnTo>
                <a:lnTo>
                  <a:pt x="2894616" y="3139489"/>
                </a:lnTo>
                <a:lnTo>
                  <a:pt x="2893153" y="3139489"/>
                </a:lnTo>
                <a:lnTo>
                  <a:pt x="2891689" y="3139489"/>
                </a:lnTo>
                <a:lnTo>
                  <a:pt x="2890226" y="3139489"/>
                </a:lnTo>
                <a:lnTo>
                  <a:pt x="2888763" y="3139489"/>
                </a:lnTo>
                <a:lnTo>
                  <a:pt x="2887299" y="3139489"/>
                </a:lnTo>
                <a:lnTo>
                  <a:pt x="2885836" y="3139489"/>
                </a:lnTo>
                <a:lnTo>
                  <a:pt x="2884372" y="3139489"/>
                </a:lnTo>
                <a:lnTo>
                  <a:pt x="2882909" y="3139489"/>
                </a:lnTo>
                <a:lnTo>
                  <a:pt x="2881446" y="3139489"/>
                </a:lnTo>
                <a:lnTo>
                  <a:pt x="2879982" y="3139489"/>
                </a:lnTo>
                <a:lnTo>
                  <a:pt x="2878519" y="3139489"/>
                </a:lnTo>
                <a:lnTo>
                  <a:pt x="2877055" y="3139489"/>
                </a:lnTo>
                <a:lnTo>
                  <a:pt x="2875592" y="3139489"/>
                </a:lnTo>
                <a:lnTo>
                  <a:pt x="2874129" y="3139489"/>
                </a:lnTo>
                <a:lnTo>
                  <a:pt x="2872665" y="3139489"/>
                </a:lnTo>
                <a:lnTo>
                  <a:pt x="2871202" y="3139489"/>
                </a:lnTo>
                <a:lnTo>
                  <a:pt x="2869738" y="3139489"/>
                </a:lnTo>
                <a:lnTo>
                  <a:pt x="2868275" y="3139489"/>
                </a:lnTo>
                <a:lnTo>
                  <a:pt x="2866812" y="3139489"/>
                </a:lnTo>
                <a:lnTo>
                  <a:pt x="2865348" y="3139489"/>
                </a:lnTo>
                <a:lnTo>
                  <a:pt x="2863885" y="3139489"/>
                </a:lnTo>
                <a:lnTo>
                  <a:pt x="2862421" y="3139489"/>
                </a:lnTo>
                <a:lnTo>
                  <a:pt x="2860958" y="3139489"/>
                </a:lnTo>
                <a:lnTo>
                  <a:pt x="2859495" y="3139489"/>
                </a:lnTo>
                <a:lnTo>
                  <a:pt x="2858031" y="3139489"/>
                </a:lnTo>
                <a:lnTo>
                  <a:pt x="2856568" y="3139489"/>
                </a:lnTo>
                <a:lnTo>
                  <a:pt x="2855104" y="3139489"/>
                </a:lnTo>
                <a:lnTo>
                  <a:pt x="2853641" y="3139489"/>
                </a:lnTo>
                <a:lnTo>
                  <a:pt x="2852178" y="3139489"/>
                </a:lnTo>
                <a:lnTo>
                  <a:pt x="2850714" y="3139489"/>
                </a:lnTo>
                <a:lnTo>
                  <a:pt x="2849251" y="3139489"/>
                </a:lnTo>
                <a:lnTo>
                  <a:pt x="2847787" y="3139489"/>
                </a:lnTo>
                <a:lnTo>
                  <a:pt x="2846324" y="3139489"/>
                </a:lnTo>
                <a:lnTo>
                  <a:pt x="2844860" y="3139489"/>
                </a:lnTo>
                <a:lnTo>
                  <a:pt x="2843397" y="3139489"/>
                </a:lnTo>
                <a:lnTo>
                  <a:pt x="2841934" y="3139489"/>
                </a:lnTo>
                <a:lnTo>
                  <a:pt x="2840470" y="3139489"/>
                </a:lnTo>
                <a:lnTo>
                  <a:pt x="2839007" y="3139489"/>
                </a:lnTo>
                <a:lnTo>
                  <a:pt x="2837543" y="3139489"/>
                </a:lnTo>
                <a:lnTo>
                  <a:pt x="2836080" y="3139489"/>
                </a:lnTo>
                <a:lnTo>
                  <a:pt x="2834617" y="3139489"/>
                </a:lnTo>
                <a:lnTo>
                  <a:pt x="2833153" y="3139489"/>
                </a:lnTo>
                <a:lnTo>
                  <a:pt x="2831690" y="3139489"/>
                </a:lnTo>
                <a:lnTo>
                  <a:pt x="2830226" y="3139489"/>
                </a:lnTo>
                <a:lnTo>
                  <a:pt x="2828763" y="3139489"/>
                </a:lnTo>
                <a:lnTo>
                  <a:pt x="2827300" y="3139489"/>
                </a:lnTo>
                <a:lnTo>
                  <a:pt x="2825836" y="3139489"/>
                </a:lnTo>
                <a:lnTo>
                  <a:pt x="2824373" y="3139489"/>
                </a:lnTo>
                <a:lnTo>
                  <a:pt x="2822909" y="3139489"/>
                </a:lnTo>
                <a:lnTo>
                  <a:pt x="2821446" y="3139489"/>
                </a:lnTo>
                <a:lnTo>
                  <a:pt x="2819983" y="3139489"/>
                </a:lnTo>
                <a:lnTo>
                  <a:pt x="2818519" y="3139489"/>
                </a:lnTo>
                <a:lnTo>
                  <a:pt x="2817056" y="3139489"/>
                </a:lnTo>
                <a:lnTo>
                  <a:pt x="2815592" y="3139489"/>
                </a:lnTo>
                <a:lnTo>
                  <a:pt x="2814129" y="3139489"/>
                </a:lnTo>
                <a:lnTo>
                  <a:pt x="2812666" y="3139489"/>
                </a:lnTo>
                <a:lnTo>
                  <a:pt x="2811202" y="3139489"/>
                </a:lnTo>
                <a:lnTo>
                  <a:pt x="2809739" y="3139489"/>
                </a:lnTo>
                <a:lnTo>
                  <a:pt x="2808275" y="3139489"/>
                </a:lnTo>
                <a:lnTo>
                  <a:pt x="2806812" y="3139489"/>
                </a:lnTo>
                <a:lnTo>
                  <a:pt x="2805349" y="3139489"/>
                </a:lnTo>
                <a:lnTo>
                  <a:pt x="2803885" y="3139489"/>
                </a:lnTo>
                <a:lnTo>
                  <a:pt x="2802422" y="3139489"/>
                </a:lnTo>
                <a:lnTo>
                  <a:pt x="2800958" y="3139489"/>
                </a:lnTo>
                <a:lnTo>
                  <a:pt x="2799495" y="3139489"/>
                </a:lnTo>
                <a:lnTo>
                  <a:pt x="2798031" y="3139489"/>
                </a:lnTo>
                <a:lnTo>
                  <a:pt x="2796568" y="3139489"/>
                </a:lnTo>
                <a:lnTo>
                  <a:pt x="2795105" y="3139489"/>
                </a:lnTo>
                <a:lnTo>
                  <a:pt x="2793641" y="3139489"/>
                </a:lnTo>
                <a:lnTo>
                  <a:pt x="2792178" y="3139489"/>
                </a:lnTo>
                <a:lnTo>
                  <a:pt x="2790714" y="3139489"/>
                </a:lnTo>
                <a:lnTo>
                  <a:pt x="2789251" y="3139489"/>
                </a:lnTo>
                <a:lnTo>
                  <a:pt x="2787788" y="3139489"/>
                </a:lnTo>
                <a:lnTo>
                  <a:pt x="2786324" y="3139489"/>
                </a:lnTo>
                <a:lnTo>
                  <a:pt x="2784861" y="3139489"/>
                </a:lnTo>
                <a:lnTo>
                  <a:pt x="2783397" y="3139489"/>
                </a:lnTo>
                <a:lnTo>
                  <a:pt x="2781934" y="3139489"/>
                </a:lnTo>
                <a:lnTo>
                  <a:pt x="2780471" y="3139489"/>
                </a:lnTo>
                <a:lnTo>
                  <a:pt x="2779007" y="3139489"/>
                </a:lnTo>
                <a:lnTo>
                  <a:pt x="2777544" y="3139489"/>
                </a:lnTo>
                <a:lnTo>
                  <a:pt x="2776080" y="3139489"/>
                </a:lnTo>
                <a:lnTo>
                  <a:pt x="2774617" y="3139489"/>
                </a:lnTo>
                <a:lnTo>
                  <a:pt x="2773154" y="3139489"/>
                </a:lnTo>
                <a:lnTo>
                  <a:pt x="2771690" y="3139489"/>
                </a:lnTo>
                <a:lnTo>
                  <a:pt x="2770227" y="3139489"/>
                </a:lnTo>
                <a:lnTo>
                  <a:pt x="2768763" y="3139489"/>
                </a:lnTo>
                <a:lnTo>
                  <a:pt x="2767300" y="3139489"/>
                </a:lnTo>
                <a:lnTo>
                  <a:pt x="2765837" y="3139489"/>
                </a:lnTo>
                <a:lnTo>
                  <a:pt x="2764373" y="3139489"/>
                </a:lnTo>
                <a:lnTo>
                  <a:pt x="2762910" y="3139489"/>
                </a:lnTo>
                <a:lnTo>
                  <a:pt x="2761446" y="3139489"/>
                </a:lnTo>
                <a:lnTo>
                  <a:pt x="2759983" y="3139489"/>
                </a:lnTo>
                <a:lnTo>
                  <a:pt x="2758520" y="3139489"/>
                </a:lnTo>
                <a:lnTo>
                  <a:pt x="2757056" y="3139489"/>
                </a:lnTo>
                <a:lnTo>
                  <a:pt x="2755593" y="3139489"/>
                </a:lnTo>
                <a:lnTo>
                  <a:pt x="2754129" y="3139489"/>
                </a:lnTo>
                <a:lnTo>
                  <a:pt x="2752666" y="3139489"/>
                </a:lnTo>
                <a:lnTo>
                  <a:pt x="2751203" y="3139489"/>
                </a:lnTo>
                <a:lnTo>
                  <a:pt x="2749739" y="3139489"/>
                </a:lnTo>
                <a:lnTo>
                  <a:pt x="2748276" y="3139489"/>
                </a:lnTo>
                <a:lnTo>
                  <a:pt x="2746812" y="3139489"/>
                </a:lnTo>
                <a:lnTo>
                  <a:pt x="2745349" y="3139489"/>
                </a:lnTo>
                <a:lnTo>
                  <a:pt x="2743885" y="3139489"/>
                </a:lnTo>
                <a:lnTo>
                  <a:pt x="2742422" y="3139489"/>
                </a:lnTo>
                <a:lnTo>
                  <a:pt x="2740959" y="3139489"/>
                </a:lnTo>
                <a:lnTo>
                  <a:pt x="2739495" y="3139489"/>
                </a:lnTo>
                <a:lnTo>
                  <a:pt x="2738032" y="3139489"/>
                </a:lnTo>
                <a:lnTo>
                  <a:pt x="2736568" y="3139489"/>
                </a:lnTo>
                <a:lnTo>
                  <a:pt x="2735105" y="3139489"/>
                </a:lnTo>
                <a:lnTo>
                  <a:pt x="2733642" y="3139489"/>
                </a:lnTo>
                <a:lnTo>
                  <a:pt x="2732178" y="3139489"/>
                </a:lnTo>
                <a:lnTo>
                  <a:pt x="2730715" y="3139489"/>
                </a:lnTo>
                <a:lnTo>
                  <a:pt x="2729251" y="3139489"/>
                </a:lnTo>
                <a:lnTo>
                  <a:pt x="2727788" y="3139489"/>
                </a:lnTo>
                <a:lnTo>
                  <a:pt x="2726325" y="3139489"/>
                </a:lnTo>
                <a:lnTo>
                  <a:pt x="2724861" y="3139489"/>
                </a:lnTo>
                <a:lnTo>
                  <a:pt x="2723398" y="3139489"/>
                </a:lnTo>
                <a:lnTo>
                  <a:pt x="2721934" y="3139489"/>
                </a:lnTo>
                <a:lnTo>
                  <a:pt x="2720471" y="3139489"/>
                </a:lnTo>
                <a:lnTo>
                  <a:pt x="2719008" y="3139489"/>
                </a:lnTo>
                <a:lnTo>
                  <a:pt x="2717544" y="3139489"/>
                </a:lnTo>
                <a:lnTo>
                  <a:pt x="2716081" y="3139489"/>
                </a:lnTo>
                <a:lnTo>
                  <a:pt x="2714617" y="3139489"/>
                </a:lnTo>
                <a:lnTo>
                  <a:pt x="2713154" y="3139489"/>
                </a:lnTo>
                <a:lnTo>
                  <a:pt x="2711691" y="3139489"/>
                </a:lnTo>
                <a:lnTo>
                  <a:pt x="2710227" y="3139489"/>
                </a:lnTo>
                <a:lnTo>
                  <a:pt x="2708764" y="3139489"/>
                </a:lnTo>
                <a:lnTo>
                  <a:pt x="2707300" y="3139489"/>
                </a:lnTo>
                <a:lnTo>
                  <a:pt x="2705837" y="3139489"/>
                </a:lnTo>
                <a:lnTo>
                  <a:pt x="2704374" y="3139489"/>
                </a:lnTo>
                <a:lnTo>
                  <a:pt x="2702910" y="3139489"/>
                </a:lnTo>
                <a:lnTo>
                  <a:pt x="2701447" y="3139489"/>
                </a:lnTo>
                <a:lnTo>
                  <a:pt x="2699983" y="3139489"/>
                </a:lnTo>
                <a:lnTo>
                  <a:pt x="2698520" y="3139489"/>
                </a:lnTo>
                <a:lnTo>
                  <a:pt x="2697056" y="3139489"/>
                </a:lnTo>
                <a:lnTo>
                  <a:pt x="2695593" y="3139489"/>
                </a:lnTo>
                <a:lnTo>
                  <a:pt x="2694130" y="3139489"/>
                </a:lnTo>
                <a:lnTo>
                  <a:pt x="2692666" y="3139489"/>
                </a:lnTo>
                <a:lnTo>
                  <a:pt x="2691203" y="3139489"/>
                </a:lnTo>
                <a:lnTo>
                  <a:pt x="2689739" y="3139489"/>
                </a:lnTo>
                <a:lnTo>
                  <a:pt x="2688276" y="3139489"/>
                </a:lnTo>
                <a:lnTo>
                  <a:pt x="2686813" y="3139489"/>
                </a:lnTo>
                <a:lnTo>
                  <a:pt x="2685349" y="3139489"/>
                </a:lnTo>
                <a:lnTo>
                  <a:pt x="2683886" y="3139489"/>
                </a:lnTo>
                <a:lnTo>
                  <a:pt x="2682422" y="3139489"/>
                </a:lnTo>
                <a:lnTo>
                  <a:pt x="2680959" y="3139489"/>
                </a:lnTo>
                <a:lnTo>
                  <a:pt x="2679496" y="3139489"/>
                </a:lnTo>
                <a:lnTo>
                  <a:pt x="2678032" y="3139489"/>
                </a:lnTo>
                <a:lnTo>
                  <a:pt x="2676569" y="3139489"/>
                </a:lnTo>
                <a:lnTo>
                  <a:pt x="2675105" y="3139489"/>
                </a:lnTo>
                <a:lnTo>
                  <a:pt x="2673642" y="3139489"/>
                </a:lnTo>
                <a:lnTo>
                  <a:pt x="2672179" y="3139489"/>
                </a:lnTo>
                <a:lnTo>
                  <a:pt x="2670715" y="3139489"/>
                </a:lnTo>
                <a:lnTo>
                  <a:pt x="2669252" y="3139489"/>
                </a:lnTo>
                <a:lnTo>
                  <a:pt x="2667788" y="3139489"/>
                </a:lnTo>
                <a:lnTo>
                  <a:pt x="2666325" y="3139489"/>
                </a:lnTo>
                <a:lnTo>
                  <a:pt x="2664862" y="3139489"/>
                </a:lnTo>
                <a:lnTo>
                  <a:pt x="2663398" y="3139489"/>
                </a:lnTo>
                <a:lnTo>
                  <a:pt x="2661935" y="3139489"/>
                </a:lnTo>
                <a:lnTo>
                  <a:pt x="2660471" y="3139489"/>
                </a:lnTo>
                <a:lnTo>
                  <a:pt x="2659008" y="3139489"/>
                </a:lnTo>
                <a:lnTo>
                  <a:pt x="2657545" y="3139489"/>
                </a:lnTo>
                <a:lnTo>
                  <a:pt x="2656081" y="3139489"/>
                </a:lnTo>
                <a:lnTo>
                  <a:pt x="2654618" y="3139489"/>
                </a:lnTo>
                <a:lnTo>
                  <a:pt x="2653154" y="3139489"/>
                </a:lnTo>
                <a:lnTo>
                  <a:pt x="2651691" y="3139489"/>
                </a:lnTo>
                <a:lnTo>
                  <a:pt x="2650227" y="3139489"/>
                </a:lnTo>
                <a:lnTo>
                  <a:pt x="2648764" y="3139489"/>
                </a:lnTo>
                <a:lnTo>
                  <a:pt x="2647301" y="3139489"/>
                </a:lnTo>
                <a:lnTo>
                  <a:pt x="2645837" y="3139489"/>
                </a:lnTo>
                <a:lnTo>
                  <a:pt x="2644374" y="3139489"/>
                </a:lnTo>
                <a:lnTo>
                  <a:pt x="2642910" y="3139489"/>
                </a:lnTo>
                <a:lnTo>
                  <a:pt x="2641447" y="3139489"/>
                </a:lnTo>
                <a:lnTo>
                  <a:pt x="2639984" y="3139489"/>
                </a:lnTo>
                <a:lnTo>
                  <a:pt x="2638520" y="3139489"/>
                </a:lnTo>
                <a:lnTo>
                  <a:pt x="2637057" y="3139489"/>
                </a:lnTo>
                <a:lnTo>
                  <a:pt x="2635593" y="3139489"/>
                </a:lnTo>
                <a:lnTo>
                  <a:pt x="2634130" y="3139489"/>
                </a:lnTo>
                <a:lnTo>
                  <a:pt x="2632667" y="3139489"/>
                </a:lnTo>
                <a:lnTo>
                  <a:pt x="2631203" y="3139489"/>
                </a:lnTo>
                <a:lnTo>
                  <a:pt x="2629740" y="3139489"/>
                </a:lnTo>
                <a:lnTo>
                  <a:pt x="2628276" y="3139489"/>
                </a:lnTo>
                <a:lnTo>
                  <a:pt x="2626813" y="3139489"/>
                </a:lnTo>
                <a:lnTo>
                  <a:pt x="2625350" y="3139489"/>
                </a:lnTo>
                <a:lnTo>
                  <a:pt x="2623886" y="3139489"/>
                </a:lnTo>
                <a:lnTo>
                  <a:pt x="2622423" y="3139489"/>
                </a:lnTo>
                <a:lnTo>
                  <a:pt x="2620959" y="3139489"/>
                </a:lnTo>
                <a:lnTo>
                  <a:pt x="2619496" y="3139489"/>
                </a:lnTo>
                <a:lnTo>
                  <a:pt x="2618033" y="3139489"/>
                </a:lnTo>
                <a:lnTo>
                  <a:pt x="2616569" y="3139489"/>
                </a:lnTo>
                <a:lnTo>
                  <a:pt x="2615106" y="3139489"/>
                </a:lnTo>
                <a:lnTo>
                  <a:pt x="2613642" y="3139489"/>
                </a:lnTo>
                <a:lnTo>
                  <a:pt x="2612179" y="3139489"/>
                </a:lnTo>
                <a:lnTo>
                  <a:pt x="2610716" y="3139489"/>
                </a:lnTo>
                <a:lnTo>
                  <a:pt x="2609252" y="3139489"/>
                </a:lnTo>
                <a:lnTo>
                  <a:pt x="2607789" y="3139489"/>
                </a:lnTo>
                <a:lnTo>
                  <a:pt x="2606325" y="3139489"/>
                </a:lnTo>
                <a:lnTo>
                  <a:pt x="2604862" y="3139489"/>
                </a:lnTo>
                <a:lnTo>
                  <a:pt x="2603399" y="3139489"/>
                </a:lnTo>
                <a:lnTo>
                  <a:pt x="2601935" y="3139489"/>
                </a:lnTo>
                <a:lnTo>
                  <a:pt x="2600472" y="3139489"/>
                </a:lnTo>
                <a:lnTo>
                  <a:pt x="2599008" y="3139489"/>
                </a:lnTo>
                <a:lnTo>
                  <a:pt x="2597545" y="3139489"/>
                </a:lnTo>
                <a:lnTo>
                  <a:pt x="2596081" y="3139489"/>
                </a:lnTo>
                <a:lnTo>
                  <a:pt x="2594618" y="3139489"/>
                </a:lnTo>
                <a:lnTo>
                  <a:pt x="2593155" y="3139489"/>
                </a:lnTo>
                <a:lnTo>
                  <a:pt x="2591691" y="3139489"/>
                </a:lnTo>
                <a:lnTo>
                  <a:pt x="2590228" y="3139489"/>
                </a:lnTo>
                <a:lnTo>
                  <a:pt x="2588764" y="3139489"/>
                </a:lnTo>
                <a:lnTo>
                  <a:pt x="2587301" y="3139489"/>
                </a:lnTo>
                <a:lnTo>
                  <a:pt x="2585838" y="3139489"/>
                </a:lnTo>
                <a:lnTo>
                  <a:pt x="2584374" y="3139489"/>
                </a:lnTo>
                <a:lnTo>
                  <a:pt x="2582911" y="3139489"/>
                </a:lnTo>
                <a:lnTo>
                  <a:pt x="2581447" y="3139489"/>
                </a:lnTo>
                <a:lnTo>
                  <a:pt x="2579984" y="3139489"/>
                </a:lnTo>
                <a:lnTo>
                  <a:pt x="2578521" y="3139489"/>
                </a:lnTo>
                <a:lnTo>
                  <a:pt x="2577057" y="3139489"/>
                </a:lnTo>
                <a:lnTo>
                  <a:pt x="2575594" y="3139489"/>
                </a:lnTo>
                <a:lnTo>
                  <a:pt x="2574130" y="3139489"/>
                </a:lnTo>
                <a:lnTo>
                  <a:pt x="2572667" y="3139489"/>
                </a:lnTo>
                <a:lnTo>
                  <a:pt x="2571204" y="3139489"/>
                </a:lnTo>
                <a:lnTo>
                  <a:pt x="2569740" y="3139489"/>
                </a:lnTo>
                <a:lnTo>
                  <a:pt x="2568277" y="3139489"/>
                </a:lnTo>
                <a:lnTo>
                  <a:pt x="2566813" y="3139489"/>
                </a:lnTo>
                <a:lnTo>
                  <a:pt x="2565350" y="3139489"/>
                </a:lnTo>
                <a:lnTo>
                  <a:pt x="2563887" y="3139489"/>
                </a:lnTo>
                <a:lnTo>
                  <a:pt x="2562423" y="3139489"/>
                </a:lnTo>
                <a:lnTo>
                  <a:pt x="2560960" y="3139489"/>
                </a:lnTo>
                <a:lnTo>
                  <a:pt x="2559496" y="3139489"/>
                </a:lnTo>
                <a:lnTo>
                  <a:pt x="2558033" y="3139489"/>
                </a:lnTo>
                <a:lnTo>
                  <a:pt x="2556570" y="3139489"/>
                </a:lnTo>
                <a:lnTo>
                  <a:pt x="2555106" y="3139489"/>
                </a:lnTo>
                <a:lnTo>
                  <a:pt x="2553643" y="3139489"/>
                </a:lnTo>
                <a:lnTo>
                  <a:pt x="2552179" y="3139489"/>
                </a:lnTo>
                <a:lnTo>
                  <a:pt x="2550716" y="3139489"/>
                </a:lnTo>
                <a:lnTo>
                  <a:pt x="2549252" y="3139489"/>
                </a:lnTo>
                <a:lnTo>
                  <a:pt x="2547789" y="3139489"/>
                </a:lnTo>
                <a:lnTo>
                  <a:pt x="2546326" y="3139489"/>
                </a:lnTo>
                <a:lnTo>
                  <a:pt x="2544862" y="3139489"/>
                </a:lnTo>
                <a:lnTo>
                  <a:pt x="2543399" y="3139489"/>
                </a:lnTo>
                <a:lnTo>
                  <a:pt x="2541935" y="3139489"/>
                </a:lnTo>
                <a:lnTo>
                  <a:pt x="2540472" y="3139489"/>
                </a:lnTo>
                <a:lnTo>
                  <a:pt x="2539009" y="3139489"/>
                </a:lnTo>
                <a:lnTo>
                  <a:pt x="2537545" y="3139489"/>
                </a:lnTo>
                <a:lnTo>
                  <a:pt x="2536082" y="3139489"/>
                </a:lnTo>
                <a:lnTo>
                  <a:pt x="2534618" y="3139489"/>
                </a:lnTo>
                <a:lnTo>
                  <a:pt x="2533155" y="3139489"/>
                </a:lnTo>
                <a:lnTo>
                  <a:pt x="2531692" y="3139489"/>
                </a:lnTo>
                <a:lnTo>
                  <a:pt x="2530228" y="3139489"/>
                </a:lnTo>
                <a:lnTo>
                  <a:pt x="2528765" y="3139489"/>
                </a:lnTo>
                <a:lnTo>
                  <a:pt x="2527301" y="3139489"/>
                </a:lnTo>
                <a:lnTo>
                  <a:pt x="2525838" y="3139489"/>
                </a:lnTo>
                <a:lnTo>
                  <a:pt x="2524375" y="3139489"/>
                </a:lnTo>
                <a:lnTo>
                  <a:pt x="2522911" y="3139489"/>
                </a:lnTo>
                <a:lnTo>
                  <a:pt x="2521448" y="3139489"/>
                </a:lnTo>
                <a:lnTo>
                  <a:pt x="2519984" y="3139489"/>
                </a:lnTo>
                <a:lnTo>
                  <a:pt x="2518521" y="3139489"/>
                </a:lnTo>
                <a:lnTo>
                  <a:pt x="2517058" y="3139489"/>
                </a:lnTo>
                <a:lnTo>
                  <a:pt x="2515594" y="3139489"/>
                </a:lnTo>
                <a:lnTo>
                  <a:pt x="2514131" y="3139489"/>
                </a:lnTo>
                <a:lnTo>
                  <a:pt x="2512667" y="3139489"/>
                </a:lnTo>
                <a:lnTo>
                  <a:pt x="2511204" y="3139489"/>
                </a:lnTo>
                <a:lnTo>
                  <a:pt x="2509741" y="3139489"/>
                </a:lnTo>
                <a:lnTo>
                  <a:pt x="2508277" y="3139489"/>
                </a:lnTo>
                <a:lnTo>
                  <a:pt x="2506814" y="3139489"/>
                </a:lnTo>
                <a:lnTo>
                  <a:pt x="2505350" y="3139489"/>
                </a:lnTo>
                <a:lnTo>
                  <a:pt x="2503887" y="3139489"/>
                </a:lnTo>
                <a:lnTo>
                  <a:pt x="2502424" y="3139489"/>
                </a:lnTo>
                <a:lnTo>
                  <a:pt x="2500960" y="3139489"/>
                </a:lnTo>
                <a:lnTo>
                  <a:pt x="2499497" y="3139489"/>
                </a:lnTo>
                <a:lnTo>
                  <a:pt x="2498033" y="3139489"/>
                </a:lnTo>
                <a:lnTo>
                  <a:pt x="2496570" y="3139489"/>
                </a:lnTo>
                <a:lnTo>
                  <a:pt x="2495106" y="3139489"/>
                </a:lnTo>
                <a:lnTo>
                  <a:pt x="2493643" y="3139489"/>
                </a:lnTo>
                <a:lnTo>
                  <a:pt x="2492180" y="3139489"/>
                </a:lnTo>
                <a:lnTo>
                  <a:pt x="2490716" y="3139489"/>
                </a:lnTo>
                <a:lnTo>
                  <a:pt x="2489253" y="3139489"/>
                </a:lnTo>
                <a:lnTo>
                  <a:pt x="2487789" y="3139489"/>
                </a:lnTo>
                <a:lnTo>
                  <a:pt x="2486326" y="3139489"/>
                </a:lnTo>
                <a:lnTo>
                  <a:pt x="2484863" y="3139489"/>
                </a:lnTo>
                <a:lnTo>
                  <a:pt x="2483399" y="3139489"/>
                </a:lnTo>
                <a:lnTo>
                  <a:pt x="2481936" y="3139489"/>
                </a:lnTo>
                <a:lnTo>
                  <a:pt x="2480472" y="3139489"/>
                </a:lnTo>
                <a:lnTo>
                  <a:pt x="2479009" y="3139489"/>
                </a:lnTo>
                <a:lnTo>
                  <a:pt x="2477546" y="3139489"/>
                </a:lnTo>
                <a:lnTo>
                  <a:pt x="2476082" y="3139489"/>
                </a:lnTo>
                <a:lnTo>
                  <a:pt x="2474619" y="3139489"/>
                </a:lnTo>
                <a:lnTo>
                  <a:pt x="2473155" y="3139489"/>
                </a:lnTo>
                <a:lnTo>
                  <a:pt x="2471692" y="3139489"/>
                </a:lnTo>
                <a:lnTo>
                  <a:pt x="2470229" y="3139489"/>
                </a:lnTo>
                <a:lnTo>
                  <a:pt x="2468765" y="3139489"/>
                </a:lnTo>
                <a:lnTo>
                  <a:pt x="2467302" y="3139489"/>
                </a:lnTo>
                <a:lnTo>
                  <a:pt x="2465838" y="3139489"/>
                </a:lnTo>
                <a:lnTo>
                  <a:pt x="2464375" y="3139489"/>
                </a:lnTo>
                <a:lnTo>
                  <a:pt x="2462912" y="3139489"/>
                </a:lnTo>
                <a:lnTo>
                  <a:pt x="2461448" y="3139489"/>
                </a:lnTo>
                <a:lnTo>
                  <a:pt x="2459985" y="3139489"/>
                </a:lnTo>
                <a:lnTo>
                  <a:pt x="2458521" y="3139489"/>
                </a:lnTo>
                <a:lnTo>
                  <a:pt x="2457058" y="3139489"/>
                </a:lnTo>
                <a:lnTo>
                  <a:pt x="2455595" y="3139489"/>
                </a:lnTo>
                <a:lnTo>
                  <a:pt x="2454131" y="3139489"/>
                </a:lnTo>
                <a:lnTo>
                  <a:pt x="2452668" y="3139489"/>
                </a:lnTo>
                <a:lnTo>
                  <a:pt x="2451204" y="3139489"/>
                </a:lnTo>
                <a:lnTo>
                  <a:pt x="2449741" y="3139489"/>
                </a:lnTo>
                <a:lnTo>
                  <a:pt x="2448277" y="3139489"/>
                </a:lnTo>
                <a:lnTo>
                  <a:pt x="2446814" y="3139489"/>
                </a:lnTo>
                <a:lnTo>
                  <a:pt x="2445351" y="3139489"/>
                </a:lnTo>
                <a:lnTo>
                  <a:pt x="2443887" y="3139489"/>
                </a:lnTo>
                <a:lnTo>
                  <a:pt x="2442424" y="3139489"/>
                </a:lnTo>
                <a:lnTo>
                  <a:pt x="2440960" y="3139489"/>
                </a:lnTo>
                <a:lnTo>
                  <a:pt x="2439497" y="3139489"/>
                </a:lnTo>
                <a:lnTo>
                  <a:pt x="2438034" y="3139489"/>
                </a:lnTo>
                <a:lnTo>
                  <a:pt x="2436570" y="3139489"/>
                </a:lnTo>
                <a:lnTo>
                  <a:pt x="2435107" y="3139489"/>
                </a:lnTo>
                <a:lnTo>
                  <a:pt x="2433643" y="3139489"/>
                </a:lnTo>
                <a:lnTo>
                  <a:pt x="2432180" y="3139489"/>
                </a:lnTo>
                <a:lnTo>
                  <a:pt x="2430717" y="3139489"/>
                </a:lnTo>
                <a:lnTo>
                  <a:pt x="2429253" y="3139489"/>
                </a:lnTo>
                <a:lnTo>
                  <a:pt x="2427790" y="3139489"/>
                </a:lnTo>
                <a:lnTo>
                  <a:pt x="2426326" y="3139489"/>
                </a:lnTo>
                <a:lnTo>
                  <a:pt x="2424863" y="3139489"/>
                </a:lnTo>
                <a:lnTo>
                  <a:pt x="2423400" y="3139489"/>
                </a:lnTo>
                <a:lnTo>
                  <a:pt x="2421936" y="3139489"/>
                </a:lnTo>
                <a:lnTo>
                  <a:pt x="2420473" y="3139489"/>
                </a:lnTo>
                <a:lnTo>
                  <a:pt x="2419009" y="3139489"/>
                </a:lnTo>
                <a:lnTo>
                  <a:pt x="2417546" y="3139489"/>
                </a:lnTo>
                <a:lnTo>
                  <a:pt x="2416083" y="3139489"/>
                </a:lnTo>
                <a:lnTo>
                  <a:pt x="2414619" y="3139489"/>
                </a:lnTo>
                <a:lnTo>
                  <a:pt x="2413156" y="3139489"/>
                </a:lnTo>
                <a:lnTo>
                  <a:pt x="2411692" y="3139489"/>
                </a:lnTo>
                <a:lnTo>
                  <a:pt x="2410229" y="3139489"/>
                </a:lnTo>
                <a:lnTo>
                  <a:pt x="2408766" y="3139489"/>
                </a:lnTo>
                <a:lnTo>
                  <a:pt x="2407302" y="3139489"/>
                </a:lnTo>
                <a:lnTo>
                  <a:pt x="2405839" y="3139489"/>
                </a:lnTo>
                <a:lnTo>
                  <a:pt x="2404375" y="3139489"/>
                </a:lnTo>
                <a:lnTo>
                  <a:pt x="2402912" y="3139489"/>
                </a:lnTo>
                <a:lnTo>
                  <a:pt x="2401449" y="3139489"/>
                </a:lnTo>
                <a:lnTo>
                  <a:pt x="2399985" y="3139489"/>
                </a:lnTo>
                <a:lnTo>
                  <a:pt x="2398522" y="3139489"/>
                </a:lnTo>
                <a:lnTo>
                  <a:pt x="2397058" y="3139489"/>
                </a:lnTo>
                <a:lnTo>
                  <a:pt x="2395595" y="3139489"/>
                </a:lnTo>
                <a:lnTo>
                  <a:pt x="2394131" y="3139489"/>
                </a:lnTo>
                <a:lnTo>
                  <a:pt x="2392668" y="3139489"/>
                </a:lnTo>
                <a:lnTo>
                  <a:pt x="2391205" y="3139489"/>
                </a:lnTo>
                <a:lnTo>
                  <a:pt x="2389741" y="3139489"/>
                </a:lnTo>
                <a:lnTo>
                  <a:pt x="2388278" y="3139489"/>
                </a:lnTo>
                <a:lnTo>
                  <a:pt x="2386814" y="3139489"/>
                </a:lnTo>
                <a:lnTo>
                  <a:pt x="2385351" y="3139489"/>
                </a:lnTo>
                <a:lnTo>
                  <a:pt x="2383888" y="3139489"/>
                </a:lnTo>
                <a:lnTo>
                  <a:pt x="2382424" y="3139489"/>
                </a:lnTo>
                <a:lnTo>
                  <a:pt x="2380961" y="3139489"/>
                </a:lnTo>
                <a:lnTo>
                  <a:pt x="2379497" y="3139489"/>
                </a:lnTo>
                <a:lnTo>
                  <a:pt x="2378034" y="3139489"/>
                </a:lnTo>
                <a:lnTo>
                  <a:pt x="2376571" y="3139489"/>
                </a:lnTo>
                <a:lnTo>
                  <a:pt x="2375107" y="3139489"/>
                </a:lnTo>
                <a:lnTo>
                  <a:pt x="2373644" y="3139489"/>
                </a:lnTo>
                <a:lnTo>
                  <a:pt x="2372180" y="3139489"/>
                </a:lnTo>
                <a:lnTo>
                  <a:pt x="2370717" y="3139489"/>
                </a:lnTo>
                <a:lnTo>
                  <a:pt x="2369254" y="3139489"/>
                </a:lnTo>
                <a:lnTo>
                  <a:pt x="2367790" y="3139489"/>
                </a:lnTo>
                <a:lnTo>
                  <a:pt x="2366327" y="3139489"/>
                </a:lnTo>
                <a:lnTo>
                  <a:pt x="2364863" y="3139489"/>
                </a:lnTo>
                <a:lnTo>
                  <a:pt x="2363400" y="3139489"/>
                </a:lnTo>
                <a:lnTo>
                  <a:pt x="2361937" y="3139489"/>
                </a:lnTo>
                <a:lnTo>
                  <a:pt x="2360473" y="3139489"/>
                </a:lnTo>
                <a:lnTo>
                  <a:pt x="2359010" y="3139489"/>
                </a:lnTo>
                <a:lnTo>
                  <a:pt x="2357546" y="3139489"/>
                </a:lnTo>
                <a:lnTo>
                  <a:pt x="2356083" y="3139489"/>
                </a:lnTo>
                <a:lnTo>
                  <a:pt x="2354620" y="3139489"/>
                </a:lnTo>
                <a:lnTo>
                  <a:pt x="2353156" y="3139489"/>
                </a:lnTo>
                <a:lnTo>
                  <a:pt x="2351693" y="3139489"/>
                </a:lnTo>
                <a:lnTo>
                  <a:pt x="2350229" y="3139489"/>
                </a:lnTo>
                <a:lnTo>
                  <a:pt x="2348766" y="3139489"/>
                </a:lnTo>
                <a:lnTo>
                  <a:pt x="2347302" y="3139489"/>
                </a:lnTo>
                <a:lnTo>
                  <a:pt x="2345839" y="3139489"/>
                </a:lnTo>
                <a:lnTo>
                  <a:pt x="2344376" y="3139489"/>
                </a:lnTo>
                <a:lnTo>
                  <a:pt x="2342912" y="3139489"/>
                </a:lnTo>
                <a:lnTo>
                  <a:pt x="2341449" y="3139489"/>
                </a:lnTo>
                <a:lnTo>
                  <a:pt x="2339985" y="3139489"/>
                </a:lnTo>
                <a:lnTo>
                  <a:pt x="2338522" y="3139489"/>
                </a:lnTo>
                <a:lnTo>
                  <a:pt x="2337059" y="3139489"/>
                </a:lnTo>
                <a:lnTo>
                  <a:pt x="2335595" y="3139489"/>
                </a:lnTo>
                <a:lnTo>
                  <a:pt x="2334132" y="3139489"/>
                </a:lnTo>
                <a:lnTo>
                  <a:pt x="2332668" y="3139489"/>
                </a:lnTo>
                <a:lnTo>
                  <a:pt x="2331205" y="3139489"/>
                </a:lnTo>
                <a:lnTo>
                  <a:pt x="2329742" y="3139489"/>
                </a:lnTo>
                <a:lnTo>
                  <a:pt x="2328278" y="3139489"/>
                </a:lnTo>
                <a:lnTo>
                  <a:pt x="2326815" y="3139489"/>
                </a:lnTo>
                <a:lnTo>
                  <a:pt x="2325351" y="3139489"/>
                </a:lnTo>
                <a:lnTo>
                  <a:pt x="2323888" y="3139489"/>
                </a:lnTo>
                <a:lnTo>
                  <a:pt x="2322425" y="3139489"/>
                </a:lnTo>
                <a:lnTo>
                  <a:pt x="2320961" y="3139489"/>
                </a:lnTo>
                <a:lnTo>
                  <a:pt x="2319498" y="3139489"/>
                </a:lnTo>
                <a:lnTo>
                  <a:pt x="2318034" y="3139489"/>
                </a:lnTo>
                <a:lnTo>
                  <a:pt x="2316571" y="3139489"/>
                </a:lnTo>
                <a:lnTo>
                  <a:pt x="2315108" y="3139489"/>
                </a:lnTo>
                <a:lnTo>
                  <a:pt x="2313644" y="3139489"/>
                </a:lnTo>
                <a:lnTo>
                  <a:pt x="2312181" y="3139489"/>
                </a:lnTo>
                <a:lnTo>
                  <a:pt x="2310717" y="3139489"/>
                </a:lnTo>
                <a:lnTo>
                  <a:pt x="2309254" y="3139489"/>
                </a:lnTo>
                <a:lnTo>
                  <a:pt x="2307791" y="3139489"/>
                </a:lnTo>
                <a:lnTo>
                  <a:pt x="2306327" y="3139489"/>
                </a:lnTo>
                <a:lnTo>
                  <a:pt x="2304864" y="3139489"/>
                </a:lnTo>
                <a:lnTo>
                  <a:pt x="2303400" y="3139489"/>
                </a:lnTo>
                <a:lnTo>
                  <a:pt x="2301937" y="3139489"/>
                </a:lnTo>
                <a:lnTo>
                  <a:pt x="2300473" y="3139489"/>
                </a:lnTo>
                <a:lnTo>
                  <a:pt x="2299010" y="3139489"/>
                </a:lnTo>
                <a:lnTo>
                  <a:pt x="2297547" y="3139489"/>
                </a:lnTo>
                <a:lnTo>
                  <a:pt x="2296083" y="3139489"/>
                </a:lnTo>
                <a:lnTo>
                  <a:pt x="2294620" y="3139489"/>
                </a:lnTo>
                <a:lnTo>
                  <a:pt x="2293156" y="3139489"/>
                </a:lnTo>
                <a:lnTo>
                  <a:pt x="2291693" y="3139489"/>
                </a:lnTo>
                <a:lnTo>
                  <a:pt x="2290230" y="3139489"/>
                </a:lnTo>
                <a:lnTo>
                  <a:pt x="2288766" y="3139489"/>
                </a:lnTo>
                <a:lnTo>
                  <a:pt x="2287303" y="3139489"/>
                </a:lnTo>
                <a:lnTo>
                  <a:pt x="2285839" y="3139489"/>
                </a:lnTo>
                <a:lnTo>
                  <a:pt x="2284376" y="3139489"/>
                </a:lnTo>
                <a:lnTo>
                  <a:pt x="2282913" y="3139489"/>
                </a:lnTo>
                <a:lnTo>
                  <a:pt x="2281449" y="3139489"/>
                </a:lnTo>
                <a:lnTo>
                  <a:pt x="2279986" y="3139489"/>
                </a:lnTo>
                <a:lnTo>
                  <a:pt x="2278522" y="3139489"/>
                </a:lnTo>
                <a:lnTo>
                  <a:pt x="2277059" y="3139489"/>
                </a:lnTo>
                <a:lnTo>
                  <a:pt x="2275596" y="3139489"/>
                </a:lnTo>
                <a:lnTo>
                  <a:pt x="2274132" y="3139489"/>
                </a:lnTo>
                <a:lnTo>
                  <a:pt x="2272669" y="3139489"/>
                </a:lnTo>
                <a:lnTo>
                  <a:pt x="2271205" y="3139489"/>
                </a:lnTo>
                <a:lnTo>
                  <a:pt x="2269742" y="3139489"/>
                </a:lnTo>
                <a:lnTo>
                  <a:pt x="2268279" y="3139489"/>
                </a:lnTo>
                <a:lnTo>
                  <a:pt x="2266815" y="3139489"/>
                </a:lnTo>
                <a:lnTo>
                  <a:pt x="2265352" y="3139489"/>
                </a:lnTo>
                <a:lnTo>
                  <a:pt x="2263888" y="3139489"/>
                </a:lnTo>
                <a:lnTo>
                  <a:pt x="2262425" y="3139489"/>
                </a:lnTo>
                <a:lnTo>
                  <a:pt x="2260962" y="3139489"/>
                </a:lnTo>
                <a:lnTo>
                  <a:pt x="2259498" y="3139489"/>
                </a:lnTo>
                <a:lnTo>
                  <a:pt x="2258035" y="3139489"/>
                </a:lnTo>
                <a:lnTo>
                  <a:pt x="2256571" y="3139489"/>
                </a:lnTo>
                <a:lnTo>
                  <a:pt x="2255108" y="3139489"/>
                </a:lnTo>
                <a:lnTo>
                  <a:pt x="2253645" y="3139489"/>
                </a:lnTo>
                <a:lnTo>
                  <a:pt x="2252181" y="3139489"/>
                </a:lnTo>
                <a:lnTo>
                  <a:pt x="2250718" y="3139489"/>
                </a:lnTo>
                <a:lnTo>
                  <a:pt x="2249254" y="3139489"/>
                </a:lnTo>
                <a:lnTo>
                  <a:pt x="2247791" y="3139489"/>
                </a:lnTo>
                <a:lnTo>
                  <a:pt x="2246327" y="3139489"/>
                </a:lnTo>
                <a:lnTo>
                  <a:pt x="2244864" y="3139489"/>
                </a:lnTo>
                <a:lnTo>
                  <a:pt x="2243401" y="3139489"/>
                </a:lnTo>
                <a:lnTo>
                  <a:pt x="2241937" y="3139489"/>
                </a:lnTo>
                <a:lnTo>
                  <a:pt x="2240474" y="3139489"/>
                </a:lnTo>
                <a:lnTo>
                  <a:pt x="2239010" y="3139489"/>
                </a:lnTo>
                <a:lnTo>
                  <a:pt x="2237547" y="3139489"/>
                </a:lnTo>
                <a:lnTo>
                  <a:pt x="2236084" y="3139489"/>
                </a:lnTo>
                <a:lnTo>
                  <a:pt x="2234620" y="3139489"/>
                </a:lnTo>
                <a:lnTo>
                  <a:pt x="2233157" y="3139489"/>
                </a:lnTo>
                <a:lnTo>
                  <a:pt x="2231693" y="3139489"/>
                </a:lnTo>
                <a:lnTo>
                  <a:pt x="2230230" y="3139489"/>
                </a:lnTo>
                <a:lnTo>
                  <a:pt x="2228767" y="3139489"/>
                </a:lnTo>
                <a:lnTo>
                  <a:pt x="2227303" y="3139489"/>
                </a:lnTo>
                <a:lnTo>
                  <a:pt x="2225840" y="3139489"/>
                </a:lnTo>
                <a:lnTo>
                  <a:pt x="2224376" y="3139489"/>
                </a:lnTo>
                <a:lnTo>
                  <a:pt x="2222913" y="3139489"/>
                </a:lnTo>
                <a:lnTo>
                  <a:pt x="2221450" y="3139489"/>
                </a:lnTo>
                <a:lnTo>
                  <a:pt x="2219986" y="3139489"/>
                </a:lnTo>
                <a:lnTo>
                  <a:pt x="2218523" y="3139489"/>
                </a:lnTo>
                <a:lnTo>
                  <a:pt x="2217059" y="3139489"/>
                </a:lnTo>
                <a:lnTo>
                  <a:pt x="2215596" y="3139489"/>
                </a:lnTo>
                <a:lnTo>
                  <a:pt x="2214133" y="3139489"/>
                </a:lnTo>
                <a:lnTo>
                  <a:pt x="2212669" y="3139489"/>
                </a:lnTo>
                <a:lnTo>
                  <a:pt x="2211206" y="3139489"/>
                </a:lnTo>
                <a:lnTo>
                  <a:pt x="2209742" y="3139489"/>
                </a:lnTo>
                <a:lnTo>
                  <a:pt x="2208279" y="3139489"/>
                </a:lnTo>
                <a:lnTo>
                  <a:pt x="2206816" y="3139489"/>
                </a:lnTo>
                <a:lnTo>
                  <a:pt x="2205352" y="3139489"/>
                </a:lnTo>
                <a:lnTo>
                  <a:pt x="2203889" y="3139489"/>
                </a:lnTo>
                <a:lnTo>
                  <a:pt x="2202425" y="3139489"/>
                </a:lnTo>
                <a:lnTo>
                  <a:pt x="2200962" y="3139489"/>
                </a:lnTo>
                <a:lnTo>
                  <a:pt x="2199498" y="3139489"/>
                </a:lnTo>
                <a:lnTo>
                  <a:pt x="2198035" y="3139489"/>
                </a:lnTo>
                <a:lnTo>
                  <a:pt x="2196572" y="3139489"/>
                </a:lnTo>
                <a:lnTo>
                  <a:pt x="2195108" y="3139489"/>
                </a:lnTo>
                <a:lnTo>
                  <a:pt x="2193645" y="3139489"/>
                </a:lnTo>
                <a:lnTo>
                  <a:pt x="2192181" y="3139489"/>
                </a:lnTo>
                <a:lnTo>
                  <a:pt x="2190718" y="3139489"/>
                </a:lnTo>
                <a:lnTo>
                  <a:pt x="2189255" y="3139489"/>
                </a:lnTo>
                <a:lnTo>
                  <a:pt x="2187791" y="3139489"/>
                </a:lnTo>
                <a:lnTo>
                  <a:pt x="2186328" y="3139489"/>
                </a:lnTo>
                <a:lnTo>
                  <a:pt x="2184864" y="3139489"/>
                </a:lnTo>
                <a:lnTo>
                  <a:pt x="2183401" y="3139489"/>
                </a:lnTo>
                <a:lnTo>
                  <a:pt x="2181938" y="3139489"/>
                </a:lnTo>
                <a:lnTo>
                  <a:pt x="2180474" y="3139489"/>
                </a:lnTo>
                <a:lnTo>
                  <a:pt x="2179011" y="3139489"/>
                </a:lnTo>
                <a:lnTo>
                  <a:pt x="2177547" y="3139489"/>
                </a:lnTo>
                <a:lnTo>
                  <a:pt x="2176084" y="3139489"/>
                </a:lnTo>
                <a:lnTo>
                  <a:pt x="2174621" y="3139489"/>
                </a:lnTo>
                <a:lnTo>
                  <a:pt x="2173157" y="3139489"/>
                </a:lnTo>
                <a:lnTo>
                  <a:pt x="2171694" y="3139489"/>
                </a:lnTo>
                <a:lnTo>
                  <a:pt x="2170230" y="3139489"/>
                </a:lnTo>
                <a:lnTo>
                  <a:pt x="2168767" y="3139489"/>
                </a:lnTo>
                <a:lnTo>
                  <a:pt x="2167304" y="3139489"/>
                </a:lnTo>
                <a:lnTo>
                  <a:pt x="2165840" y="3139489"/>
                </a:lnTo>
                <a:lnTo>
                  <a:pt x="2164377" y="3139489"/>
                </a:lnTo>
                <a:lnTo>
                  <a:pt x="2162913" y="3139489"/>
                </a:lnTo>
                <a:lnTo>
                  <a:pt x="2161450" y="3139489"/>
                </a:lnTo>
                <a:lnTo>
                  <a:pt x="2159987" y="3139489"/>
                </a:lnTo>
                <a:lnTo>
                  <a:pt x="2158523" y="3139489"/>
                </a:lnTo>
                <a:lnTo>
                  <a:pt x="2157060" y="3139489"/>
                </a:lnTo>
                <a:lnTo>
                  <a:pt x="2155596" y="3139489"/>
                </a:lnTo>
                <a:lnTo>
                  <a:pt x="2154133" y="3139489"/>
                </a:lnTo>
                <a:lnTo>
                  <a:pt x="2152670" y="3139489"/>
                </a:lnTo>
                <a:lnTo>
                  <a:pt x="2151206" y="3139489"/>
                </a:lnTo>
                <a:lnTo>
                  <a:pt x="2149743" y="3139489"/>
                </a:lnTo>
                <a:lnTo>
                  <a:pt x="2148279" y="3139489"/>
                </a:lnTo>
                <a:lnTo>
                  <a:pt x="2146816" y="3139489"/>
                </a:lnTo>
                <a:lnTo>
                  <a:pt x="2145352" y="3139489"/>
                </a:lnTo>
                <a:lnTo>
                  <a:pt x="2143889" y="3139489"/>
                </a:lnTo>
                <a:lnTo>
                  <a:pt x="2142426" y="3139489"/>
                </a:lnTo>
                <a:lnTo>
                  <a:pt x="2140962" y="3139489"/>
                </a:lnTo>
                <a:lnTo>
                  <a:pt x="2139499" y="3139489"/>
                </a:lnTo>
                <a:lnTo>
                  <a:pt x="2138035" y="3139489"/>
                </a:lnTo>
                <a:lnTo>
                  <a:pt x="2136572" y="3139489"/>
                </a:lnTo>
                <a:lnTo>
                  <a:pt x="2135109" y="3139489"/>
                </a:lnTo>
                <a:lnTo>
                  <a:pt x="2133645" y="3139489"/>
                </a:lnTo>
                <a:lnTo>
                  <a:pt x="2132182" y="3139489"/>
                </a:lnTo>
                <a:lnTo>
                  <a:pt x="2130718" y="3139489"/>
                </a:lnTo>
                <a:lnTo>
                  <a:pt x="2129255" y="3139489"/>
                </a:lnTo>
                <a:lnTo>
                  <a:pt x="2127792" y="3139489"/>
                </a:lnTo>
                <a:lnTo>
                  <a:pt x="2126328" y="3139489"/>
                </a:lnTo>
                <a:lnTo>
                  <a:pt x="2124865" y="3139489"/>
                </a:lnTo>
                <a:lnTo>
                  <a:pt x="2123401" y="3139489"/>
                </a:lnTo>
                <a:lnTo>
                  <a:pt x="2121938" y="3139489"/>
                </a:lnTo>
                <a:lnTo>
                  <a:pt x="2120475" y="3139489"/>
                </a:lnTo>
                <a:lnTo>
                  <a:pt x="2119011" y="3139489"/>
                </a:lnTo>
                <a:lnTo>
                  <a:pt x="2117548" y="3139489"/>
                </a:lnTo>
                <a:lnTo>
                  <a:pt x="2116084" y="3139489"/>
                </a:lnTo>
                <a:lnTo>
                  <a:pt x="2114621" y="3139489"/>
                </a:lnTo>
                <a:lnTo>
                  <a:pt x="2113158" y="3139489"/>
                </a:lnTo>
                <a:lnTo>
                  <a:pt x="2111694" y="3139489"/>
                </a:lnTo>
                <a:lnTo>
                  <a:pt x="2110231" y="3139489"/>
                </a:lnTo>
                <a:lnTo>
                  <a:pt x="2108767" y="3139489"/>
                </a:lnTo>
                <a:lnTo>
                  <a:pt x="2107304" y="3139489"/>
                </a:lnTo>
                <a:lnTo>
                  <a:pt x="2105841" y="3139489"/>
                </a:lnTo>
                <a:lnTo>
                  <a:pt x="2104377" y="3139489"/>
                </a:lnTo>
                <a:lnTo>
                  <a:pt x="2102914" y="3139489"/>
                </a:lnTo>
                <a:lnTo>
                  <a:pt x="2101450" y="3139489"/>
                </a:lnTo>
                <a:lnTo>
                  <a:pt x="2099987" y="3139489"/>
                </a:lnTo>
                <a:lnTo>
                  <a:pt x="2098523" y="3139489"/>
                </a:lnTo>
                <a:lnTo>
                  <a:pt x="2097060" y="3139489"/>
                </a:lnTo>
                <a:lnTo>
                  <a:pt x="2095597" y="3139489"/>
                </a:lnTo>
                <a:lnTo>
                  <a:pt x="2094133" y="3139489"/>
                </a:lnTo>
                <a:lnTo>
                  <a:pt x="2092670" y="3139489"/>
                </a:lnTo>
                <a:lnTo>
                  <a:pt x="2091206" y="3139489"/>
                </a:lnTo>
                <a:lnTo>
                  <a:pt x="2089743" y="3139489"/>
                </a:lnTo>
                <a:lnTo>
                  <a:pt x="2088280" y="3139489"/>
                </a:lnTo>
                <a:lnTo>
                  <a:pt x="2086816" y="3139489"/>
                </a:lnTo>
                <a:lnTo>
                  <a:pt x="2085353" y="3139489"/>
                </a:lnTo>
                <a:lnTo>
                  <a:pt x="2083889" y="3139489"/>
                </a:lnTo>
                <a:lnTo>
                  <a:pt x="2082426" y="3139489"/>
                </a:lnTo>
                <a:lnTo>
                  <a:pt x="2080963" y="3139489"/>
                </a:lnTo>
                <a:lnTo>
                  <a:pt x="2079499" y="3139489"/>
                </a:lnTo>
                <a:lnTo>
                  <a:pt x="2078036" y="3139489"/>
                </a:lnTo>
                <a:lnTo>
                  <a:pt x="2076572" y="3139489"/>
                </a:lnTo>
                <a:lnTo>
                  <a:pt x="2075109" y="3139489"/>
                </a:lnTo>
                <a:lnTo>
                  <a:pt x="2073646" y="3139489"/>
                </a:lnTo>
                <a:lnTo>
                  <a:pt x="2072182" y="3139489"/>
                </a:lnTo>
                <a:lnTo>
                  <a:pt x="2070719" y="3139489"/>
                </a:lnTo>
                <a:lnTo>
                  <a:pt x="2069255" y="3139489"/>
                </a:lnTo>
                <a:lnTo>
                  <a:pt x="2067792" y="3139489"/>
                </a:lnTo>
                <a:lnTo>
                  <a:pt x="2066329" y="3139489"/>
                </a:lnTo>
                <a:lnTo>
                  <a:pt x="2064865" y="3139489"/>
                </a:lnTo>
                <a:lnTo>
                  <a:pt x="2063402" y="3139489"/>
                </a:lnTo>
                <a:lnTo>
                  <a:pt x="2061938" y="3139489"/>
                </a:lnTo>
                <a:lnTo>
                  <a:pt x="2060475" y="3139489"/>
                </a:lnTo>
                <a:lnTo>
                  <a:pt x="2059012" y="3139489"/>
                </a:lnTo>
                <a:lnTo>
                  <a:pt x="2057548" y="3139489"/>
                </a:lnTo>
                <a:lnTo>
                  <a:pt x="2056085" y="3139489"/>
                </a:lnTo>
                <a:lnTo>
                  <a:pt x="2054621" y="3139489"/>
                </a:lnTo>
                <a:lnTo>
                  <a:pt x="2053158" y="3139489"/>
                </a:lnTo>
                <a:lnTo>
                  <a:pt x="2051695" y="3139489"/>
                </a:lnTo>
                <a:lnTo>
                  <a:pt x="2050231" y="3139489"/>
                </a:lnTo>
                <a:lnTo>
                  <a:pt x="2048768" y="3139489"/>
                </a:lnTo>
                <a:lnTo>
                  <a:pt x="2047304" y="3139489"/>
                </a:lnTo>
                <a:lnTo>
                  <a:pt x="2045841" y="3139489"/>
                </a:lnTo>
                <a:lnTo>
                  <a:pt x="2044377" y="3139489"/>
                </a:lnTo>
                <a:lnTo>
                  <a:pt x="2042914" y="3139489"/>
                </a:lnTo>
                <a:lnTo>
                  <a:pt x="2041451" y="3139489"/>
                </a:lnTo>
                <a:lnTo>
                  <a:pt x="2039987" y="3139489"/>
                </a:lnTo>
                <a:lnTo>
                  <a:pt x="2038524" y="3139489"/>
                </a:lnTo>
                <a:lnTo>
                  <a:pt x="2037060" y="3139489"/>
                </a:lnTo>
                <a:lnTo>
                  <a:pt x="2035597" y="3139489"/>
                </a:lnTo>
                <a:lnTo>
                  <a:pt x="2034134" y="3139489"/>
                </a:lnTo>
                <a:lnTo>
                  <a:pt x="2032670" y="3139489"/>
                </a:lnTo>
                <a:lnTo>
                  <a:pt x="2031207" y="3139489"/>
                </a:lnTo>
                <a:lnTo>
                  <a:pt x="2029743" y="3139489"/>
                </a:lnTo>
                <a:lnTo>
                  <a:pt x="2028280" y="3139489"/>
                </a:lnTo>
                <a:lnTo>
                  <a:pt x="2026817" y="3139489"/>
                </a:lnTo>
                <a:lnTo>
                  <a:pt x="2025353" y="3139489"/>
                </a:lnTo>
                <a:lnTo>
                  <a:pt x="2023890" y="3139489"/>
                </a:lnTo>
                <a:lnTo>
                  <a:pt x="2022426" y="3139489"/>
                </a:lnTo>
                <a:lnTo>
                  <a:pt x="2020963" y="3139489"/>
                </a:lnTo>
                <a:lnTo>
                  <a:pt x="2019500" y="3139489"/>
                </a:lnTo>
                <a:lnTo>
                  <a:pt x="2018036" y="3139489"/>
                </a:lnTo>
                <a:lnTo>
                  <a:pt x="2016573" y="3139489"/>
                </a:lnTo>
                <a:lnTo>
                  <a:pt x="2015109" y="3139489"/>
                </a:lnTo>
                <a:lnTo>
                  <a:pt x="2013646" y="3139489"/>
                </a:lnTo>
                <a:lnTo>
                  <a:pt x="2012183" y="3139489"/>
                </a:lnTo>
                <a:lnTo>
                  <a:pt x="2010719" y="3139489"/>
                </a:lnTo>
                <a:lnTo>
                  <a:pt x="2009256" y="3139489"/>
                </a:lnTo>
                <a:lnTo>
                  <a:pt x="2007792" y="3139489"/>
                </a:lnTo>
                <a:lnTo>
                  <a:pt x="2006329" y="3139489"/>
                </a:lnTo>
                <a:lnTo>
                  <a:pt x="2004866" y="3139489"/>
                </a:lnTo>
                <a:lnTo>
                  <a:pt x="2003402" y="3139489"/>
                </a:lnTo>
                <a:lnTo>
                  <a:pt x="2001939" y="3139489"/>
                </a:lnTo>
                <a:lnTo>
                  <a:pt x="2000475" y="3139489"/>
                </a:lnTo>
                <a:lnTo>
                  <a:pt x="1999012" y="3139489"/>
                </a:lnTo>
                <a:lnTo>
                  <a:pt x="1997548" y="3139489"/>
                </a:lnTo>
                <a:lnTo>
                  <a:pt x="1996085" y="3139489"/>
                </a:lnTo>
                <a:lnTo>
                  <a:pt x="1994622" y="3139489"/>
                </a:lnTo>
                <a:lnTo>
                  <a:pt x="1993158" y="3139489"/>
                </a:lnTo>
                <a:lnTo>
                  <a:pt x="1991695" y="3139489"/>
                </a:lnTo>
                <a:lnTo>
                  <a:pt x="1990231" y="3139489"/>
                </a:lnTo>
                <a:lnTo>
                  <a:pt x="1988768" y="3139489"/>
                </a:lnTo>
                <a:lnTo>
                  <a:pt x="1987305" y="3139489"/>
                </a:lnTo>
                <a:lnTo>
                  <a:pt x="1985841" y="3139489"/>
                </a:lnTo>
                <a:lnTo>
                  <a:pt x="1984378" y="3139489"/>
                </a:lnTo>
                <a:lnTo>
                  <a:pt x="1982914" y="3139489"/>
                </a:lnTo>
                <a:lnTo>
                  <a:pt x="1981451" y="3139489"/>
                </a:lnTo>
                <a:lnTo>
                  <a:pt x="1979988" y="3139489"/>
                </a:lnTo>
                <a:lnTo>
                  <a:pt x="1978524" y="3139489"/>
                </a:lnTo>
                <a:lnTo>
                  <a:pt x="1977061" y="3139489"/>
                </a:lnTo>
                <a:lnTo>
                  <a:pt x="1975597" y="3139489"/>
                </a:lnTo>
                <a:lnTo>
                  <a:pt x="1974134" y="3139489"/>
                </a:lnTo>
                <a:lnTo>
                  <a:pt x="1972671" y="3139489"/>
                </a:lnTo>
                <a:lnTo>
                  <a:pt x="1971207" y="3139489"/>
                </a:lnTo>
                <a:lnTo>
                  <a:pt x="1969744" y="3139489"/>
                </a:lnTo>
                <a:lnTo>
                  <a:pt x="1968280" y="3139489"/>
                </a:lnTo>
                <a:lnTo>
                  <a:pt x="1966817" y="3139489"/>
                </a:lnTo>
                <a:lnTo>
                  <a:pt x="1965354" y="3139489"/>
                </a:lnTo>
                <a:lnTo>
                  <a:pt x="1963890" y="3139489"/>
                </a:lnTo>
                <a:lnTo>
                  <a:pt x="1962427" y="3139489"/>
                </a:lnTo>
                <a:lnTo>
                  <a:pt x="1960963" y="3139489"/>
                </a:lnTo>
                <a:lnTo>
                  <a:pt x="1959500" y="3139489"/>
                </a:lnTo>
                <a:lnTo>
                  <a:pt x="1958037" y="3139489"/>
                </a:lnTo>
                <a:lnTo>
                  <a:pt x="1956573" y="3139489"/>
                </a:lnTo>
                <a:lnTo>
                  <a:pt x="1955110" y="3139489"/>
                </a:lnTo>
                <a:lnTo>
                  <a:pt x="1953646" y="3139489"/>
                </a:lnTo>
                <a:lnTo>
                  <a:pt x="1952183" y="3139489"/>
                </a:lnTo>
                <a:lnTo>
                  <a:pt x="1950720" y="3139489"/>
                </a:lnTo>
                <a:lnTo>
                  <a:pt x="1949256" y="3139489"/>
                </a:lnTo>
                <a:lnTo>
                  <a:pt x="1947793" y="3139489"/>
                </a:lnTo>
                <a:lnTo>
                  <a:pt x="1946329" y="3139489"/>
                </a:lnTo>
                <a:lnTo>
                  <a:pt x="1944866" y="3139489"/>
                </a:lnTo>
                <a:lnTo>
                  <a:pt x="1943402" y="3139489"/>
                </a:lnTo>
                <a:lnTo>
                  <a:pt x="1941939" y="3139489"/>
                </a:lnTo>
                <a:lnTo>
                  <a:pt x="1940476" y="3139489"/>
                </a:lnTo>
                <a:lnTo>
                  <a:pt x="1939012" y="3139489"/>
                </a:lnTo>
                <a:lnTo>
                  <a:pt x="1937549" y="3139489"/>
                </a:lnTo>
                <a:lnTo>
                  <a:pt x="1936085" y="3139489"/>
                </a:lnTo>
                <a:lnTo>
                  <a:pt x="1934622" y="3139489"/>
                </a:lnTo>
                <a:lnTo>
                  <a:pt x="1933159" y="3139489"/>
                </a:lnTo>
                <a:lnTo>
                  <a:pt x="1931695" y="3139489"/>
                </a:lnTo>
                <a:lnTo>
                  <a:pt x="1930232" y="3139489"/>
                </a:lnTo>
                <a:lnTo>
                  <a:pt x="1928768" y="3139489"/>
                </a:lnTo>
                <a:lnTo>
                  <a:pt x="1927305" y="3139489"/>
                </a:lnTo>
                <a:lnTo>
                  <a:pt x="1925842" y="3139489"/>
                </a:lnTo>
                <a:lnTo>
                  <a:pt x="1924378" y="3139489"/>
                </a:lnTo>
                <a:lnTo>
                  <a:pt x="1922915" y="3139489"/>
                </a:lnTo>
                <a:lnTo>
                  <a:pt x="1921451" y="3139489"/>
                </a:lnTo>
                <a:lnTo>
                  <a:pt x="1919988" y="3139489"/>
                </a:lnTo>
                <a:lnTo>
                  <a:pt x="1918525" y="3139489"/>
                </a:lnTo>
                <a:lnTo>
                  <a:pt x="1917061" y="3139489"/>
                </a:lnTo>
                <a:lnTo>
                  <a:pt x="1915598" y="3139489"/>
                </a:lnTo>
                <a:lnTo>
                  <a:pt x="1914134" y="3139489"/>
                </a:lnTo>
                <a:lnTo>
                  <a:pt x="1912671" y="3139489"/>
                </a:lnTo>
                <a:lnTo>
                  <a:pt x="1911208" y="3139489"/>
                </a:lnTo>
                <a:lnTo>
                  <a:pt x="1909744" y="3139489"/>
                </a:lnTo>
                <a:lnTo>
                  <a:pt x="1908281" y="3139489"/>
                </a:lnTo>
                <a:lnTo>
                  <a:pt x="1906817" y="3139489"/>
                </a:lnTo>
                <a:lnTo>
                  <a:pt x="1905354" y="3139489"/>
                </a:lnTo>
                <a:lnTo>
                  <a:pt x="1903891" y="3139489"/>
                </a:lnTo>
                <a:lnTo>
                  <a:pt x="1902427" y="3139489"/>
                </a:lnTo>
                <a:lnTo>
                  <a:pt x="1900964" y="3139489"/>
                </a:lnTo>
                <a:lnTo>
                  <a:pt x="1899500" y="3139489"/>
                </a:lnTo>
                <a:lnTo>
                  <a:pt x="1898037" y="3139489"/>
                </a:lnTo>
                <a:lnTo>
                  <a:pt x="1896573" y="3139489"/>
                </a:lnTo>
                <a:lnTo>
                  <a:pt x="1895110" y="3139489"/>
                </a:lnTo>
                <a:lnTo>
                  <a:pt x="1893647" y="3139489"/>
                </a:lnTo>
                <a:lnTo>
                  <a:pt x="1892183" y="3139489"/>
                </a:lnTo>
                <a:lnTo>
                  <a:pt x="1890720" y="3139489"/>
                </a:lnTo>
                <a:lnTo>
                  <a:pt x="1889256" y="3139489"/>
                </a:lnTo>
                <a:lnTo>
                  <a:pt x="1887793" y="3139489"/>
                </a:lnTo>
                <a:lnTo>
                  <a:pt x="1886330" y="3139489"/>
                </a:lnTo>
                <a:lnTo>
                  <a:pt x="1884866" y="3139489"/>
                </a:lnTo>
                <a:lnTo>
                  <a:pt x="1883403" y="3139489"/>
                </a:lnTo>
                <a:lnTo>
                  <a:pt x="1881939" y="3139489"/>
                </a:lnTo>
                <a:lnTo>
                  <a:pt x="1880476" y="3139489"/>
                </a:lnTo>
                <a:lnTo>
                  <a:pt x="1879013" y="3139489"/>
                </a:lnTo>
                <a:lnTo>
                  <a:pt x="1877549" y="3139489"/>
                </a:lnTo>
                <a:lnTo>
                  <a:pt x="1876086" y="3139489"/>
                </a:lnTo>
                <a:lnTo>
                  <a:pt x="1874622" y="3139489"/>
                </a:lnTo>
                <a:lnTo>
                  <a:pt x="1873159" y="3139489"/>
                </a:lnTo>
                <a:lnTo>
                  <a:pt x="1871696" y="3139489"/>
                </a:lnTo>
                <a:lnTo>
                  <a:pt x="1870232" y="3139489"/>
                </a:lnTo>
                <a:lnTo>
                  <a:pt x="1868769" y="3139489"/>
                </a:lnTo>
                <a:lnTo>
                  <a:pt x="1867305" y="3139489"/>
                </a:lnTo>
                <a:lnTo>
                  <a:pt x="1865842" y="3139489"/>
                </a:lnTo>
                <a:lnTo>
                  <a:pt x="1864379" y="3139489"/>
                </a:lnTo>
                <a:lnTo>
                  <a:pt x="1862915" y="3139489"/>
                </a:lnTo>
                <a:lnTo>
                  <a:pt x="1861452" y="3139489"/>
                </a:lnTo>
                <a:lnTo>
                  <a:pt x="1859988" y="3139489"/>
                </a:lnTo>
                <a:lnTo>
                  <a:pt x="1858525" y="3139489"/>
                </a:lnTo>
                <a:lnTo>
                  <a:pt x="1857062" y="3139489"/>
                </a:lnTo>
                <a:lnTo>
                  <a:pt x="1855598" y="3139489"/>
                </a:lnTo>
                <a:lnTo>
                  <a:pt x="1854135" y="3139489"/>
                </a:lnTo>
                <a:lnTo>
                  <a:pt x="1852671" y="3139489"/>
                </a:lnTo>
                <a:lnTo>
                  <a:pt x="1851208" y="3139489"/>
                </a:lnTo>
                <a:lnTo>
                  <a:pt x="1849744" y="3139489"/>
                </a:lnTo>
                <a:lnTo>
                  <a:pt x="1848281" y="3139489"/>
                </a:lnTo>
                <a:lnTo>
                  <a:pt x="1846818" y="3139489"/>
                </a:lnTo>
                <a:lnTo>
                  <a:pt x="1845354" y="3139489"/>
                </a:lnTo>
                <a:lnTo>
                  <a:pt x="1843891" y="3139489"/>
                </a:lnTo>
                <a:lnTo>
                  <a:pt x="1842427" y="3139489"/>
                </a:lnTo>
                <a:lnTo>
                  <a:pt x="1840964" y="3139489"/>
                </a:lnTo>
                <a:lnTo>
                  <a:pt x="1839501" y="3139489"/>
                </a:lnTo>
                <a:lnTo>
                  <a:pt x="1838037" y="3139489"/>
                </a:lnTo>
                <a:lnTo>
                  <a:pt x="1836574" y="3139489"/>
                </a:lnTo>
                <a:lnTo>
                  <a:pt x="1835110" y="3139489"/>
                </a:lnTo>
                <a:lnTo>
                  <a:pt x="1833647" y="3139489"/>
                </a:lnTo>
                <a:lnTo>
                  <a:pt x="1832184" y="3139489"/>
                </a:lnTo>
                <a:lnTo>
                  <a:pt x="1830720" y="3139489"/>
                </a:lnTo>
                <a:lnTo>
                  <a:pt x="1829257" y="3139489"/>
                </a:lnTo>
                <a:lnTo>
                  <a:pt x="1827793" y="3139489"/>
                </a:lnTo>
                <a:lnTo>
                  <a:pt x="1826330" y="3139489"/>
                </a:lnTo>
                <a:lnTo>
                  <a:pt x="1824867" y="3139489"/>
                </a:lnTo>
                <a:lnTo>
                  <a:pt x="1823403" y="3139489"/>
                </a:lnTo>
                <a:lnTo>
                  <a:pt x="1821940" y="3139489"/>
                </a:lnTo>
                <a:lnTo>
                  <a:pt x="1820476" y="3139489"/>
                </a:lnTo>
                <a:lnTo>
                  <a:pt x="1819013" y="3139489"/>
                </a:lnTo>
                <a:lnTo>
                  <a:pt x="1817550" y="3139489"/>
                </a:lnTo>
                <a:lnTo>
                  <a:pt x="1816086" y="3139489"/>
                </a:lnTo>
                <a:lnTo>
                  <a:pt x="1814623" y="3139489"/>
                </a:lnTo>
                <a:lnTo>
                  <a:pt x="1813159" y="3139489"/>
                </a:lnTo>
                <a:lnTo>
                  <a:pt x="1811696" y="3139489"/>
                </a:lnTo>
                <a:lnTo>
                  <a:pt x="1810233" y="3139489"/>
                </a:lnTo>
                <a:lnTo>
                  <a:pt x="1808769" y="3139489"/>
                </a:lnTo>
                <a:lnTo>
                  <a:pt x="1807306" y="3139489"/>
                </a:lnTo>
                <a:lnTo>
                  <a:pt x="1805842" y="3139489"/>
                </a:lnTo>
                <a:lnTo>
                  <a:pt x="1804379" y="3139489"/>
                </a:lnTo>
                <a:lnTo>
                  <a:pt x="1802916" y="3139489"/>
                </a:lnTo>
                <a:lnTo>
                  <a:pt x="1801452" y="3139489"/>
                </a:lnTo>
                <a:lnTo>
                  <a:pt x="1799989" y="3139489"/>
                </a:lnTo>
                <a:lnTo>
                  <a:pt x="1798525" y="3139489"/>
                </a:lnTo>
                <a:lnTo>
                  <a:pt x="1797062" y="3139489"/>
                </a:lnTo>
                <a:lnTo>
                  <a:pt x="1795598" y="3139489"/>
                </a:lnTo>
                <a:lnTo>
                  <a:pt x="1794135" y="3139489"/>
                </a:lnTo>
                <a:lnTo>
                  <a:pt x="1792672" y="3139489"/>
                </a:lnTo>
                <a:lnTo>
                  <a:pt x="1791208" y="3139489"/>
                </a:lnTo>
                <a:lnTo>
                  <a:pt x="1789745" y="3139489"/>
                </a:lnTo>
                <a:lnTo>
                  <a:pt x="1788281" y="3139489"/>
                </a:lnTo>
                <a:lnTo>
                  <a:pt x="1786818" y="3139489"/>
                </a:lnTo>
                <a:lnTo>
                  <a:pt x="1785355" y="3139489"/>
                </a:lnTo>
                <a:lnTo>
                  <a:pt x="1783891" y="3139489"/>
                </a:lnTo>
                <a:lnTo>
                  <a:pt x="1782428" y="3139489"/>
                </a:lnTo>
                <a:lnTo>
                  <a:pt x="1780964" y="3139489"/>
                </a:lnTo>
                <a:lnTo>
                  <a:pt x="1779501" y="3139489"/>
                </a:lnTo>
                <a:lnTo>
                  <a:pt x="1778038" y="3139489"/>
                </a:lnTo>
                <a:lnTo>
                  <a:pt x="1776574" y="3139489"/>
                </a:lnTo>
                <a:lnTo>
                  <a:pt x="1775111" y="3139489"/>
                </a:lnTo>
                <a:lnTo>
                  <a:pt x="1773647" y="3139489"/>
                </a:lnTo>
                <a:lnTo>
                  <a:pt x="1772184" y="3139489"/>
                </a:lnTo>
                <a:lnTo>
                  <a:pt x="1770721" y="3139489"/>
                </a:lnTo>
                <a:lnTo>
                  <a:pt x="1769257" y="3139489"/>
                </a:lnTo>
                <a:lnTo>
                  <a:pt x="1767794" y="3139489"/>
                </a:lnTo>
                <a:lnTo>
                  <a:pt x="1766330" y="3139489"/>
                </a:lnTo>
                <a:lnTo>
                  <a:pt x="1764867" y="3139489"/>
                </a:lnTo>
                <a:lnTo>
                  <a:pt x="1763404" y="3139489"/>
                </a:lnTo>
                <a:lnTo>
                  <a:pt x="1761940" y="3139489"/>
                </a:lnTo>
                <a:lnTo>
                  <a:pt x="1760477" y="3139489"/>
                </a:lnTo>
                <a:lnTo>
                  <a:pt x="1759013" y="3139489"/>
                </a:lnTo>
                <a:lnTo>
                  <a:pt x="1757550" y="3139489"/>
                </a:lnTo>
                <a:lnTo>
                  <a:pt x="1756087" y="3139489"/>
                </a:lnTo>
                <a:lnTo>
                  <a:pt x="1754623" y="3139489"/>
                </a:lnTo>
                <a:lnTo>
                  <a:pt x="1753160" y="3139489"/>
                </a:lnTo>
                <a:lnTo>
                  <a:pt x="1751696" y="3139489"/>
                </a:lnTo>
                <a:lnTo>
                  <a:pt x="1750233" y="3139489"/>
                </a:lnTo>
                <a:lnTo>
                  <a:pt x="1748769" y="3139489"/>
                </a:lnTo>
                <a:lnTo>
                  <a:pt x="1747306" y="3139489"/>
                </a:lnTo>
                <a:lnTo>
                  <a:pt x="1745843" y="3139489"/>
                </a:lnTo>
                <a:lnTo>
                  <a:pt x="1744379" y="3139489"/>
                </a:lnTo>
                <a:lnTo>
                  <a:pt x="1742916" y="3139489"/>
                </a:lnTo>
                <a:lnTo>
                  <a:pt x="1741452" y="3139489"/>
                </a:lnTo>
                <a:lnTo>
                  <a:pt x="1739989" y="3139489"/>
                </a:lnTo>
                <a:lnTo>
                  <a:pt x="1738526" y="3139489"/>
                </a:lnTo>
                <a:lnTo>
                  <a:pt x="1737062" y="3139489"/>
                </a:lnTo>
                <a:lnTo>
                  <a:pt x="1735599" y="3139489"/>
                </a:lnTo>
                <a:lnTo>
                  <a:pt x="1734135" y="3139489"/>
                </a:lnTo>
                <a:lnTo>
                  <a:pt x="1732672" y="3139489"/>
                </a:lnTo>
                <a:lnTo>
                  <a:pt x="1731209" y="3139489"/>
                </a:lnTo>
                <a:lnTo>
                  <a:pt x="1729745" y="3139489"/>
                </a:lnTo>
                <a:lnTo>
                  <a:pt x="1728282" y="3139489"/>
                </a:lnTo>
                <a:lnTo>
                  <a:pt x="1726818" y="3139489"/>
                </a:lnTo>
                <a:lnTo>
                  <a:pt x="1725355" y="3139489"/>
                </a:lnTo>
                <a:lnTo>
                  <a:pt x="1723892" y="3139489"/>
                </a:lnTo>
                <a:lnTo>
                  <a:pt x="1722428" y="3139489"/>
                </a:lnTo>
                <a:lnTo>
                  <a:pt x="1720965" y="3139489"/>
                </a:lnTo>
                <a:lnTo>
                  <a:pt x="1719501" y="3139489"/>
                </a:lnTo>
                <a:lnTo>
                  <a:pt x="1718038" y="3139489"/>
                </a:lnTo>
                <a:lnTo>
                  <a:pt x="1716575" y="3139489"/>
                </a:lnTo>
                <a:lnTo>
                  <a:pt x="1715111" y="3139489"/>
                </a:lnTo>
                <a:lnTo>
                  <a:pt x="1713648" y="3139489"/>
                </a:lnTo>
                <a:lnTo>
                  <a:pt x="1712184" y="3139489"/>
                </a:lnTo>
                <a:lnTo>
                  <a:pt x="1710721" y="3139489"/>
                </a:lnTo>
                <a:lnTo>
                  <a:pt x="1709258" y="3139489"/>
                </a:lnTo>
                <a:lnTo>
                  <a:pt x="1707794" y="3139489"/>
                </a:lnTo>
                <a:lnTo>
                  <a:pt x="1706331" y="3139489"/>
                </a:lnTo>
                <a:lnTo>
                  <a:pt x="1704867" y="3139489"/>
                </a:lnTo>
                <a:lnTo>
                  <a:pt x="1703404" y="3139489"/>
                </a:lnTo>
                <a:lnTo>
                  <a:pt x="1701941" y="3139489"/>
                </a:lnTo>
                <a:lnTo>
                  <a:pt x="1700477" y="3139489"/>
                </a:lnTo>
                <a:lnTo>
                  <a:pt x="1699014" y="3139489"/>
                </a:lnTo>
                <a:lnTo>
                  <a:pt x="1697550" y="3139489"/>
                </a:lnTo>
                <a:lnTo>
                  <a:pt x="1696087" y="3139489"/>
                </a:lnTo>
                <a:lnTo>
                  <a:pt x="1694623" y="3139489"/>
                </a:lnTo>
                <a:lnTo>
                  <a:pt x="1693160" y="3139489"/>
                </a:lnTo>
                <a:lnTo>
                  <a:pt x="1691697" y="3139489"/>
                </a:lnTo>
                <a:lnTo>
                  <a:pt x="1690233" y="3139489"/>
                </a:lnTo>
                <a:lnTo>
                  <a:pt x="1688770" y="3139489"/>
                </a:lnTo>
                <a:lnTo>
                  <a:pt x="1687306" y="3139489"/>
                </a:lnTo>
                <a:lnTo>
                  <a:pt x="1685843" y="3139489"/>
                </a:lnTo>
                <a:lnTo>
                  <a:pt x="1684380" y="3139489"/>
                </a:lnTo>
                <a:lnTo>
                  <a:pt x="1682916" y="3139489"/>
                </a:lnTo>
                <a:lnTo>
                  <a:pt x="1681453" y="3139489"/>
                </a:lnTo>
                <a:lnTo>
                  <a:pt x="1679989" y="3139489"/>
                </a:lnTo>
                <a:lnTo>
                  <a:pt x="1678526" y="3139489"/>
                </a:lnTo>
                <a:lnTo>
                  <a:pt x="1677063" y="3139489"/>
                </a:lnTo>
                <a:lnTo>
                  <a:pt x="1675599" y="3139489"/>
                </a:lnTo>
                <a:lnTo>
                  <a:pt x="1674136" y="3139489"/>
                </a:lnTo>
                <a:lnTo>
                  <a:pt x="1672672" y="3139489"/>
                </a:lnTo>
                <a:lnTo>
                  <a:pt x="1671209" y="3139489"/>
                </a:lnTo>
                <a:lnTo>
                  <a:pt x="1669746" y="3139489"/>
                </a:lnTo>
                <a:lnTo>
                  <a:pt x="1668282" y="3139489"/>
                </a:lnTo>
                <a:lnTo>
                  <a:pt x="1666819" y="3139489"/>
                </a:lnTo>
                <a:lnTo>
                  <a:pt x="1665355" y="3139489"/>
                </a:lnTo>
                <a:lnTo>
                  <a:pt x="1663892" y="3139489"/>
                </a:lnTo>
                <a:lnTo>
                  <a:pt x="1662429" y="3139489"/>
                </a:lnTo>
                <a:lnTo>
                  <a:pt x="1660965" y="3139489"/>
                </a:lnTo>
                <a:lnTo>
                  <a:pt x="1659502" y="3139489"/>
                </a:lnTo>
                <a:lnTo>
                  <a:pt x="1658038" y="3139489"/>
                </a:lnTo>
                <a:lnTo>
                  <a:pt x="1656575" y="3139489"/>
                </a:lnTo>
                <a:lnTo>
                  <a:pt x="1655112" y="3139489"/>
                </a:lnTo>
                <a:lnTo>
                  <a:pt x="1653648" y="3139489"/>
                </a:lnTo>
                <a:lnTo>
                  <a:pt x="1652185" y="3139489"/>
                </a:lnTo>
                <a:lnTo>
                  <a:pt x="1650721" y="3139489"/>
                </a:lnTo>
                <a:lnTo>
                  <a:pt x="1649258" y="3139489"/>
                </a:lnTo>
                <a:lnTo>
                  <a:pt x="1647794" y="3139489"/>
                </a:lnTo>
                <a:lnTo>
                  <a:pt x="1646331" y="3139489"/>
                </a:lnTo>
                <a:lnTo>
                  <a:pt x="1644868" y="3139489"/>
                </a:lnTo>
                <a:lnTo>
                  <a:pt x="1643404" y="3139489"/>
                </a:lnTo>
                <a:lnTo>
                  <a:pt x="1641941" y="3139489"/>
                </a:lnTo>
                <a:lnTo>
                  <a:pt x="1640477" y="3139489"/>
                </a:lnTo>
                <a:lnTo>
                  <a:pt x="1639014" y="3139489"/>
                </a:lnTo>
                <a:lnTo>
                  <a:pt x="1637551" y="3139489"/>
                </a:lnTo>
                <a:lnTo>
                  <a:pt x="1636087" y="3139489"/>
                </a:lnTo>
                <a:lnTo>
                  <a:pt x="1634624" y="3139489"/>
                </a:lnTo>
                <a:lnTo>
                  <a:pt x="1633160" y="3139489"/>
                </a:lnTo>
                <a:lnTo>
                  <a:pt x="1631697" y="3139489"/>
                </a:lnTo>
                <a:lnTo>
                  <a:pt x="1630234" y="3139489"/>
                </a:lnTo>
                <a:lnTo>
                  <a:pt x="1628770" y="3139489"/>
                </a:lnTo>
                <a:lnTo>
                  <a:pt x="1627307" y="3139489"/>
                </a:lnTo>
                <a:lnTo>
                  <a:pt x="1625843" y="3139489"/>
                </a:lnTo>
                <a:lnTo>
                  <a:pt x="1624380" y="3139489"/>
                </a:lnTo>
                <a:lnTo>
                  <a:pt x="1622917" y="3139489"/>
                </a:lnTo>
                <a:lnTo>
                  <a:pt x="1621453" y="3139489"/>
                </a:lnTo>
                <a:lnTo>
                  <a:pt x="1619990" y="3139489"/>
                </a:lnTo>
                <a:lnTo>
                  <a:pt x="1618526" y="3139489"/>
                </a:lnTo>
                <a:lnTo>
                  <a:pt x="1617063" y="3139489"/>
                </a:lnTo>
                <a:lnTo>
                  <a:pt x="1615600" y="3139489"/>
                </a:lnTo>
                <a:lnTo>
                  <a:pt x="1614136" y="3139489"/>
                </a:lnTo>
                <a:lnTo>
                  <a:pt x="1612673" y="3139489"/>
                </a:lnTo>
                <a:lnTo>
                  <a:pt x="1611209" y="3139489"/>
                </a:lnTo>
                <a:lnTo>
                  <a:pt x="1609746" y="3139489"/>
                </a:lnTo>
                <a:lnTo>
                  <a:pt x="1608283" y="3139489"/>
                </a:lnTo>
                <a:lnTo>
                  <a:pt x="1606819" y="3139489"/>
                </a:lnTo>
                <a:lnTo>
                  <a:pt x="1605356" y="3139489"/>
                </a:lnTo>
                <a:lnTo>
                  <a:pt x="1603892" y="3139489"/>
                </a:lnTo>
                <a:lnTo>
                  <a:pt x="1602429" y="3139489"/>
                </a:lnTo>
                <a:lnTo>
                  <a:pt x="1600966" y="3139489"/>
                </a:lnTo>
                <a:lnTo>
                  <a:pt x="1599502" y="3139489"/>
                </a:lnTo>
                <a:lnTo>
                  <a:pt x="1598039" y="3139489"/>
                </a:lnTo>
                <a:lnTo>
                  <a:pt x="1596575" y="3139489"/>
                </a:lnTo>
                <a:lnTo>
                  <a:pt x="1595112" y="3139489"/>
                </a:lnTo>
                <a:lnTo>
                  <a:pt x="1593648" y="3139489"/>
                </a:lnTo>
                <a:lnTo>
                  <a:pt x="1592185" y="3139489"/>
                </a:lnTo>
                <a:lnTo>
                  <a:pt x="1590722" y="3139489"/>
                </a:lnTo>
                <a:lnTo>
                  <a:pt x="1589258" y="3139489"/>
                </a:lnTo>
                <a:lnTo>
                  <a:pt x="1587795" y="3139489"/>
                </a:lnTo>
                <a:lnTo>
                  <a:pt x="1586331" y="3139489"/>
                </a:lnTo>
                <a:lnTo>
                  <a:pt x="1584868" y="3139489"/>
                </a:lnTo>
                <a:lnTo>
                  <a:pt x="1583405" y="3139489"/>
                </a:lnTo>
                <a:lnTo>
                  <a:pt x="1581941" y="3139489"/>
                </a:lnTo>
                <a:lnTo>
                  <a:pt x="1580478" y="3139489"/>
                </a:lnTo>
                <a:lnTo>
                  <a:pt x="1579014" y="3139489"/>
                </a:lnTo>
                <a:lnTo>
                  <a:pt x="1577551" y="3139489"/>
                </a:lnTo>
                <a:lnTo>
                  <a:pt x="1576088" y="3139489"/>
                </a:lnTo>
                <a:lnTo>
                  <a:pt x="1574624" y="3139489"/>
                </a:lnTo>
                <a:lnTo>
                  <a:pt x="1573161" y="3139489"/>
                </a:lnTo>
                <a:lnTo>
                  <a:pt x="1571697" y="3139489"/>
                </a:lnTo>
                <a:lnTo>
                  <a:pt x="1570234" y="3139489"/>
                </a:lnTo>
                <a:lnTo>
                  <a:pt x="1568771" y="3139489"/>
                </a:lnTo>
                <a:lnTo>
                  <a:pt x="1567307" y="3139489"/>
                </a:lnTo>
                <a:lnTo>
                  <a:pt x="1565844" y="3139489"/>
                </a:lnTo>
                <a:lnTo>
                  <a:pt x="1564380" y="3139489"/>
                </a:lnTo>
                <a:lnTo>
                  <a:pt x="1562917" y="3139489"/>
                </a:lnTo>
                <a:lnTo>
                  <a:pt x="1561454" y="3139489"/>
                </a:lnTo>
                <a:lnTo>
                  <a:pt x="1559990" y="3139489"/>
                </a:lnTo>
                <a:lnTo>
                  <a:pt x="1558527" y="3139489"/>
                </a:lnTo>
                <a:lnTo>
                  <a:pt x="1557063" y="3139489"/>
                </a:lnTo>
                <a:lnTo>
                  <a:pt x="1555600" y="3139489"/>
                </a:lnTo>
                <a:lnTo>
                  <a:pt x="1554137" y="3139489"/>
                </a:lnTo>
                <a:lnTo>
                  <a:pt x="1552673" y="3139489"/>
                </a:lnTo>
                <a:lnTo>
                  <a:pt x="1551210" y="3139489"/>
                </a:lnTo>
                <a:lnTo>
                  <a:pt x="1549746" y="3139489"/>
                </a:lnTo>
                <a:lnTo>
                  <a:pt x="1548283" y="3139489"/>
                </a:lnTo>
                <a:lnTo>
                  <a:pt x="1546819" y="3139489"/>
                </a:lnTo>
                <a:lnTo>
                  <a:pt x="1545356" y="3139489"/>
                </a:lnTo>
                <a:lnTo>
                  <a:pt x="1543893" y="3139489"/>
                </a:lnTo>
                <a:lnTo>
                  <a:pt x="1542429" y="3139489"/>
                </a:lnTo>
                <a:lnTo>
                  <a:pt x="1540966" y="3139489"/>
                </a:lnTo>
                <a:lnTo>
                  <a:pt x="1539502" y="3139489"/>
                </a:lnTo>
                <a:lnTo>
                  <a:pt x="1538039" y="3139489"/>
                </a:lnTo>
                <a:lnTo>
                  <a:pt x="1536576" y="3139489"/>
                </a:lnTo>
                <a:lnTo>
                  <a:pt x="1535112" y="3139489"/>
                </a:lnTo>
                <a:lnTo>
                  <a:pt x="1533649" y="3139489"/>
                </a:lnTo>
                <a:lnTo>
                  <a:pt x="1532185" y="3139489"/>
                </a:lnTo>
                <a:lnTo>
                  <a:pt x="1530722" y="3139489"/>
                </a:lnTo>
                <a:lnTo>
                  <a:pt x="1529259" y="3139489"/>
                </a:lnTo>
                <a:lnTo>
                  <a:pt x="1527795" y="3139489"/>
                </a:lnTo>
                <a:lnTo>
                  <a:pt x="1526332" y="3139489"/>
                </a:lnTo>
                <a:lnTo>
                  <a:pt x="1524868" y="3139489"/>
                </a:lnTo>
                <a:lnTo>
                  <a:pt x="1523405" y="3139489"/>
                </a:lnTo>
                <a:lnTo>
                  <a:pt x="1521942" y="3139489"/>
                </a:lnTo>
                <a:lnTo>
                  <a:pt x="1520478" y="3139489"/>
                </a:lnTo>
                <a:lnTo>
                  <a:pt x="1519015" y="3139489"/>
                </a:lnTo>
                <a:lnTo>
                  <a:pt x="1517551" y="3139489"/>
                </a:lnTo>
                <a:lnTo>
                  <a:pt x="1516088" y="3139489"/>
                </a:lnTo>
                <a:lnTo>
                  <a:pt x="1514625" y="3139489"/>
                </a:lnTo>
                <a:lnTo>
                  <a:pt x="1513161" y="3139489"/>
                </a:lnTo>
                <a:lnTo>
                  <a:pt x="1511698" y="3139489"/>
                </a:lnTo>
                <a:lnTo>
                  <a:pt x="1510234" y="3139489"/>
                </a:lnTo>
                <a:lnTo>
                  <a:pt x="1508771" y="3139489"/>
                </a:lnTo>
                <a:lnTo>
                  <a:pt x="1507308" y="3139489"/>
                </a:lnTo>
                <a:lnTo>
                  <a:pt x="1505844" y="3139489"/>
                </a:lnTo>
                <a:lnTo>
                  <a:pt x="1504381" y="3139489"/>
                </a:lnTo>
                <a:lnTo>
                  <a:pt x="1502917" y="3139489"/>
                </a:lnTo>
                <a:lnTo>
                  <a:pt x="1501454" y="3139489"/>
                </a:lnTo>
                <a:lnTo>
                  <a:pt x="1499990" y="3139489"/>
                </a:lnTo>
                <a:lnTo>
                  <a:pt x="1498527" y="3139489"/>
                </a:lnTo>
                <a:lnTo>
                  <a:pt x="1497064" y="3139489"/>
                </a:lnTo>
                <a:lnTo>
                  <a:pt x="1495600" y="3139489"/>
                </a:lnTo>
                <a:lnTo>
                  <a:pt x="1494137" y="3139489"/>
                </a:lnTo>
                <a:lnTo>
                  <a:pt x="1492673" y="3139489"/>
                </a:lnTo>
                <a:lnTo>
                  <a:pt x="1491210" y="3139489"/>
                </a:lnTo>
                <a:lnTo>
                  <a:pt x="1489747" y="3139489"/>
                </a:lnTo>
                <a:lnTo>
                  <a:pt x="1488283" y="3139489"/>
                </a:lnTo>
                <a:lnTo>
                  <a:pt x="1486820" y="3139489"/>
                </a:lnTo>
                <a:lnTo>
                  <a:pt x="1485356" y="3139489"/>
                </a:lnTo>
                <a:lnTo>
                  <a:pt x="1483893" y="3139489"/>
                </a:lnTo>
                <a:lnTo>
                  <a:pt x="1482430" y="3139489"/>
                </a:lnTo>
                <a:lnTo>
                  <a:pt x="1480966" y="3139489"/>
                </a:lnTo>
                <a:lnTo>
                  <a:pt x="1479503" y="3139489"/>
                </a:lnTo>
                <a:lnTo>
                  <a:pt x="1478039" y="3139489"/>
                </a:lnTo>
                <a:lnTo>
                  <a:pt x="1476576" y="3139489"/>
                </a:lnTo>
                <a:lnTo>
                  <a:pt x="1475113" y="3139489"/>
                </a:lnTo>
                <a:lnTo>
                  <a:pt x="1473649" y="3139489"/>
                </a:lnTo>
                <a:lnTo>
                  <a:pt x="1472186" y="3139489"/>
                </a:lnTo>
                <a:lnTo>
                  <a:pt x="1470722" y="3139489"/>
                </a:lnTo>
                <a:lnTo>
                  <a:pt x="1469259" y="3139489"/>
                </a:lnTo>
                <a:lnTo>
                  <a:pt x="1467796" y="3139489"/>
                </a:lnTo>
                <a:lnTo>
                  <a:pt x="1466332" y="3139489"/>
                </a:lnTo>
                <a:lnTo>
                  <a:pt x="1464869" y="3139489"/>
                </a:lnTo>
                <a:lnTo>
                  <a:pt x="1463405" y="3139489"/>
                </a:lnTo>
                <a:lnTo>
                  <a:pt x="1461942" y="3139489"/>
                </a:lnTo>
                <a:lnTo>
                  <a:pt x="1460479" y="3139489"/>
                </a:lnTo>
                <a:lnTo>
                  <a:pt x="1459015" y="3139489"/>
                </a:lnTo>
                <a:lnTo>
                  <a:pt x="1457552" y="3139489"/>
                </a:lnTo>
                <a:lnTo>
                  <a:pt x="1456088" y="3139489"/>
                </a:lnTo>
                <a:lnTo>
                  <a:pt x="1454625" y="3139489"/>
                </a:lnTo>
                <a:lnTo>
                  <a:pt x="1453162" y="3139489"/>
                </a:lnTo>
                <a:lnTo>
                  <a:pt x="1451698" y="3139489"/>
                </a:lnTo>
                <a:lnTo>
                  <a:pt x="1450235" y="3139489"/>
                </a:lnTo>
                <a:lnTo>
                  <a:pt x="1448771" y="3139489"/>
                </a:lnTo>
                <a:lnTo>
                  <a:pt x="1447308" y="3139489"/>
                </a:lnTo>
                <a:lnTo>
                  <a:pt x="1445844" y="3139489"/>
                </a:lnTo>
                <a:lnTo>
                  <a:pt x="1444381" y="3139489"/>
                </a:lnTo>
                <a:lnTo>
                  <a:pt x="1442918" y="3139489"/>
                </a:lnTo>
                <a:lnTo>
                  <a:pt x="1441454" y="3139489"/>
                </a:lnTo>
                <a:lnTo>
                  <a:pt x="1439991" y="3139489"/>
                </a:lnTo>
                <a:lnTo>
                  <a:pt x="1438527" y="3139489"/>
                </a:lnTo>
                <a:lnTo>
                  <a:pt x="1437064" y="3139489"/>
                </a:lnTo>
                <a:lnTo>
                  <a:pt x="1435601" y="3139489"/>
                </a:lnTo>
                <a:lnTo>
                  <a:pt x="1434137" y="3139489"/>
                </a:lnTo>
                <a:lnTo>
                  <a:pt x="1432674" y="3139489"/>
                </a:lnTo>
                <a:lnTo>
                  <a:pt x="1431210" y="3139489"/>
                </a:lnTo>
                <a:lnTo>
                  <a:pt x="1429747" y="3139489"/>
                </a:lnTo>
                <a:lnTo>
                  <a:pt x="1428284" y="3139489"/>
                </a:lnTo>
                <a:lnTo>
                  <a:pt x="1426820" y="3139489"/>
                </a:lnTo>
                <a:lnTo>
                  <a:pt x="1425357" y="3139489"/>
                </a:lnTo>
                <a:lnTo>
                  <a:pt x="1423893" y="3139489"/>
                </a:lnTo>
                <a:lnTo>
                  <a:pt x="1422430" y="3139489"/>
                </a:lnTo>
                <a:lnTo>
                  <a:pt x="1420967" y="3139489"/>
                </a:lnTo>
                <a:lnTo>
                  <a:pt x="1419503" y="3139489"/>
                </a:lnTo>
                <a:lnTo>
                  <a:pt x="1418040" y="3139489"/>
                </a:lnTo>
                <a:lnTo>
                  <a:pt x="1416576" y="3139489"/>
                </a:lnTo>
                <a:lnTo>
                  <a:pt x="1415113" y="3139489"/>
                </a:lnTo>
                <a:lnTo>
                  <a:pt x="1413650" y="3139489"/>
                </a:lnTo>
                <a:lnTo>
                  <a:pt x="1412186" y="3139489"/>
                </a:lnTo>
                <a:lnTo>
                  <a:pt x="1410723" y="3139489"/>
                </a:lnTo>
                <a:lnTo>
                  <a:pt x="1409259" y="3139489"/>
                </a:lnTo>
                <a:lnTo>
                  <a:pt x="1407796" y="3139489"/>
                </a:lnTo>
                <a:lnTo>
                  <a:pt x="1406333" y="3139489"/>
                </a:lnTo>
                <a:lnTo>
                  <a:pt x="1404869" y="3139489"/>
                </a:lnTo>
                <a:lnTo>
                  <a:pt x="1403406" y="3139489"/>
                </a:lnTo>
                <a:lnTo>
                  <a:pt x="1401942" y="3139489"/>
                </a:lnTo>
                <a:lnTo>
                  <a:pt x="1400479" y="3139489"/>
                </a:lnTo>
                <a:lnTo>
                  <a:pt x="1399015" y="3139489"/>
                </a:lnTo>
                <a:lnTo>
                  <a:pt x="1397552" y="3139489"/>
                </a:lnTo>
                <a:lnTo>
                  <a:pt x="1396089" y="3139489"/>
                </a:lnTo>
                <a:lnTo>
                  <a:pt x="1394625" y="3139489"/>
                </a:lnTo>
                <a:lnTo>
                  <a:pt x="1393162" y="3139489"/>
                </a:lnTo>
                <a:lnTo>
                  <a:pt x="1391698" y="3139489"/>
                </a:lnTo>
                <a:lnTo>
                  <a:pt x="1390235" y="3139489"/>
                </a:lnTo>
                <a:lnTo>
                  <a:pt x="1388772" y="3139489"/>
                </a:lnTo>
                <a:lnTo>
                  <a:pt x="1387308" y="3139489"/>
                </a:lnTo>
                <a:lnTo>
                  <a:pt x="1385845" y="3139489"/>
                </a:lnTo>
                <a:lnTo>
                  <a:pt x="1384381" y="3139489"/>
                </a:lnTo>
                <a:lnTo>
                  <a:pt x="1382918" y="3139489"/>
                </a:lnTo>
                <a:lnTo>
                  <a:pt x="1381455" y="3139489"/>
                </a:lnTo>
                <a:lnTo>
                  <a:pt x="1379991" y="3139489"/>
                </a:lnTo>
                <a:lnTo>
                  <a:pt x="1378528" y="3139489"/>
                </a:lnTo>
                <a:lnTo>
                  <a:pt x="1377064" y="3139489"/>
                </a:lnTo>
                <a:lnTo>
                  <a:pt x="1375601" y="3139489"/>
                </a:lnTo>
                <a:lnTo>
                  <a:pt x="1374138" y="3139489"/>
                </a:lnTo>
                <a:lnTo>
                  <a:pt x="1372674" y="3139489"/>
                </a:lnTo>
                <a:lnTo>
                  <a:pt x="1371211" y="3139489"/>
                </a:lnTo>
                <a:lnTo>
                  <a:pt x="1369747" y="3139489"/>
                </a:lnTo>
                <a:lnTo>
                  <a:pt x="1368284" y="3139489"/>
                </a:lnTo>
                <a:lnTo>
                  <a:pt x="1366821" y="3139489"/>
                </a:lnTo>
                <a:lnTo>
                  <a:pt x="1365357" y="3139489"/>
                </a:lnTo>
                <a:lnTo>
                  <a:pt x="1363894" y="3139489"/>
                </a:lnTo>
                <a:lnTo>
                  <a:pt x="1362430" y="3139489"/>
                </a:lnTo>
                <a:lnTo>
                  <a:pt x="1360967" y="3139489"/>
                </a:lnTo>
                <a:lnTo>
                  <a:pt x="1359504" y="3139489"/>
                </a:lnTo>
                <a:lnTo>
                  <a:pt x="1358040" y="3139489"/>
                </a:lnTo>
                <a:lnTo>
                  <a:pt x="1356577" y="3139489"/>
                </a:lnTo>
                <a:lnTo>
                  <a:pt x="1355113" y="3139489"/>
                </a:lnTo>
                <a:lnTo>
                  <a:pt x="1353650" y="3139489"/>
                </a:lnTo>
                <a:lnTo>
                  <a:pt x="1352187" y="3139489"/>
                </a:lnTo>
                <a:lnTo>
                  <a:pt x="1350723" y="3139489"/>
                </a:lnTo>
                <a:lnTo>
                  <a:pt x="1349260" y="3139489"/>
                </a:lnTo>
                <a:lnTo>
                  <a:pt x="1347796" y="3139489"/>
                </a:lnTo>
                <a:lnTo>
                  <a:pt x="1346333" y="3139489"/>
                </a:lnTo>
                <a:lnTo>
                  <a:pt x="1344869" y="3139489"/>
                </a:lnTo>
                <a:lnTo>
                  <a:pt x="1343406" y="3139489"/>
                </a:lnTo>
                <a:lnTo>
                  <a:pt x="1341943" y="3139489"/>
                </a:lnTo>
                <a:lnTo>
                  <a:pt x="1340479" y="3139489"/>
                </a:lnTo>
                <a:lnTo>
                  <a:pt x="1339016" y="3139489"/>
                </a:lnTo>
                <a:lnTo>
                  <a:pt x="1337552" y="3139489"/>
                </a:lnTo>
                <a:lnTo>
                  <a:pt x="1336089" y="3139489"/>
                </a:lnTo>
                <a:lnTo>
                  <a:pt x="1334626" y="3139489"/>
                </a:lnTo>
                <a:lnTo>
                  <a:pt x="1333162" y="3139489"/>
                </a:lnTo>
                <a:lnTo>
                  <a:pt x="1331699" y="3139489"/>
                </a:lnTo>
                <a:lnTo>
                  <a:pt x="1330235" y="3139489"/>
                </a:lnTo>
                <a:lnTo>
                  <a:pt x="1328772" y="3139489"/>
                </a:lnTo>
                <a:lnTo>
                  <a:pt x="1327309" y="3139489"/>
                </a:lnTo>
                <a:lnTo>
                  <a:pt x="1325845" y="3139489"/>
                </a:lnTo>
                <a:lnTo>
                  <a:pt x="1324382" y="3139489"/>
                </a:lnTo>
                <a:lnTo>
                  <a:pt x="1322918" y="3139489"/>
                </a:lnTo>
                <a:lnTo>
                  <a:pt x="1321455" y="3139489"/>
                </a:lnTo>
                <a:lnTo>
                  <a:pt x="1319992" y="3139489"/>
                </a:lnTo>
                <a:lnTo>
                  <a:pt x="1318528" y="3139489"/>
                </a:lnTo>
                <a:lnTo>
                  <a:pt x="1317065" y="3139489"/>
                </a:lnTo>
                <a:lnTo>
                  <a:pt x="1315601" y="3139489"/>
                </a:lnTo>
                <a:lnTo>
                  <a:pt x="1314138" y="3139489"/>
                </a:lnTo>
                <a:lnTo>
                  <a:pt x="1312675" y="3139489"/>
                </a:lnTo>
                <a:lnTo>
                  <a:pt x="1311211" y="3139489"/>
                </a:lnTo>
                <a:lnTo>
                  <a:pt x="1309748" y="3139489"/>
                </a:lnTo>
                <a:lnTo>
                  <a:pt x="1308284" y="3139489"/>
                </a:lnTo>
                <a:lnTo>
                  <a:pt x="1306821" y="3139489"/>
                </a:lnTo>
                <a:lnTo>
                  <a:pt x="1305358" y="3139489"/>
                </a:lnTo>
                <a:lnTo>
                  <a:pt x="1303894" y="3139489"/>
                </a:lnTo>
                <a:lnTo>
                  <a:pt x="1302431" y="3139489"/>
                </a:lnTo>
                <a:lnTo>
                  <a:pt x="1300967" y="3139489"/>
                </a:lnTo>
                <a:lnTo>
                  <a:pt x="1299504" y="3139489"/>
                </a:lnTo>
                <a:lnTo>
                  <a:pt x="1298040" y="3139489"/>
                </a:lnTo>
                <a:lnTo>
                  <a:pt x="1296577" y="3139489"/>
                </a:lnTo>
                <a:lnTo>
                  <a:pt x="1295114" y="3139489"/>
                </a:lnTo>
                <a:lnTo>
                  <a:pt x="1293650" y="3139489"/>
                </a:lnTo>
                <a:lnTo>
                  <a:pt x="1292187" y="3139489"/>
                </a:lnTo>
                <a:lnTo>
                  <a:pt x="1290723" y="3139489"/>
                </a:lnTo>
                <a:lnTo>
                  <a:pt x="1289260" y="3139489"/>
                </a:lnTo>
                <a:lnTo>
                  <a:pt x="1287797" y="3139489"/>
                </a:lnTo>
                <a:lnTo>
                  <a:pt x="1286333" y="3139489"/>
                </a:lnTo>
                <a:lnTo>
                  <a:pt x="1284870" y="3139489"/>
                </a:lnTo>
                <a:lnTo>
                  <a:pt x="1283406" y="3139489"/>
                </a:lnTo>
                <a:lnTo>
                  <a:pt x="1281943" y="3139489"/>
                </a:lnTo>
                <a:lnTo>
                  <a:pt x="1280480" y="3139489"/>
                </a:lnTo>
                <a:lnTo>
                  <a:pt x="1279016" y="3139489"/>
                </a:lnTo>
                <a:lnTo>
                  <a:pt x="1277553" y="3139489"/>
                </a:lnTo>
                <a:lnTo>
                  <a:pt x="1276089" y="3139489"/>
                </a:lnTo>
                <a:lnTo>
                  <a:pt x="1274626" y="3139489"/>
                </a:lnTo>
                <a:lnTo>
                  <a:pt x="1273163" y="3139489"/>
                </a:lnTo>
                <a:lnTo>
                  <a:pt x="1271699" y="3139489"/>
                </a:lnTo>
                <a:lnTo>
                  <a:pt x="1270236" y="3139489"/>
                </a:lnTo>
                <a:lnTo>
                  <a:pt x="1268772" y="3139489"/>
                </a:lnTo>
                <a:lnTo>
                  <a:pt x="1267309" y="3139489"/>
                </a:lnTo>
                <a:lnTo>
                  <a:pt x="1265846" y="3139489"/>
                </a:lnTo>
                <a:lnTo>
                  <a:pt x="1264382" y="3139489"/>
                </a:lnTo>
                <a:lnTo>
                  <a:pt x="1262919" y="3139489"/>
                </a:lnTo>
                <a:lnTo>
                  <a:pt x="1261455" y="3139489"/>
                </a:lnTo>
                <a:lnTo>
                  <a:pt x="1259992" y="3139489"/>
                </a:lnTo>
                <a:lnTo>
                  <a:pt x="1258529" y="3139489"/>
                </a:lnTo>
                <a:lnTo>
                  <a:pt x="1257065" y="3139489"/>
                </a:lnTo>
                <a:lnTo>
                  <a:pt x="1255602" y="3139489"/>
                </a:lnTo>
                <a:lnTo>
                  <a:pt x="1254138" y="3139489"/>
                </a:lnTo>
                <a:lnTo>
                  <a:pt x="1252675" y="3139489"/>
                </a:lnTo>
                <a:lnTo>
                  <a:pt x="1251212" y="3139489"/>
                </a:lnTo>
                <a:lnTo>
                  <a:pt x="1249748" y="3139489"/>
                </a:lnTo>
                <a:lnTo>
                  <a:pt x="1248285" y="3139489"/>
                </a:lnTo>
                <a:lnTo>
                  <a:pt x="1246821" y="3139489"/>
                </a:lnTo>
                <a:lnTo>
                  <a:pt x="1245358" y="3139489"/>
                </a:lnTo>
                <a:lnTo>
                  <a:pt x="1243894" y="3139489"/>
                </a:lnTo>
                <a:lnTo>
                  <a:pt x="1242431" y="3139489"/>
                </a:lnTo>
                <a:lnTo>
                  <a:pt x="1240968" y="3139489"/>
                </a:lnTo>
                <a:lnTo>
                  <a:pt x="1239504" y="3139489"/>
                </a:lnTo>
                <a:lnTo>
                  <a:pt x="1238041" y="3139489"/>
                </a:lnTo>
                <a:lnTo>
                  <a:pt x="1236577" y="3139489"/>
                </a:lnTo>
                <a:lnTo>
                  <a:pt x="1235114" y="3139489"/>
                </a:lnTo>
                <a:lnTo>
                  <a:pt x="1233651" y="3139489"/>
                </a:lnTo>
                <a:lnTo>
                  <a:pt x="1232187" y="3139489"/>
                </a:lnTo>
                <a:lnTo>
                  <a:pt x="1230724" y="3139489"/>
                </a:lnTo>
                <a:lnTo>
                  <a:pt x="1229260" y="3139489"/>
                </a:lnTo>
                <a:lnTo>
                  <a:pt x="1227797" y="3139489"/>
                </a:lnTo>
                <a:lnTo>
                  <a:pt x="1226334" y="3139489"/>
                </a:lnTo>
                <a:lnTo>
                  <a:pt x="1224870" y="3139489"/>
                </a:lnTo>
                <a:lnTo>
                  <a:pt x="1223407" y="3139489"/>
                </a:lnTo>
                <a:lnTo>
                  <a:pt x="1221943" y="3139489"/>
                </a:lnTo>
                <a:lnTo>
                  <a:pt x="1220480" y="3139489"/>
                </a:lnTo>
                <a:lnTo>
                  <a:pt x="1219017" y="3139489"/>
                </a:lnTo>
                <a:lnTo>
                  <a:pt x="1217553" y="3139489"/>
                </a:lnTo>
                <a:lnTo>
                  <a:pt x="1216090" y="3139489"/>
                </a:lnTo>
                <a:lnTo>
                  <a:pt x="1214626" y="3139489"/>
                </a:lnTo>
                <a:lnTo>
                  <a:pt x="1213163" y="3139489"/>
                </a:lnTo>
                <a:lnTo>
                  <a:pt x="1211700" y="3139489"/>
                </a:lnTo>
                <a:lnTo>
                  <a:pt x="1210236" y="3139489"/>
                </a:lnTo>
                <a:lnTo>
                  <a:pt x="1208773" y="3139489"/>
                </a:lnTo>
                <a:lnTo>
                  <a:pt x="1207309" y="3139489"/>
                </a:lnTo>
                <a:lnTo>
                  <a:pt x="1205846" y="3139489"/>
                </a:lnTo>
                <a:lnTo>
                  <a:pt x="1204383" y="3139489"/>
                </a:lnTo>
                <a:lnTo>
                  <a:pt x="1202919" y="3139489"/>
                </a:lnTo>
                <a:lnTo>
                  <a:pt x="1201456" y="3139489"/>
                </a:lnTo>
                <a:lnTo>
                  <a:pt x="1199992" y="3139489"/>
                </a:lnTo>
                <a:lnTo>
                  <a:pt x="1198529" y="3139489"/>
                </a:lnTo>
                <a:lnTo>
                  <a:pt x="1197065" y="3139489"/>
                </a:lnTo>
                <a:lnTo>
                  <a:pt x="1195602" y="3139489"/>
                </a:lnTo>
                <a:lnTo>
                  <a:pt x="1194139" y="3139489"/>
                </a:lnTo>
                <a:lnTo>
                  <a:pt x="1192675" y="3139489"/>
                </a:lnTo>
                <a:lnTo>
                  <a:pt x="1191212" y="3139489"/>
                </a:lnTo>
                <a:lnTo>
                  <a:pt x="1189748" y="3139489"/>
                </a:lnTo>
                <a:lnTo>
                  <a:pt x="1188285" y="3139489"/>
                </a:lnTo>
                <a:lnTo>
                  <a:pt x="1186822" y="3139489"/>
                </a:lnTo>
                <a:lnTo>
                  <a:pt x="1185358" y="3139489"/>
                </a:lnTo>
                <a:lnTo>
                  <a:pt x="1183895" y="3139489"/>
                </a:lnTo>
                <a:lnTo>
                  <a:pt x="1182431" y="3139489"/>
                </a:lnTo>
                <a:lnTo>
                  <a:pt x="1180968" y="3139489"/>
                </a:lnTo>
                <a:lnTo>
                  <a:pt x="1179505" y="3139489"/>
                </a:lnTo>
                <a:lnTo>
                  <a:pt x="1178041" y="3139489"/>
                </a:lnTo>
                <a:lnTo>
                  <a:pt x="1176578" y="3139489"/>
                </a:lnTo>
                <a:lnTo>
                  <a:pt x="1175114" y="3139489"/>
                </a:lnTo>
                <a:lnTo>
                  <a:pt x="1173651" y="3139489"/>
                </a:lnTo>
                <a:lnTo>
                  <a:pt x="1172188" y="3139489"/>
                </a:lnTo>
                <a:lnTo>
                  <a:pt x="1170724" y="3139489"/>
                </a:lnTo>
                <a:lnTo>
                  <a:pt x="1169261" y="3139489"/>
                </a:lnTo>
                <a:lnTo>
                  <a:pt x="1167797" y="3139489"/>
                </a:lnTo>
                <a:lnTo>
                  <a:pt x="1166334" y="3139489"/>
                </a:lnTo>
                <a:lnTo>
                  <a:pt x="1164871" y="3139489"/>
                </a:lnTo>
                <a:lnTo>
                  <a:pt x="1163407" y="3139489"/>
                </a:lnTo>
                <a:lnTo>
                  <a:pt x="1161944" y="3139489"/>
                </a:lnTo>
                <a:lnTo>
                  <a:pt x="1160480" y="3139489"/>
                </a:lnTo>
                <a:lnTo>
                  <a:pt x="1159017" y="3139489"/>
                </a:lnTo>
                <a:lnTo>
                  <a:pt x="1157554" y="3139489"/>
                </a:lnTo>
                <a:lnTo>
                  <a:pt x="1156090" y="3139489"/>
                </a:lnTo>
                <a:lnTo>
                  <a:pt x="1154627" y="3139489"/>
                </a:lnTo>
                <a:lnTo>
                  <a:pt x="1153163" y="3139489"/>
                </a:lnTo>
                <a:lnTo>
                  <a:pt x="1151700" y="3139489"/>
                </a:lnTo>
                <a:lnTo>
                  <a:pt x="1150236" y="3139489"/>
                </a:lnTo>
                <a:lnTo>
                  <a:pt x="1148773" y="3139489"/>
                </a:lnTo>
                <a:lnTo>
                  <a:pt x="1147310" y="3139489"/>
                </a:lnTo>
                <a:lnTo>
                  <a:pt x="1145846" y="3139489"/>
                </a:lnTo>
                <a:lnTo>
                  <a:pt x="1144383" y="3139489"/>
                </a:lnTo>
                <a:lnTo>
                  <a:pt x="1142919" y="3139489"/>
                </a:lnTo>
                <a:lnTo>
                  <a:pt x="1141456" y="3139489"/>
                </a:lnTo>
                <a:lnTo>
                  <a:pt x="1139993" y="3139489"/>
                </a:lnTo>
                <a:lnTo>
                  <a:pt x="1138529" y="3139489"/>
                </a:lnTo>
                <a:lnTo>
                  <a:pt x="1137066" y="3139489"/>
                </a:lnTo>
                <a:lnTo>
                  <a:pt x="1135602" y="3139489"/>
                </a:lnTo>
                <a:lnTo>
                  <a:pt x="1134139" y="3139489"/>
                </a:lnTo>
                <a:lnTo>
                  <a:pt x="1132676" y="3139489"/>
                </a:lnTo>
                <a:lnTo>
                  <a:pt x="1131212" y="3139489"/>
                </a:lnTo>
                <a:lnTo>
                  <a:pt x="1129749" y="3139489"/>
                </a:lnTo>
                <a:lnTo>
                  <a:pt x="1128285" y="3139489"/>
                </a:lnTo>
                <a:lnTo>
                  <a:pt x="1126822" y="3139489"/>
                </a:lnTo>
                <a:lnTo>
                  <a:pt x="1125359" y="3139489"/>
                </a:lnTo>
                <a:lnTo>
                  <a:pt x="1123895" y="3139489"/>
                </a:lnTo>
                <a:lnTo>
                  <a:pt x="1122432" y="3139489"/>
                </a:lnTo>
                <a:lnTo>
                  <a:pt x="1120968" y="3139489"/>
                </a:lnTo>
                <a:lnTo>
                  <a:pt x="1119505" y="3139489"/>
                </a:lnTo>
                <a:lnTo>
                  <a:pt x="1118042" y="3139489"/>
                </a:lnTo>
                <a:lnTo>
                  <a:pt x="1116578" y="3139489"/>
                </a:lnTo>
                <a:lnTo>
                  <a:pt x="1115115" y="3139489"/>
                </a:lnTo>
                <a:lnTo>
                  <a:pt x="1113651" y="3139489"/>
                </a:lnTo>
                <a:lnTo>
                  <a:pt x="1112188" y="3139489"/>
                </a:lnTo>
                <a:lnTo>
                  <a:pt x="1110725" y="3139489"/>
                </a:lnTo>
                <a:lnTo>
                  <a:pt x="1109261" y="3139489"/>
                </a:lnTo>
                <a:lnTo>
                  <a:pt x="1107798" y="3139489"/>
                </a:lnTo>
                <a:lnTo>
                  <a:pt x="1106334" y="3139489"/>
                </a:lnTo>
                <a:lnTo>
                  <a:pt x="1104871" y="3139489"/>
                </a:lnTo>
                <a:lnTo>
                  <a:pt x="1103408" y="3139489"/>
                </a:lnTo>
                <a:lnTo>
                  <a:pt x="1101944" y="3139489"/>
                </a:lnTo>
                <a:lnTo>
                  <a:pt x="1100481" y="3139489"/>
                </a:lnTo>
                <a:lnTo>
                  <a:pt x="1099017" y="3139489"/>
                </a:lnTo>
                <a:lnTo>
                  <a:pt x="1097554" y="3139489"/>
                </a:lnTo>
                <a:lnTo>
                  <a:pt x="1096090" y="3139489"/>
                </a:lnTo>
                <a:lnTo>
                  <a:pt x="1094627" y="3139489"/>
                </a:lnTo>
                <a:lnTo>
                  <a:pt x="1093164" y="3139489"/>
                </a:lnTo>
                <a:lnTo>
                  <a:pt x="1091700" y="3139489"/>
                </a:lnTo>
                <a:lnTo>
                  <a:pt x="1090237" y="3139489"/>
                </a:lnTo>
                <a:lnTo>
                  <a:pt x="1088773" y="3139489"/>
                </a:lnTo>
                <a:lnTo>
                  <a:pt x="1087310" y="3139489"/>
                </a:lnTo>
                <a:lnTo>
                  <a:pt x="1085847" y="3139489"/>
                </a:lnTo>
                <a:lnTo>
                  <a:pt x="1084383" y="3139489"/>
                </a:lnTo>
                <a:lnTo>
                  <a:pt x="1082920" y="3139489"/>
                </a:lnTo>
                <a:lnTo>
                  <a:pt x="1081456" y="3139489"/>
                </a:lnTo>
                <a:lnTo>
                  <a:pt x="1079993" y="3139489"/>
                </a:lnTo>
                <a:lnTo>
                  <a:pt x="1078530" y="3139489"/>
                </a:lnTo>
                <a:lnTo>
                  <a:pt x="1077066" y="3139489"/>
                </a:lnTo>
                <a:lnTo>
                  <a:pt x="1075603" y="3139489"/>
                </a:lnTo>
                <a:lnTo>
                  <a:pt x="1074139" y="3139489"/>
                </a:lnTo>
                <a:lnTo>
                  <a:pt x="1072676" y="3139489"/>
                </a:lnTo>
                <a:lnTo>
                  <a:pt x="1071213" y="3139489"/>
                </a:lnTo>
                <a:lnTo>
                  <a:pt x="1069749" y="3139489"/>
                </a:lnTo>
                <a:lnTo>
                  <a:pt x="1068286" y="3139489"/>
                </a:lnTo>
                <a:lnTo>
                  <a:pt x="1066822" y="3139489"/>
                </a:lnTo>
                <a:lnTo>
                  <a:pt x="1065359" y="3139489"/>
                </a:lnTo>
                <a:lnTo>
                  <a:pt x="1063896" y="3139489"/>
                </a:lnTo>
                <a:lnTo>
                  <a:pt x="1062432" y="3139489"/>
                </a:lnTo>
                <a:lnTo>
                  <a:pt x="1060969" y="3139489"/>
                </a:lnTo>
                <a:lnTo>
                  <a:pt x="1059505" y="3139489"/>
                </a:lnTo>
                <a:lnTo>
                  <a:pt x="1058042" y="3139489"/>
                </a:lnTo>
                <a:lnTo>
                  <a:pt x="1056579" y="3139489"/>
                </a:lnTo>
                <a:lnTo>
                  <a:pt x="1055115" y="3139489"/>
                </a:lnTo>
                <a:lnTo>
                  <a:pt x="1053652" y="3139489"/>
                </a:lnTo>
                <a:lnTo>
                  <a:pt x="1052188" y="3139489"/>
                </a:lnTo>
                <a:lnTo>
                  <a:pt x="1050725" y="3139489"/>
                </a:lnTo>
                <a:lnTo>
                  <a:pt x="1049261" y="3139489"/>
                </a:lnTo>
                <a:lnTo>
                  <a:pt x="1047798" y="3139489"/>
                </a:lnTo>
                <a:lnTo>
                  <a:pt x="1046335" y="3139489"/>
                </a:lnTo>
                <a:lnTo>
                  <a:pt x="1044871" y="3139489"/>
                </a:lnTo>
                <a:lnTo>
                  <a:pt x="1043408" y="3139489"/>
                </a:lnTo>
                <a:lnTo>
                  <a:pt x="1041944" y="3139489"/>
                </a:lnTo>
                <a:lnTo>
                  <a:pt x="1040481" y="3139489"/>
                </a:lnTo>
                <a:lnTo>
                  <a:pt x="1039018" y="3139489"/>
                </a:lnTo>
                <a:lnTo>
                  <a:pt x="1037554" y="3139489"/>
                </a:lnTo>
                <a:lnTo>
                  <a:pt x="1036091" y="3139489"/>
                </a:lnTo>
                <a:lnTo>
                  <a:pt x="1034627" y="3139489"/>
                </a:lnTo>
                <a:lnTo>
                  <a:pt x="1033164" y="3139489"/>
                </a:lnTo>
                <a:lnTo>
                  <a:pt x="1031701" y="3139489"/>
                </a:lnTo>
                <a:lnTo>
                  <a:pt x="1030237" y="3139489"/>
                </a:lnTo>
                <a:lnTo>
                  <a:pt x="1028774" y="3139489"/>
                </a:lnTo>
                <a:lnTo>
                  <a:pt x="1027310" y="3139489"/>
                </a:lnTo>
                <a:lnTo>
                  <a:pt x="1025847" y="3139489"/>
                </a:lnTo>
                <a:lnTo>
                  <a:pt x="1024384" y="3139489"/>
                </a:lnTo>
                <a:lnTo>
                  <a:pt x="1022920" y="3139489"/>
                </a:lnTo>
                <a:lnTo>
                  <a:pt x="1021457" y="3139489"/>
                </a:lnTo>
                <a:lnTo>
                  <a:pt x="1019993" y="3139489"/>
                </a:lnTo>
                <a:lnTo>
                  <a:pt x="1018530" y="3139489"/>
                </a:lnTo>
                <a:lnTo>
                  <a:pt x="1017067" y="3139489"/>
                </a:lnTo>
                <a:lnTo>
                  <a:pt x="1015603" y="3139489"/>
                </a:lnTo>
                <a:lnTo>
                  <a:pt x="1014140" y="3139489"/>
                </a:lnTo>
                <a:lnTo>
                  <a:pt x="1012676" y="3139489"/>
                </a:lnTo>
                <a:lnTo>
                  <a:pt x="1011213" y="3139489"/>
                </a:lnTo>
                <a:lnTo>
                  <a:pt x="1009750" y="3139489"/>
                </a:lnTo>
                <a:lnTo>
                  <a:pt x="1008286" y="3139489"/>
                </a:lnTo>
                <a:lnTo>
                  <a:pt x="1006823" y="3139489"/>
                </a:lnTo>
                <a:lnTo>
                  <a:pt x="1005359" y="3139489"/>
                </a:lnTo>
                <a:lnTo>
                  <a:pt x="1003896" y="3139489"/>
                </a:lnTo>
                <a:lnTo>
                  <a:pt x="1002433" y="3139489"/>
                </a:lnTo>
                <a:lnTo>
                  <a:pt x="1000969" y="3139489"/>
                </a:lnTo>
                <a:lnTo>
                  <a:pt x="999506" y="3139489"/>
                </a:lnTo>
                <a:lnTo>
                  <a:pt x="998042" y="3139489"/>
                </a:lnTo>
                <a:lnTo>
                  <a:pt x="996579" y="3139489"/>
                </a:lnTo>
                <a:lnTo>
                  <a:pt x="995115" y="3139489"/>
                </a:lnTo>
                <a:lnTo>
                  <a:pt x="993652" y="3139489"/>
                </a:lnTo>
                <a:lnTo>
                  <a:pt x="992189" y="3139489"/>
                </a:lnTo>
                <a:lnTo>
                  <a:pt x="990725" y="3139489"/>
                </a:lnTo>
                <a:lnTo>
                  <a:pt x="989262" y="3139489"/>
                </a:lnTo>
                <a:lnTo>
                  <a:pt x="987798" y="3139489"/>
                </a:lnTo>
                <a:lnTo>
                  <a:pt x="986335" y="3139489"/>
                </a:lnTo>
                <a:lnTo>
                  <a:pt x="984872" y="3139489"/>
                </a:lnTo>
                <a:lnTo>
                  <a:pt x="983408" y="3139489"/>
                </a:lnTo>
                <a:lnTo>
                  <a:pt x="981945" y="3139489"/>
                </a:lnTo>
                <a:lnTo>
                  <a:pt x="980481" y="3139489"/>
                </a:lnTo>
                <a:lnTo>
                  <a:pt x="979018" y="3139489"/>
                </a:lnTo>
                <a:lnTo>
                  <a:pt x="977555" y="3139489"/>
                </a:lnTo>
                <a:lnTo>
                  <a:pt x="976091" y="3139489"/>
                </a:lnTo>
                <a:lnTo>
                  <a:pt x="974628" y="3139489"/>
                </a:lnTo>
                <a:lnTo>
                  <a:pt x="973164" y="3139489"/>
                </a:lnTo>
                <a:lnTo>
                  <a:pt x="971701" y="3139489"/>
                </a:lnTo>
                <a:lnTo>
                  <a:pt x="970238" y="3139489"/>
                </a:lnTo>
                <a:lnTo>
                  <a:pt x="968774" y="3139489"/>
                </a:lnTo>
                <a:lnTo>
                  <a:pt x="967311" y="3139489"/>
                </a:lnTo>
                <a:lnTo>
                  <a:pt x="965847" y="3139489"/>
                </a:lnTo>
                <a:lnTo>
                  <a:pt x="964384" y="3139489"/>
                </a:lnTo>
                <a:lnTo>
                  <a:pt x="962921" y="3139489"/>
                </a:lnTo>
                <a:lnTo>
                  <a:pt x="961457" y="3139489"/>
                </a:lnTo>
                <a:lnTo>
                  <a:pt x="959994" y="3139489"/>
                </a:lnTo>
                <a:lnTo>
                  <a:pt x="958530" y="3139489"/>
                </a:lnTo>
                <a:lnTo>
                  <a:pt x="957067" y="3139489"/>
                </a:lnTo>
                <a:lnTo>
                  <a:pt x="955604" y="3139489"/>
                </a:lnTo>
                <a:lnTo>
                  <a:pt x="954140" y="3139489"/>
                </a:lnTo>
                <a:lnTo>
                  <a:pt x="952677" y="3139489"/>
                </a:lnTo>
                <a:lnTo>
                  <a:pt x="951213" y="3139489"/>
                </a:lnTo>
                <a:lnTo>
                  <a:pt x="949750" y="3139489"/>
                </a:lnTo>
                <a:lnTo>
                  <a:pt x="948286" y="3139489"/>
                </a:lnTo>
                <a:lnTo>
                  <a:pt x="946823" y="3139489"/>
                </a:lnTo>
                <a:lnTo>
                  <a:pt x="945360" y="3139489"/>
                </a:lnTo>
                <a:lnTo>
                  <a:pt x="943896" y="3139489"/>
                </a:lnTo>
                <a:lnTo>
                  <a:pt x="942433" y="3139489"/>
                </a:lnTo>
                <a:lnTo>
                  <a:pt x="940969" y="3139489"/>
                </a:lnTo>
                <a:lnTo>
                  <a:pt x="939506" y="3139489"/>
                </a:lnTo>
                <a:lnTo>
                  <a:pt x="938043" y="3139489"/>
                </a:lnTo>
                <a:lnTo>
                  <a:pt x="936579" y="3139489"/>
                </a:lnTo>
                <a:lnTo>
                  <a:pt x="935116" y="3139489"/>
                </a:lnTo>
                <a:lnTo>
                  <a:pt x="933652" y="3139489"/>
                </a:lnTo>
                <a:lnTo>
                  <a:pt x="932189" y="3139489"/>
                </a:lnTo>
                <a:lnTo>
                  <a:pt x="930726" y="3139489"/>
                </a:lnTo>
                <a:lnTo>
                  <a:pt x="929262" y="3139489"/>
                </a:lnTo>
                <a:lnTo>
                  <a:pt x="927799" y="3139489"/>
                </a:lnTo>
                <a:lnTo>
                  <a:pt x="926335" y="3139489"/>
                </a:lnTo>
                <a:lnTo>
                  <a:pt x="924872" y="3139489"/>
                </a:lnTo>
                <a:lnTo>
                  <a:pt x="923409" y="3139489"/>
                </a:lnTo>
                <a:lnTo>
                  <a:pt x="921945" y="3139489"/>
                </a:lnTo>
                <a:lnTo>
                  <a:pt x="920482" y="3139489"/>
                </a:lnTo>
                <a:lnTo>
                  <a:pt x="919018" y="3139489"/>
                </a:lnTo>
                <a:lnTo>
                  <a:pt x="917555" y="3139489"/>
                </a:lnTo>
                <a:lnTo>
                  <a:pt x="916092" y="3139489"/>
                </a:lnTo>
                <a:lnTo>
                  <a:pt x="914628" y="3139489"/>
                </a:lnTo>
                <a:lnTo>
                  <a:pt x="913165" y="3139489"/>
                </a:lnTo>
                <a:lnTo>
                  <a:pt x="911701" y="3139489"/>
                </a:lnTo>
                <a:lnTo>
                  <a:pt x="910238" y="3139489"/>
                </a:lnTo>
                <a:lnTo>
                  <a:pt x="908775" y="3139489"/>
                </a:lnTo>
                <a:lnTo>
                  <a:pt x="907311" y="3139489"/>
                </a:lnTo>
                <a:lnTo>
                  <a:pt x="905848" y="3139489"/>
                </a:lnTo>
                <a:lnTo>
                  <a:pt x="904384" y="3139489"/>
                </a:lnTo>
                <a:lnTo>
                  <a:pt x="902921" y="3139489"/>
                </a:lnTo>
                <a:lnTo>
                  <a:pt x="901458" y="3139489"/>
                </a:lnTo>
                <a:lnTo>
                  <a:pt x="899994" y="3139489"/>
                </a:lnTo>
                <a:lnTo>
                  <a:pt x="898531" y="3139489"/>
                </a:lnTo>
                <a:lnTo>
                  <a:pt x="897067" y="3139489"/>
                </a:lnTo>
                <a:lnTo>
                  <a:pt x="895604" y="3139489"/>
                </a:lnTo>
                <a:lnTo>
                  <a:pt x="894140" y="3139489"/>
                </a:lnTo>
                <a:lnTo>
                  <a:pt x="892677" y="3139489"/>
                </a:lnTo>
                <a:lnTo>
                  <a:pt x="891214" y="3139489"/>
                </a:lnTo>
                <a:lnTo>
                  <a:pt x="889750" y="3139489"/>
                </a:lnTo>
                <a:lnTo>
                  <a:pt x="888287" y="3139489"/>
                </a:lnTo>
                <a:lnTo>
                  <a:pt x="886823" y="3139489"/>
                </a:lnTo>
                <a:lnTo>
                  <a:pt x="885360" y="3139489"/>
                </a:lnTo>
                <a:lnTo>
                  <a:pt x="883897" y="3139489"/>
                </a:lnTo>
                <a:lnTo>
                  <a:pt x="882433" y="3139489"/>
                </a:lnTo>
                <a:lnTo>
                  <a:pt x="880970" y="3139489"/>
                </a:lnTo>
                <a:lnTo>
                  <a:pt x="879506" y="3139489"/>
                </a:lnTo>
                <a:lnTo>
                  <a:pt x="878043" y="3139489"/>
                </a:lnTo>
                <a:lnTo>
                  <a:pt x="876580" y="3139489"/>
                </a:lnTo>
                <a:lnTo>
                  <a:pt x="875116" y="3139489"/>
                </a:lnTo>
                <a:lnTo>
                  <a:pt x="873653" y="3139489"/>
                </a:lnTo>
                <a:lnTo>
                  <a:pt x="872189" y="3139489"/>
                </a:lnTo>
                <a:lnTo>
                  <a:pt x="870726" y="3139489"/>
                </a:lnTo>
                <a:lnTo>
                  <a:pt x="869263" y="3139489"/>
                </a:lnTo>
                <a:lnTo>
                  <a:pt x="867799" y="3139489"/>
                </a:lnTo>
                <a:lnTo>
                  <a:pt x="866336" y="3139489"/>
                </a:lnTo>
                <a:lnTo>
                  <a:pt x="864872" y="3139489"/>
                </a:lnTo>
                <a:lnTo>
                  <a:pt x="863409" y="3139489"/>
                </a:lnTo>
                <a:lnTo>
                  <a:pt x="861946" y="3139489"/>
                </a:lnTo>
                <a:lnTo>
                  <a:pt x="860482" y="3139489"/>
                </a:lnTo>
                <a:lnTo>
                  <a:pt x="859019" y="3139489"/>
                </a:lnTo>
                <a:lnTo>
                  <a:pt x="857555" y="3139489"/>
                </a:lnTo>
                <a:lnTo>
                  <a:pt x="856092" y="3139489"/>
                </a:lnTo>
                <a:lnTo>
                  <a:pt x="854629" y="3139489"/>
                </a:lnTo>
                <a:lnTo>
                  <a:pt x="853165" y="3139489"/>
                </a:lnTo>
                <a:lnTo>
                  <a:pt x="851702" y="3139489"/>
                </a:lnTo>
                <a:lnTo>
                  <a:pt x="850238" y="3139489"/>
                </a:lnTo>
                <a:lnTo>
                  <a:pt x="848775" y="3139489"/>
                </a:lnTo>
                <a:lnTo>
                  <a:pt x="847311" y="3139489"/>
                </a:lnTo>
                <a:lnTo>
                  <a:pt x="845848" y="3139489"/>
                </a:lnTo>
                <a:lnTo>
                  <a:pt x="844385" y="3139489"/>
                </a:lnTo>
                <a:lnTo>
                  <a:pt x="842921" y="3139489"/>
                </a:lnTo>
                <a:lnTo>
                  <a:pt x="841458" y="3139489"/>
                </a:lnTo>
                <a:lnTo>
                  <a:pt x="839994" y="3139489"/>
                </a:lnTo>
                <a:lnTo>
                  <a:pt x="838531" y="3139489"/>
                </a:lnTo>
                <a:lnTo>
                  <a:pt x="837068" y="3139489"/>
                </a:lnTo>
                <a:lnTo>
                  <a:pt x="835604" y="3139489"/>
                </a:lnTo>
                <a:lnTo>
                  <a:pt x="834141" y="3139489"/>
                </a:lnTo>
                <a:lnTo>
                  <a:pt x="832677" y="3139489"/>
                </a:lnTo>
                <a:lnTo>
                  <a:pt x="831214" y="3139489"/>
                </a:lnTo>
                <a:lnTo>
                  <a:pt x="829751" y="3139489"/>
                </a:lnTo>
                <a:lnTo>
                  <a:pt x="828287" y="3139489"/>
                </a:lnTo>
                <a:lnTo>
                  <a:pt x="826824" y="3139489"/>
                </a:lnTo>
                <a:lnTo>
                  <a:pt x="825360" y="3139489"/>
                </a:lnTo>
                <a:lnTo>
                  <a:pt x="823897" y="3139489"/>
                </a:lnTo>
                <a:lnTo>
                  <a:pt x="822434" y="3139489"/>
                </a:lnTo>
                <a:lnTo>
                  <a:pt x="820970" y="3139489"/>
                </a:lnTo>
                <a:lnTo>
                  <a:pt x="819507" y="3139489"/>
                </a:lnTo>
                <a:lnTo>
                  <a:pt x="818043" y="3139489"/>
                </a:lnTo>
                <a:lnTo>
                  <a:pt x="816580" y="3139489"/>
                </a:lnTo>
                <a:lnTo>
                  <a:pt x="815117" y="3139489"/>
                </a:lnTo>
                <a:lnTo>
                  <a:pt x="813653" y="3139489"/>
                </a:lnTo>
                <a:lnTo>
                  <a:pt x="812190" y="3139489"/>
                </a:lnTo>
                <a:lnTo>
                  <a:pt x="810726" y="3139489"/>
                </a:lnTo>
                <a:lnTo>
                  <a:pt x="809263" y="3139489"/>
                </a:lnTo>
                <a:lnTo>
                  <a:pt x="807800" y="3139489"/>
                </a:lnTo>
                <a:lnTo>
                  <a:pt x="806336" y="3139489"/>
                </a:lnTo>
                <a:lnTo>
                  <a:pt x="804873" y="3139489"/>
                </a:lnTo>
                <a:lnTo>
                  <a:pt x="803409" y="3139489"/>
                </a:lnTo>
                <a:lnTo>
                  <a:pt x="801946" y="3139489"/>
                </a:lnTo>
                <a:lnTo>
                  <a:pt x="800483" y="3139489"/>
                </a:lnTo>
                <a:lnTo>
                  <a:pt x="799019" y="3139489"/>
                </a:lnTo>
                <a:lnTo>
                  <a:pt x="797556" y="3139489"/>
                </a:lnTo>
                <a:lnTo>
                  <a:pt x="796092" y="3139489"/>
                </a:lnTo>
                <a:lnTo>
                  <a:pt x="794629" y="3139489"/>
                </a:lnTo>
                <a:lnTo>
                  <a:pt x="793165" y="3139489"/>
                </a:lnTo>
                <a:lnTo>
                  <a:pt x="791702" y="3139489"/>
                </a:lnTo>
                <a:lnTo>
                  <a:pt x="790239" y="3139489"/>
                </a:lnTo>
                <a:lnTo>
                  <a:pt x="788775" y="3139489"/>
                </a:lnTo>
                <a:lnTo>
                  <a:pt x="787312" y="3139489"/>
                </a:lnTo>
                <a:lnTo>
                  <a:pt x="785848" y="3139489"/>
                </a:lnTo>
                <a:lnTo>
                  <a:pt x="784385" y="3139489"/>
                </a:lnTo>
                <a:lnTo>
                  <a:pt x="782922" y="3139489"/>
                </a:lnTo>
                <a:lnTo>
                  <a:pt x="781458" y="3139489"/>
                </a:lnTo>
                <a:lnTo>
                  <a:pt x="779995" y="3139489"/>
                </a:lnTo>
                <a:lnTo>
                  <a:pt x="778531" y="3139489"/>
                </a:lnTo>
                <a:lnTo>
                  <a:pt x="777068" y="3139489"/>
                </a:lnTo>
                <a:lnTo>
                  <a:pt x="775605" y="3139489"/>
                </a:lnTo>
                <a:lnTo>
                  <a:pt x="774141" y="3139489"/>
                </a:lnTo>
                <a:lnTo>
                  <a:pt x="772678" y="3139489"/>
                </a:lnTo>
                <a:lnTo>
                  <a:pt x="771214" y="3139489"/>
                </a:lnTo>
                <a:lnTo>
                  <a:pt x="769751" y="3139489"/>
                </a:lnTo>
                <a:lnTo>
                  <a:pt x="768288" y="3139489"/>
                </a:lnTo>
                <a:lnTo>
                  <a:pt x="766824" y="3139489"/>
                </a:lnTo>
                <a:lnTo>
                  <a:pt x="765361" y="3139489"/>
                </a:lnTo>
                <a:lnTo>
                  <a:pt x="763897" y="3139489"/>
                </a:lnTo>
                <a:lnTo>
                  <a:pt x="762434" y="3139489"/>
                </a:lnTo>
                <a:lnTo>
                  <a:pt x="760971" y="3139489"/>
                </a:lnTo>
                <a:lnTo>
                  <a:pt x="759507" y="3139489"/>
                </a:lnTo>
                <a:lnTo>
                  <a:pt x="758044" y="3139489"/>
                </a:lnTo>
                <a:lnTo>
                  <a:pt x="756580" y="3139489"/>
                </a:lnTo>
                <a:lnTo>
                  <a:pt x="755117" y="3139489"/>
                </a:lnTo>
                <a:lnTo>
                  <a:pt x="753654" y="3139489"/>
                </a:lnTo>
                <a:lnTo>
                  <a:pt x="752190" y="3139489"/>
                </a:lnTo>
                <a:lnTo>
                  <a:pt x="750727" y="3139489"/>
                </a:lnTo>
                <a:lnTo>
                  <a:pt x="749263" y="3139489"/>
                </a:lnTo>
                <a:lnTo>
                  <a:pt x="747800" y="3139489"/>
                </a:lnTo>
                <a:lnTo>
                  <a:pt x="746336" y="3139489"/>
                </a:lnTo>
                <a:lnTo>
                  <a:pt x="744873" y="3139489"/>
                </a:lnTo>
                <a:lnTo>
                  <a:pt x="743410" y="3139489"/>
                </a:lnTo>
                <a:lnTo>
                  <a:pt x="741946" y="3139489"/>
                </a:lnTo>
                <a:lnTo>
                  <a:pt x="740483" y="3139489"/>
                </a:lnTo>
                <a:lnTo>
                  <a:pt x="739019" y="3139489"/>
                </a:lnTo>
                <a:lnTo>
                  <a:pt x="737556" y="3139489"/>
                </a:lnTo>
                <a:lnTo>
                  <a:pt x="736093" y="3139489"/>
                </a:lnTo>
                <a:lnTo>
                  <a:pt x="734629" y="3139489"/>
                </a:lnTo>
                <a:lnTo>
                  <a:pt x="733166" y="3139489"/>
                </a:lnTo>
                <a:lnTo>
                  <a:pt x="731702" y="3139489"/>
                </a:lnTo>
                <a:lnTo>
                  <a:pt x="730239" y="3139489"/>
                </a:lnTo>
                <a:lnTo>
                  <a:pt x="728776" y="3139489"/>
                </a:lnTo>
                <a:lnTo>
                  <a:pt x="727312" y="3139489"/>
                </a:lnTo>
                <a:lnTo>
                  <a:pt x="725849" y="3139489"/>
                </a:lnTo>
                <a:lnTo>
                  <a:pt x="724385" y="3139489"/>
                </a:lnTo>
                <a:lnTo>
                  <a:pt x="722922" y="3139489"/>
                </a:lnTo>
                <a:lnTo>
                  <a:pt x="721459" y="3139489"/>
                </a:lnTo>
                <a:lnTo>
                  <a:pt x="719995" y="3139489"/>
                </a:lnTo>
                <a:lnTo>
                  <a:pt x="718532" y="3139489"/>
                </a:lnTo>
                <a:lnTo>
                  <a:pt x="717068" y="3139489"/>
                </a:lnTo>
                <a:lnTo>
                  <a:pt x="715605" y="3139489"/>
                </a:lnTo>
                <a:lnTo>
                  <a:pt x="714142" y="3139489"/>
                </a:lnTo>
                <a:lnTo>
                  <a:pt x="712678" y="3139489"/>
                </a:lnTo>
                <a:lnTo>
                  <a:pt x="711215" y="3139489"/>
                </a:lnTo>
                <a:lnTo>
                  <a:pt x="709751" y="3139489"/>
                </a:lnTo>
                <a:lnTo>
                  <a:pt x="708288" y="3139489"/>
                </a:lnTo>
                <a:lnTo>
                  <a:pt x="706825" y="3139489"/>
                </a:lnTo>
                <a:lnTo>
                  <a:pt x="705361" y="3139489"/>
                </a:lnTo>
                <a:lnTo>
                  <a:pt x="703898" y="3139489"/>
                </a:lnTo>
                <a:lnTo>
                  <a:pt x="702434" y="3139489"/>
                </a:lnTo>
                <a:lnTo>
                  <a:pt x="700971" y="3139489"/>
                </a:lnTo>
                <a:lnTo>
                  <a:pt x="699507" y="3139489"/>
                </a:lnTo>
                <a:lnTo>
                  <a:pt x="698044" y="3139489"/>
                </a:lnTo>
                <a:lnTo>
                  <a:pt x="696581" y="3139489"/>
                </a:lnTo>
                <a:lnTo>
                  <a:pt x="695117" y="3139489"/>
                </a:lnTo>
                <a:lnTo>
                  <a:pt x="693654" y="3139489"/>
                </a:lnTo>
                <a:lnTo>
                  <a:pt x="692190" y="3139489"/>
                </a:lnTo>
                <a:lnTo>
                  <a:pt x="690727" y="3139489"/>
                </a:lnTo>
                <a:lnTo>
                  <a:pt x="689264" y="3139489"/>
                </a:lnTo>
                <a:lnTo>
                  <a:pt x="687800" y="3139489"/>
                </a:lnTo>
                <a:lnTo>
                  <a:pt x="686337" y="3139489"/>
                </a:lnTo>
                <a:lnTo>
                  <a:pt x="684873" y="3139489"/>
                </a:lnTo>
                <a:lnTo>
                  <a:pt x="683410" y="3139489"/>
                </a:lnTo>
                <a:lnTo>
                  <a:pt x="681947" y="3139489"/>
                </a:lnTo>
                <a:lnTo>
                  <a:pt x="680483" y="3139489"/>
                </a:lnTo>
                <a:lnTo>
                  <a:pt x="679020" y="3139489"/>
                </a:lnTo>
                <a:lnTo>
                  <a:pt x="677556" y="3139489"/>
                </a:lnTo>
                <a:lnTo>
                  <a:pt x="676093" y="3139489"/>
                </a:lnTo>
                <a:lnTo>
                  <a:pt x="674630" y="3139489"/>
                </a:lnTo>
                <a:lnTo>
                  <a:pt x="673166" y="3139489"/>
                </a:lnTo>
                <a:lnTo>
                  <a:pt x="671703" y="3139489"/>
                </a:lnTo>
                <a:lnTo>
                  <a:pt x="670239" y="3139489"/>
                </a:lnTo>
                <a:lnTo>
                  <a:pt x="668776" y="3139489"/>
                </a:lnTo>
                <a:lnTo>
                  <a:pt x="667313" y="3139489"/>
                </a:lnTo>
                <a:lnTo>
                  <a:pt x="665849" y="3139489"/>
                </a:lnTo>
                <a:lnTo>
                  <a:pt x="664386" y="3139489"/>
                </a:lnTo>
                <a:lnTo>
                  <a:pt x="662922" y="3139489"/>
                </a:lnTo>
                <a:lnTo>
                  <a:pt x="661459" y="3139489"/>
                </a:lnTo>
                <a:lnTo>
                  <a:pt x="659996" y="3139489"/>
                </a:lnTo>
                <a:lnTo>
                  <a:pt x="658532" y="3139489"/>
                </a:lnTo>
                <a:lnTo>
                  <a:pt x="657069" y="3139489"/>
                </a:lnTo>
                <a:lnTo>
                  <a:pt x="655605" y="3139489"/>
                </a:lnTo>
                <a:lnTo>
                  <a:pt x="654142" y="3139489"/>
                </a:lnTo>
                <a:lnTo>
                  <a:pt x="652679" y="3139489"/>
                </a:lnTo>
                <a:lnTo>
                  <a:pt x="651215" y="3139489"/>
                </a:lnTo>
                <a:lnTo>
                  <a:pt x="649752" y="3139489"/>
                </a:lnTo>
                <a:lnTo>
                  <a:pt x="648288" y="3139489"/>
                </a:lnTo>
                <a:lnTo>
                  <a:pt x="646825" y="3139489"/>
                </a:lnTo>
                <a:lnTo>
                  <a:pt x="645361" y="3139489"/>
                </a:lnTo>
                <a:lnTo>
                  <a:pt x="643898" y="3139489"/>
                </a:lnTo>
                <a:lnTo>
                  <a:pt x="642435" y="3139489"/>
                </a:lnTo>
                <a:lnTo>
                  <a:pt x="640971" y="3139489"/>
                </a:lnTo>
                <a:lnTo>
                  <a:pt x="639508" y="3139489"/>
                </a:lnTo>
                <a:lnTo>
                  <a:pt x="638044" y="3139489"/>
                </a:lnTo>
                <a:lnTo>
                  <a:pt x="636581" y="3139489"/>
                </a:lnTo>
                <a:lnTo>
                  <a:pt x="635118" y="3139489"/>
                </a:lnTo>
                <a:lnTo>
                  <a:pt x="633654" y="3139489"/>
                </a:lnTo>
                <a:lnTo>
                  <a:pt x="632191" y="3139489"/>
                </a:lnTo>
                <a:lnTo>
                  <a:pt x="630727" y="3139489"/>
                </a:lnTo>
                <a:lnTo>
                  <a:pt x="629264" y="3139489"/>
                </a:lnTo>
                <a:lnTo>
                  <a:pt x="627801" y="3139489"/>
                </a:lnTo>
                <a:lnTo>
                  <a:pt x="626337" y="3139489"/>
                </a:lnTo>
                <a:lnTo>
                  <a:pt x="624874" y="3139489"/>
                </a:lnTo>
                <a:lnTo>
                  <a:pt x="623410" y="3139489"/>
                </a:lnTo>
                <a:lnTo>
                  <a:pt x="621947" y="3139489"/>
                </a:lnTo>
                <a:lnTo>
                  <a:pt x="620484" y="3139489"/>
                </a:lnTo>
                <a:lnTo>
                  <a:pt x="619020" y="3139489"/>
                </a:lnTo>
                <a:lnTo>
                  <a:pt x="617557" y="3139489"/>
                </a:lnTo>
                <a:lnTo>
                  <a:pt x="616093" y="3139489"/>
                </a:lnTo>
                <a:lnTo>
                  <a:pt x="614630" y="3139489"/>
                </a:lnTo>
                <a:lnTo>
                  <a:pt x="613167" y="3139489"/>
                </a:lnTo>
                <a:lnTo>
                  <a:pt x="611703" y="3139489"/>
                </a:lnTo>
                <a:lnTo>
                  <a:pt x="610240" y="3139489"/>
                </a:lnTo>
                <a:lnTo>
                  <a:pt x="608776" y="3139489"/>
                </a:lnTo>
                <a:lnTo>
                  <a:pt x="607313" y="3139489"/>
                </a:lnTo>
                <a:lnTo>
                  <a:pt x="605850" y="3139489"/>
                </a:lnTo>
                <a:lnTo>
                  <a:pt x="604386" y="3139489"/>
                </a:lnTo>
                <a:lnTo>
                  <a:pt x="602923" y="3139489"/>
                </a:lnTo>
                <a:lnTo>
                  <a:pt x="601459" y="3139489"/>
                </a:lnTo>
                <a:lnTo>
                  <a:pt x="599996" y="3139489"/>
                </a:lnTo>
                <a:lnTo>
                  <a:pt x="598532" y="3139489"/>
                </a:lnTo>
                <a:lnTo>
                  <a:pt x="597069" y="3139489"/>
                </a:lnTo>
                <a:lnTo>
                  <a:pt x="595606" y="3139489"/>
                </a:lnTo>
                <a:lnTo>
                  <a:pt x="594142" y="3139489"/>
                </a:lnTo>
                <a:lnTo>
                  <a:pt x="592679" y="3139489"/>
                </a:lnTo>
                <a:lnTo>
                  <a:pt x="591215" y="3139489"/>
                </a:lnTo>
                <a:lnTo>
                  <a:pt x="589752" y="3139489"/>
                </a:lnTo>
                <a:lnTo>
                  <a:pt x="588289" y="3139489"/>
                </a:lnTo>
                <a:lnTo>
                  <a:pt x="586825" y="3139489"/>
                </a:lnTo>
                <a:lnTo>
                  <a:pt x="585362" y="3139489"/>
                </a:lnTo>
                <a:lnTo>
                  <a:pt x="583898" y="3139489"/>
                </a:lnTo>
                <a:lnTo>
                  <a:pt x="582435" y="3139489"/>
                </a:lnTo>
                <a:lnTo>
                  <a:pt x="580972" y="3139489"/>
                </a:lnTo>
                <a:lnTo>
                  <a:pt x="579508" y="3139489"/>
                </a:lnTo>
                <a:lnTo>
                  <a:pt x="578045" y="3139489"/>
                </a:lnTo>
                <a:lnTo>
                  <a:pt x="576581" y="3139489"/>
                </a:lnTo>
                <a:lnTo>
                  <a:pt x="575118" y="3139489"/>
                </a:lnTo>
                <a:lnTo>
                  <a:pt x="573655" y="3139489"/>
                </a:lnTo>
                <a:lnTo>
                  <a:pt x="572191" y="3139489"/>
                </a:lnTo>
                <a:lnTo>
                  <a:pt x="570728" y="3139489"/>
                </a:lnTo>
                <a:lnTo>
                  <a:pt x="569264" y="3139489"/>
                </a:lnTo>
                <a:lnTo>
                  <a:pt x="567801" y="3139489"/>
                </a:lnTo>
                <a:lnTo>
                  <a:pt x="566338" y="3139489"/>
                </a:lnTo>
                <a:lnTo>
                  <a:pt x="564874" y="3139489"/>
                </a:lnTo>
                <a:lnTo>
                  <a:pt x="563411" y="3139489"/>
                </a:lnTo>
                <a:lnTo>
                  <a:pt x="561947" y="3139489"/>
                </a:lnTo>
                <a:lnTo>
                  <a:pt x="560484" y="3139489"/>
                </a:lnTo>
                <a:lnTo>
                  <a:pt x="559021" y="3139489"/>
                </a:lnTo>
                <a:lnTo>
                  <a:pt x="557557" y="3139489"/>
                </a:lnTo>
                <a:lnTo>
                  <a:pt x="556094" y="3139489"/>
                </a:lnTo>
                <a:lnTo>
                  <a:pt x="554630" y="3139489"/>
                </a:lnTo>
                <a:lnTo>
                  <a:pt x="553167" y="3139489"/>
                </a:lnTo>
                <a:lnTo>
                  <a:pt x="551704" y="3139489"/>
                </a:lnTo>
                <a:lnTo>
                  <a:pt x="550240" y="3139489"/>
                </a:lnTo>
                <a:lnTo>
                  <a:pt x="548777" y="3139489"/>
                </a:lnTo>
                <a:lnTo>
                  <a:pt x="547313" y="3139489"/>
                </a:lnTo>
                <a:lnTo>
                  <a:pt x="545850" y="3139489"/>
                </a:lnTo>
                <a:lnTo>
                  <a:pt x="544386" y="3139489"/>
                </a:lnTo>
                <a:lnTo>
                  <a:pt x="542923" y="3139489"/>
                </a:lnTo>
                <a:lnTo>
                  <a:pt x="541460" y="3139489"/>
                </a:lnTo>
                <a:lnTo>
                  <a:pt x="539996" y="3139489"/>
                </a:lnTo>
                <a:lnTo>
                  <a:pt x="538533" y="3139489"/>
                </a:lnTo>
                <a:lnTo>
                  <a:pt x="537069" y="3139489"/>
                </a:lnTo>
                <a:lnTo>
                  <a:pt x="535606" y="3139489"/>
                </a:lnTo>
                <a:lnTo>
                  <a:pt x="534143" y="3139489"/>
                </a:lnTo>
                <a:lnTo>
                  <a:pt x="532679" y="3139489"/>
                </a:lnTo>
                <a:lnTo>
                  <a:pt x="531216" y="3139489"/>
                </a:lnTo>
                <a:lnTo>
                  <a:pt x="529752" y="3139489"/>
                </a:lnTo>
                <a:lnTo>
                  <a:pt x="528289" y="3139489"/>
                </a:lnTo>
                <a:lnTo>
                  <a:pt x="526826" y="3139489"/>
                </a:lnTo>
                <a:lnTo>
                  <a:pt x="525362" y="3139489"/>
                </a:lnTo>
                <a:lnTo>
                  <a:pt x="523899" y="3139489"/>
                </a:lnTo>
                <a:lnTo>
                  <a:pt x="522435" y="3139489"/>
                </a:lnTo>
                <a:lnTo>
                  <a:pt x="520972" y="3139489"/>
                </a:lnTo>
                <a:lnTo>
                  <a:pt x="519509" y="3139489"/>
                </a:lnTo>
                <a:lnTo>
                  <a:pt x="518045" y="3139489"/>
                </a:lnTo>
                <a:lnTo>
                  <a:pt x="516582" y="3139489"/>
                </a:lnTo>
                <a:lnTo>
                  <a:pt x="515118" y="3139489"/>
                </a:lnTo>
                <a:lnTo>
                  <a:pt x="513655" y="3139489"/>
                </a:lnTo>
                <a:lnTo>
                  <a:pt x="512192" y="3139489"/>
                </a:lnTo>
                <a:lnTo>
                  <a:pt x="510728" y="3139489"/>
                </a:lnTo>
                <a:lnTo>
                  <a:pt x="509265" y="3139489"/>
                </a:lnTo>
                <a:lnTo>
                  <a:pt x="507801" y="3139489"/>
                </a:lnTo>
                <a:lnTo>
                  <a:pt x="506338" y="3139489"/>
                </a:lnTo>
                <a:lnTo>
                  <a:pt x="504875" y="3139489"/>
                </a:lnTo>
                <a:lnTo>
                  <a:pt x="503411" y="3139489"/>
                </a:lnTo>
                <a:lnTo>
                  <a:pt x="501948" y="3139489"/>
                </a:lnTo>
                <a:lnTo>
                  <a:pt x="500484" y="3139489"/>
                </a:lnTo>
                <a:lnTo>
                  <a:pt x="499021" y="3139489"/>
                </a:lnTo>
                <a:lnTo>
                  <a:pt x="497557" y="3139489"/>
                </a:lnTo>
                <a:lnTo>
                  <a:pt x="496094" y="3139489"/>
                </a:lnTo>
                <a:lnTo>
                  <a:pt x="494631" y="3139489"/>
                </a:lnTo>
                <a:lnTo>
                  <a:pt x="493167" y="3139489"/>
                </a:lnTo>
                <a:lnTo>
                  <a:pt x="491704" y="3139489"/>
                </a:lnTo>
                <a:lnTo>
                  <a:pt x="490240" y="3139489"/>
                </a:lnTo>
                <a:lnTo>
                  <a:pt x="488777" y="3139489"/>
                </a:lnTo>
                <a:lnTo>
                  <a:pt x="487314" y="3139489"/>
                </a:lnTo>
                <a:lnTo>
                  <a:pt x="485850" y="3139489"/>
                </a:lnTo>
                <a:lnTo>
                  <a:pt x="484387" y="3139489"/>
                </a:lnTo>
                <a:lnTo>
                  <a:pt x="482923" y="3139489"/>
                </a:lnTo>
                <a:lnTo>
                  <a:pt x="481460" y="3139489"/>
                </a:lnTo>
                <a:lnTo>
                  <a:pt x="479997" y="3139489"/>
                </a:lnTo>
                <a:lnTo>
                  <a:pt x="478533" y="3139489"/>
                </a:lnTo>
                <a:lnTo>
                  <a:pt x="477070" y="3139489"/>
                </a:lnTo>
                <a:lnTo>
                  <a:pt x="475606" y="3139489"/>
                </a:lnTo>
                <a:lnTo>
                  <a:pt x="474143" y="3139489"/>
                </a:lnTo>
                <a:lnTo>
                  <a:pt x="472680" y="3139489"/>
                </a:lnTo>
                <a:lnTo>
                  <a:pt x="471216" y="3139489"/>
                </a:lnTo>
                <a:lnTo>
                  <a:pt x="469753" y="3139489"/>
                </a:lnTo>
                <a:lnTo>
                  <a:pt x="468289" y="3139489"/>
                </a:lnTo>
                <a:lnTo>
                  <a:pt x="466826" y="3139489"/>
                </a:lnTo>
                <a:lnTo>
                  <a:pt x="465363" y="3139489"/>
                </a:lnTo>
                <a:lnTo>
                  <a:pt x="463899" y="3139489"/>
                </a:lnTo>
                <a:lnTo>
                  <a:pt x="462436" y="3139489"/>
                </a:lnTo>
                <a:lnTo>
                  <a:pt x="460972" y="3139489"/>
                </a:lnTo>
                <a:lnTo>
                  <a:pt x="459509" y="3139489"/>
                </a:lnTo>
                <a:lnTo>
                  <a:pt x="458046" y="3139489"/>
                </a:lnTo>
                <a:lnTo>
                  <a:pt x="456582" y="3139489"/>
                </a:lnTo>
                <a:lnTo>
                  <a:pt x="455119" y="3139489"/>
                </a:lnTo>
                <a:lnTo>
                  <a:pt x="453655" y="3139489"/>
                </a:lnTo>
                <a:lnTo>
                  <a:pt x="452192" y="3139489"/>
                </a:lnTo>
                <a:lnTo>
                  <a:pt x="450729" y="3139489"/>
                </a:lnTo>
                <a:lnTo>
                  <a:pt x="449265" y="3139489"/>
                </a:lnTo>
                <a:lnTo>
                  <a:pt x="447802" y="3139489"/>
                </a:lnTo>
                <a:lnTo>
                  <a:pt x="446338" y="3139489"/>
                </a:lnTo>
                <a:lnTo>
                  <a:pt x="444875" y="3139489"/>
                </a:lnTo>
                <a:lnTo>
                  <a:pt x="443411" y="3139489"/>
                </a:lnTo>
                <a:lnTo>
                  <a:pt x="441948" y="3139489"/>
                </a:lnTo>
                <a:lnTo>
                  <a:pt x="440485" y="3139489"/>
                </a:lnTo>
                <a:lnTo>
                  <a:pt x="439021" y="3139489"/>
                </a:lnTo>
                <a:lnTo>
                  <a:pt x="437558" y="3139489"/>
                </a:lnTo>
                <a:lnTo>
                  <a:pt x="436094" y="3139489"/>
                </a:lnTo>
                <a:lnTo>
                  <a:pt x="434631" y="3139489"/>
                </a:lnTo>
                <a:lnTo>
                  <a:pt x="433168" y="3139489"/>
                </a:lnTo>
                <a:lnTo>
                  <a:pt x="431704" y="3139489"/>
                </a:lnTo>
                <a:lnTo>
                  <a:pt x="430241" y="3139489"/>
                </a:lnTo>
                <a:lnTo>
                  <a:pt x="428777" y="3139489"/>
                </a:lnTo>
                <a:lnTo>
                  <a:pt x="427314" y="3139489"/>
                </a:lnTo>
                <a:lnTo>
                  <a:pt x="425851" y="3139489"/>
                </a:lnTo>
                <a:lnTo>
                  <a:pt x="424387" y="3139489"/>
                </a:lnTo>
                <a:lnTo>
                  <a:pt x="422924" y="3139489"/>
                </a:lnTo>
                <a:lnTo>
                  <a:pt x="421460" y="3139489"/>
                </a:lnTo>
                <a:lnTo>
                  <a:pt x="419997" y="3139489"/>
                </a:lnTo>
                <a:lnTo>
                  <a:pt x="418534" y="3139489"/>
                </a:lnTo>
                <a:lnTo>
                  <a:pt x="417070" y="3139489"/>
                </a:lnTo>
                <a:lnTo>
                  <a:pt x="415607" y="3139489"/>
                </a:lnTo>
                <a:lnTo>
                  <a:pt x="414143" y="3139489"/>
                </a:lnTo>
                <a:lnTo>
                  <a:pt x="412680" y="3139489"/>
                </a:lnTo>
                <a:lnTo>
                  <a:pt x="411217" y="3139489"/>
                </a:lnTo>
                <a:lnTo>
                  <a:pt x="409753" y="3139489"/>
                </a:lnTo>
                <a:lnTo>
                  <a:pt x="408290" y="3139489"/>
                </a:lnTo>
                <a:lnTo>
                  <a:pt x="406826" y="3139489"/>
                </a:lnTo>
                <a:lnTo>
                  <a:pt x="405363" y="3139489"/>
                </a:lnTo>
                <a:lnTo>
                  <a:pt x="403900" y="3139489"/>
                </a:lnTo>
                <a:lnTo>
                  <a:pt x="402436" y="3139489"/>
                </a:lnTo>
                <a:lnTo>
                  <a:pt x="400973" y="3139489"/>
                </a:lnTo>
                <a:lnTo>
                  <a:pt x="399509" y="3139489"/>
                </a:lnTo>
                <a:lnTo>
                  <a:pt x="398046" y="3139489"/>
                </a:lnTo>
                <a:lnTo>
                  <a:pt x="396582" y="3139489"/>
                </a:lnTo>
                <a:lnTo>
                  <a:pt x="395119" y="3139489"/>
                </a:lnTo>
                <a:lnTo>
                  <a:pt x="393656" y="3139489"/>
                </a:lnTo>
                <a:lnTo>
                  <a:pt x="392192" y="3139489"/>
                </a:lnTo>
                <a:lnTo>
                  <a:pt x="390729" y="3139489"/>
                </a:lnTo>
                <a:lnTo>
                  <a:pt x="389265" y="3139489"/>
                </a:lnTo>
                <a:lnTo>
                  <a:pt x="387802" y="3139489"/>
                </a:lnTo>
                <a:lnTo>
                  <a:pt x="386339" y="3139489"/>
                </a:lnTo>
                <a:lnTo>
                  <a:pt x="384875" y="3139489"/>
                </a:lnTo>
                <a:lnTo>
                  <a:pt x="383412" y="3139489"/>
                </a:lnTo>
                <a:lnTo>
                  <a:pt x="381948" y="3139489"/>
                </a:lnTo>
                <a:lnTo>
                  <a:pt x="380485" y="3139489"/>
                </a:lnTo>
                <a:lnTo>
                  <a:pt x="379022" y="3139489"/>
                </a:lnTo>
                <a:lnTo>
                  <a:pt x="377558" y="3139489"/>
                </a:lnTo>
                <a:lnTo>
                  <a:pt x="376095" y="3139489"/>
                </a:lnTo>
                <a:lnTo>
                  <a:pt x="374631" y="3139489"/>
                </a:lnTo>
                <a:lnTo>
                  <a:pt x="373168" y="3139489"/>
                </a:lnTo>
                <a:lnTo>
                  <a:pt x="371705" y="3139489"/>
                </a:lnTo>
                <a:lnTo>
                  <a:pt x="370241" y="3139489"/>
                </a:lnTo>
                <a:lnTo>
                  <a:pt x="368778" y="3139489"/>
                </a:lnTo>
                <a:lnTo>
                  <a:pt x="367314" y="3139489"/>
                </a:lnTo>
                <a:lnTo>
                  <a:pt x="365851" y="3139489"/>
                </a:lnTo>
                <a:lnTo>
                  <a:pt x="364388" y="3139489"/>
                </a:lnTo>
                <a:lnTo>
                  <a:pt x="362924" y="3139489"/>
                </a:lnTo>
                <a:lnTo>
                  <a:pt x="361461" y="3139489"/>
                </a:lnTo>
                <a:lnTo>
                  <a:pt x="359997" y="3139489"/>
                </a:lnTo>
                <a:lnTo>
                  <a:pt x="358534" y="3139489"/>
                </a:lnTo>
                <a:lnTo>
                  <a:pt x="357071" y="3139489"/>
                </a:lnTo>
                <a:lnTo>
                  <a:pt x="355607" y="3139489"/>
                </a:lnTo>
                <a:lnTo>
                  <a:pt x="354144" y="3139489"/>
                </a:lnTo>
                <a:lnTo>
                  <a:pt x="352680" y="3139489"/>
                </a:lnTo>
                <a:lnTo>
                  <a:pt x="351217" y="3139489"/>
                </a:lnTo>
                <a:lnTo>
                  <a:pt x="349753" y="3139489"/>
                </a:lnTo>
                <a:lnTo>
                  <a:pt x="348290" y="3139489"/>
                </a:lnTo>
                <a:lnTo>
                  <a:pt x="346827" y="3139489"/>
                </a:lnTo>
                <a:lnTo>
                  <a:pt x="345363" y="3139489"/>
                </a:lnTo>
                <a:lnTo>
                  <a:pt x="343900" y="3139489"/>
                </a:lnTo>
                <a:lnTo>
                  <a:pt x="342436" y="3139489"/>
                </a:lnTo>
                <a:lnTo>
                  <a:pt x="340973" y="3139489"/>
                </a:lnTo>
                <a:lnTo>
                  <a:pt x="339510" y="3139489"/>
                </a:lnTo>
                <a:lnTo>
                  <a:pt x="338046" y="3139489"/>
                </a:lnTo>
                <a:lnTo>
                  <a:pt x="336583" y="3139489"/>
                </a:lnTo>
                <a:lnTo>
                  <a:pt x="335119" y="3139489"/>
                </a:lnTo>
                <a:lnTo>
                  <a:pt x="333656" y="3139489"/>
                </a:lnTo>
                <a:lnTo>
                  <a:pt x="332193" y="3139489"/>
                </a:lnTo>
                <a:lnTo>
                  <a:pt x="330729" y="3139489"/>
                </a:lnTo>
                <a:lnTo>
                  <a:pt x="329266" y="3139489"/>
                </a:lnTo>
                <a:lnTo>
                  <a:pt x="327802" y="3139489"/>
                </a:lnTo>
                <a:lnTo>
                  <a:pt x="326339" y="3139489"/>
                </a:lnTo>
                <a:lnTo>
                  <a:pt x="324876" y="3139489"/>
                </a:lnTo>
                <a:lnTo>
                  <a:pt x="323412" y="3139489"/>
                </a:lnTo>
                <a:lnTo>
                  <a:pt x="321949" y="3139489"/>
                </a:lnTo>
                <a:lnTo>
                  <a:pt x="320485" y="3139489"/>
                </a:lnTo>
                <a:lnTo>
                  <a:pt x="319022" y="3139489"/>
                </a:lnTo>
                <a:lnTo>
                  <a:pt x="317559" y="3139489"/>
                </a:lnTo>
                <a:lnTo>
                  <a:pt x="316095" y="3139489"/>
                </a:lnTo>
                <a:lnTo>
                  <a:pt x="314632" y="3139489"/>
                </a:lnTo>
                <a:lnTo>
                  <a:pt x="313168" y="3139489"/>
                </a:lnTo>
                <a:lnTo>
                  <a:pt x="311705" y="3139489"/>
                </a:lnTo>
                <a:lnTo>
                  <a:pt x="310242" y="3139489"/>
                </a:lnTo>
                <a:lnTo>
                  <a:pt x="308778" y="3139489"/>
                </a:lnTo>
                <a:lnTo>
                  <a:pt x="307315" y="3139489"/>
                </a:lnTo>
                <a:lnTo>
                  <a:pt x="305851" y="3139489"/>
                </a:lnTo>
                <a:lnTo>
                  <a:pt x="304388" y="3139489"/>
                </a:lnTo>
                <a:lnTo>
                  <a:pt x="302925" y="3139489"/>
                </a:lnTo>
                <a:lnTo>
                  <a:pt x="301461" y="3139489"/>
                </a:lnTo>
                <a:lnTo>
                  <a:pt x="299998" y="3139489"/>
                </a:lnTo>
                <a:lnTo>
                  <a:pt x="298534" y="3139489"/>
                </a:lnTo>
                <a:lnTo>
                  <a:pt x="297071" y="3139489"/>
                </a:lnTo>
                <a:lnTo>
                  <a:pt x="295607" y="3139489"/>
                </a:lnTo>
                <a:lnTo>
                  <a:pt x="294144" y="3139489"/>
                </a:lnTo>
                <a:lnTo>
                  <a:pt x="292681" y="3139489"/>
                </a:lnTo>
                <a:lnTo>
                  <a:pt x="291217" y="3139489"/>
                </a:lnTo>
                <a:lnTo>
                  <a:pt x="289754" y="3139489"/>
                </a:lnTo>
                <a:lnTo>
                  <a:pt x="288290" y="3139489"/>
                </a:lnTo>
                <a:lnTo>
                  <a:pt x="286827" y="3139489"/>
                </a:lnTo>
                <a:lnTo>
                  <a:pt x="285364" y="3139489"/>
                </a:lnTo>
                <a:lnTo>
                  <a:pt x="283900" y="3139489"/>
                </a:lnTo>
                <a:lnTo>
                  <a:pt x="282437" y="3139489"/>
                </a:lnTo>
                <a:lnTo>
                  <a:pt x="280973" y="3139489"/>
                </a:lnTo>
                <a:lnTo>
                  <a:pt x="279510" y="3139489"/>
                </a:lnTo>
                <a:lnTo>
                  <a:pt x="278047" y="3139489"/>
                </a:lnTo>
                <a:lnTo>
                  <a:pt x="276583" y="3139489"/>
                </a:lnTo>
                <a:lnTo>
                  <a:pt x="275120" y="3139489"/>
                </a:lnTo>
                <a:lnTo>
                  <a:pt x="273656" y="3139489"/>
                </a:lnTo>
                <a:lnTo>
                  <a:pt x="272193" y="3139489"/>
                </a:lnTo>
                <a:lnTo>
                  <a:pt x="270730" y="3139489"/>
                </a:lnTo>
                <a:lnTo>
                  <a:pt x="269266" y="3139489"/>
                </a:lnTo>
                <a:lnTo>
                  <a:pt x="267803" y="3139489"/>
                </a:lnTo>
                <a:lnTo>
                  <a:pt x="266339" y="3139489"/>
                </a:lnTo>
                <a:lnTo>
                  <a:pt x="264876" y="3139489"/>
                </a:lnTo>
                <a:lnTo>
                  <a:pt x="263413" y="3139489"/>
                </a:lnTo>
                <a:lnTo>
                  <a:pt x="261949" y="3139489"/>
                </a:lnTo>
                <a:lnTo>
                  <a:pt x="260486" y="3139489"/>
                </a:lnTo>
                <a:lnTo>
                  <a:pt x="259022" y="3139489"/>
                </a:lnTo>
                <a:lnTo>
                  <a:pt x="257559" y="3139489"/>
                </a:lnTo>
                <a:lnTo>
                  <a:pt x="256096" y="3139489"/>
                </a:lnTo>
                <a:lnTo>
                  <a:pt x="254632" y="3139489"/>
                </a:lnTo>
                <a:lnTo>
                  <a:pt x="253169" y="3139489"/>
                </a:lnTo>
                <a:lnTo>
                  <a:pt x="251705" y="3139489"/>
                </a:lnTo>
                <a:lnTo>
                  <a:pt x="250242" y="3139489"/>
                </a:lnTo>
                <a:lnTo>
                  <a:pt x="248778" y="3139489"/>
                </a:lnTo>
                <a:lnTo>
                  <a:pt x="247315" y="3139489"/>
                </a:lnTo>
                <a:lnTo>
                  <a:pt x="245852" y="3139489"/>
                </a:lnTo>
                <a:lnTo>
                  <a:pt x="244388" y="3139489"/>
                </a:lnTo>
                <a:lnTo>
                  <a:pt x="242925" y="3139489"/>
                </a:lnTo>
                <a:lnTo>
                  <a:pt x="241461" y="3139489"/>
                </a:lnTo>
                <a:lnTo>
                  <a:pt x="239998" y="3139489"/>
                </a:lnTo>
                <a:lnTo>
                  <a:pt x="238535" y="3139489"/>
                </a:lnTo>
                <a:lnTo>
                  <a:pt x="237071" y="3139489"/>
                </a:lnTo>
                <a:lnTo>
                  <a:pt x="235608" y="3139489"/>
                </a:lnTo>
                <a:lnTo>
                  <a:pt x="234144" y="3139489"/>
                </a:lnTo>
                <a:lnTo>
                  <a:pt x="232681" y="3139489"/>
                </a:lnTo>
                <a:lnTo>
                  <a:pt x="231218" y="3139489"/>
                </a:lnTo>
                <a:lnTo>
                  <a:pt x="229754" y="3139489"/>
                </a:lnTo>
                <a:lnTo>
                  <a:pt x="228291" y="3139489"/>
                </a:lnTo>
                <a:lnTo>
                  <a:pt x="226827" y="3139489"/>
                </a:lnTo>
                <a:lnTo>
                  <a:pt x="225364" y="3139489"/>
                </a:lnTo>
                <a:lnTo>
                  <a:pt x="223901" y="3139489"/>
                </a:lnTo>
                <a:lnTo>
                  <a:pt x="222437" y="3139489"/>
                </a:lnTo>
                <a:lnTo>
                  <a:pt x="220974" y="3139489"/>
                </a:lnTo>
                <a:lnTo>
                  <a:pt x="219510" y="3139489"/>
                </a:lnTo>
                <a:lnTo>
                  <a:pt x="218047" y="3139489"/>
                </a:lnTo>
                <a:lnTo>
                  <a:pt x="216584" y="3139489"/>
                </a:lnTo>
                <a:lnTo>
                  <a:pt x="215120" y="3139489"/>
                </a:lnTo>
                <a:lnTo>
                  <a:pt x="213657" y="3139489"/>
                </a:lnTo>
                <a:lnTo>
                  <a:pt x="212193" y="3139489"/>
                </a:lnTo>
                <a:lnTo>
                  <a:pt x="210730" y="3139489"/>
                </a:lnTo>
                <a:lnTo>
                  <a:pt x="209267" y="3139489"/>
                </a:lnTo>
                <a:lnTo>
                  <a:pt x="207803" y="3139489"/>
                </a:lnTo>
                <a:lnTo>
                  <a:pt x="206340" y="3139489"/>
                </a:lnTo>
                <a:lnTo>
                  <a:pt x="204876" y="3139489"/>
                </a:lnTo>
                <a:lnTo>
                  <a:pt x="203413" y="3139489"/>
                </a:lnTo>
                <a:lnTo>
                  <a:pt x="201950" y="3139489"/>
                </a:lnTo>
                <a:lnTo>
                  <a:pt x="200486" y="3139489"/>
                </a:lnTo>
                <a:lnTo>
                  <a:pt x="199023" y="3139489"/>
                </a:lnTo>
                <a:lnTo>
                  <a:pt x="197559" y="3139489"/>
                </a:lnTo>
                <a:lnTo>
                  <a:pt x="196096" y="3139489"/>
                </a:lnTo>
                <a:lnTo>
                  <a:pt x="194632" y="3139489"/>
                </a:lnTo>
                <a:lnTo>
                  <a:pt x="193169" y="3139489"/>
                </a:lnTo>
                <a:lnTo>
                  <a:pt x="191706" y="3139489"/>
                </a:lnTo>
                <a:lnTo>
                  <a:pt x="190242" y="3139489"/>
                </a:lnTo>
                <a:lnTo>
                  <a:pt x="188779" y="3139489"/>
                </a:lnTo>
                <a:lnTo>
                  <a:pt x="187315" y="3139489"/>
                </a:lnTo>
                <a:lnTo>
                  <a:pt x="185852" y="3139489"/>
                </a:lnTo>
                <a:lnTo>
                  <a:pt x="184389" y="3139489"/>
                </a:lnTo>
                <a:lnTo>
                  <a:pt x="182925" y="3139489"/>
                </a:lnTo>
                <a:lnTo>
                  <a:pt x="181462" y="3139489"/>
                </a:lnTo>
                <a:lnTo>
                  <a:pt x="179998" y="3139489"/>
                </a:lnTo>
                <a:lnTo>
                  <a:pt x="178535" y="3139489"/>
                </a:lnTo>
                <a:lnTo>
                  <a:pt x="177072" y="3139489"/>
                </a:lnTo>
                <a:lnTo>
                  <a:pt x="175608" y="3139489"/>
                </a:lnTo>
                <a:lnTo>
                  <a:pt x="174145" y="3139489"/>
                </a:lnTo>
                <a:lnTo>
                  <a:pt x="172681" y="3139489"/>
                </a:lnTo>
                <a:lnTo>
                  <a:pt x="171218" y="3139489"/>
                </a:lnTo>
                <a:lnTo>
                  <a:pt x="169755" y="3139489"/>
                </a:lnTo>
                <a:lnTo>
                  <a:pt x="168291" y="3139489"/>
                </a:lnTo>
                <a:lnTo>
                  <a:pt x="166828" y="3139489"/>
                </a:lnTo>
                <a:lnTo>
                  <a:pt x="165364" y="3139489"/>
                </a:lnTo>
                <a:lnTo>
                  <a:pt x="163901" y="3139489"/>
                </a:lnTo>
                <a:lnTo>
                  <a:pt x="162438" y="3139489"/>
                </a:lnTo>
                <a:lnTo>
                  <a:pt x="160974" y="3139489"/>
                </a:lnTo>
                <a:lnTo>
                  <a:pt x="159511" y="3139489"/>
                </a:lnTo>
                <a:lnTo>
                  <a:pt x="158047" y="3139489"/>
                </a:lnTo>
                <a:lnTo>
                  <a:pt x="156584" y="3139489"/>
                </a:lnTo>
                <a:lnTo>
                  <a:pt x="155121" y="3139489"/>
                </a:lnTo>
                <a:lnTo>
                  <a:pt x="153657" y="3139489"/>
                </a:lnTo>
                <a:lnTo>
                  <a:pt x="152194" y="3139489"/>
                </a:lnTo>
                <a:lnTo>
                  <a:pt x="150730" y="3139489"/>
                </a:lnTo>
                <a:lnTo>
                  <a:pt x="149267" y="3139489"/>
                </a:lnTo>
                <a:lnTo>
                  <a:pt x="147803" y="3139489"/>
                </a:lnTo>
                <a:lnTo>
                  <a:pt x="146340" y="3139489"/>
                </a:lnTo>
                <a:lnTo>
                  <a:pt x="144877" y="3139489"/>
                </a:lnTo>
                <a:lnTo>
                  <a:pt x="143413" y="3139489"/>
                </a:lnTo>
                <a:lnTo>
                  <a:pt x="141950" y="3139489"/>
                </a:lnTo>
                <a:lnTo>
                  <a:pt x="140486" y="3139489"/>
                </a:lnTo>
                <a:lnTo>
                  <a:pt x="139023" y="3139489"/>
                </a:lnTo>
                <a:lnTo>
                  <a:pt x="137560" y="3139489"/>
                </a:lnTo>
                <a:lnTo>
                  <a:pt x="136096" y="3139489"/>
                </a:lnTo>
                <a:lnTo>
                  <a:pt x="134633" y="3139489"/>
                </a:lnTo>
                <a:lnTo>
                  <a:pt x="133169" y="3139489"/>
                </a:lnTo>
                <a:lnTo>
                  <a:pt x="131706" y="3139489"/>
                </a:lnTo>
                <a:lnTo>
                  <a:pt x="130243" y="3139489"/>
                </a:lnTo>
                <a:lnTo>
                  <a:pt x="128779" y="3139489"/>
                </a:lnTo>
                <a:lnTo>
                  <a:pt x="127316" y="3139489"/>
                </a:lnTo>
                <a:lnTo>
                  <a:pt x="125852" y="3139489"/>
                </a:lnTo>
                <a:lnTo>
                  <a:pt x="124389" y="3139489"/>
                </a:lnTo>
                <a:lnTo>
                  <a:pt x="122926" y="3139489"/>
                </a:lnTo>
                <a:lnTo>
                  <a:pt x="121462" y="3139489"/>
                </a:lnTo>
                <a:lnTo>
                  <a:pt x="119999" y="3139489"/>
                </a:lnTo>
                <a:lnTo>
                  <a:pt x="118535" y="3139489"/>
                </a:lnTo>
                <a:lnTo>
                  <a:pt x="117072" y="3139489"/>
                </a:lnTo>
                <a:lnTo>
                  <a:pt x="115609" y="3139489"/>
                </a:lnTo>
                <a:lnTo>
                  <a:pt x="114145" y="3139489"/>
                </a:lnTo>
                <a:lnTo>
                  <a:pt x="112682" y="3139489"/>
                </a:lnTo>
                <a:lnTo>
                  <a:pt x="111218" y="3139489"/>
                </a:lnTo>
                <a:lnTo>
                  <a:pt x="109755" y="3139489"/>
                </a:lnTo>
                <a:lnTo>
                  <a:pt x="108292" y="3139489"/>
                </a:lnTo>
                <a:lnTo>
                  <a:pt x="106828" y="3139489"/>
                </a:lnTo>
                <a:lnTo>
                  <a:pt x="105365" y="3139489"/>
                </a:lnTo>
                <a:lnTo>
                  <a:pt x="103901" y="3139489"/>
                </a:lnTo>
                <a:lnTo>
                  <a:pt x="102438" y="3139489"/>
                </a:lnTo>
                <a:lnTo>
                  <a:pt x="100975" y="3139489"/>
                </a:lnTo>
                <a:lnTo>
                  <a:pt x="99511" y="3139489"/>
                </a:lnTo>
                <a:lnTo>
                  <a:pt x="98048" y="3139489"/>
                </a:lnTo>
                <a:lnTo>
                  <a:pt x="96584" y="3139489"/>
                </a:lnTo>
                <a:lnTo>
                  <a:pt x="95121" y="3139489"/>
                </a:lnTo>
                <a:lnTo>
                  <a:pt x="93657" y="3139489"/>
                </a:lnTo>
                <a:lnTo>
                  <a:pt x="92194" y="3139489"/>
                </a:lnTo>
                <a:lnTo>
                  <a:pt x="90731" y="3139489"/>
                </a:lnTo>
                <a:lnTo>
                  <a:pt x="89267" y="3139489"/>
                </a:lnTo>
                <a:lnTo>
                  <a:pt x="87804" y="3139489"/>
                </a:lnTo>
                <a:lnTo>
                  <a:pt x="86340" y="3139489"/>
                </a:lnTo>
                <a:lnTo>
                  <a:pt x="84877" y="3139489"/>
                </a:lnTo>
                <a:lnTo>
                  <a:pt x="83414" y="3139489"/>
                </a:lnTo>
                <a:lnTo>
                  <a:pt x="81950" y="3139489"/>
                </a:lnTo>
                <a:lnTo>
                  <a:pt x="80487" y="3139489"/>
                </a:lnTo>
                <a:lnTo>
                  <a:pt x="79023" y="3139489"/>
                </a:lnTo>
                <a:lnTo>
                  <a:pt x="77560" y="3139489"/>
                </a:lnTo>
                <a:lnTo>
                  <a:pt x="76097" y="3139489"/>
                </a:lnTo>
                <a:lnTo>
                  <a:pt x="74633" y="3139489"/>
                </a:lnTo>
                <a:lnTo>
                  <a:pt x="73170" y="3139489"/>
                </a:lnTo>
                <a:lnTo>
                  <a:pt x="71706" y="3139489"/>
                </a:lnTo>
                <a:lnTo>
                  <a:pt x="70243" y="3139489"/>
                </a:lnTo>
                <a:lnTo>
                  <a:pt x="68780" y="3139489"/>
                </a:lnTo>
                <a:lnTo>
                  <a:pt x="67316" y="3139489"/>
                </a:lnTo>
                <a:lnTo>
                  <a:pt x="65853" y="3139489"/>
                </a:lnTo>
                <a:lnTo>
                  <a:pt x="64389" y="3139489"/>
                </a:lnTo>
                <a:lnTo>
                  <a:pt x="62926" y="3139489"/>
                </a:lnTo>
                <a:lnTo>
                  <a:pt x="61463" y="3139489"/>
                </a:lnTo>
                <a:lnTo>
                  <a:pt x="59999" y="3139489"/>
                </a:lnTo>
                <a:lnTo>
                  <a:pt x="58536" y="3139489"/>
                </a:lnTo>
                <a:lnTo>
                  <a:pt x="57072" y="3139489"/>
                </a:lnTo>
                <a:lnTo>
                  <a:pt x="55609" y="3139489"/>
                </a:lnTo>
                <a:lnTo>
                  <a:pt x="54146" y="3139489"/>
                </a:lnTo>
                <a:lnTo>
                  <a:pt x="52682" y="3139489"/>
                </a:lnTo>
                <a:lnTo>
                  <a:pt x="51219" y="3139489"/>
                </a:lnTo>
                <a:lnTo>
                  <a:pt x="49755" y="3139489"/>
                </a:lnTo>
                <a:lnTo>
                  <a:pt x="48292" y="3139489"/>
                </a:lnTo>
                <a:lnTo>
                  <a:pt x="46828" y="3139489"/>
                </a:lnTo>
                <a:lnTo>
                  <a:pt x="45365" y="3139489"/>
                </a:lnTo>
                <a:lnTo>
                  <a:pt x="43902" y="3139489"/>
                </a:lnTo>
                <a:lnTo>
                  <a:pt x="42438" y="3139489"/>
                </a:lnTo>
                <a:lnTo>
                  <a:pt x="40975" y="3139489"/>
                </a:lnTo>
                <a:lnTo>
                  <a:pt x="39511" y="3139489"/>
                </a:lnTo>
                <a:lnTo>
                  <a:pt x="38048" y="3139489"/>
                </a:lnTo>
                <a:lnTo>
                  <a:pt x="36585" y="3139489"/>
                </a:lnTo>
                <a:lnTo>
                  <a:pt x="35121" y="3139489"/>
                </a:lnTo>
                <a:lnTo>
                  <a:pt x="33658" y="3139489"/>
                </a:lnTo>
                <a:lnTo>
                  <a:pt x="32194" y="3139489"/>
                </a:lnTo>
                <a:lnTo>
                  <a:pt x="30731" y="3139489"/>
                </a:lnTo>
                <a:lnTo>
                  <a:pt x="29268" y="3139489"/>
                </a:lnTo>
                <a:lnTo>
                  <a:pt x="27804" y="3139489"/>
                </a:lnTo>
                <a:lnTo>
                  <a:pt x="26341" y="3139489"/>
                </a:lnTo>
                <a:lnTo>
                  <a:pt x="24877" y="3139489"/>
                </a:lnTo>
                <a:lnTo>
                  <a:pt x="23414" y="3139489"/>
                </a:lnTo>
                <a:lnTo>
                  <a:pt x="21951" y="3139489"/>
                </a:lnTo>
                <a:lnTo>
                  <a:pt x="20487" y="3139489"/>
                </a:lnTo>
                <a:lnTo>
                  <a:pt x="19024" y="3139489"/>
                </a:lnTo>
                <a:lnTo>
                  <a:pt x="17560" y="3139489"/>
                </a:lnTo>
                <a:lnTo>
                  <a:pt x="16097" y="3139489"/>
                </a:lnTo>
                <a:lnTo>
                  <a:pt x="14634" y="3139489"/>
                </a:lnTo>
                <a:lnTo>
                  <a:pt x="13170" y="3139489"/>
                </a:lnTo>
                <a:lnTo>
                  <a:pt x="11707" y="3139489"/>
                </a:lnTo>
                <a:lnTo>
                  <a:pt x="10243" y="3139489"/>
                </a:lnTo>
                <a:lnTo>
                  <a:pt x="8780" y="3139489"/>
                </a:lnTo>
                <a:lnTo>
                  <a:pt x="7317" y="3139489"/>
                </a:lnTo>
                <a:lnTo>
                  <a:pt x="5853" y="3139489"/>
                </a:lnTo>
                <a:lnTo>
                  <a:pt x="4390" y="3139489"/>
                </a:lnTo>
                <a:lnTo>
                  <a:pt x="2926" y="3139489"/>
                </a:lnTo>
                <a:lnTo>
                  <a:pt x="1463" y="3139489"/>
                </a:lnTo>
                <a:lnTo>
                  <a:pt x="0" y="3139489"/>
                </a:lnTo>
                <a:close/>
              </a:path>
            </a:pathLst>
          </a:custGeom>
          <a:solidFill>
            <a:srgbClr val="8EDBD4">
              <a:alpha val="18000"/>
            </a:srgbClr>
          </a:solidFill>
          <a:ln w="10160">
            <a:solidFill>
              <a:srgbClr val="8EDBD4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21 ellipse 35" descr="sci-ppt:o035"/>
          <p:cNvSpPr/>
          <p:nvPr/>
        </p:nvSpPr>
        <p:spPr>
          <a:xfrm>
            <a:off x="4919760" y="1816559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3-E21 line 36" descr="sci-ppt:o036"/>
          <p:cNvCxnSpPr/>
          <p:nvPr/>
        </p:nvCxnSpPr>
        <p:spPr>
          <a:xfrm>
            <a:off x="4992912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9" name="C3-E21 text 37" descr="sci-ppt:o037"/>
          <p:cNvSpPr txBox="1"/>
          <p:nvPr/>
        </p:nvSpPr>
        <p:spPr>
          <a:xfrm>
            <a:off x="1975392" y="1843991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peak: q = 0.697, g t_σ = 0.3433</a:t>
            </a:r>
          </a:p>
        </p:txBody>
      </p:sp>
      <p:sp>
        <p:nvSpPr>
          <p:cNvPr id="40" name="C3-E21 text 38" descr="sci-ppt:o038"/>
          <p:cNvSpPr txBox="1"/>
          <p:nvPr/>
        </p:nvSpPr>
        <p:spPr>
          <a:xfrm>
            <a:off x="5786323" y="4389120"/>
            <a:ext cx="12801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stable for q ≥ 1</a:t>
            </a:r>
          </a:p>
        </p:txBody>
      </p:sp>
      <p:sp>
        <p:nvSpPr>
          <p:cNvPr id="41" name="C3-E21 round_rect 39" descr="sci-ppt:o039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21 text 40" descr="sci-ppt:o040"/>
          <p:cNvSpPr txBox="1"/>
          <p:nvPr/>
        </p:nvSpPr>
        <p:spPr>
          <a:xfrm>
            <a:off x="7150608" y="1426464"/>
            <a:ext cx="45811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Rayleigh–Plateau growth (inviscid)</a:t>
            </a:r>
          </a:p>
        </p:txBody>
      </p:sp>
      <p:sp>
        <p:nvSpPr>
          <p:cNvPr id="43" name="C3-E21 text 41" descr="sci-ppt:o041"/>
          <p:cNvSpPr txBox="1"/>
          <p:nvPr/>
        </p:nvSpPr>
        <p:spPr>
          <a:xfrm>
            <a:off x="7178040" y="1828800"/>
            <a:ext cx="4572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g² = (σⱼ / ρa₀³) q(1 − q²) I₁(q)/I₀(q)</a:t>
            </a:r>
          </a:p>
        </p:txBody>
      </p:sp>
      <p:sp>
        <p:nvSpPr>
          <p:cNvPr id="44" name="C3-E21 text 42" descr="sci-ppt:o042"/>
          <p:cNvSpPr txBox="1"/>
          <p:nvPr/>
        </p:nvSpPr>
        <p:spPr>
          <a:xfrm>
            <a:off x="7178040" y="2377440"/>
            <a:ext cx="45720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a = a₀ + δ(t) cos[k(z − Uⱼ t)],  δ = δ₀ e^(gt)</a:t>
            </a:r>
          </a:p>
        </p:txBody>
      </p:sp>
      <p:sp>
        <p:nvSpPr>
          <p:cNvPr id="45" name="C3-E21 polygon 43" descr="sci-ppt:o043"/>
          <p:cNvSpPr/>
          <p:nvPr/>
        </p:nvSpPr>
        <p:spPr>
          <a:xfrm>
            <a:off x="7223760" y="3456432"/>
            <a:ext cx="4480560" cy="1225296"/>
          </a:xfrm>
          <a:custGeom>
            <a:avLst/>
            <a:gdLst/>
            <a:ahLst/>
            <a:cxnLst/>
            <a:rect l="l" t="t" r="r" b="b"/>
            <a:pathLst>
              <a:path w="4480560" h="1225296">
                <a:moveTo>
                  <a:pt x="0" y="0"/>
                </a:moveTo>
                <a:lnTo>
                  <a:pt x="45258" y="838"/>
                </a:lnTo>
                <a:lnTo>
                  <a:pt x="90516" y="3346"/>
                </a:lnTo>
                <a:lnTo>
                  <a:pt x="135774" y="7496"/>
                </a:lnTo>
                <a:lnTo>
                  <a:pt x="181032" y="13242"/>
                </a:lnTo>
                <a:lnTo>
                  <a:pt x="226290" y="20523"/>
                </a:lnTo>
                <a:lnTo>
                  <a:pt x="271549" y="29261"/>
                </a:lnTo>
                <a:lnTo>
                  <a:pt x="316807" y="39361"/>
                </a:lnTo>
                <a:lnTo>
                  <a:pt x="362065" y="50713"/>
                </a:lnTo>
                <a:lnTo>
                  <a:pt x="407323" y="63196"/>
                </a:lnTo>
                <a:lnTo>
                  <a:pt x="452581" y="76675"/>
                </a:lnTo>
                <a:lnTo>
                  <a:pt x="497840" y="91004"/>
                </a:lnTo>
                <a:lnTo>
                  <a:pt x="543098" y="106029"/>
                </a:lnTo>
                <a:lnTo>
                  <a:pt x="588356" y="121587"/>
                </a:lnTo>
                <a:lnTo>
                  <a:pt x="633614" y="137511"/>
                </a:lnTo>
                <a:lnTo>
                  <a:pt x="678872" y="153628"/>
                </a:lnTo>
                <a:lnTo>
                  <a:pt x="724130" y="169765"/>
                </a:lnTo>
                <a:lnTo>
                  <a:pt x="769389" y="185747"/>
                </a:lnTo>
                <a:lnTo>
                  <a:pt x="814647" y="201402"/>
                </a:lnTo>
                <a:lnTo>
                  <a:pt x="859905" y="216561"/>
                </a:lnTo>
                <a:lnTo>
                  <a:pt x="905163" y="231061"/>
                </a:lnTo>
                <a:lnTo>
                  <a:pt x="950421" y="244744"/>
                </a:lnTo>
                <a:lnTo>
                  <a:pt x="995680" y="257464"/>
                </a:lnTo>
                <a:lnTo>
                  <a:pt x="1040938" y="269082"/>
                </a:lnTo>
                <a:lnTo>
                  <a:pt x="1086196" y="279474"/>
                </a:lnTo>
                <a:lnTo>
                  <a:pt x="1131454" y="288528"/>
                </a:lnTo>
                <a:lnTo>
                  <a:pt x="1176712" y="296144"/>
                </a:lnTo>
                <a:lnTo>
                  <a:pt x="1221970" y="302242"/>
                </a:lnTo>
                <a:lnTo>
                  <a:pt x="1267229" y="306756"/>
                </a:lnTo>
                <a:lnTo>
                  <a:pt x="1312487" y="309637"/>
                </a:lnTo>
                <a:lnTo>
                  <a:pt x="1357745" y="310853"/>
                </a:lnTo>
                <a:lnTo>
                  <a:pt x="1403003" y="310392"/>
                </a:lnTo>
                <a:lnTo>
                  <a:pt x="1448261" y="308258"/>
                </a:lnTo>
                <a:lnTo>
                  <a:pt x="1493520" y="304475"/>
                </a:lnTo>
                <a:lnTo>
                  <a:pt x="1538778" y="299084"/>
                </a:lnTo>
                <a:lnTo>
                  <a:pt x="1584036" y="292142"/>
                </a:lnTo>
                <a:lnTo>
                  <a:pt x="1629294" y="283724"/>
                </a:lnTo>
                <a:lnTo>
                  <a:pt x="1674552" y="273923"/>
                </a:lnTo>
                <a:lnTo>
                  <a:pt x="1719810" y="262842"/>
                </a:lnTo>
                <a:lnTo>
                  <a:pt x="1765069" y="250602"/>
                </a:lnTo>
                <a:lnTo>
                  <a:pt x="1810327" y="237335"/>
                </a:lnTo>
                <a:lnTo>
                  <a:pt x="1855585" y="223184"/>
                </a:lnTo>
                <a:lnTo>
                  <a:pt x="1900843" y="208302"/>
                </a:lnTo>
                <a:lnTo>
                  <a:pt x="1946101" y="192850"/>
                </a:lnTo>
                <a:lnTo>
                  <a:pt x="1991360" y="176994"/>
                </a:lnTo>
                <a:lnTo>
                  <a:pt x="2036618" y="160905"/>
                </a:lnTo>
                <a:lnTo>
                  <a:pt x="2081876" y="144758"/>
                </a:lnTo>
                <a:lnTo>
                  <a:pt x="2127134" y="128725"/>
                </a:lnTo>
                <a:lnTo>
                  <a:pt x="2172392" y="112982"/>
                </a:lnTo>
                <a:lnTo>
                  <a:pt x="2217650" y="97696"/>
                </a:lnTo>
                <a:lnTo>
                  <a:pt x="2262909" y="83034"/>
                </a:lnTo>
                <a:lnTo>
                  <a:pt x="2308167" y="69154"/>
                </a:lnTo>
                <a:lnTo>
                  <a:pt x="2353425" y="56205"/>
                </a:lnTo>
                <a:lnTo>
                  <a:pt x="2398683" y="44327"/>
                </a:lnTo>
                <a:lnTo>
                  <a:pt x="2443941" y="33648"/>
                </a:lnTo>
                <a:lnTo>
                  <a:pt x="2489200" y="24284"/>
                </a:lnTo>
                <a:lnTo>
                  <a:pt x="2534458" y="16336"/>
                </a:lnTo>
                <a:lnTo>
                  <a:pt x="2579716" y="9890"/>
                </a:lnTo>
                <a:lnTo>
                  <a:pt x="2624974" y="5014"/>
                </a:lnTo>
                <a:lnTo>
                  <a:pt x="2670232" y="1763"/>
                </a:lnTo>
                <a:lnTo>
                  <a:pt x="2715490" y="170"/>
                </a:lnTo>
                <a:lnTo>
                  <a:pt x="2760749" y="253"/>
                </a:lnTo>
                <a:lnTo>
                  <a:pt x="2806007" y="2011"/>
                </a:lnTo>
                <a:lnTo>
                  <a:pt x="2851265" y="5426"/>
                </a:lnTo>
                <a:lnTo>
                  <a:pt x="2896523" y="10459"/>
                </a:lnTo>
                <a:lnTo>
                  <a:pt x="2941781" y="17058"/>
                </a:lnTo>
                <a:lnTo>
                  <a:pt x="2987040" y="25150"/>
                </a:lnTo>
                <a:lnTo>
                  <a:pt x="3032298" y="34649"/>
                </a:lnTo>
                <a:lnTo>
                  <a:pt x="3077556" y="45452"/>
                </a:lnTo>
                <a:lnTo>
                  <a:pt x="3122814" y="57442"/>
                </a:lnTo>
                <a:lnTo>
                  <a:pt x="3168072" y="70489"/>
                </a:lnTo>
                <a:lnTo>
                  <a:pt x="3213330" y="84454"/>
                </a:lnTo>
                <a:lnTo>
                  <a:pt x="3258589" y="99185"/>
                </a:lnTo>
                <a:lnTo>
                  <a:pt x="3303847" y="114523"/>
                </a:lnTo>
                <a:lnTo>
                  <a:pt x="3349105" y="130303"/>
                </a:lnTo>
                <a:lnTo>
                  <a:pt x="3394363" y="146355"/>
                </a:lnTo>
                <a:lnTo>
                  <a:pt x="3439621" y="162504"/>
                </a:lnTo>
                <a:lnTo>
                  <a:pt x="3484880" y="178578"/>
                </a:lnTo>
                <a:lnTo>
                  <a:pt x="3530138" y="194401"/>
                </a:lnTo>
                <a:lnTo>
                  <a:pt x="3575396" y="209805"/>
                </a:lnTo>
                <a:lnTo>
                  <a:pt x="3620654" y="224621"/>
                </a:lnTo>
                <a:lnTo>
                  <a:pt x="3665912" y="238691"/>
                </a:lnTo>
                <a:lnTo>
                  <a:pt x="3711170" y="251863"/>
                </a:lnTo>
                <a:lnTo>
                  <a:pt x="3756429" y="263993"/>
                </a:lnTo>
                <a:lnTo>
                  <a:pt x="3801687" y="274952"/>
                </a:lnTo>
                <a:lnTo>
                  <a:pt x="3846945" y="284622"/>
                </a:lnTo>
                <a:lnTo>
                  <a:pt x="3892203" y="292897"/>
                </a:lnTo>
                <a:lnTo>
                  <a:pt x="3937461" y="299688"/>
                </a:lnTo>
                <a:lnTo>
                  <a:pt x="3982720" y="304923"/>
                </a:lnTo>
                <a:lnTo>
                  <a:pt x="4027978" y="308544"/>
                </a:lnTo>
                <a:lnTo>
                  <a:pt x="4073236" y="310512"/>
                </a:lnTo>
                <a:lnTo>
                  <a:pt x="4118494" y="310807"/>
                </a:lnTo>
                <a:lnTo>
                  <a:pt x="4163752" y="309425"/>
                </a:lnTo>
                <a:lnTo>
                  <a:pt x="4209010" y="306381"/>
                </a:lnTo>
                <a:lnTo>
                  <a:pt x="4254269" y="301708"/>
                </a:lnTo>
                <a:lnTo>
                  <a:pt x="4299527" y="295456"/>
                </a:lnTo>
                <a:lnTo>
                  <a:pt x="4344785" y="287693"/>
                </a:lnTo>
                <a:lnTo>
                  <a:pt x="4390043" y="278503"/>
                </a:lnTo>
                <a:lnTo>
                  <a:pt x="4435301" y="267984"/>
                </a:lnTo>
                <a:lnTo>
                  <a:pt x="4480560" y="256251"/>
                </a:lnTo>
                <a:lnTo>
                  <a:pt x="4480560" y="969044"/>
                </a:lnTo>
                <a:lnTo>
                  <a:pt x="4435301" y="957311"/>
                </a:lnTo>
                <a:lnTo>
                  <a:pt x="4390043" y="946792"/>
                </a:lnTo>
                <a:lnTo>
                  <a:pt x="4344785" y="937602"/>
                </a:lnTo>
                <a:lnTo>
                  <a:pt x="4299527" y="929839"/>
                </a:lnTo>
                <a:lnTo>
                  <a:pt x="4254269" y="923587"/>
                </a:lnTo>
                <a:lnTo>
                  <a:pt x="4209010" y="918914"/>
                </a:lnTo>
                <a:lnTo>
                  <a:pt x="4163752" y="915870"/>
                </a:lnTo>
                <a:lnTo>
                  <a:pt x="4118494" y="914488"/>
                </a:lnTo>
                <a:lnTo>
                  <a:pt x="4073236" y="914783"/>
                </a:lnTo>
                <a:lnTo>
                  <a:pt x="4027978" y="916751"/>
                </a:lnTo>
                <a:lnTo>
                  <a:pt x="3982720" y="920372"/>
                </a:lnTo>
                <a:lnTo>
                  <a:pt x="3937461" y="925607"/>
                </a:lnTo>
                <a:lnTo>
                  <a:pt x="3892203" y="932398"/>
                </a:lnTo>
                <a:lnTo>
                  <a:pt x="3846945" y="940673"/>
                </a:lnTo>
                <a:lnTo>
                  <a:pt x="3801687" y="950343"/>
                </a:lnTo>
                <a:lnTo>
                  <a:pt x="3756429" y="961302"/>
                </a:lnTo>
                <a:lnTo>
                  <a:pt x="3711170" y="973432"/>
                </a:lnTo>
                <a:lnTo>
                  <a:pt x="3665912" y="986604"/>
                </a:lnTo>
                <a:lnTo>
                  <a:pt x="3620654" y="1000674"/>
                </a:lnTo>
                <a:lnTo>
                  <a:pt x="3575396" y="1015490"/>
                </a:lnTo>
                <a:lnTo>
                  <a:pt x="3530138" y="1030894"/>
                </a:lnTo>
                <a:lnTo>
                  <a:pt x="3484880" y="1046717"/>
                </a:lnTo>
                <a:lnTo>
                  <a:pt x="3439621" y="1062791"/>
                </a:lnTo>
                <a:lnTo>
                  <a:pt x="3394363" y="1078940"/>
                </a:lnTo>
                <a:lnTo>
                  <a:pt x="3349105" y="1094992"/>
                </a:lnTo>
                <a:lnTo>
                  <a:pt x="3303847" y="1110772"/>
                </a:lnTo>
                <a:lnTo>
                  <a:pt x="3258589" y="1126110"/>
                </a:lnTo>
                <a:lnTo>
                  <a:pt x="3213330" y="1140841"/>
                </a:lnTo>
                <a:lnTo>
                  <a:pt x="3168072" y="1154806"/>
                </a:lnTo>
                <a:lnTo>
                  <a:pt x="3122814" y="1167853"/>
                </a:lnTo>
                <a:lnTo>
                  <a:pt x="3077556" y="1179843"/>
                </a:lnTo>
                <a:lnTo>
                  <a:pt x="3032298" y="1190646"/>
                </a:lnTo>
                <a:lnTo>
                  <a:pt x="2987040" y="1200145"/>
                </a:lnTo>
                <a:lnTo>
                  <a:pt x="2941781" y="1208237"/>
                </a:lnTo>
                <a:lnTo>
                  <a:pt x="2896523" y="1214836"/>
                </a:lnTo>
                <a:lnTo>
                  <a:pt x="2851265" y="1219869"/>
                </a:lnTo>
                <a:lnTo>
                  <a:pt x="2806007" y="1223284"/>
                </a:lnTo>
                <a:lnTo>
                  <a:pt x="2760749" y="1225042"/>
                </a:lnTo>
                <a:lnTo>
                  <a:pt x="2715490" y="1225125"/>
                </a:lnTo>
                <a:lnTo>
                  <a:pt x="2670232" y="1223532"/>
                </a:lnTo>
                <a:lnTo>
                  <a:pt x="2624974" y="1220281"/>
                </a:lnTo>
                <a:lnTo>
                  <a:pt x="2579716" y="1215405"/>
                </a:lnTo>
                <a:lnTo>
                  <a:pt x="2534458" y="1208959"/>
                </a:lnTo>
                <a:lnTo>
                  <a:pt x="2489200" y="1201011"/>
                </a:lnTo>
                <a:lnTo>
                  <a:pt x="2443941" y="1191647"/>
                </a:lnTo>
                <a:lnTo>
                  <a:pt x="2398683" y="1180968"/>
                </a:lnTo>
                <a:lnTo>
                  <a:pt x="2353425" y="1169090"/>
                </a:lnTo>
                <a:lnTo>
                  <a:pt x="2308167" y="1156141"/>
                </a:lnTo>
                <a:lnTo>
                  <a:pt x="2262909" y="1142261"/>
                </a:lnTo>
                <a:lnTo>
                  <a:pt x="2217650" y="1127599"/>
                </a:lnTo>
                <a:lnTo>
                  <a:pt x="2172392" y="1112313"/>
                </a:lnTo>
                <a:lnTo>
                  <a:pt x="2127134" y="1096570"/>
                </a:lnTo>
                <a:lnTo>
                  <a:pt x="2081876" y="1080537"/>
                </a:lnTo>
                <a:lnTo>
                  <a:pt x="2036618" y="1064390"/>
                </a:lnTo>
                <a:lnTo>
                  <a:pt x="1991360" y="1048301"/>
                </a:lnTo>
                <a:lnTo>
                  <a:pt x="1946101" y="1032445"/>
                </a:lnTo>
                <a:lnTo>
                  <a:pt x="1900843" y="1016993"/>
                </a:lnTo>
                <a:lnTo>
                  <a:pt x="1855585" y="1002111"/>
                </a:lnTo>
                <a:lnTo>
                  <a:pt x="1810327" y="987960"/>
                </a:lnTo>
                <a:lnTo>
                  <a:pt x="1765069" y="974693"/>
                </a:lnTo>
                <a:lnTo>
                  <a:pt x="1719810" y="962453"/>
                </a:lnTo>
                <a:lnTo>
                  <a:pt x="1674552" y="951372"/>
                </a:lnTo>
                <a:lnTo>
                  <a:pt x="1629294" y="941571"/>
                </a:lnTo>
                <a:lnTo>
                  <a:pt x="1584036" y="933153"/>
                </a:lnTo>
                <a:lnTo>
                  <a:pt x="1538778" y="926211"/>
                </a:lnTo>
                <a:lnTo>
                  <a:pt x="1493520" y="920820"/>
                </a:lnTo>
                <a:lnTo>
                  <a:pt x="1448261" y="917037"/>
                </a:lnTo>
                <a:lnTo>
                  <a:pt x="1403003" y="914903"/>
                </a:lnTo>
                <a:lnTo>
                  <a:pt x="1357745" y="914442"/>
                </a:lnTo>
                <a:lnTo>
                  <a:pt x="1312487" y="915658"/>
                </a:lnTo>
                <a:lnTo>
                  <a:pt x="1267229" y="918539"/>
                </a:lnTo>
                <a:lnTo>
                  <a:pt x="1221970" y="923053"/>
                </a:lnTo>
                <a:lnTo>
                  <a:pt x="1176712" y="929151"/>
                </a:lnTo>
                <a:lnTo>
                  <a:pt x="1131454" y="936767"/>
                </a:lnTo>
                <a:lnTo>
                  <a:pt x="1086196" y="945821"/>
                </a:lnTo>
                <a:lnTo>
                  <a:pt x="1040938" y="956213"/>
                </a:lnTo>
                <a:lnTo>
                  <a:pt x="995680" y="967831"/>
                </a:lnTo>
                <a:lnTo>
                  <a:pt x="950421" y="980551"/>
                </a:lnTo>
                <a:lnTo>
                  <a:pt x="905163" y="994234"/>
                </a:lnTo>
                <a:lnTo>
                  <a:pt x="859905" y="1008734"/>
                </a:lnTo>
                <a:lnTo>
                  <a:pt x="814647" y="1023893"/>
                </a:lnTo>
                <a:lnTo>
                  <a:pt x="769389" y="1039548"/>
                </a:lnTo>
                <a:lnTo>
                  <a:pt x="724130" y="1055530"/>
                </a:lnTo>
                <a:lnTo>
                  <a:pt x="678872" y="1071667"/>
                </a:lnTo>
                <a:lnTo>
                  <a:pt x="633614" y="1087784"/>
                </a:lnTo>
                <a:lnTo>
                  <a:pt x="588356" y="1103708"/>
                </a:lnTo>
                <a:lnTo>
                  <a:pt x="543098" y="1119266"/>
                </a:lnTo>
                <a:lnTo>
                  <a:pt x="497840" y="1134291"/>
                </a:lnTo>
                <a:lnTo>
                  <a:pt x="452581" y="1148620"/>
                </a:lnTo>
                <a:lnTo>
                  <a:pt x="407323" y="1162099"/>
                </a:lnTo>
                <a:lnTo>
                  <a:pt x="362065" y="1174582"/>
                </a:lnTo>
                <a:lnTo>
                  <a:pt x="316807" y="1185934"/>
                </a:lnTo>
                <a:lnTo>
                  <a:pt x="271549" y="1196034"/>
                </a:lnTo>
                <a:lnTo>
                  <a:pt x="226290" y="1204772"/>
                </a:lnTo>
                <a:lnTo>
                  <a:pt x="181032" y="1212053"/>
                </a:lnTo>
                <a:lnTo>
                  <a:pt x="135774" y="1217799"/>
                </a:lnTo>
                <a:lnTo>
                  <a:pt x="90516" y="1221949"/>
                </a:lnTo>
                <a:lnTo>
                  <a:pt x="45258" y="1224457"/>
                </a:lnTo>
                <a:lnTo>
                  <a:pt x="0" y="1225296"/>
                </a:lnTo>
                <a:close/>
              </a:path>
            </a:pathLst>
          </a:custGeom>
          <a:solidFill>
            <a:srgbClr val="1E4A5A"/>
          </a:solidFill>
          <a:ln w="254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3-E21 line 44" descr="sci-ppt:o044"/>
          <p:cNvCxnSpPr/>
          <p:nvPr/>
        </p:nvCxnSpPr>
        <p:spPr>
          <a:xfrm>
            <a:off x="7223760" y="4892040"/>
            <a:ext cx="1367939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47" name="C3-E21 line 45" descr="sci-ppt:o045"/>
          <p:cNvCxnSpPr/>
          <p:nvPr/>
        </p:nvCxnSpPr>
        <p:spPr>
          <a:xfrm>
            <a:off x="7223760" y="4828031"/>
            <a:ext cx="0" cy="128017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48" name="C3-E21 line 46" descr="sci-ppt:o046"/>
          <p:cNvCxnSpPr/>
          <p:nvPr/>
        </p:nvCxnSpPr>
        <p:spPr>
          <a:xfrm>
            <a:off x="8591699" y="4828031"/>
            <a:ext cx="0" cy="128017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49" name="C3-E21 text 47" descr="sci-ppt:o047"/>
          <p:cNvSpPr txBox="1"/>
          <p:nvPr/>
        </p:nvSpPr>
        <p:spPr>
          <a:xfrm>
            <a:off x="6993329" y="4621530"/>
            <a:ext cx="18288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λ = 2πa₀/q</a:t>
            </a:r>
          </a:p>
        </p:txBody>
      </p:sp>
      <p:sp>
        <p:nvSpPr>
          <p:cNvPr id="50" name="C3-E21 text 48" descr="sci-ppt:o048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Surface tension destabilises a liquid cylinder for 0 &lt; q &lt; 1; the fastest mode has wavelength λₘₐₓ = 2πa₀ / 0.697.</a:t>
            </a:r>
          </a:p>
        </p:txBody>
      </p:sp>
      <p:sp>
        <p:nvSpPr>
          <p:cNvPr id="51" name="C3-E21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Linear growth rate of Eq. C3-E21 from the modified Bessel functions I₀, I₁.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C3-E22 · Finite-flight growth and regime diagnostics</a:t>
            </a:r>
          </a:p>
        </p:txBody>
      </p:sp>
      <p:cxnSp>
        <p:nvCxnSpPr>
          <p:cNvPr id="3" name="C3-E22 line 1" descr="sci-ppt:o001"/>
          <p:cNvCxnSpPr/>
          <p:nvPr/>
        </p:nvCxnSpPr>
        <p:spPr>
          <a:xfrm>
            <a:off x="914400" y="5029200"/>
            <a:ext cx="58521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2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2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2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2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22 line 6" descr="sci-ppt:o006"/>
          <p:cNvCxnSpPr/>
          <p:nvPr/>
        </p:nvCxnSpPr>
        <p:spPr>
          <a:xfrm>
            <a:off x="2377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2 line 7" descr="sci-ppt:o007"/>
          <p:cNvCxnSpPr/>
          <p:nvPr/>
        </p:nvCxnSpPr>
        <p:spPr>
          <a:xfrm>
            <a:off x="2377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2 text 8" descr="sci-ppt:o008"/>
          <p:cNvSpPr txBox="1"/>
          <p:nvPr/>
        </p:nvSpPr>
        <p:spPr>
          <a:xfrm>
            <a:off x="1920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1" name="C3-E22 line 9" descr="sci-ppt:o009"/>
          <p:cNvCxnSpPr/>
          <p:nvPr/>
        </p:nvCxnSpPr>
        <p:spPr>
          <a:xfrm>
            <a:off x="384048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2 line 10" descr="sci-ppt:o010"/>
          <p:cNvCxnSpPr/>
          <p:nvPr/>
        </p:nvCxnSpPr>
        <p:spPr>
          <a:xfrm>
            <a:off x="384048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2 text 11" descr="sci-ppt:o011"/>
          <p:cNvSpPr txBox="1"/>
          <p:nvPr/>
        </p:nvSpPr>
        <p:spPr>
          <a:xfrm>
            <a:off x="338328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4" name="C3-E22 line 12" descr="sci-ppt:o012"/>
          <p:cNvCxnSpPr/>
          <p:nvPr/>
        </p:nvCxnSpPr>
        <p:spPr>
          <a:xfrm>
            <a:off x="53035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2 line 13" descr="sci-ppt:o013"/>
          <p:cNvCxnSpPr/>
          <p:nvPr/>
        </p:nvCxnSpPr>
        <p:spPr>
          <a:xfrm>
            <a:off x="53035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2 text 14" descr="sci-ppt:o014"/>
          <p:cNvSpPr txBox="1"/>
          <p:nvPr/>
        </p:nvSpPr>
        <p:spPr>
          <a:xfrm>
            <a:off x="48463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17" name="C3-E22 line 15" descr="sci-ppt:o015"/>
          <p:cNvCxnSpPr/>
          <p:nvPr/>
        </p:nvCxnSpPr>
        <p:spPr>
          <a:xfrm>
            <a:off x="67665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2 line 16" descr="sci-ppt:o016"/>
          <p:cNvCxnSpPr/>
          <p:nvPr/>
        </p:nvCxnSpPr>
        <p:spPr>
          <a:xfrm>
            <a:off x="67665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2 text 17" descr="sci-ppt:o017"/>
          <p:cNvSpPr txBox="1"/>
          <p:nvPr/>
        </p:nvSpPr>
        <p:spPr>
          <a:xfrm>
            <a:off x="63093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0" name="C3-E22 line 18" descr="sci-ppt:o018"/>
          <p:cNvCxnSpPr/>
          <p:nvPr/>
        </p:nvCxnSpPr>
        <p:spPr>
          <a:xfrm>
            <a:off x="850392" y="4584713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2 line 19" descr="sci-ppt:o019"/>
          <p:cNvCxnSpPr/>
          <p:nvPr/>
        </p:nvCxnSpPr>
        <p:spPr>
          <a:xfrm>
            <a:off x="914400" y="4584713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22 text 20" descr="sci-ppt:o020"/>
          <p:cNvSpPr txBox="1"/>
          <p:nvPr/>
        </p:nvSpPr>
        <p:spPr>
          <a:xfrm>
            <a:off x="45720" y="4502417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23" name="C3-E22 line 21" descr="sci-ppt:o021"/>
          <p:cNvCxnSpPr/>
          <p:nvPr/>
        </p:nvCxnSpPr>
        <p:spPr>
          <a:xfrm>
            <a:off x="850392" y="31081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22 line 22" descr="sci-ppt:o022"/>
          <p:cNvCxnSpPr/>
          <p:nvPr/>
        </p:nvCxnSpPr>
        <p:spPr>
          <a:xfrm>
            <a:off x="914400" y="3108160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5" name="C3-E22 text 23" descr="sci-ppt:o023"/>
          <p:cNvSpPr txBox="1"/>
          <p:nvPr/>
        </p:nvSpPr>
        <p:spPr>
          <a:xfrm>
            <a:off x="45720" y="30258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26" name="C3-E22 line 24" descr="sci-ppt:o024"/>
          <p:cNvCxnSpPr/>
          <p:nvPr/>
        </p:nvCxnSpPr>
        <p:spPr>
          <a:xfrm>
            <a:off x="850392" y="16316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7" name="C3-E22 line 25" descr="sci-ppt:o025"/>
          <p:cNvCxnSpPr/>
          <p:nvPr/>
        </p:nvCxnSpPr>
        <p:spPr>
          <a:xfrm>
            <a:off x="914400" y="1631608"/>
            <a:ext cx="58521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8" name="C3-E22 text 26" descr="sci-ppt:o026"/>
          <p:cNvSpPr txBox="1"/>
          <p:nvPr/>
        </p:nvSpPr>
        <p:spPr>
          <a:xfrm>
            <a:off x="45720" y="15493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29" name="C3-E22 text 27" descr="sci-ppt:o027"/>
          <p:cNvSpPr txBox="1"/>
          <p:nvPr/>
        </p:nvSpPr>
        <p:spPr>
          <a:xfrm>
            <a:off x="914400" y="5312664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 (µs)</a:t>
            </a:r>
          </a:p>
        </p:txBody>
      </p:sp>
      <p:sp>
        <p:nvSpPr>
          <p:cNvPr id="30" name="C3-E22 text 28" descr="sci-ppt:o028"/>
          <p:cNvSpPr txBox="1"/>
          <p:nvPr/>
        </p:nvSpPr>
        <p:spPr>
          <a:xfrm>
            <a:off x="365760" y="1024128"/>
            <a:ext cx="58521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δ / a₀</a:t>
            </a:r>
          </a:p>
        </p:txBody>
      </p:sp>
      <p:sp>
        <p:nvSpPr>
          <p:cNvPr id="31" name="C3-E22 polygon 29" descr="sci-ppt:o029"/>
          <p:cNvSpPr/>
          <p:nvPr/>
        </p:nvSpPr>
        <p:spPr>
          <a:xfrm>
            <a:off x="914400" y="1388082"/>
            <a:ext cx="5597718" cy="3196631"/>
          </a:xfrm>
          <a:custGeom>
            <a:avLst/>
            <a:gdLst/>
            <a:ahLst/>
            <a:cxnLst/>
            <a:rect l="l" t="t" r="r" b="b"/>
            <a:pathLst>
              <a:path w="5597718" h="3196631">
                <a:moveTo>
                  <a:pt x="0" y="3196631"/>
                </a:moveTo>
                <a:lnTo>
                  <a:pt x="39144" y="3174277"/>
                </a:lnTo>
                <a:lnTo>
                  <a:pt x="78289" y="3151923"/>
                </a:lnTo>
                <a:lnTo>
                  <a:pt x="117434" y="3129569"/>
                </a:lnTo>
                <a:lnTo>
                  <a:pt x="156579" y="3107215"/>
                </a:lnTo>
                <a:lnTo>
                  <a:pt x="195724" y="3084861"/>
                </a:lnTo>
                <a:lnTo>
                  <a:pt x="234869" y="3062506"/>
                </a:lnTo>
                <a:lnTo>
                  <a:pt x="274014" y="3040152"/>
                </a:lnTo>
                <a:lnTo>
                  <a:pt x="313159" y="3017798"/>
                </a:lnTo>
                <a:lnTo>
                  <a:pt x="352303" y="2995444"/>
                </a:lnTo>
                <a:lnTo>
                  <a:pt x="391448" y="2973090"/>
                </a:lnTo>
                <a:lnTo>
                  <a:pt x="430593" y="2950736"/>
                </a:lnTo>
                <a:lnTo>
                  <a:pt x="469738" y="2928382"/>
                </a:lnTo>
                <a:lnTo>
                  <a:pt x="508883" y="2906028"/>
                </a:lnTo>
                <a:lnTo>
                  <a:pt x="548028" y="2883674"/>
                </a:lnTo>
                <a:lnTo>
                  <a:pt x="587173" y="2861320"/>
                </a:lnTo>
                <a:lnTo>
                  <a:pt x="626318" y="2838966"/>
                </a:lnTo>
                <a:lnTo>
                  <a:pt x="665463" y="2816612"/>
                </a:lnTo>
                <a:lnTo>
                  <a:pt x="704607" y="2794258"/>
                </a:lnTo>
                <a:lnTo>
                  <a:pt x="743752" y="2771904"/>
                </a:lnTo>
                <a:lnTo>
                  <a:pt x="782897" y="2749550"/>
                </a:lnTo>
                <a:lnTo>
                  <a:pt x="822042" y="2727196"/>
                </a:lnTo>
                <a:lnTo>
                  <a:pt x="861187" y="2704842"/>
                </a:lnTo>
                <a:lnTo>
                  <a:pt x="900332" y="2682487"/>
                </a:lnTo>
                <a:lnTo>
                  <a:pt x="939477" y="2660133"/>
                </a:lnTo>
                <a:lnTo>
                  <a:pt x="978622" y="2637779"/>
                </a:lnTo>
                <a:lnTo>
                  <a:pt x="1017766" y="2615425"/>
                </a:lnTo>
                <a:lnTo>
                  <a:pt x="1056911" y="2593071"/>
                </a:lnTo>
                <a:lnTo>
                  <a:pt x="1096056" y="2570717"/>
                </a:lnTo>
                <a:lnTo>
                  <a:pt x="1135201" y="2548363"/>
                </a:lnTo>
                <a:lnTo>
                  <a:pt x="1174346" y="2526009"/>
                </a:lnTo>
                <a:lnTo>
                  <a:pt x="1213491" y="2503655"/>
                </a:lnTo>
                <a:lnTo>
                  <a:pt x="1252636" y="2481301"/>
                </a:lnTo>
                <a:lnTo>
                  <a:pt x="1291781" y="2458947"/>
                </a:lnTo>
                <a:lnTo>
                  <a:pt x="1330926" y="2436593"/>
                </a:lnTo>
                <a:lnTo>
                  <a:pt x="1370070" y="2414239"/>
                </a:lnTo>
                <a:lnTo>
                  <a:pt x="1409215" y="2391885"/>
                </a:lnTo>
                <a:lnTo>
                  <a:pt x="1448360" y="2369531"/>
                </a:lnTo>
                <a:lnTo>
                  <a:pt x="1487505" y="2347177"/>
                </a:lnTo>
                <a:lnTo>
                  <a:pt x="1526650" y="2324822"/>
                </a:lnTo>
                <a:lnTo>
                  <a:pt x="1565795" y="2302468"/>
                </a:lnTo>
                <a:lnTo>
                  <a:pt x="1604940" y="2280114"/>
                </a:lnTo>
                <a:lnTo>
                  <a:pt x="1644085" y="2257760"/>
                </a:lnTo>
                <a:lnTo>
                  <a:pt x="1683229" y="2235406"/>
                </a:lnTo>
                <a:lnTo>
                  <a:pt x="1722374" y="2213052"/>
                </a:lnTo>
                <a:lnTo>
                  <a:pt x="1761519" y="2190698"/>
                </a:lnTo>
                <a:lnTo>
                  <a:pt x="1800664" y="2168344"/>
                </a:lnTo>
                <a:lnTo>
                  <a:pt x="1839809" y="2145990"/>
                </a:lnTo>
                <a:lnTo>
                  <a:pt x="1878954" y="2123636"/>
                </a:lnTo>
                <a:lnTo>
                  <a:pt x="1918099" y="2101282"/>
                </a:lnTo>
                <a:lnTo>
                  <a:pt x="1957244" y="2078928"/>
                </a:lnTo>
                <a:lnTo>
                  <a:pt x="1996389" y="2056574"/>
                </a:lnTo>
                <a:lnTo>
                  <a:pt x="2035533" y="2034220"/>
                </a:lnTo>
                <a:lnTo>
                  <a:pt x="2074678" y="2011866"/>
                </a:lnTo>
                <a:lnTo>
                  <a:pt x="2113823" y="1989512"/>
                </a:lnTo>
                <a:lnTo>
                  <a:pt x="2152968" y="1967157"/>
                </a:lnTo>
                <a:lnTo>
                  <a:pt x="2192113" y="1944803"/>
                </a:lnTo>
                <a:lnTo>
                  <a:pt x="2231258" y="1922449"/>
                </a:lnTo>
                <a:lnTo>
                  <a:pt x="2270403" y="1900095"/>
                </a:lnTo>
                <a:lnTo>
                  <a:pt x="2309548" y="1877741"/>
                </a:lnTo>
                <a:lnTo>
                  <a:pt x="2348692" y="1855387"/>
                </a:lnTo>
                <a:lnTo>
                  <a:pt x="2387837" y="1833033"/>
                </a:lnTo>
                <a:lnTo>
                  <a:pt x="2426982" y="1810679"/>
                </a:lnTo>
                <a:lnTo>
                  <a:pt x="2466127" y="1788325"/>
                </a:lnTo>
                <a:lnTo>
                  <a:pt x="2505272" y="1765971"/>
                </a:lnTo>
                <a:lnTo>
                  <a:pt x="2544417" y="1743617"/>
                </a:lnTo>
                <a:lnTo>
                  <a:pt x="2583562" y="1721263"/>
                </a:lnTo>
                <a:lnTo>
                  <a:pt x="2622707" y="1698909"/>
                </a:lnTo>
                <a:lnTo>
                  <a:pt x="2661852" y="1676555"/>
                </a:lnTo>
                <a:lnTo>
                  <a:pt x="2700996" y="1654201"/>
                </a:lnTo>
                <a:lnTo>
                  <a:pt x="2740141" y="1631847"/>
                </a:lnTo>
                <a:lnTo>
                  <a:pt x="2779286" y="1609493"/>
                </a:lnTo>
                <a:lnTo>
                  <a:pt x="2818431" y="1587138"/>
                </a:lnTo>
                <a:lnTo>
                  <a:pt x="2857576" y="1564784"/>
                </a:lnTo>
                <a:lnTo>
                  <a:pt x="2896721" y="1542430"/>
                </a:lnTo>
                <a:lnTo>
                  <a:pt x="2935866" y="1520076"/>
                </a:lnTo>
                <a:lnTo>
                  <a:pt x="2975011" y="1497722"/>
                </a:lnTo>
                <a:lnTo>
                  <a:pt x="3014155" y="1475368"/>
                </a:lnTo>
                <a:lnTo>
                  <a:pt x="3053300" y="1453014"/>
                </a:lnTo>
                <a:lnTo>
                  <a:pt x="3092445" y="1430660"/>
                </a:lnTo>
                <a:lnTo>
                  <a:pt x="3131590" y="1408306"/>
                </a:lnTo>
                <a:lnTo>
                  <a:pt x="3170735" y="1385952"/>
                </a:lnTo>
                <a:lnTo>
                  <a:pt x="3209880" y="1363598"/>
                </a:lnTo>
                <a:lnTo>
                  <a:pt x="3249025" y="1341244"/>
                </a:lnTo>
                <a:lnTo>
                  <a:pt x="3288170" y="1318890"/>
                </a:lnTo>
                <a:lnTo>
                  <a:pt x="3327315" y="1296536"/>
                </a:lnTo>
                <a:lnTo>
                  <a:pt x="3366459" y="1274182"/>
                </a:lnTo>
                <a:lnTo>
                  <a:pt x="3405604" y="1251828"/>
                </a:lnTo>
                <a:lnTo>
                  <a:pt x="3444749" y="1229473"/>
                </a:lnTo>
                <a:lnTo>
                  <a:pt x="3483894" y="1207119"/>
                </a:lnTo>
                <a:lnTo>
                  <a:pt x="3523039" y="1184765"/>
                </a:lnTo>
                <a:lnTo>
                  <a:pt x="3562184" y="1162411"/>
                </a:lnTo>
                <a:lnTo>
                  <a:pt x="3601329" y="1140057"/>
                </a:lnTo>
                <a:lnTo>
                  <a:pt x="3640474" y="1117703"/>
                </a:lnTo>
                <a:lnTo>
                  <a:pt x="3679618" y="1095349"/>
                </a:lnTo>
                <a:lnTo>
                  <a:pt x="3718763" y="1072995"/>
                </a:lnTo>
                <a:lnTo>
                  <a:pt x="3757908" y="1050641"/>
                </a:lnTo>
                <a:lnTo>
                  <a:pt x="3797053" y="1028287"/>
                </a:lnTo>
                <a:lnTo>
                  <a:pt x="3836198" y="1005933"/>
                </a:lnTo>
                <a:lnTo>
                  <a:pt x="3875343" y="983579"/>
                </a:lnTo>
                <a:lnTo>
                  <a:pt x="3914488" y="961225"/>
                </a:lnTo>
                <a:lnTo>
                  <a:pt x="3953633" y="938871"/>
                </a:lnTo>
                <a:lnTo>
                  <a:pt x="3992778" y="916517"/>
                </a:lnTo>
                <a:lnTo>
                  <a:pt x="4031922" y="894163"/>
                </a:lnTo>
                <a:lnTo>
                  <a:pt x="4071067" y="871808"/>
                </a:lnTo>
                <a:lnTo>
                  <a:pt x="4110212" y="849454"/>
                </a:lnTo>
                <a:lnTo>
                  <a:pt x="4149357" y="827100"/>
                </a:lnTo>
                <a:lnTo>
                  <a:pt x="4188502" y="804746"/>
                </a:lnTo>
                <a:lnTo>
                  <a:pt x="4227647" y="782392"/>
                </a:lnTo>
                <a:lnTo>
                  <a:pt x="4266792" y="760038"/>
                </a:lnTo>
                <a:lnTo>
                  <a:pt x="4305937" y="737684"/>
                </a:lnTo>
                <a:lnTo>
                  <a:pt x="4345082" y="715330"/>
                </a:lnTo>
                <a:lnTo>
                  <a:pt x="4384226" y="692976"/>
                </a:lnTo>
                <a:lnTo>
                  <a:pt x="4423371" y="670622"/>
                </a:lnTo>
                <a:lnTo>
                  <a:pt x="4462516" y="648268"/>
                </a:lnTo>
                <a:lnTo>
                  <a:pt x="4501661" y="625914"/>
                </a:lnTo>
                <a:lnTo>
                  <a:pt x="4540806" y="603560"/>
                </a:lnTo>
                <a:lnTo>
                  <a:pt x="4579951" y="581206"/>
                </a:lnTo>
                <a:lnTo>
                  <a:pt x="4619096" y="558852"/>
                </a:lnTo>
                <a:lnTo>
                  <a:pt x="4658241" y="536498"/>
                </a:lnTo>
                <a:lnTo>
                  <a:pt x="4697385" y="514144"/>
                </a:lnTo>
                <a:lnTo>
                  <a:pt x="4736530" y="491789"/>
                </a:lnTo>
                <a:lnTo>
                  <a:pt x="4775675" y="469435"/>
                </a:lnTo>
                <a:lnTo>
                  <a:pt x="4814820" y="447081"/>
                </a:lnTo>
                <a:lnTo>
                  <a:pt x="4853965" y="424727"/>
                </a:lnTo>
                <a:lnTo>
                  <a:pt x="4893110" y="402373"/>
                </a:lnTo>
                <a:lnTo>
                  <a:pt x="4932255" y="380019"/>
                </a:lnTo>
                <a:lnTo>
                  <a:pt x="4971400" y="357665"/>
                </a:lnTo>
                <a:lnTo>
                  <a:pt x="5010545" y="335311"/>
                </a:lnTo>
                <a:lnTo>
                  <a:pt x="5049689" y="312957"/>
                </a:lnTo>
                <a:lnTo>
                  <a:pt x="5088834" y="290603"/>
                </a:lnTo>
                <a:lnTo>
                  <a:pt x="5127979" y="268249"/>
                </a:lnTo>
                <a:lnTo>
                  <a:pt x="5167124" y="245895"/>
                </a:lnTo>
                <a:lnTo>
                  <a:pt x="5206269" y="223541"/>
                </a:lnTo>
                <a:lnTo>
                  <a:pt x="5245414" y="201187"/>
                </a:lnTo>
                <a:lnTo>
                  <a:pt x="5284559" y="178833"/>
                </a:lnTo>
                <a:lnTo>
                  <a:pt x="5323704" y="156479"/>
                </a:lnTo>
                <a:lnTo>
                  <a:pt x="5362848" y="134124"/>
                </a:lnTo>
                <a:lnTo>
                  <a:pt x="5401993" y="111770"/>
                </a:lnTo>
                <a:lnTo>
                  <a:pt x="5441138" y="89416"/>
                </a:lnTo>
                <a:lnTo>
                  <a:pt x="5480283" y="67062"/>
                </a:lnTo>
                <a:lnTo>
                  <a:pt x="5519428" y="44708"/>
                </a:lnTo>
                <a:lnTo>
                  <a:pt x="5558573" y="22354"/>
                </a:lnTo>
                <a:lnTo>
                  <a:pt x="5597718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3-E22 line 30" descr="sci-ppt:o030"/>
          <p:cNvCxnSpPr/>
          <p:nvPr/>
        </p:nvCxnSpPr>
        <p:spPr>
          <a:xfrm>
            <a:off x="1831140" y="1371600"/>
            <a:ext cx="0" cy="365760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3" name="C3-E22 ellipse 31" descr="sci-ppt:o031"/>
          <p:cNvSpPr/>
          <p:nvPr/>
        </p:nvSpPr>
        <p:spPr>
          <a:xfrm>
            <a:off x="1757988" y="3988047"/>
            <a:ext cx="146304" cy="146304"/>
          </a:xfrm>
          <a:prstGeom prst="ellipse">
            <a:avLst/>
          </a:prstGeom>
          <a:solidFill>
            <a:srgbClr val="F2B880"/>
          </a:solidFill>
          <a:ln w="127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3-E22 text 32" descr="sci-ppt:o032"/>
          <p:cNvSpPr txBox="1"/>
          <p:nvPr/>
        </p:nvSpPr>
        <p:spPr>
          <a:xfrm>
            <a:off x="1968300" y="3513213"/>
            <a:ext cx="27432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flight 3.13 µs: 1 % → 2.26 %</a:t>
            </a:r>
          </a:p>
        </p:txBody>
      </p:sp>
      <p:cxnSp>
        <p:nvCxnSpPr>
          <p:cNvPr id="35" name="C3-E22 line 33" descr="sci-ppt:o033"/>
          <p:cNvCxnSpPr/>
          <p:nvPr/>
        </p:nvCxnSpPr>
        <p:spPr>
          <a:xfrm>
            <a:off x="6085673" y="1371600"/>
            <a:ext cx="0" cy="365760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sp>
        <p:nvSpPr>
          <p:cNvPr id="36" name="C3-E22 text 34" descr="sci-ppt:o034"/>
          <p:cNvSpPr txBox="1"/>
          <p:nvPr/>
        </p:nvSpPr>
        <p:spPr>
          <a:xfrm>
            <a:off x="4348313" y="1984654"/>
            <a:ext cx="16459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δ = a₀ at 17.7 µs</a:t>
            </a:r>
          </a:p>
        </p:txBody>
      </p:sp>
      <p:sp>
        <p:nvSpPr>
          <p:cNvPr id="37" name="C3-E22 round_rect 35" descr="sci-ppt:o035"/>
          <p:cNvSpPr/>
          <p:nvPr/>
        </p:nvSpPr>
        <p:spPr>
          <a:xfrm>
            <a:off x="7040880" y="1371600"/>
            <a:ext cx="480060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22 text 36" descr="sci-ppt:o036"/>
          <p:cNvSpPr txBox="1"/>
          <p:nvPr/>
        </p:nvSpPr>
        <p:spPr>
          <a:xfrm>
            <a:off x="7150608" y="1426464"/>
            <a:ext cx="458114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Declared flight case</a:t>
            </a:r>
          </a:p>
        </p:txBody>
      </p:sp>
      <p:sp>
        <p:nvSpPr>
          <p:cNvPr id="39" name="C3-E22 text 37" descr="sci-ppt:o037"/>
          <p:cNvSpPr txBox="1"/>
          <p:nvPr/>
        </p:nvSpPr>
        <p:spPr>
          <a:xfrm>
            <a:off x="7178040" y="1828800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t_σ = √(ρa₀³/σⱼ)</a:t>
            </a:r>
          </a:p>
        </p:txBody>
      </p:sp>
      <p:sp>
        <p:nvSpPr>
          <p:cNvPr id="40" name="C3-E22 text 38" descr="sci-ppt:o038"/>
          <p:cNvSpPr txBox="1"/>
          <p:nvPr/>
        </p:nvSpPr>
        <p:spPr>
          <a:xfrm>
            <a:off x="10058400" y="1828800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1.318 µs</a:t>
            </a:r>
          </a:p>
        </p:txBody>
      </p:sp>
      <p:sp>
        <p:nvSpPr>
          <p:cNvPr id="41" name="C3-E22 text 39" descr="sci-ppt:o039"/>
          <p:cNvSpPr txBox="1"/>
          <p:nvPr/>
        </p:nvSpPr>
        <p:spPr>
          <a:xfrm>
            <a:off x="7178040" y="2286000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gₘₐₓ = 0.343339 / t_σ</a:t>
            </a:r>
          </a:p>
        </p:txBody>
      </p:sp>
      <p:sp>
        <p:nvSpPr>
          <p:cNvPr id="42" name="C3-E22 text 40" descr="sci-ppt:o040"/>
          <p:cNvSpPr txBox="1"/>
          <p:nvPr/>
        </p:nvSpPr>
        <p:spPr>
          <a:xfrm>
            <a:off x="10058400" y="2286000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0.2606 µs⁻¹</a:t>
            </a:r>
          </a:p>
        </p:txBody>
      </p:sp>
      <p:sp>
        <p:nvSpPr>
          <p:cNvPr id="43" name="C3-E22 text 41" descr="sci-ppt:o041"/>
          <p:cNvSpPr txBox="1"/>
          <p:nvPr/>
        </p:nvSpPr>
        <p:spPr>
          <a:xfrm>
            <a:off x="7178040" y="2743200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Re = ρU_jdⱼ/μ</a:t>
            </a:r>
          </a:p>
        </p:txBody>
      </p:sp>
      <p:sp>
        <p:nvSpPr>
          <p:cNvPr id="44" name="C3-E22 text 42" descr="sci-ppt:o042"/>
          <p:cNvSpPr txBox="1"/>
          <p:nvPr/>
        </p:nvSpPr>
        <p:spPr>
          <a:xfrm>
            <a:off x="10058400" y="2743200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319</a:t>
            </a:r>
          </a:p>
        </p:txBody>
      </p:sp>
      <p:sp>
        <p:nvSpPr>
          <p:cNvPr id="45" name="C3-E22 text 43" descr="sci-ppt:o043"/>
          <p:cNvSpPr txBox="1"/>
          <p:nvPr/>
        </p:nvSpPr>
        <p:spPr>
          <a:xfrm>
            <a:off x="7178040" y="3200400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We = ρUⱼ²dⱼ/σⱼ</a:t>
            </a:r>
          </a:p>
        </p:txBody>
      </p:sp>
      <p:sp>
        <p:nvSpPr>
          <p:cNvPr id="46" name="C3-E22 text 44" descr="sci-ppt:o044"/>
          <p:cNvSpPr txBox="1"/>
          <p:nvPr/>
        </p:nvSpPr>
        <p:spPr>
          <a:xfrm>
            <a:off x="10058400" y="3200400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141</a:t>
            </a:r>
          </a:p>
        </p:txBody>
      </p:sp>
      <p:sp>
        <p:nvSpPr>
          <p:cNvPr id="47" name="C3-E22 text 45" descr="sci-ppt:o045"/>
          <p:cNvSpPr txBox="1"/>
          <p:nvPr/>
        </p:nvSpPr>
        <p:spPr>
          <a:xfrm>
            <a:off x="7178040" y="3657600"/>
            <a:ext cx="2926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Oh = μ/√(ρσ_jdⱼ)</a:t>
            </a:r>
          </a:p>
        </p:txBody>
      </p:sp>
      <p:sp>
        <p:nvSpPr>
          <p:cNvPr id="48" name="C3-E22 text 46" descr="sci-ppt:o046"/>
          <p:cNvSpPr txBox="1"/>
          <p:nvPr/>
        </p:nvSpPr>
        <p:spPr>
          <a:xfrm>
            <a:off x="10058400" y="3657600"/>
            <a:ext cx="16459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0.0373</a:t>
            </a:r>
          </a:p>
        </p:txBody>
      </p:sp>
      <p:sp>
        <p:nvSpPr>
          <p:cNvPr id="49" name="C3-E22 text 47" descr="sci-ppt:o047"/>
          <p:cNvSpPr txBox="1"/>
          <p:nvPr/>
        </p:nvSpPr>
        <p:spPr>
          <a:xfrm>
            <a:off x="7178040" y="4297680"/>
            <a:ext cx="457200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Growth during the actual flight stays small, but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extrapolating to the 17.7 µs threshold leaves exact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breakup unresolved.</a:t>
            </a:r>
          </a:p>
        </p:txBody>
      </p:sp>
      <p:sp>
        <p:nvSpPr>
          <p:cNvPr id="50" name="C3-E22 text 48" descr="sci-ppt:o048"/>
          <p:cNvSpPr txBox="1"/>
          <p:nvPr/>
        </p:nvSpPr>
        <p:spPr>
          <a:xfrm>
            <a:off x="914400" y="5733288"/>
            <a:ext cx="10972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δₐᵣᵣ/a₀ = (δ₀/a₀) exp(gₘₐₓ H/Uⱼ) with H = 100 µm, Uⱼ = 31.9 m/s, a₀ = 5 µm, ρ = 1000 kg/m³, σⱼ = 0.072 N/m, μ = 1 mPa s.</a:t>
            </a:r>
          </a:p>
        </p:txBody>
      </p:sp>
      <p:sp>
        <p:nvSpPr>
          <p:cNvPr id="51" name="C3-E22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Finite-flight growth and regime numbers of Eq. C3-E22 (log vertical axis).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C3-E23 · Dynamic-pressure definition and steady momentum flux</a:t>
            </a:r>
          </a:p>
        </p:txBody>
      </p:sp>
      <p:sp>
        <p:nvSpPr>
          <p:cNvPr id="3" name="C3-E23 round_rect 1" descr="sci-ppt:o001"/>
          <p:cNvSpPr/>
          <p:nvPr/>
        </p:nvSpPr>
        <p:spPr>
          <a:xfrm>
            <a:off x="365760" y="914400"/>
            <a:ext cx="60350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23 text 2" descr="sci-ppt:o002"/>
          <p:cNvSpPr txBox="1"/>
          <p:nvPr/>
        </p:nvSpPr>
        <p:spPr>
          <a:xfrm>
            <a:off x="475488" y="969264"/>
            <a:ext cx="58155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Steady redirection of a jet</a:t>
            </a:r>
          </a:p>
        </p:txBody>
      </p:sp>
      <p:sp>
        <p:nvSpPr>
          <p:cNvPr id="5" name="C3-E23 rect 3" descr="sci-ppt:o003"/>
          <p:cNvSpPr/>
          <p:nvPr/>
        </p:nvSpPr>
        <p:spPr>
          <a:xfrm>
            <a:off x="2011680" y="1417320"/>
            <a:ext cx="914400" cy="1828800"/>
          </a:xfrm>
          <a:prstGeom prst="rect">
            <a:avLst/>
          </a:prstGeom>
          <a:solidFill>
            <a:srgbClr val="1E4A5A"/>
          </a:solidFill>
          <a:ln w="279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C3-E23 arrow 4" descr="sci-ppt:o004"/>
          <p:cNvCxnSpPr/>
          <p:nvPr/>
        </p:nvCxnSpPr>
        <p:spPr>
          <a:xfrm>
            <a:off x="2468880" y="1371600"/>
            <a:ext cx="0" cy="1783080"/>
          </a:xfrm>
          <a:prstGeom prst="line">
            <a:avLst/>
          </a:prstGeom>
          <a:ln w="4445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7" name="C3-E23 text 5" descr="sci-ppt:o005"/>
          <p:cNvSpPr txBox="1"/>
          <p:nvPr/>
        </p:nvSpPr>
        <p:spPr>
          <a:xfrm>
            <a:off x="3063240" y="2011680"/>
            <a:ext cx="31089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Uⱼ, Aⱼ</a:t>
            </a:r>
          </a:p>
        </p:txBody>
      </p:sp>
      <p:sp>
        <p:nvSpPr>
          <p:cNvPr id="8" name="C3-E23 rect 6" descr="sci-ppt:o006"/>
          <p:cNvSpPr/>
          <p:nvPr/>
        </p:nvSpPr>
        <p:spPr>
          <a:xfrm>
            <a:off x="914400" y="3291840"/>
            <a:ext cx="4754880" cy="274320"/>
          </a:xfrm>
          <a:prstGeom prst="rect">
            <a:avLst/>
          </a:prstGeom>
          <a:solidFill>
            <a:srgbClr val="3A5362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" name="C3-E23 arrow 7" descr="sci-ppt:o007"/>
          <p:cNvCxnSpPr/>
          <p:nvPr/>
        </p:nvCxnSpPr>
        <p:spPr>
          <a:xfrm flipH="1" flipV="1">
            <a:off x="274320" y="3154680"/>
            <a:ext cx="1645920" cy="9144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0" name="C3-E23 arrow 8" descr="sci-ppt:o008"/>
          <p:cNvCxnSpPr/>
          <p:nvPr/>
        </p:nvCxnSpPr>
        <p:spPr>
          <a:xfrm flipV="1">
            <a:off x="3017520" y="3154680"/>
            <a:ext cx="1645920" cy="91440"/>
          </a:xfrm>
          <a:prstGeom prst="line">
            <a:avLst/>
          </a:prstGeom>
          <a:ln w="4445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3-E23 text 9" descr="sci-ppt:o009"/>
          <p:cNvSpPr txBox="1"/>
          <p:nvPr/>
        </p:nvSpPr>
        <p:spPr>
          <a:xfrm>
            <a:off x="914400" y="3749039"/>
            <a:ext cx="5303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all axial momentum is removed; liquid leaves sideways</a:t>
            </a:r>
          </a:p>
        </p:txBody>
      </p:sp>
      <p:sp>
        <p:nvSpPr>
          <p:cNvPr id="12" name="C3-E23 text 10" descr="sci-ppt:o010"/>
          <p:cNvSpPr txBox="1"/>
          <p:nvPr/>
        </p:nvSpPr>
        <p:spPr>
          <a:xfrm>
            <a:off x="548640" y="4206240"/>
            <a:ext cx="566928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qⱼ = ½ρUⱼ²,   ṁ = ρA_jUⱼ</a:t>
            </a:r>
          </a:p>
        </p:txBody>
      </p:sp>
      <p:sp>
        <p:nvSpPr>
          <p:cNvPr id="13" name="C3-E23 text 11" descr="sci-ppt:o011"/>
          <p:cNvSpPr txBox="1"/>
          <p:nvPr/>
        </p:nvSpPr>
        <p:spPr>
          <a:xfrm>
            <a:off x="548640" y="4617720"/>
            <a:ext cx="566928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F_steady = ṁUⱼ = ρA_jUⱼ² = 2 qⱼ Aⱼ</a:t>
            </a:r>
          </a:p>
        </p:txBody>
      </p:sp>
      <p:sp>
        <p:nvSpPr>
          <p:cNvPr id="14" name="C3-E23 text 12" descr="sci-ppt:o012"/>
          <p:cNvSpPr txBox="1"/>
          <p:nvPr/>
        </p:nvSpPr>
        <p:spPr>
          <a:xfrm>
            <a:off x="548640" y="5074920"/>
            <a:ext cx="56692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Aⱼ = π(5 µm)² → F = 80 µN</a:t>
            </a:r>
          </a:p>
        </p:txBody>
      </p:sp>
      <p:sp>
        <p:nvSpPr>
          <p:cNvPr id="15" name="C3-E23 text 13" descr="sci-ppt:o013"/>
          <p:cNvSpPr txBox="1"/>
          <p:nvPr/>
        </p:nvSpPr>
        <p:spPr>
          <a:xfrm>
            <a:off x="6583680" y="960120"/>
            <a:ext cx="521208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Two very different pressure scales (MPa, log axis)</a:t>
            </a:r>
          </a:p>
        </p:txBody>
      </p:sp>
      <p:sp>
        <p:nvSpPr>
          <p:cNvPr id="16" name="C3-E23 text 14" descr="sci-ppt:o014"/>
          <p:cNvSpPr txBox="1"/>
          <p:nvPr/>
        </p:nvSpPr>
        <p:spPr>
          <a:xfrm>
            <a:off x="6583680" y="1572768"/>
            <a:ext cx="2468879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qⱼ = ½ρUⱼ²</a:t>
            </a:r>
          </a:p>
        </p:txBody>
      </p:sp>
      <p:sp>
        <p:nvSpPr>
          <p:cNvPr id="17" name="C3-E23 rect 15" descr="sci-ppt:o015"/>
          <p:cNvSpPr/>
          <p:nvPr/>
        </p:nvSpPr>
        <p:spPr>
          <a:xfrm>
            <a:off x="9144000" y="1554480"/>
            <a:ext cx="323226" cy="45720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23 text 16" descr="sci-ppt:o016"/>
          <p:cNvSpPr txBox="1"/>
          <p:nvPr/>
        </p:nvSpPr>
        <p:spPr>
          <a:xfrm>
            <a:off x="9540378" y="160020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0.509 MPa</a:t>
            </a:r>
          </a:p>
        </p:txBody>
      </p:sp>
      <p:sp>
        <p:nvSpPr>
          <p:cNvPr id="19" name="C3-E23 text 17" descr="sci-ppt:o017"/>
          <p:cNvSpPr txBox="1"/>
          <p:nvPr/>
        </p:nvSpPr>
        <p:spPr>
          <a:xfrm>
            <a:off x="6583680" y="2304288"/>
            <a:ext cx="2468879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ρ c Uⱼ (early rigid contact)</a:t>
            </a:r>
          </a:p>
        </p:txBody>
      </p:sp>
      <p:sp>
        <p:nvSpPr>
          <p:cNvPr id="20" name="C3-E23 rect 18" descr="sci-ppt:o018"/>
          <p:cNvSpPr/>
          <p:nvPr/>
        </p:nvSpPr>
        <p:spPr>
          <a:xfrm>
            <a:off x="9144000" y="2286000"/>
            <a:ext cx="1222672" cy="45720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C3-E23 text 19" descr="sci-ppt:o019"/>
          <p:cNvSpPr txBox="1"/>
          <p:nvPr/>
        </p:nvSpPr>
        <p:spPr>
          <a:xfrm>
            <a:off x="10439824" y="2331720"/>
            <a:ext cx="13716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47.2 MPa</a:t>
            </a:r>
          </a:p>
        </p:txBody>
      </p:sp>
      <p:sp>
        <p:nvSpPr>
          <p:cNvPr id="22" name="C3-E23 text 20" descr="sci-ppt:o020"/>
          <p:cNvSpPr txBox="1"/>
          <p:nvPr/>
        </p:nvSpPr>
        <p:spPr>
          <a:xfrm>
            <a:off x="6583680" y="3017520"/>
            <a:ext cx="52120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Dynamic pressure is a scale; it is not a pressure applied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over the whole surface.</a:t>
            </a:r>
          </a:p>
        </p:txBody>
      </p:sp>
      <p:sp>
        <p:nvSpPr>
          <p:cNvPr id="23" name="C3-E23 text 21" descr="sci-ppt:o021"/>
          <p:cNvSpPr txBox="1"/>
          <p:nvPr/>
        </p:nvSpPr>
        <p:spPr>
          <a:xfrm>
            <a:off x="6583680" y="3840480"/>
            <a:ext cx="5212080" cy="62674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Steady force follows from momentum flux with the same Uⱼ, ρ,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Aⱼ used elsewhere. The first nanoseconds of impact (second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bar) are about 90 times larger.</a:t>
            </a:r>
          </a:p>
        </p:txBody>
      </p:sp>
      <p:sp>
        <p:nvSpPr>
          <p:cNvPr id="24" name="C3-E23 text 22" descr="sci-ppt:o02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Eq. C3-E23 with the declared jet: Uⱼ = 31.915 m/s, dⱼ = 10 µm, ρ = 1000 kg/m³, c = 1480 m/s.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4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C3-E24 · Linear transient wave equations and impact matching</a:t>
            </a:r>
          </a:p>
        </p:txBody>
      </p:sp>
      <p:cxnSp>
        <p:nvCxnSpPr>
          <p:cNvPr id="3" name="C3-E24 line 1" descr="sci-ppt:o001"/>
          <p:cNvCxnSpPr/>
          <p:nvPr/>
        </p:nvCxnSpPr>
        <p:spPr>
          <a:xfrm>
            <a:off x="914400" y="502920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4 line 2" descr="sci-ppt:o002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4 line 3" descr="sci-ppt:o003"/>
          <p:cNvCxnSpPr/>
          <p:nvPr/>
        </p:nvCxnSpPr>
        <p:spPr>
          <a:xfrm>
            <a:off x="91440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4 line 4" descr="sci-ppt:o004"/>
          <p:cNvCxnSpPr/>
          <p:nvPr/>
        </p:nvCxnSpPr>
        <p:spPr>
          <a:xfrm>
            <a:off x="91440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4 text 5" descr="sci-ppt:o005"/>
          <p:cNvSpPr txBox="1"/>
          <p:nvPr/>
        </p:nvSpPr>
        <p:spPr>
          <a:xfrm>
            <a:off x="45720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8" name="C3-E24 line 6" descr="sci-ppt:o006"/>
          <p:cNvCxnSpPr/>
          <p:nvPr/>
        </p:nvCxnSpPr>
        <p:spPr>
          <a:xfrm>
            <a:off x="242316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4 line 7" descr="sci-ppt:o007"/>
          <p:cNvCxnSpPr/>
          <p:nvPr/>
        </p:nvCxnSpPr>
        <p:spPr>
          <a:xfrm>
            <a:off x="242316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4 text 8" descr="sci-ppt:o008"/>
          <p:cNvSpPr txBox="1"/>
          <p:nvPr/>
        </p:nvSpPr>
        <p:spPr>
          <a:xfrm>
            <a:off x="196596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0.1</a:t>
            </a:r>
          </a:p>
        </p:txBody>
      </p:sp>
      <p:cxnSp>
        <p:nvCxnSpPr>
          <p:cNvPr id="11" name="C3-E24 line 9" descr="sci-ppt:o009"/>
          <p:cNvCxnSpPr/>
          <p:nvPr/>
        </p:nvCxnSpPr>
        <p:spPr>
          <a:xfrm>
            <a:off x="393192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4 line 10" descr="sci-ppt:o010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4 text 11" descr="sci-ppt:o011"/>
          <p:cNvSpPr txBox="1"/>
          <p:nvPr/>
        </p:nvSpPr>
        <p:spPr>
          <a:xfrm>
            <a:off x="347472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4" name="C3-E24 line 12" descr="sci-ppt:o012"/>
          <p:cNvCxnSpPr/>
          <p:nvPr/>
        </p:nvCxnSpPr>
        <p:spPr>
          <a:xfrm>
            <a:off x="5440679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4 line 13" descr="sci-ppt:o013"/>
          <p:cNvCxnSpPr/>
          <p:nvPr/>
        </p:nvCxnSpPr>
        <p:spPr>
          <a:xfrm>
            <a:off x="5440679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4 text 14" descr="sci-ppt:o014"/>
          <p:cNvSpPr txBox="1"/>
          <p:nvPr/>
        </p:nvSpPr>
        <p:spPr>
          <a:xfrm>
            <a:off x="4983479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7" name="C3-E24 line 15" descr="sci-ppt:o015"/>
          <p:cNvCxnSpPr/>
          <p:nvPr/>
        </p:nvCxnSpPr>
        <p:spPr>
          <a:xfrm>
            <a:off x="6949440" y="502920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4 line 16" descr="sci-ppt:o016"/>
          <p:cNvCxnSpPr/>
          <p:nvPr/>
        </p:nvCxnSpPr>
        <p:spPr>
          <a:xfrm>
            <a:off x="6949440" y="1371600"/>
            <a:ext cx="0" cy="36576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4 text 17" descr="sci-ppt:o017"/>
          <p:cNvSpPr txBox="1"/>
          <p:nvPr/>
        </p:nvSpPr>
        <p:spPr>
          <a:xfrm>
            <a:off x="6492240" y="511149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20" name="C3-E24 line 18" descr="sci-ppt:o018"/>
          <p:cNvCxnSpPr/>
          <p:nvPr/>
        </p:nvCxnSpPr>
        <p:spPr>
          <a:xfrm>
            <a:off x="850392" y="50292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4 line 19" descr="sci-ppt:o019"/>
          <p:cNvCxnSpPr/>
          <p:nvPr/>
        </p:nvCxnSpPr>
        <p:spPr>
          <a:xfrm>
            <a:off x="850392" y="4158342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4 line 20" descr="sci-ppt:o020"/>
          <p:cNvCxnSpPr/>
          <p:nvPr/>
        </p:nvCxnSpPr>
        <p:spPr>
          <a:xfrm>
            <a:off x="914400" y="4158342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4 text 21" descr="sci-ppt:o021"/>
          <p:cNvSpPr txBox="1"/>
          <p:nvPr/>
        </p:nvSpPr>
        <p:spPr>
          <a:xfrm>
            <a:off x="45720" y="4076046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0.25</a:t>
            </a:r>
          </a:p>
        </p:txBody>
      </p:sp>
      <p:cxnSp>
        <p:nvCxnSpPr>
          <p:cNvPr id="24" name="C3-E24 line 22" descr="sci-ppt:o022"/>
          <p:cNvCxnSpPr/>
          <p:nvPr/>
        </p:nvCxnSpPr>
        <p:spPr>
          <a:xfrm>
            <a:off x="850392" y="328748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4 line 23" descr="sci-ppt:o023"/>
          <p:cNvCxnSpPr/>
          <p:nvPr/>
        </p:nvCxnSpPr>
        <p:spPr>
          <a:xfrm>
            <a:off x="914400" y="3287485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4 text 24" descr="sci-ppt:o024"/>
          <p:cNvSpPr txBox="1"/>
          <p:nvPr/>
        </p:nvSpPr>
        <p:spPr>
          <a:xfrm>
            <a:off x="45720" y="320518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0.50</a:t>
            </a:r>
          </a:p>
        </p:txBody>
      </p:sp>
      <p:cxnSp>
        <p:nvCxnSpPr>
          <p:cNvPr id="27" name="C3-E24 line 25" descr="sci-ppt:o025"/>
          <p:cNvCxnSpPr/>
          <p:nvPr/>
        </p:nvCxnSpPr>
        <p:spPr>
          <a:xfrm>
            <a:off x="850392" y="241662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24 line 26" descr="sci-ppt:o026"/>
          <p:cNvCxnSpPr/>
          <p:nvPr/>
        </p:nvCxnSpPr>
        <p:spPr>
          <a:xfrm>
            <a:off x="914400" y="2416628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24 text 27" descr="sci-ppt:o027"/>
          <p:cNvSpPr txBox="1"/>
          <p:nvPr/>
        </p:nvSpPr>
        <p:spPr>
          <a:xfrm>
            <a:off x="45720" y="233433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0.75</a:t>
            </a:r>
          </a:p>
        </p:txBody>
      </p:sp>
      <p:cxnSp>
        <p:nvCxnSpPr>
          <p:cNvPr id="30" name="C3-E24 line 28" descr="sci-ppt:o028"/>
          <p:cNvCxnSpPr/>
          <p:nvPr/>
        </p:nvCxnSpPr>
        <p:spPr>
          <a:xfrm>
            <a:off x="850392" y="154577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24 line 29" descr="sci-ppt:o029"/>
          <p:cNvCxnSpPr/>
          <p:nvPr/>
        </p:nvCxnSpPr>
        <p:spPr>
          <a:xfrm>
            <a:off x="914400" y="1545771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24 text 30" descr="sci-ppt:o030"/>
          <p:cNvSpPr txBox="1"/>
          <p:nvPr/>
        </p:nvSpPr>
        <p:spPr>
          <a:xfrm>
            <a:off x="45720" y="146347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1.00</a:t>
            </a:r>
          </a:p>
        </p:txBody>
      </p:sp>
      <p:sp>
        <p:nvSpPr>
          <p:cNvPr id="33" name="C3-E24 text 31" descr="sci-ppt:o031"/>
          <p:cNvSpPr txBox="1"/>
          <p:nvPr/>
        </p:nvSpPr>
        <p:spPr>
          <a:xfrm>
            <a:off x="914400" y="531266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receiver impedance ratio Zᵣ / Zₗ</a:t>
            </a:r>
          </a:p>
        </p:txBody>
      </p:sp>
      <p:sp>
        <p:nvSpPr>
          <p:cNvPr id="34" name="C3-E24 text 32" descr="sci-ppt:o032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fraction of ρ c Uⱼ  or  of Uⱼ</a:t>
            </a:r>
          </a:p>
        </p:txBody>
      </p:sp>
      <p:sp>
        <p:nvSpPr>
          <p:cNvPr id="35" name="C3-E24 polygon 33" descr="sci-ppt:o033"/>
          <p:cNvSpPr/>
          <p:nvPr/>
        </p:nvSpPr>
        <p:spPr>
          <a:xfrm>
            <a:off x="914400" y="1580260"/>
            <a:ext cx="6035040" cy="3414450"/>
          </a:xfrm>
          <a:custGeom>
            <a:avLst/>
            <a:gdLst/>
            <a:ahLst/>
            <a:cxnLst/>
            <a:rect l="l" t="t" r="r" b="b"/>
            <a:pathLst>
              <a:path w="6035040" h="3414450">
                <a:moveTo>
                  <a:pt x="0" y="3414450"/>
                </a:moveTo>
                <a:lnTo>
                  <a:pt x="30326" y="3412833"/>
                </a:lnTo>
                <a:lnTo>
                  <a:pt x="60653" y="3411141"/>
                </a:lnTo>
                <a:lnTo>
                  <a:pt x="90980" y="3409371"/>
                </a:lnTo>
                <a:lnTo>
                  <a:pt x="121307" y="3407519"/>
                </a:lnTo>
                <a:lnTo>
                  <a:pt x="151634" y="3405581"/>
                </a:lnTo>
                <a:lnTo>
                  <a:pt x="181961" y="3403554"/>
                </a:lnTo>
                <a:lnTo>
                  <a:pt x="212287" y="3401434"/>
                </a:lnTo>
                <a:lnTo>
                  <a:pt x="242614" y="3399215"/>
                </a:lnTo>
                <a:lnTo>
                  <a:pt x="272941" y="3396895"/>
                </a:lnTo>
                <a:lnTo>
                  <a:pt x="303268" y="3394468"/>
                </a:lnTo>
                <a:lnTo>
                  <a:pt x="333595" y="3391930"/>
                </a:lnTo>
                <a:lnTo>
                  <a:pt x="363922" y="3389276"/>
                </a:lnTo>
                <a:lnTo>
                  <a:pt x="394248" y="3386500"/>
                </a:lnTo>
                <a:lnTo>
                  <a:pt x="424575" y="3383598"/>
                </a:lnTo>
                <a:lnTo>
                  <a:pt x="454902" y="3380563"/>
                </a:lnTo>
                <a:lnTo>
                  <a:pt x="485229" y="3377391"/>
                </a:lnTo>
                <a:lnTo>
                  <a:pt x="515556" y="3374074"/>
                </a:lnTo>
                <a:lnTo>
                  <a:pt x="545883" y="3370608"/>
                </a:lnTo>
                <a:lnTo>
                  <a:pt x="576209" y="3366984"/>
                </a:lnTo>
                <a:lnTo>
                  <a:pt x="606536" y="3363198"/>
                </a:lnTo>
                <a:lnTo>
                  <a:pt x="636863" y="3359240"/>
                </a:lnTo>
                <a:lnTo>
                  <a:pt x="667190" y="3355106"/>
                </a:lnTo>
                <a:lnTo>
                  <a:pt x="697517" y="3350786"/>
                </a:lnTo>
                <a:lnTo>
                  <a:pt x="727844" y="3346273"/>
                </a:lnTo>
                <a:lnTo>
                  <a:pt x="758170" y="3341560"/>
                </a:lnTo>
                <a:lnTo>
                  <a:pt x="788497" y="3336637"/>
                </a:lnTo>
                <a:lnTo>
                  <a:pt x="818824" y="3331497"/>
                </a:lnTo>
                <a:lnTo>
                  <a:pt x="849151" y="3326130"/>
                </a:lnTo>
                <a:lnTo>
                  <a:pt x="879478" y="3320526"/>
                </a:lnTo>
                <a:lnTo>
                  <a:pt x="909805" y="3314678"/>
                </a:lnTo>
                <a:lnTo>
                  <a:pt x="940131" y="3308574"/>
                </a:lnTo>
                <a:lnTo>
                  <a:pt x="970458" y="3302205"/>
                </a:lnTo>
                <a:lnTo>
                  <a:pt x="1000785" y="3295560"/>
                </a:lnTo>
                <a:lnTo>
                  <a:pt x="1031112" y="3288629"/>
                </a:lnTo>
                <a:lnTo>
                  <a:pt x="1061439" y="3281400"/>
                </a:lnTo>
                <a:lnTo>
                  <a:pt x="1091766" y="3273862"/>
                </a:lnTo>
                <a:lnTo>
                  <a:pt x="1122092" y="3266004"/>
                </a:lnTo>
                <a:lnTo>
                  <a:pt x="1152419" y="3257814"/>
                </a:lnTo>
                <a:lnTo>
                  <a:pt x="1182746" y="3249279"/>
                </a:lnTo>
                <a:lnTo>
                  <a:pt x="1213073" y="3240387"/>
                </a:lnTo>
                <a:lnTo>
                  <a:pt x="1243400" y="3231126"/>
                </a:lnTo>
                <a:lnTo>
                  <a:pt x="1273727" y="3221481"/>
                </a:lnTo>
                <a:lnTo>
                  <a:pt x="1304053" y="3211441"/>
                </a:lnTo>
                <a:lnTo>
                  <a:pt x="1334380" y="3200991"/>
                </a:lnTo>
                <a:lnTo>
                  <a:pt x="1364707" y="3190119"/>
                </a:lnTo>
                <a:lnTo>
                  <a:pt x="1395034" y="3178809"/>
                </a:lnTo>
                <a:lnTo>
                  <a:pt x="1425361" y="3167048"/>
                </a:lnTo>
                <a:lnTo>
                  <a:pt x="1455688" y="3154822"/>
                </a:lnTo>
                <a:lnTo>
                  <a:pt x="1486014" y="3142116"/>
                </a:lnTo>
                <a:lnTo>
                  <a:pt x="1516341" y="3128917"/>
                </a:lnTo>
                <a:lnTo>
                  <a:pt x="1546668" y="3115210"/>
                </a:lnTo>
                <a:lnTo>
                  <a:pt x="1576995" y="3100980"/>
                </a:lnTo>
                <a:lnTo>
                  <a:pt x="1607322" y="3086213"/>
                </a:lnTo>
                <a:lnTo>
                  <a:pt x="1637649" y="3070895"/>
                </a:lnTo>
                <a:lnTo>
                  <a:pt x="1667975" y="3055012"/>
                </a:lnTo>
                <a:lnTo>
                  <a:pt x="1698302" y="3038550"/>
                </a:lnTo>
                <a:lnTo>
                  <a:pt x="1728629" y="3021495"/>
                </a:lnTo>
                <a:lnTo>
                  <a:pt x="1758956" y="3003834"/>
                </a:lnTo>
                <a:lnTo>
                  <a:pt x="1789283" y="2985554"/>
                </a:lnTo>
                <a:lnTo>
                  <a:pt x="1819610" y="2966642"/>
                </a:lnTo>
                <a:lnTo>
                  <a:pt x="1849936" y="2947087"/>
                </a:lnTo>
                <a:lnTo>
                  <a:pt x="1880263" y="2926876"/>
                </a:lnTo>
                <a:lnTo>
                  <a:pt x="1910590" y="2906000"/>
                </a:lnTo>
                <a:lnTo>
                  <a:pt x="1940917" y="2884449"/>
                </a:lnTo>
                <a:lnTo>
                  <a:pt x="1971244" y="2862212"/>
                </a:lnTo>
                <a:lnTo>
                  <a:pt x="2001571" y="2839283"/>
                </a:lnTo>
                <a:lnTo>
                  <a:pt x="2031897" y="2815653"/>
                </a:lnTo>
                <a:lnTo>
                  <a:pt x="2062224" y="2791317"/>
                </a:lnTo>
                <a:lnTo>
                  <a:pt x="2092551" y="2766270"/>
                </a:lnTo>
                <a:lnTo>
                  <a:pt x="2122878" y="2740508"/>
                </a:lnTo>
                <a:lnTo>
                  <a:pt x="2153205" y="2714029"/>
                </a:lnTo>
                <a:lnTo>
                  <a:pt x="2183532" y="2686832"/>
                </a:lnTo>
                <a:lnTo>
                  <a:pt x="2213858" y="2658918"/>
                </a:lnTo>
                <a:lnTo>
                  <a:pt x="2244185" y="2630289"/>
                </a:lnTo>
                <a:lnTo>
                  <a:pt x="2274512" y="2600950"/>
                </a:lnTo>
                <a:lnTo>
                  <a:pt x="2304839" y="2570905"/>
                </a:lnTo>
                <a:lnTo>
                  <a:pt x="2335166" y="2540163"/>
                </a:lnTo>
                <a:lnTo>
                  <a:pt x="2365493" y="2508733"/>
                </a:lnTo>
                <a:lnTo>
                  <a:pt x="2395819" y="2476626"/>
                </a:lnTo>
                <a:lnTo>
                  <a:pt x="2426146" y="2443856"/>
                </a:lnTo>
                <a:lnTo>
                  <a:pt x="2456473" y="2410439"/>
                </a:lnTo>
                <a:lnTo>
                  <a:pt x="2486800" y="2376391"/>
                </a:lnTo>
                <a:lnTo>
                  <a:pt x="2517127" y="2341733"/>
                </a:lnTo>
                <a:lnTo>
                  <a:pt x="2547454" y="2306485"/>
                </a:lnTo>
                <a:lnTo>
                  <a:pt x="2577780" y="2270672"/>
                </a:lnTo>
                <a:lnTo>
                  <a:pt x="2608107" y="2234318"/>
                </a:lnTo>
                <a:lnTo>
                  <a:pt x="2638434" y="2197452"/>
                </a:lnTo>
                <a:lnTo>
                  <a:pt x="2668761" y="2160103"/>
                </a:lnTo>
                <a:lnTo>
                  <a:pt x="2699088" y="2122301"/>
                </a:lnTo>
                <a:lnTo>
                  <a:pt x="2729415" y="2084080"/>
                </a:lnTo>
                <a:lnTo>
                  <a:pt x="2759741" y="2045475"/>
                </a:lnTo>
                <a:lnTo>
                  <a:pt x="2790068" y="2006521"/>
                </a:lnTo>
                <a:lnTo>
                  <a:pt x="2820395" y="1967256"/>
                </a:lnTo>
                <a:lnTo>
                  <a:pt x="2850722" y="1927719"/>
                </a:lnTo>
                <a:lnTo>
                  <a:pt x="2881049" y="1887949"/>
                </a:lnTo>
                <a:lnTo>
                  <a:pt x="2911376" y="1847988"/>
                </a:lnTo>
                <a:lnTo>
                  <a:pt x="2941702" y="1807878"/>
                </a:lnTo>
                <a:lnTo>
                  <a:pt x="2972029" y="1767660"/>
                </a:lnTo>
                <a:lnTo>
                  <a:pt x="3002356" y="1727377"/>
                </a:lnTo>
                <a:lnTo>
                  <a:pt x="3032683" y="1687073"/>
                </a:lnTo>
                <a:lnTo>
                  <a:pt x="3063010" y="1646791"/>
                </a:lnTo>
                <a:lnTo>
                  <a:pt x="3093337" y="1606573"/>
                </a:lnTo>
                <a:lnTo>
                  <a:pt x="3123663" y="1566462"/>
                </a:lnTo>
                <a:lnTo>
                  <a:pt x="3153990" y="1526501"/>
                </a:lnTo>
                <a:lnTo>
                  <a:pt x="3184317" y="1486732"/>
                </a:lnTo>
                <a:lnTo>
                  <a:pt x="3214644" y="1447195"/>
                </a:lnTo>
                <a:lnTo>
                  <a:pt x="3244971" y="1407930"/>
                </a:lnTo>
                <a:lnTo>
                  <a:pt x="3275298" y="1368976"/>
                </a:lnTo>
                <a:lnTo>
                  <a:pt x="3305624" y="1330370"/>
                </a:lnTo>
                <a:lnTo>
                  <a:pt x="3335951" y="1292149"/>
                </a:lnTo>
                <a:lnTo>
                  <a:pt x="3366278" y="1254348"/>
                </a:lnTo>
                <a:lnTo>
                  <a:pt x="3396605" y="1216998"/>
                </a:lnTo>
                <a:lnTo>
                  <a:pt x="3426932" y="1180132"/>
                </a:lnTo>
                <a:lnTo>
                  <a:pt x="3457259" y="1143779"/>
                </a:lnTo>
                <a:lnTo>
                  <a:pt x="3487585" y="1107965"/>
                </a:lnTo>
                <a:lnTo>
                  <a:pt x="3517912" y="1072718"/>
                </a:lnTo>
                <a:lnTo>
                  <a:pt x="3548239" y="1038059"/>
                </a:lnTo>
                <a:lnTo>
                  <a:pt x="3578566" y="1004012"/>
                </a:lnTo>
                <a:lnTo>
                  <a:pt x="3608893" y="970594"/>
                </a:lnTo>
                <a:lnTo>
                  <a:pt x="3639220" y="937824"/>
                </a:lnTo>
                <a:lnTo>
                  <a:pt x="3669546" y="905718"/>
                </a:lnTo>
                <a:lnTo>
                  <a:pt x="3699873" y="874288"/>
                </a:lnTo>
                <a:lnTo>
                  <a:pt x="3730200" y="843545"/>
                </a:lnTo>
                <a:lnTo>
                  <a:pt x="3760527" y="813501"/>
                </a:lnTo>
                <a:lnTo>
                  <a:pt x="3790854" y="784161"/>
                </a:lnTo>
                <a:lnTo>
                  <a:pt x="3821181" y="755532"/>
                </a:lnTo>
                <a:lnTo>
                  <a:pt x="3851507" y="727618"/>
                </a:lnTo>
                <a:lnTo>
                  <a:pt x="3881834" y="700421"/>
                </a:lnTo>
                <a:lnTo>
                  <a:pt x="3912161" y="673942"/>
                </a:lnTo>
                <a:lnTo>
                  <a:pt x="3942488" y="648180"/>
                </a:lnTo>
                <a:lnTo>
                  <a:pt x="3972815" y="623133"/>
                </a:lnTo>
                <a:lnTo>
                  <a:pt x="4003142" y="598797"/>
                </a:lnTo>
                <a:lnTo>
                  <a:pt x="4033468" y="575168"/>
                </a:lnTo>
                <a:lnTo>
                  <a:pt x="4063795" y="552238"/>
                </a:lnTo>
                <a:lnTo>
                  <a:pt x="4094122" y="530002"/>
                </a:lnTo>
                <a:lnTo>
                  <a:pt x="4124449" y="508450"/>
                </a:lnTo>
                <a:lnTo>
                  <a:pt x="4154776" y="487574"/>
                </a:lnTo>
                <a:lnTo>
                  <a:pt x="4185103" y="467364"/>
                </a:lnTo>
                <a:lnTo>
                  <a:pt x="4215429" y="447809"/>
                </a:lnTo>
                <a:lnTo>
                  <a:pt x="4245756" y="428897"/>
                </a:lnTo>
                <a:lnTo>
                  <a:pt x="4276083" y="410617"/>
                </a:lnTo>
                <a:lnTo>
                  <a:pt x="4306410" y="392955"/>
                </a:lnTo>
                <a:lnTo>
                  <a:pt x="4336737" y="375900"/>
                </a:lnTo>
                <a:lnTo>
                  <a:pt x="4367064" y="359438"/>
                </a:lnTo>
                <a:lnTo>
                  <a:pt x="4397390" y="343555"/>
                </a:lnTo>
                <a:lnTo>
                  <a:pt x="4427717" y="328237"/>
                </a:lnTo>
                <a:lnTo>
                  <a:pt x="4458044" y="313470"/>
                </a:lnTo>
                <a:lnTo>
                  <a:pt x="4488371" y="299240"/>
                </a:lnTo>
                <a:lnTo>
                  <a:pt x="4518698" y="285533"/>
                </a:lnTo>
                <a:lnTo>
                  <a:pt x="4549025" y="272334"/>
                </a:lnTo>
                <a:lnTo>
                  <a:pt x="4579351" y="259629"/>
                </a:lnTo>
                <a:lnTo>
                  <a:pt x="4609678" y="247403"/>
                </a:lnTo>
                <a:lnTo>
                  <a:pt x="4640005" y="235642"/>
                </a:lnTo>
                <a:lnTo>
                  <a:pt x="4670332" y="224332"/>
                </a:lnTo>
                <a:lnTo>
                  <a:pt x="4700659" y="213459"/>
                </a:lnTo>
                <a:lnTo>
                  <a:pt x="4730986" y="203009"/>
                </a:lnTo>
                <a:lnTo>
                  <a:pt x="4761312" y="192969"/>
                </a:lnTo>
                <a:lnTo>
                  <a:pt x="4791639" y="183325"/>
                </a:lnTo>
                <a:lnTo>
                  <a:pt x="4821966" y="174063"/>
                </a:lnTo>
                <a:lnTo>
                  <a:pt x="4852293" y="165171"/>
                </a:lnTo>
                <a:lnTo>
                  <a:pt x="4882620" y="156637"/>
                </a:lnTo>
                <a:lnTo>
                  <a:pt x="4912947" y="148446"/>
                </a:lnTo>
                <a:lnTo>
                  <a:pt x="4943273" y="140588"/>
                </a:lnTo>
                <a:lnTo>
                  <a:pt x="4973600" y="133051"/>
                </a:lnTo>
                <a:lnTo>
                  <a:pt x="5003927" y="125822"/>
                </a:lnTo>
                <a:lnTo>
                  <a:pt x="5034254" y="118890"/>
                </a:lnTo>
                <a:lnTo>
                  <a:pt x="5064581" y="112246"/>
                </a:lnTo>
                <a:lnTo>
                  <a:pt x="5094908" y="105876"/>
                </a:lnTo>
                <a:lnTo>
                  <a:pt x="5125234" y="99773"/>
                </a:lnTo>
                <a:lnTo>
                  <a:pt x="5155561" y="93924"/>
                </a:lnTo>
                <a:lnTo>
                  <a:pt x="5185888" y="88321"/>
                </a:lnTo>
                <a:lnTo>
                  <a:pt x="5216215" y="82954"/>
                </a:lnTo>
                <a:lnTo>
                  <a:pt x="5246542" y="77813"/>
                </a:lnTo>
                <a:lnTo>
                  <a:pt x="5276869" y="72890"/>
                </a:lnTo>
                <a:lnTo>
                  <a:pt x="5307195" y="68177"/>
                </a:lnTo>
                <a:lnTo>
                  <a:pt x="5337522" y="63664"/>
                </a:lnTo>
                <a:lnTo>
                  <a:pt x="5367849" y="59345"/>
                </a:lnTo>
                <a:lnTo>
                  <a:pt x="5398176" y="55210"/>
                </a:lnTo>
                <a:lnTo>
                  <a:pt x="5428503" y="51253"/>
                </a:lnTo>
                <a:lnTo>
                  <a:pt x="5458830" y="47466"/>
                </a:lnTo>
                <a:lnTo>
                  <a:pt x="5489156" y="43843"/>
                </a:lnTo>
                <a:lnTo>
                  <a:pt x="5519483" y="40376"/>
                </a:lnTo>
                <a:lnTo>
                  <a:pt x="5549810" y="37060"/>
                </a:lnTo>
                <a:lnTo>
                  <a:pt x="5580137" y="33887"/>
                </a:lnTo>
                <a:lnTo>
                  <a:pt x="5610464" y="30853"/>
                </a:lnTo>
                <a:lnTo>
                  <a:pt x="5640791" y="27950"/>
                </a:lnTo>
                <a:lnTo>
                  <a:pt x="5671117" y="25175"/>
                </a:lnTo>
                <a:lnTo>
                  <a:pt x="5701444" y="22520"/>
                </a:lnTo>
                <a:lnTo>
                  <a:pt x="5731771" y="19982"/>
                </a:lnTo>
                <a:lnTo>
                  <a:pt x="5762098" y="17555"/>
                </a:lnTo>
                <a:lnTo>
                  <a:pt x="5792425" y="15235"/>
                </a:lnTo>
                <a:lnTo>
                  <a:pt x="5822752" y="13017"/>
                </a:lnTo>
                <a:lnTo>
                  <a:pt x="5853078" y="10896"/>
                </a:lnTo>
                <a:lnTo>
                  <a:pt x="5883405" y="8869"/>
                </a:lnTo>
                <a:lnTo>
                  <a:pt x="5913732" y="6931"/>
                </a:lnTo>
                <a:lnTo>
                  <a:pt x="5944059" y="5079"/>
                </a:lnTo>
                <a:lnTo>
                  <a:pt x="5974386" y="3309"/>
                </a:lnTo>
                <a:lnTo>
                  <a:pt x="6004713" y="1617"/>
                </a:lnTo>
                <a:lnTo>
                  <a:pt x="603504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24 polygon 34" descr="sci-ppt:o034"/>
          <p:cNvSpPr/>
          <p:nvPr/>
        </p:nvSpPr>
        <p:spPr>
          <a:xfrm>
            <a:off x="914400" y="1580260"/>
            <a:ext cx="6035040" cy="3414450"/>
          </a:xfrm>
          <a:custGeom>
            <a:avLst/>
            <a:gdLst/>
            <a:ahLst/>
            <a:cxnLst/>
            <a:rect l="l" t="t" r="r" b="b"/>
            <a:pathLst>
              <a:path w="6035040" h="3414450">
                <a:moveTo>
                  <a:pt x="0" y="0"/>
                </a:moveTo>
                <a:lnTo>
                  <a:pt x="30326" y="1617"/>
                </a:lnTo>
                <a:lnTo>
                  <a:pt x="60653" y="3309"/>
                </a:lnTo>
                <a:lnTo>
                  <a:pt x="90980" y="5079"/>
                </a:lnTo>
                <a:lnTo>
                  <a:pt x="121307" y="6931"/>
                </a:lnTo>
                <a:lnTo>
                  <a:pt x="151634" y="8869"/>
                </a:lnTo>
                <a:lnTo>
                  <a:pt x="181961" y="10896"/>
                </a:lnTo>
                <a:lnTo>
                  <a:pt x="212287" y="13017"/>
                </a:lnTo>
                <a:lnTo>
                  <a:pt x="242614" y="15235"/>
                </a:lnTo>
                <a:lnTo>
                  <a:pt x="272941" y="17555"/>
                </a:lnTo>
                <a:lnTo>
                  <a:pt x="303268" y="19982"/>
                </a:lnTo>
                <a:lnTo>
                  <a:pt x="333595" y="22520"/>
                </a:lnTo>
                <a:lnTo>
                  <a:pt x="363922" y="25175"/>
                </a:lnTo>
                <a:lnTo>
                  <a:pt x="394248" y="27950"/>
                </a:lnTo>
                <a:lnTo>
                  <a:pt x="424575" y="30853"/>
                </a:lnTo>
                <a:lnTo>
                  <a:pt x="454902" y="33887"/>
                </a:lnTo>
                <a:lnTo>
                  <a:pt x="485229" y="37060"/>
                </a:lnTo>
                <a:lnTo>
                  <a:pt x="515556" y="40376"/>
                </a:lnTo>
                <a:lnTo>
                  <a:pt x="545883" y="43843"/>
                </a:lnTo>
                <a:lnTo>
                  <a:pt x="576209" y="47466"/>
                </a:lnTo>
                <a:lnTo>
                  <a:pt x="606536" y="51253"/>
                </a:lnTo>
                <a:lnTo>
                  <a:pt x="636863" y="55210"/>
                </a:lnTo>
                <a:lnTo>
                  <a:pt x="667190" y="59345"/>
                </a:lnTo>
                <a:lnTo>
                  <a:pt x="697517" y="63664"/>
                </a:lnTo>
                <a:lnTo>
                  <a:pt x="727844" y="68177"/>
                </a:lnTo>
                <a:lnTo>
                  <a:pt x="758170" y="72890"/>
                </a:lnTo>
                <a:lnTo>
                  <a:pt x="788497" y="77813"/>
                </a:lnTo>
                <a:lnTo>
                  <a:pt x="818824" y="82954"/>
                </a:lnTo>
                <a:lnTo>
                  <a:pt x="849151" y="88321"/>
                </a:lnTo>
                <a:lnTo>
                  <a:pt x="879478" y="93924"/>
                </a:lnTo>
                <a:lnTo>
                  <a:pt x="909805" y="99773"/>
                </a:lnTo>
                <a:lnTo>
                  <a:pt x="940131" y="105876"/>
                </a:lnTo>
                <a:lnTo>
                  <a:pt x="970458" y="112246"/>
                </a:lnTo>
                <a:lnTo>
                  <a:pt x="1000785" y="118890"/>
                </a:lnTo>
                <a:lnTo>
                  <a:pt x="1031112" y="125822"/>
                </a:lnTo>
                <a:lnTo>
                  <a:pt x="1061439" y="133051"/>
                </a:lnTo>
                <a:lnTo>
                  <a:pt x="1091766" y="140588"/>
                </a:lnTo>
                <a:lnTo>
                  <a:pt x="1122092" y="148446"/>
                </a:lnTo>
                <a:lnTo>
                  <a:pt x="1152419" y="156637"/>
                </a:lnTo>
                <a:lnTo>
                  <a:pt x="1182746" y="165171"/>
                </a:lnTo>
                <a:lnTo>
                  <a:pt x="1213073" y="174063"/>
                </a:lnTo>
                <a:lnTo>
                  <a:pt x="1243400" y="183325"/>
                </a:lnTo>
                <a:lnTo>
                  <a:pt x="1273727" y="192969"/>
                </a:lnTo>
                <a:lnTo>
                  <a:pt x="1304053" y="203009"/>
                </a:lnTo>
                <a:lnTo>
                  <a:pt x="1334380" y="213459"/>
                </a:lnTo>
                <a:lnTo>
                  <a:pt x="1364707" y="224332"/>
                </a:lnTo>
                <a:lnTo>
                  <a:pt x="1395034" y="235642"/>
                </a:lnTo>
                <a:lnTo>
                  <a:pt x="1425361" y="247403"/>
                </a:lnTo>
                <a:lnTo>
                  <a:pt x="1455688" y="259629"/>
                </a:lnTo>
                <a:lnTo>
                  <a:pt x="1486014" y="272334"/>
                </a:lnTo>
                <a:lnTo>
                  <a:pt x="1516341" y="285533"/>
                </a:lnTo>
                <a:lnTo>
                  <a:pt x="1546668" y="299240"/>
                </a:lnTo>
                <a:lnTo>
                  <a:pt x="1576995" y="313470"/>
                </a:lnTo>
                <a:lnTo>
                  <a:pt x="1607322" y="328237"/>
                </a:lnTo>
                <a:lnTo>
                  <a:pt x="1637649" y="343555"/>
                </a:lnTo>
                <a:lnTo>
                  <a:pt x="1667975" y="359438"/>
                </a:lnTo>
                <a:lnTo>
                  <a:pt x="1698302" y="375900"/>
                </a:lnTo>
                <a:lnTo>
                  <a:pt x="1728629" y="392955"/>
                </a:lnTo>
                <a:lnTo>
                  <a:pt x="1758956" y="410617"/>
                </a:lnTo>
                <a:lnTo>
                  <a:pt x="1789283" y="428897"/>
                </a:lnTo>
                <a:lnTo>
                  <a:pt x="1819610" y="447809"/>
                </a:lnTo>
                <a:lnTo>
                  <a:pt x="1849936" y="467364"/>
                </a:lnTo>
                <a:lnTo>
                  <a:pt x="1880263" y="487574"/>
                </a:lnTo>
                <a:lnTo>
                  <a:pt x="1910590" y="508450"/>
                </a:lnTo>
                <a:lnTo>
                  <a:pt x="1940917" y="530002"/>
                </a:lnTo>
                <a:lnTo>
                  <a:pt x="1971244" y="552238"/>
                </a:lnTo>
                <a:lnTo>
                  <a:pt x="2001571" y="575168"/>
                </a:lnTo>
                <a:lnTo>
                  <a:pt x="2031897" y="598797"/>
                </a:lnTo>
                <a:lnTo>
                  <a:pt x="2062224" y="623133"/>
                </a:lnTo>
                <a:lnTo>
                  <a:pt x="2092551" y="648180"/>
                </a:lnTo>
                <a:lnTo>
                  <a:pt x="2122878" y="673942"/>
                </a:lnTo>
                <a:lnTo>
                  <a:pt x="2153205" y="700421"/>
                </a:lnTo>
                <a:lnTo>
                  <a:pt x="2183532" y="727618"/>
                </a:lnTo>
                <a:lnTo>
                  <a:pt x="2213858" y="755532"/>
                </a:lnTo>
                <a:lnTo>
                  <a:pt x="2244185" y="784161"/>
                </a:lnTo>
                <a:lnTo>
                  <a:pt x="2274512" y="813501"/>
                </a:lnTo>
                <a:lnTo>
                  <a:pt x="2304839" y="843545"/>
                </a:lnTo>
                <a:lnTo>
                  <a:pt x="2335166" y="874288"/>
                </a:lnTo>
                <a:lnTo>
                  <a:pt x="2365493" y="905718"/>
                </a:lnTo>
                <a:lnTo>
                  <a:pt x="2395819" y="937824"/>
                </a:lnTo>
                <a:lnTo>
                  <a:pt x="2426146" y="970594"/>
                </a:lnTo>
                <a:lnTo>
                  <a:pt x="2456473" y="1004012"/>
                </a:lnTo>
                <a:lnTo>
                  <a:pt x="2486800" y="1038059"/>
                </a:lnTo>
                <a:lnTo>
                  <a:pt x="2517127" y="1072718"/>
                </a:lnTo>
                <a:lnTo>
                  <a:pt x="2547454" y="1107965"/>
                </a:lnTo>
                <a:lnTo>
                  <a:pt x="2577780" y="1143779"/>
                </a:lnTo>
                <a:lnTo>
                  <a:pt x="2608107" y="1180132"/>
                </a:lnTo>
                <a:lnTo>
                  <a:pt x="2638434" y="1216998"/>
                </a:lnTo>
                <a:lnTo>
                  <a:pt x="2668761" y="1254348"/>
                </a:lnTo>
                <a:lnTo>
                  <a:pt x="2699088" y="1292149"/>
                </a:lnTo>
                <a:lnTo>
                  <a:pt x="2729415" y="1330370"/>
                </a:lnTo>
                <a:lnTo>
                  <a:pt x="2759741" y="1368976"/>
                </a:lnTo>
                <a:lnTo>
                  <a:pt x="2790068" y="1407930"/>
                </a:lnTo>
                <a:lnTo>
                  <a:pt x="2820395" y="1447195"/>
                </a:lnTo>
                <a:lnTo>
                  <a:pt x="2850722" y="1486732"/>
                </a:lnTo>
                <a:lnTo>
                  <a:pt x="2881049" y="1526501"/>
                </a:lnTo>
                <a:lnTo>
                  <a:pt x="2911376" y="1566462"/>
                </a:lnTo>
                <a:lnTo>
                  <a:pt x="2941702" y="1606573"/>
                </a:lnTo>
                <a:lnTo>
                  <a:pt x="2972029" y="1646791"/>
                </a:lnTo>
                <a:lnTo>
                  <a:pt x="3002356" y="1687073"/>
                </a:lnTo>
                <a:lnTo>
                  <a:pt x="3032683" y="1727377"/>
                </a:lnTo>
                <a:lnTo>
                  <a:pt x="3063010" y="1767660"/>
                </a:lnTo>
                <a:lnTo>
                  <a:pt x="3093337" y="1807878"/>
                </a:lnTo>
                <a:lnTo>
                  <a:pt x="3123663" y="1847988"/>
                </a:lnTo>
                <a:lnTo>
                  <a:pt x="3153990" y="1887949"/>
                </a:lnTo>
                <a:lnTo>
                  <a:pt x="3184317" y="1927719"/>
                </a:lnTo>
                <a:lnTo>
                  <a:pt x="3214644" y="1967256"/>
                </a:lnTo>
                <a:lnTo>
                  <a:pt x="3244971" y="2006521"/>
                </a:lnTo>
                <a:lnTo>
                  <a:pt x="3275298" y="2045475"/>
                </a:lnTo>
                <a:lnTo>
                  <a:pt x="3305624" y="2084080"/>
                </a:lnTo>
                <a:lnTo>
                  <a:pt x="3335951" y="2122301"/>
                </a:lnTo>
                <a:lnTo>
                  <a:pt x="3366278" y="2160103"/>
                </a:lnTo>
                <a:lnTo>
                  <a:pt x="3396605" y="2197452"/>
                </a:lnTo>
                <a:lnTo>
                  <a:pt x="3426932" y="2234318"/>
                </a:lnTo>
                <a:lnTo>
                  <a:pt x="3457259" y="2270672"/>
                </a:lnTo>
                <a:lnTo>
                  <a:pt x="3487585" y="2306485"/>
                </a:lnTo>
                <a:lnTo>
                  <a:pt x="3517912" y="2341733"/>
                </a:lnTo>
                <a:lnTo>
                  <a:pt x="3548239" y="2376391"/>
                </a:lnTo>
                <a:lnTo>
                  <a:pt x="3578566" y="2410439"/>
                </a:lnTo>
                <a:lnTo>
                  <a:pt x="3608893" y="2443856"/>
                </a:lnTo>
                <a:lnTo>
                  <a:pt x="3639220" y="2476626"/>
                </a:lnTo>
                <a:lnTo>
                  <a:pt x="3669546" y="2508733"/>
                </a:lnTo>
                <a:lnTo>
                  <a:pt x="3699873" y="2540163"/>
                </a:lnTo>
                <a:lnTo>
                  <a:pt x="3730200" y="2570905"/>
                </a:lnTo>
                <a:lnTo>
                  <a:pt x="3760527" y="2600950"/>
                </a:lnTo>
                <a:lnTo>
                  <a:pt x="3790854" y="2630289"/>
                </a:lnTo>
                <a:lnTo>
                  <a:pt x="3821181" y="2658918"/>
                </a:lnTo>
                <a:lnTo>
                  <a:pt x="3851507" y="2686832"/>
                </a:lnTo>
                <a:lnTo>
                  <a:pt x="3881834" y="2714029"/>
                </a:lnTo>
                <a:lnTo>
                  <a:pt x="3912161" y="2740508"/>
                </a:lnTo>
                <a:lnTo>
                  <a:pt x="3942488" y="2766270"/>
                </a:lnTo>
                <a:lnTo>
                  <a:pt x="3972815" y="2791317"/>
                </a:lnTo>
                <a:lnTo>
                  <a:pt x="4003142" y="2815653"/>
                </a:lnTo>
                <a:lnTo>
                  <a:pt x="4033468" y="2839283"/>
                </a:lnTo>
                <a:lnTo>
                  <a:pt x="4063795" y="2862212"/>
                </a:lnTo>
                <a:lnTo>
                  <a:pt x="4094122" y="2884449"/>
                </a:lnTo>
                <a:lnTo>
                  <a:pt x="4124449" y="2906000"/>
                </a:lnTo>
                <a:lnTo>
                  <a:pt x="4154776" y="2926876"/>
                </a:lnTo>
                <a:lnTo>
                  <a:pt x="4185103" y="2947087"/>
                </a:lnTo>
                <a:lnTo>
                  <a:pt x="4215429" y="2966642"/>
                </a:lnTo>
                <a:lnTo>
                  <a:pt x="4245756" y="2985554"/>
                </a:lnTo>
                <a:lnTo>
                  <a:pt x="4276083" y="3003834"/>
                </a:lnTo>
                <a:lnTo>
                  <a:pt x="4306410" y="3021495"/>
                </a:lnTo>
                <a:lnTo>
                  <a:pt x="4336737" y="3038550"/>
                </a:lnTo>
                <a:lnTo>
                  <a:pt x="4367064" y="3055012"/>
                </a:lnTo>
                <a:lnTo>
                  <a:pt x="4397390" y="3070895"/>
                </a:lnTo>
                <a:lnTo>
                  <a:pt x="4427717" y="3086213"/>
                </a:lnTo>
                <a:lnTo>
                  <a:pt x="4458044" y="3100980"/>
                </a:lnTo>
                <a:lnTo>
                  <a:pt x="4488371" y="3115210"/>
                </a:lnTo>
                <a:lnTo>
                  <a:pt x="4518698" y="3128917"/>
                </a:lnTo>
                <a:lnTo>
                  <a:pt x="4549025" y="3142116"/>
                </a:lnTo>
                <a:lnTo>
                  <a:pt x="4579351" y="3154822"/>
                </a:lnTo>
                <a:lnTo>
                  <a:pt x="4609678" y="3167048"/>
                </a:lnTo>
                <a:lnTo>
                  <a:pt x="4640005" y="3178809"/>
                </a:lnTo>
                <a:lnTo>
                  <a:pt x="4670332" y="3190119"/>
                </a:lnTo>
                <a:lnTo>
                  <a:pt x="4700659" y="3200991"/>
                </a:lnTo>
                <a:lnTo>
                  <a:pt x="4730986" y="3211441"/>
                </a:lnTo>
                <a:lnTo>
                  <a:pt x="4761312" y="3221481"/>
                </a:lnTo>
                <a:lnTo>
                  <a:pt x="4791639" y="3231126"/>
                </a:lnTo>
                <a:lnTo>
                  <a:pt x="4821966" y="3240387"/>
                </a:lnTo>
                <a:lnTo>
                  <a:pt x="4852293" y="3249279"/>
                </a:lnTo>
                <a:lnTo>
                  <a:pt x="4882620" y="3257814"/>
                </a:lnTo>
                <a:lnTo>
                  <a:pt x="4912947" y="3266004"/>
                </a:lnTo>
                <a:lnTo>
                  <a:pt x="4943273" y="3273862"/>
                </a:lnTo>
                <a:lnTo>
                  <a:pt x="4973600" y="3281400"/>
                </a:lnTo>
                <a:lnTo>
                  <a:pt x="5003927" y="3288629"/>
                </a:lnTo>
                <a:lnTo>
                  <a:pt x="5034254" y="3295560"/>
                </a:lnTo>
                <a:lnTo>
                  <a:pt x="5064581" y="3302205"/>
                </a:lnTo>
                <a:lnTo>
                  <a:pt x="5094908" y="3308574"/>
                </a:lnTo>
                <a:lnTo>
                  <a:pt x="5125234" y="3314678"/>
                </a:lnTo>
                <a:lnTo>
                  <a:pt x="5155561" y="3320526"/>
                </a:lnTo>
                <a:lnTo>
                  <a:pt x="5185888" y="3326130"/>
                </a:lnTo>
                <a:lnTo>
                  <a:pt x="5216215" y="3331497"/>
                </a:lnTo>
                <a:lnTo>
                  <a:pt x="5246542" y="3336637"/>
                </a:lnTo>
                <a:lnTo>
                  <a:pt x="5276869" y="3341560"/>
                </a:lnTo>
                <a:lnTo>
                  <a:pt x="5307195" y="3346273"/>
                </a:lnTo>
                <a:lnTo>
                  <a:pt x="5337522" y="3350786"/>
                </a:lnTo>
                <a:lnTo>
                  <a:pt x="5367849" y="3355106"/>
                </a:lnTo>
                <a:lnTo>
                  <a:pt x="5398176" y="3359240"/>
                </a:lnTo>
                <a:lnTo>
                  <a:pt x="5428503" y="3363198"/>
                </a:lnTo>
                <a:lnTo>
                  <a:pt x="5458830" y="3366984"/>
                </a:lnTo>
                <a:lnTo>
                  <a:pt x="5489156" y="3370608"/>
                </a:lnTo>
                <a:lnTo>
                  <a:pt x="5519483" y="3374074"/>
                </a:lnTo>
                <a:lnTo>
                  <a:pt x="5549810" y="3377391"/>
                </a:lnTo>
                <a:lnTo>
                  <a:pt x="5580137" y="3380563"/>
                </a:lnTo>
                <a:lnTo>
                  <a:pt x="5610464" y="3383598"/>
                </a:lnTo>
                <a:lnTo>
                  <a:pt x="5640791" y="3386500"/>
                </a:lnTo>
                <a:lnTo>
                  <a:pt x="5671117" y="3389276"/>
                </a:lnTo>
                <a:lnTo>
                  <a:pt x="5701444" y="3391930"/>
                </a:lnTo>
                <a:lnTo>
                  <a:pt x="5731771" y="3394468"/>
                </a:lnTo>
                <a:lnTo>
                  <a:pt x="5762098" y="3396895"/>
                </a:lnTo>
                <a:lnTo>
                  <a:pt x="5792425" y="3399215"/>
                </a:lnTo>
                <a:lnTo>
                  <a:pt x="5822752" y="3401434"/>
                </a:lnTo>
                <a:lnTo>
                  <a:pt x="5853078" y="3403554"/>
                </a:lnTo>
                <a:lnTo>
                  <a:pt x="5883405" y="3405581"/>
                </a:lnTo>
                <a:lnTo>
                  <a:pt x="5913732" y="3407519"/>
                </a:lnTo>
                <a:lnTo>
                  <a:pt x="5944059" y="3409371"/>
                </a:lnTo>
                <a:lnTo>
                  <a:pt x="5974386" y="3411141"/>
                </a:lnTo>
                <a:lnTo>
                  <a:pt x="6004713" y="3412833"/>
                </a:lnTo>
                <a:lnTo>
                  <a:pt x="6035040" y="3414450"/>
                </a:lnTo>
              </a:path>
            </a:pathLst>
          </a:custGeom>
          <a:noFill/>
          <a:ln w="3810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3-E24 line 35" descr="sci-ppt:o035"/>
          <p:cNvCxnSpPr/>
          <p:nvPr/>
        </p:nvCxnSpPr>
        <p:spPr>
          <a:xfrm>
            <a:off x="3931920" y="1371600"/>
            <a:ext cx="0" cy="3657600"/>
          </a:xfrm>
          <a:prstGeom prst="line">
            <a:avLst/>
          </a:prstGeom>
          <a:ln w="16510">
            <a:solidFill>
              <a:srgbClr val="B4C7D2"/>
            </a:solidFill>
            <a:prstDash val="dash"/>
          </a:ln>
          <a:effectLst/>
        </p:spPr>
      </p:cxnSp>
      <p:sp>
        <p:nvSpPr>
          <p:cNvPr id="38" name="C3-E24 ellipse 36" descr="sci-ppt:o036"/>
          <p:cNvSpPr/>
          <p:nvPr/>
        </p:nvSpPr>
        <p:spPr>
          <a:xfrm>
            <a:off x="3858768" y="3214333"/>
            <a:ext cx="146304" cy="146304"/>
          </a:xfrm>
          <a:prstGeom prst="ellipse">
            <a:avLst/>
          </a:prstGeom>
          <a:solidFill>
            <a:srgbClr val="E7F0F3"/>
          </a:solidFill>
          <a:ln w="12700">
            <a:solidFill>
              <a:srgbClr val="E7F0F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24 text 37" descr="sci-ppt:o037"/>
          <p:cNvSpPr txBox="1"/>
          <p:nvPr/>
        </p:nvSpPr>
        <p:spPr>
          <a:xfrm>
            <a:off x="4041648" y="3424645"/>
            <a:ext cx="16459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matched: both 1/2</a:t>
            </a:r>
          </a:p>
        </p:txBody>
      </p:sp>
      <p:sp>
        <p:nvSpPr>
          <p:cNvPr id="40" name="C3-E24 text 38" descr="sci-ppt:o038"/>
          <p:cNvSpPr txBox="1"/>
          <p:nvPr/>
        </p:nvSpPr>
        <p:spPr>
          <a:xfrm>
            <a:off x="1107017" y="4430485"/>
            <a:ext cx="16459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free surface: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p_early → 0</a:t>
            </a:r>
          </a:p>
        </p:txBody>
      </p:sp>
      <p:sp>
        <p:nvSpPr>
          <p:cNvPr id="41" name="C3-E24 text 39" descr="sci-ppt:o039"/>
          <p:cNvSpPr txBox="1"/>
          <p:nvPr/>
        </p:nvSpPr>
        <p:spPr>
          <a:xfrm>
            <a:off x="3974622" y="1881051"/>
            <a:ext cx="182880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rigid receiver: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p_early → ρ c Uⱼ</a:t>
            </a:r>
          </a:p>
        </p:txBody>
      </p:sp>
      <p:sp>
        <p:nvSpPr>
          <p:cNvPr id="42" name="C3-E24 round_rect 40" descr="sci-ppt:o040"/>
          <p:cNvSpPr/>
          <p:nvPr/>
        </p:nvSpPr>
        <p:spPr>
          <a:xfrm>
            <a:off x="7223760" y="1371600"/>
            <a:ext cx="4617720" cy="36576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C3-E24 text 41" descr="sci-ppt:o041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Contact matching</a:t>
            </a:r>
          </a:p>
        </p:txBody>
      </p:sp>
      <p:sp>
        <p:nvSpPr>
          <p:cNvPr id="44" name="C3-E24 text 42" descr="sci-ppt:o042"/>
          <p:cNvSpPr txBox="1"/>
          <p:nvPr/>
        </p:nvSpPr>
        <p:spPr>
          <a:xfrm>
            <a:off x="7360920" y="1828800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(∂ₜ ± c∂_z)(u ± p′/Zₗ) = 0  (characteristics)</a:t>
            </a:r>
          </a:p>
        </p:txBody>
      </p:sp>
      <p:sp>
        <p:nvSpPr>
          <p:cNvPr id="45" name="C3-E24 text 43" descr="sci-ppt:o043"/>
          <p:cNvSpPr txBox="1"/>
          <p:nvPr/>
        </p:nvSpPr>
        <p:spPr>
          <a:xfrm>
            <a:off x="7360920" y="2331720"/>
            <a:ext cx="4389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p_early = Zₗ(Uⱼ − vᵢ) = Zᵣ vᵢ</a:t>
            </a:r>
          </a:p>
        </p:txBody>
      </p:sp>
      <p:sp>
        <p:nvSpPr>
          <p:cNvPr id="46" name="C3-E24 text 44" descr="sci-ppt:o044"/>
          <p:cNvSpPr txBox="1"/>
          <p:nvPr/>
        </p:nvSpPr>
        <p:spPr>
          <a:xfrm>
            <a:off x="7360920" y="2834640"/>
            <a:ext cx="4389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vᵢ = Zₗ Uⱼ / (Zₗ + Zᵣ)  (dashed)</a:t>
            </a:r>
          </a:p>
        </p:txBody>
      </p:sp>
      <p:sp>
        <p:nvSpPr>
          <p:cNvPr id="47" name="C3-E24 text 45" descr="sci-ppt:o045"/>
          <p:cNvSpPr txBox="1"/>
          <p:nvPr/>
        </p:nvSpPr>
        <p:spPr>
          <a:xfrm>
            <a:off x="7360920" y="3337560"/>
            <a:ext cx="4389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p_early = Zₗ Zᵣ Uⱼ / (Zₗ + Zᵣ)  (solid)</a:t>
            </a:r>
          </a:p>
        </p:txBody>
      </p:sp>
      <p:sp>
        <p:nvSpPr>
          <p:cNvPr id="48" name="C3-E24 text 46" descr="sci-ppt:o046"/>
          <p:cNvSpPr txBox="1"/>
          <p:nvPr/>
        </p:nvSpPr>
        <p:spPr>
          <a:xfrm>
            <a:off x="7360920" y="3977639"/>
            <a:ext cx="43891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Equal pressure and equal normal velocity at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contact fix both numbers.</a:t>
            </a:r>
          </a:p>
        </p:txBody>
      </p:sp>
      <p:sp>
        <p:nvSpPr>
          <p:cNvPr id="49" name="C3-E24 text 47" descr="sci-ppt:o047"/>
          <p:cNvSpPr txBox="1"/>
          <p:nvPr/>
        </p:nvSpPr>
        <p:spPr>
          <a:xfrm>
            <a:off x="914400" y="5733288"/>
            <a:ext cx="109728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Stiffer receivers raise the early pressure toward Zₗ Uⱼ but never above it; softer receivers lower it and let the jet keep moving.</a:t>
            </a:r>
          </a:p>
        </p:txBody>
      </p:sp>
      <p:sp>
        <p:nvSpPr>
          <p:cNvPr id="50" name="C3-E24 text 48" descr="sci-ppt:o048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Early contact state of Eq. C3-E24 (Zₗ = ρ c).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5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C3-E25 · Finite momentum and early-impact duration conditions</a:t>
            </a:r>
          </a:p>
        </p:txBody>
      </p:sp>
      <p:cxnSp>
        <p:nvCxnSpPr>
          <p:cNvPr id="3" name="C3-E25 line 1" descr="sci-ppt:o001"/>
          <p:cNvCxnSpPr/>
          <p:nvPr/>
        </p:nvCxnSpPr>
        <p:spPr>
          <a:xfrm>
            <a:off x="914400" y="493776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5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5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5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5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25 line 6" descr="sci-ppt:o006"/>
          <p:cNvCxnSpPr/>
          <p:nvPr/>
        </p:nvCxnSpPr>
        <p:spPr>
          <a:xfrm>
            <a:off x="23368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5 line 7" descr="sci-ppt:o007"/>
          <p:cNvCxnSpPr/>
          <p:nvPr/>
        </p:nvCxnSpPr>
        <p:spPr>
          <a:xfrm>
            <a:off x="23368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5 text 8" descr="sci-ppt:o008"/>
          <p:cNvSpPr txBox="1"/>
          <p:nvPr/>
        </p:nvSpPr>
        <p:spPr>
          <a:xfrm>
            <a:off x="18795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1" name="C3-E25 line 9" descr="sci-ppt:o009"/>
          <p:cNvCxnSpPr/>
          <p:nvPr/>
        </p:nvCxnSpPr>
        <p:spPr>
          <a:xfrm>
            <a:off x="37591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5 line 10" descr="sci-ppt:o010"/>
          <p:cNvCxnSpPr/>
          <p:nvPr/>
        </p:nvCxnSpPr>
        <p:spPr>
          <a:xfrm>
            <a:off x="37591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5 text 11" descr="sci-ppt:o011"/>
          <p:cNvSpPr txBox="1"/>
          <p:nvPr/>
        </p:nvSpPr>
        <p:spPr>
          <a:xfrm>
            <a:off x="33019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14" name="C3-E25 line 12" descr="sci-ppt:o012"/>
          <p:cNvCxnSpPr/>
          <p:nvPr/>
        </p:nvCxnSpPr>
        <p:spPr>
          <a:xfrm>
            <a:off x="51815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5 line 13" descr="sci-ppt:o013"/>
          <p:cNvCxnSpPr/>
          <p:nvPr/>
        </p:nvCxnSpPr>
        <p:spPr>
          <a:xfrm>
            <a:off x="51815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5 text 14" descr="sci-ppt:o014"/>
          <p:cNvSpPr txBox="1"/>
          <p:nvPr/>
        </p:nvSpPr>
        <p:spPr>
          <a:xfrm>
            <a:off x="47243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17" name="C3-E25 line 15" descr="sci-ppt:o015"/>
          <p:cNvCxnSpPr/>
          <p:nvPr/>
        </p:nvCxnSpPr>
        <p:spPr>
          <a:xfrm>
            <a:off x="66039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5 line 16" descr="sci-ppt:o016"/>
          <p:cNvCxnSpPr/>
          <p:nvPr/>
        </p:nvCxnSpPr>
        <p:spPr>
          <a:xfrm>
            <a:off x="66039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5 text 17" descr="sci-ppt:o017"/>
          <p:cNvSpPr txBox="1"/>
          <p:nvPr/>
        </p:nvSpPr>
        <p:spPr>
          <a:xfrm>
            <a:off x="61467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20" name="C3-E25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5 line 19" descr="sci-ppt:o019"/>
          <p:cNvCxnSpPr/>
          <p:nvPr/>
        </p:nvCxnSpPr>
        <p:spPr>
          <a:xfrm>
            <a:off x="850392" y="34518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5 line 20" descr="sci-ppt:o020"/>
          <p:cNvCxnSpPr/>
          <p:nvPr/>
        </p:nvCxnSpPr>
        <p:spPr>
          <a:xfrm>
            <a:off x="914400" y="345186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5 text 21" descr="sci-ppt:o021"/>
          <p:cNvSpPr txBox="1"/>
          <p:nvPr/>
        </p:nvSpPr>
        <p:spPr>
          <a:xfrm>
            <a:off x="45720" y="33695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3-E25 line 22" descr="sci-ppt:o022"/>
          <p:cNvCxnSpPr/>
          <p:nvPr/>
        </p:nvCxnSpPr>
        <p:spPr>
          <a:xfrm>
            <a:off x="850392" y="19659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5 line 23" descr="sci-ppt:o023"/>
          <p:cNvCxnSpPr/>
          <p:nvPr/>
        </p:nvCxnSpPr>
        <p:spPr>
          <a:xfrm>
            <a:off x="914400" y="1965960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5 text 24" descr="sci-ppt:o024"/>
          <p:cNvSpPr txBox="1"/>
          <p:nvPr/>
        </p:nvSpPr>
        <p:spPr>
          <a:xfrm>
            <a:off x="45720" y="188366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3-E25 text 25" descr="sci-ppt:o025"/>
          <p:cNvSpPr txBox="1"/>
          <p:nvPr/>
        </p:nvSpPr>
        <p:spPr>
          <a:xfrm>
            <a:off x="914400" y="522122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from first contact  (ns)</a:t>
            </a:r>
          </a:p>
        </p:txBody>
      </p:sp>
      <p:sp>
        <p:nvSpPr>
          <p:cNvPr id="28" name="C3-E25 text 26" descr="sci-ppt:o026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 / (ρ c Uⱼ)</a:t>
            </a:r>
          </a:p>
        </p:txBody>
      </p:sp>
      <p:sp>
        <p:nvSpPr>
          <p:cNvPr id="29" name="C3-E25 polygon 27" descr="sci-ppt:o027"/>
          <p:cNvSpPr/>
          <p:nvPr/>
        </p:nvSpPr>
        <p:spPr>
          <a:xfrm>
            <a:off x="914400" y="1965960"/>
            <a:ext cx="6400800" cy="2971800"/>
          </a:xfrm>
          <a:custGeom>
            <a:avLst/>
            <a:gdLst/>
            <a:ahLst/>
            <a:cxnLst/>
            <a:rect l="l" t="t" r="r" b="b"/>
            <a:pathLst>
              <a:path w="6400800" h="2971800">
                <a:moveTo>
                  <a:pt x="0" y="0"/>
                </a:moveTo>
                <a:lnTo>
                  <a:pt x="10685" y="0"/>
                </a:lnTo>
                <a:lnTo>
                  <a:pt x="21371" y="0"/>
                </a:lnTo>
                <a:lnTo>
                  <a:pt x="32057" y="0"/>
                </a:lnTo>
                <a:lnTo>
                  <a:pt x="42743" y="0"/>
                </a:lnTo>
                <a:lnTo>
                  <a:pt x="53429" y="0"/>
                </a:lnTo>
                <a:lnTo>
                  <a:pt x="64114" y="0"/>
                </a:lnTo>
                <a:lnTo>
                  <a:pt x="74800" y="0"/>
                </a:lnTo>
                <a:lnTo>
                  <a:pt x="85486" y="0"/>
                </a:lnTo>
                <a:lnTo>
                  <a:pt x="96172" y="0"/>
                </a:lnTo>
                <a:lnTo>
                  <a:pt x="106858" y="0"/>
                </a:lnTo>
                <a:lnTo>
                  <a:pt x="117543" y="0"/>
                </a:lnTo>
                <a:lnTo>
                  <a:pt x="128229" y="0"/>
                </a:lnTo>
                <a:lnTo>
                  <a:pt x="138915" y="0"/>
                </a:lnTo>
                <a:lnTo>
                  <a:pt x="149601" y="0"/>
                </a:lnTo>
                <a:lnTo>
                  <a:pt x="160287" y="0"/>
                </a:lnTo>
                <a:lnTo>
                  <a:pt x="170972" y="0"/>
                </a:lnTo>
                <a:lnTo>
                  <a:pt x="181658" y="0"/>
                </a:lnTo>
                <a:lnTo>
                  <a:pt x="192344" y="0"/>
                </a:lnTo>
                <a:lnTo>
                  <a:pt x="203030" y="0"/>
                </a:lnTo>
                <a:lnTo>
                  <a:pt x="213716" y="0"/>
                </a:lnTo>
                <a:lnTo>
                  <a:pt x="224402" y="0"/>
                </a:lnTo>
                <a:lnTo>
                  <a:pt x="235087" y="0"/>
                </a:lnTo>
                <a:lnTo>
                  <a:pt x="245773" y="0"/>
                </a:lnTo>
                <a:lnTo>
                  <a:pt x="256459" y="0"/>
                </a:lnTo>
                <a:lnTo>
                  <a:pt x="267145" y="0"/>
                </a:lnTo>
                <a:lnTo>
                  <a:pt x="277831" y="0"/>
                </a:lnTo>
                <a:lnTo>
                  <a:pt x="288516" y="0"/>
                </a:lnTo>
                <a:lnTo>
                  <a:pt x="299202" y="0"/>
                </a:lnTo>
                <a:lnTo>
                  <a:pt x="309888" y="0"/>
                </a:lnTo>
                <a:lnTo>
                  <a:pt x="320574" y="0"/>
                </a:lnTo>
                <a:lnTo>
                  <a:pt x="331260" y="0"/>
                </a:lnTo>
                <a:lnTo>
                  <a:pt x="341945" y="0"/>
                </a:lnTo>
                <a:lnTo>
                  <a:pt x="352631" y="0"/>
                </a:lnTo>
                <a:lnTo>
                  <a:pt x="363317" y="0"/>
                </a:lnTo>
                <a:lnTo>
                  <a:pt x="374003" y="0"/>
                </a:lnTo>
                <a:lnTo>
                  <a:pt x="384689" y="0"/>
                </a:lnTo>
                <a:lnTo>
                  <a:pt x="395374" y="0"/>
                </a:lnTo>
                <a:lnTo>
                  <a:pt x="406060" y="0"/>
                </a:lnTo>
                <a:lnTo>
                  <a:pt x="416746" y="0"/>
                </a:lnTo>
                <a:lnTo>
                  <a:pt x="427432" y="0"/>
                </a:lnTo>
                <a:lnTo>
                  <a:pt x="438118" y="0"/>
                </a:lnTo>
                <a:lnTo>
                  <a:pt x="448804" y="0"/>
                </a:lnTo>
                <a:lnTo>
                  <a:pt x="459489" y="0"/>
                </a:lnTo>
                <a:lnTo>
                  <a:pt x="470175" y="0"/>
                </a:lnTo>
                <a:lnTo>
                  <a:pt x="480861" y="0"/>
                </a:lnTo>
                <a:lnTo>
                  <a:pt x="491547" y="0"/>
                </a:lnTo>
                <a:lnTo>
                  <a:pt x="502233" y="0"/>
                </a:lnTo>
                <a:lnTo>
                  <a:pt x="512918" y="0"/>
                </a:lnTo>
                <a:lnTo>
                  <a:pt x="523604" y="0"/>
                </a:lnTo>
                <a:lnTo>
                  <a:pt x="534290" y="0"/>
                </a:lnTo>
                <a:lnTo>
                  <a:pt x="544976" y="0"/>
                </a:lnTo>
                <a:lnTo>
                  <a:pt x="555662" y="0"/>
                </a:lnTo>
                <a:lnTo>
                  <a:pt x="566347" y="0"/>
                </a:lnTo>
                <a:lnTo>
                  <a:pt x="577033" y="0"/>
                </a:lnTo>
                <a:lnTo>
                  <a:pt x="587719" y="0"/>
                </a:lnTo>
                <a:lnTo>
                  <a:pt x="598405" y="0"/>
                </a:lnTo>
                <a:lnTo>
                  <a:pt x="609091" y="0"/>
                </a:lnTo>
                <a:lnTo>
                  <a:pt x="619776" y="0"/>
                </a:lnTo>
                <a:lnTo>
                  <a:pt x="630462" y="0"/>
                </a:lnTo>
                <a:lnTo>
                  <a:pt x="641148" y="0"/>
                </a:lnTo>
                <a:lnTo>
                  <a:pt x="651834" y="0"/>
                </a:lnTo>
                <a:lnTo>
                  <a:pt x="662520" y="0"/>
                </a:lnTo>
                <a:lnTo>
                  <a:pt x="673206" y="0"/>
                </a:lnTo>
                <a:lnTo>
                  <a:pt x="683891" y="0"/>
                </a:lnTo>
                <a:lnTo>
                  <a:pt x="694577" y="0"/>
                </a:lnTo>
                <a:lnTo>
                  <a:pt x="705263" y="0"/>
                </a:lnTo>
                <a:lnTo>
                  <a:pt x="715949" y="0"/>
                </a:lnTo>
                <a:lnTo>
                  <a:pt x="726635" y="0"/>
                </a:lnTo>
                <a:lnTo>
                  <a:pt x="737320" y="0"/>
                </a:lnTo>
                <a:lnTo>
                  <a:pt x="748006" y="0"/>
                </a:lnTo>
                <a:lnTo>
                  <a:pt x="758692" y="0"/>
                </a:lnTo>
                <a:lnTo>
                  <a:pt x="769378" y="0"/>
                </a:lnTo>
                <a:lnTo>
                  <a:pt x="780064" y="0"/>
                </a:lnTo>
                <a:lnTo>
                  <a:pt x="790749" y="0"/>
                </a:lnTo>
                <a:lnTo>
                  <a:pt x="801435" y="0"/>
                </a:lnTo>
                <a:lnTo>
                  <a:pt x="812121" y="0"/>
                </a:lnTo>
                <a:lnTo>
                  <a:pt x="822807" y="0"/>
                </a:lnTo>
                <a:lnTo>
                  <a:pt x="833493" y="0"/>
                </a:lnTo>
                <a:lnTo>
                  <a:pt x="844178" y="0"/>
                </a:lnTo>
                <a:lnTo>
                  <a:pt x="854864" y="0"/>
                </a:lnTo>
                <a:lnTo>
                  <a:pt x="865550" y="0"/>
                </a:lnTo>
                <a:lnTo>
                  <a:pt x="876236" y="0"/>
                </a:lnTo>
                <a:lnTo>
                  <a:pt x="886922" y="0"/>
                </a:lnTo>
                <a:lnTo>
                  <a:pt x="897608" y="0"/>
                </a:lnTo>
                <a:lnTo>
                  <a:pt x="908293" y="0"/>
                </a:lnTo>
                <a:lnTo>
                  <a:pt x="918979" y="0"/>
                </a:lnTo>
                <a:lnTo>
                  <a:pt x="929665" y="0"/>
                </a:lnTo>
                <a:lnTo>
                  <a:pt x="940351" y="0"/>
                </a:lnTo>
                <a:lnTo>
                  <a:pt x="951037" y="0"/>
                </a:lnTo>
                <a:lnTo>
                  <a:pt x="961722" y="0"/>
                </a:lnTo>
                <a:lnTo>
                  <a:pt x="972408" y="0"/>
                </a:lnTo>
                <a:lnTo>
                  <a:pt x="983094" y="0"/>
                </a:lnTo>
                <a:lnTo>
                  <a:pt x="993780" y="0"/>
                </a:lnTo>
                <a:lnTo>
                  <a:pt x="1004466" y="0"/>
                </a:lnTo>
                <a:lnTo>
                  <a:pt x="1015151" y="0"/>
                </a:lnTo>
                <a:lnTo>
                  <a:pt x="1025837" y="0"/>
                </a:lnTo>
                <a:lnTo>
                  <a:pt x="1036523" y="0"/>
                </a:lnTo>
                <a:lnTo>
                  <a:pt x="1047209" y="0"/>
                </a:lnTo>
                <a:lnTo>
                  <a:pt x="1057895" y="0"/>
                </a:lnTo>
                <a:lnTo>
                  <a:pt x="1068580" y="0"/>
                </a:lnTo>
                <a:lnTo>
                  <a:pt x="1079266" y="0"/>
                </a:lnTo>
                <a:lnTo>
                  <a:pt x="1089952" y="0"/>
                </a:lnTo>
                <a:lnTo>
                  <a:pt x="1100638" y="0"/>
                </a:lnTo>
                <a:lnTo>
                  <a:pt x="1111324" y="0"/>
                </a:lnTo>
                <a:lnTo>
                  <a:pt x="1122010" y="0"/>
                </a:lnTo>
                <a:lnTo>
                  <a:pt x="1132695" y="0"/>
                </a:lnTo>
                <a:lnTo>
                  <a:pt x="1143381" y="0"/>
                </a:lnTo>
                <a:lnTo>
                  <a:pt x="1154067" y="0"/>
                </a:lnTo>
                <a:lnTo>
                  <a:pt x="1164753" y="0"/>
                </a:lnTo>
                <a:lnTo>
                  <a:pt x="1175439" y="0"/>
                </a:lnTo>
                <a:lnTo>
                  <a:pt x="1186124" y="0"/>
                </a:lnTo>
                <a:lnTo>
                  <a:pt x="1196810" y="0"/>
                </a:lnTo>
                <a:lnTo>
                  <a:pt x="1207496" y="0"/>
                </a:lnTo>
                <a:lnTo>
                  <a:pt x="1218182" y="0"/>
                </a:lnTo>
                <a:lnTo>
                  <a:pt x="1228868" y="0"/>
                </a:lnTo>
                <a:lnTo>
                  <a:pt x="1239553" y="0"/>
                </a:lnTo>
                <a:lnTo>
                  <a:pt x="1250239" y="0"/>
                </a:lnTo>
                <a:lnTo>
                  <a:pt x="1260925" y="0"/>
                </a:lnTo>
                <a:lnTo>
                  <a:pt x="1271611" y="0"/>
                </a:lnTo>
                <a:lnTo>
                  <a:pt x="1282297" y="0"/>
                </a:lnTo>
                <a:lnTo>
                  <a:pt x="1292982" y="0"/>
                </a:lnTo>
                <a:lnTo>
                  <a:pt x="1303668" y="0"/>
                </a:lnTo>
                <a:lnTo>
                  <a:pt x="1314354" y="0"/>
                </a:lnTo>
                <a:lnTo>
                  <a:pt x="1325040" y="0"/>
                </a:lnTo>
                <a:lnTo>
                  <a:pt x="1335726" y="0"/>
                </a:lnTo>
                <a:lnTo>
                  <a:pt x="1346412" y="0"/>
                </a:lnTo>
                <a:lnTo>
                  <a:pt x="1357097" y="0"/>
                </a:lnTo>
                <a:lnTo>
                  <a:pt x="1367783" y="0"/>
                </a:lnTo>
                <a:lnTo>
                  <a:pt x="1378469" y="0"/>
                </a:lnTo>
                <a:lnTo>
                  <a:pt x="1389155" y="0"/>
                </a:lnTo>
                <a:lnTo>
                  <a:pt x="1399841" y="0"/>
                </a:lnTo>
                <a:lnTo>
                  <a:pt x="1410526" y="0"/>
                </a:lnTo>
                <a:lnTo>
                  <a:pt x="1421212" y="0"/>
                </a:lnTo>
                <a:lnTo>
                  <a:pt x="1431898" y="0"/>
                </a:lnTo>
                <a:lnTo>
                  <a:pt x="1442584" y="0"/>
                </a:lnTo>
                <a:lnTo>
                  <a:pt x="1453270" y="0"/>
                </a:lnTo>
                <a:lnTo>
                  <a:pt x="1463955" y="0"/>
                </a:lnTo>
                <a:lnTo>
                  <a:pt x="1474641" y="0"/>
                </a:lnTo>
                <a:lnTo>
                  <a:pt x="1485327" y="0"/>
                </a:lnTo>
                <a:lnTo>
                  <a:pt x="1496013" y="0"/>
                </a:lnTo>
                <a:lnTo>
                  <a:pt x="1506699" y="0"/>
                </a:lnTo>
                <a:lnTo>
                  <a:pt x="1517384" y="0"/>
                </a:lnTo>
                <a:lnTo>
                  <a:pt x="1528070" y="0"/>
                </a:lnTo>
                <a:lnTo>
                  <a:pt x="1538756" y="0"/>
                </a:lnTo>
                <a:lnTo>
                  <a:pt x="1549442" y="0"/>
                </a:lnTo>
                <a:lnTo>
                  <a:pt x="1560128" y="0"/>
                </a:lnTo>
                <a:lnTo>
                  <a:pt x="1570814" y="0"/>
                </a:lnTo>
                <a:lnTo>
                  <a:pt x="1581499" y="0"/>
                </a:lnTo>
                <a:lnTo>
                  <a:pt x="1592185" y="0"/>
                </a:lnTo>
                <a:lnTo>
                  <a:pt x="1602871" y="0"/>
                </a:lnTo>
                <a:lnTo>
                  <a:pt x="1613557" y="0"/>
                </a:lnTo>
                <a:lnTo>
                  <a:pt x="1624243" y="0"/>
                </a:lnTo>
                <a:lnTo>
                  <a:pt x="1634928" y="0"/>
                </a:lnTo>
                <a:lnTo>
                  <a:pt x="1645614" y="0"/>
                </a:lnTo>
                <a:lnTo>
                  <a:pt x="1656300" y="0"/>
                </a:lnTo>
                <a:lnTo>
                  <a:pt x="1666986" y="0"/>
                </a:lnTo>
                <a:lnTo>
                  <a:pt x="1677672" y="0"/>
                </a:lnTo>
                <a:lnTo>
                  <a:pt x="1688357" y="0"/>
                </a:lnTo>
                <a:lnTo>
                  <a:pt x="1699043" y="0"/>
                </a:lnTo>
                <a:lnTo>
                  <a:pt x="1709729" y="0"/>
                </a:lnTo>
                <a:lnTo>
                  <a:pt x="1720415" y="0"/>
                </a:lnTo>
                <a:lnTo>
                  <a:pt x="1731101" y="0"/>
                </a:lnTo>
                <a:lnTo>
                  <a:pt x="1741786" y="0"/>
                </a:lnTo>
                <a:lnTo>
                  <a:pt x="1752472" y="0"/>
                </a:lnTo>
                <a:lnTo>
                  <a:pt x="1763158" y="0"/>
                </a:lnTo>
                <a:lnTo>
                  <a:pt x="1773844" y="0"/>
                </a:lnTo>
                <a:lnTo>
                  <a:pt x="1784530" y="0"/>
                </a:lnTo>
                <a:lnTo>
                  <a:pt x="1795216" y="0"/>
                </a:lnTo>
                <a:lnTo>
                  <a:pt x="1805901" y="0"/>
                </a:lnTo>
                <a:lnTo>
                  <a:pt x="1816587" y="0"/>
                </a:lnTo>
                <a:lnTo>
                  <a:pt x="1827273" y="0"/>
                </a:lnTo>
                <a:lnTo>
                  <a:pt x="1837959" y="0"/>
                </a:lnTo>
                <a:lnTo>
                  <a:pt x="1848645" y="0"/>
                </a:lnTo>
                <a:lnTo>
                  <a:pt x="1859330" y="0"/>
                </a:lnTo>
                <a:lnTo>
                  <a:pt x="1870016" y="0"/>
                </a:lnTo>
                <a:lnTo>
                  <a:pt x="1880702" y="0"/>
                </a:lnTo>
                <a:lnTo>
                  <a:pt x="1891388" y="0"/>
                </a:lnTo>
                <a:lnTo>
                  <a:pt x="1902074" y="0"/>
                </a:lnTo>
                <a:lnTo>
                  <a:pt x="1912759" y="0"/>
                </a:lnTo>
                <a:lnTo>
                  <a:pt x="1923445" y="0"/>
                </a:lnTo>
                <a:lnTo>
                  <a:pt x="1934131" y="0"/>
                </a:lnTo>
                <a:lnTo>
                  <a:pt x="1944817" y="0"/>
                </a:lnTo>
                <a:lnTo>
                  <a:pt x="1955503" y="0"/>
                </a:lnTo>
                <a:lnTo>
                  <a:pt x="1966188" y="0"/>
                </a:lnTo>
                <a:lnTo>
                  <a:pt x="1976874" y="0"/>
                </a:lnTo>
                <a:lnTo>
                  <a:pt x="1987560" y="0"/>
                </a:lnTo>
                <a:lnTo>
                  <a:pt x="1998246" y="0"/>
                </a:lnTo>
                <a:lnTo>
                  <a:pt x="2008932" y="0"/>
                </a:lnTo>
                <a:lnTo>
                  <a:pt x="2019618" y="0"/>
                </a:lnTo>
                <a:lnTo>
                  <a:pt x="2030303" y="0"/>
                </a:lnTo>
                <a:lnTo>
                  <a:pt x="2040989" y="0"/>
                </a:lnTo>
                <a:lnTo>
                  <a:pt x="2051675" y="0"/>
                </a:lnTo>
                <a:lnTo>
                  <a:pt x="2062361" y="0"/>
                </a:lnTo>
                <a:lnTo>
                  <a:pt x="2073047" y="0"/>
                </a:lnTo>
                <a:lnTo>
                  <a:pt x="2083732" y="0"/>
                </a:lnTo>
                <a:lnTo>
                  <a:pt x="2094418" y="0"/>
                </a:lnTo>
                <a:lnTo>
                  <a:pt x="2105104" y="0"/>
                </a:lnTo>
                <a:lnTo>
                  <a:pt x="2115790" y="0"/>
                </a:lnTo>
                <a:lnTo>
                  <a:pt x="2126476" y="0"/>
                </a:lnTo>
                <a:lnTo>
                  <a:pt x="2137161" y="0"/>
                </a:lnTo>
                <a:lnTo>
                  <a:pt x="2147847" y="0"/>
                </a:lnTo>
                <a:lnTo>
                  <a:pt x="2158533" y="0"/>
                </a:lnTo>
                <a:lnTo>
                  <a:pt x="2169219" y="0"/>
                </a:lnTo>
                <a:lnTo>
                  <a:pt x="2179905" y="0"/>
                </a:lnTo>
                <a:lnTo>
                  <a:pt x="2190590" y="0"/>
                </a:lnTo>
                <a:lnTo>
                  <a:pt x="2201276" y="0"/>
                </a:lnTo>
                <a:lnTo>
                  <a:pt x="2211962" y="0"/>
                </a:lnTo>
                <a:lnTo>
                  <a:pt x="2222648" y="0"/>
                </a:lnTo>
                <a:lnTo>
                  <a:pt x="2233334" y="0"/>
                </a:lnTo>
                <a:lnTo>
                  <a:pt x="2244020" y="0"/>
                </a:lnTo>
                <a:lnTo>
                  <a:pt x="2254705" y="0"/>
                </a:lnTo>
                <a:lnTo>
                  <a:pt x="2265391" y="0"/>
                </a:lnTo>
                <a:lnTo>
                  <a:pt x="2276077" y="0"/>
                </a:lnTo>
                <a:lnTo>
                  <a:pt x="2286763" y="0"/>
                </a:lnTo>
                <a:lnTo>
                  <a:pt x="2297449" y="0"/>
                </a:lnTo>
                <a:lnTo>
                  <a:pt x="2308134" y="0"/>
                </a:lnTo>
                <a:lnTo>
                  <a:pt x="2318820" y="0"/>
                </a:lnTo>
                <a:lnTo>
                  <a:pt x="2329506" y="0"/>
                </a:lnTo>
                <a:lnTo>
                  <a:pt x="2340192" y="0"/>
                </a:lnTo>
                <a:lnTo>
                  <a:pt x="2350878" y="0"/>
                </a:lnTo>
                <a:lnTo>
                  <a:pt x="2361563" y="0"/>
                </a:lnTo>
                <a:lnTo>
                  <a:pt x="2372249" y="0"/>
                </a:lnTo>
                <a:lnTo>
                  <a:pt x="2382935" y="0"/>
                </a:lnTo>
                <a:lnTo>
                  <a:pt x="2393621" y="0"/>
                </a:lnTo>
                <a:lnTo>
                  <a:pt x="2404307" y="0"/>
                </a:lnTo>
                <a:lnTo>
                  <a:pt x="2414992" y="0"/>
                </a:lnTo>
                <a:lnTo>
                  <a:pt x="2425678" y="0"/>
                </a:lnTo>
                <a:lnTo>
                  <a:pt x="2436364" y="0"/>
                </a:lnTo>
                <a:lnTo>
                  <a:pt x="2447050" y="0"/>
                </a:lnTo>
                <a:lnTo>
                  <a:pt x="2457736" y="0"/>
                </a:lnTo>
                <a:lnTo>
                  <a:pt x="2468422" y="0"/>
                </a:lnTo>
                <a:lnTo>
                  <a:pt x="2479107" y="0"/>
                </a:lnTo>
                <a:lnTo>
                  <a:pt x="2489793" y="0"/>
                </a:lnTo>
                <a:lnTo>
                  <a:pt x="2500479" y="0"/>
                </a:lnTo>
                <a:lnTo>
                  <a:pt x="2511165" y="0"/>
                </a:lnTo>
                <a:lnTo>
                  <a:pt x="2521851" y="0"/>
                </a:lnTo>
                <a:lnTo>
                  <a:pt x="2532536" y="0"/>
                </a:lnTo>
                <a:lnTo>
                  <a:pt x="2543222" y="0"/>
                </a:lnTo>
                <a:lnTo>
                  <a:pt x="2553908" y="0"/>
                </a:lnTo>
                <a:lnTo>
                  <a:pt x="2564594" y="0"/>
                </a:lnTo>
                <a:lnTo>
                  <a:pt x="2575280" y="0"/>
                </a:lnTo>
                <a:lnTo>
                  <a:pt x="2585965" y="0"/>
                </a:lnTo>
                <a:lnTo>
                  <a:pt x="2596651" y="0"/>
                </a:lnTo>
                <a:lnTo>
                  <a:pt x="2607337" y="0"/>
                </a:lnTo>
                <a:lnTo>
                  <a:pt x="2618023" y="0"/>
                </a:lnTo>
                <a:lnTo>
                  <a:pt x="2628709" y="0"/>
                </a:lnTo>
                <a:lnTo>
                  <a:pt x="2639394" y="0"/>
                </a:lnTo>
                <a:lnTo>
                  <a:pt x="2650080" y="0"/>
                </a:lnTo>
                <a:lnTo>
                  <a:pt x="2660766" y="0"/>
                </a:lnTo>
                <a:lnTo>
                  <a:pt x="2671452" y="0"/>
                </a:lnTo>
                <a:lnTo>
                  <a:pt x="2682138" y="0"/>
                </a:lnTo>
                <a:lnTo>
                  <a:pt x="2692824" y="0"/>
                </a:lnTo>
                <a:lnTo>
                  <a:pt x="2703509" y="0"/>
                </a:lnTo>
                <a:lnTo>
                  <a:pt x="2714195" y="0"/>
                </a:lnTo>
                <a:lnTo>
                  <a:pt x="2724881" y="0"/>
                </a:lnTo>
                <a:lnTo>
                  <a:pt x="2735567" y="0"/>
                </a:lnTo>
                <a:lnTo>
                  <a:pt x="2746253" y="0"/>
                </a:lnTo>
                <a:lnTo>
                  <a:pt x="2756938" y="0"/>
                </a:lnTo>
                <a:lnTo>
                  <a:pt x="2767624" y="0"/>
                </a:lnTo>
                <a:lnTo>
                  <a:pt x="2778310" y="0"/>
                </a:lnTo>
                <a:lnTo>
                  <a:pt x="2788996" y="0"/>
                </a:lnTo>
                <a:lnTo>
                  <a:pt x="2799682" y="0"/>
                </a:lnTo>
                <a:lnTo>
                  <a:pt x="2810367" y="0"/>
                </a:lnTo>
                <a:lnTo>
                  <a:pt x="2821053" y="0"/>
                </a:lnTo>
                <a:lnTo>
                  <a:pt x="2831739" y="0"/>
                </a:lnTo>
                <a:lnTo>
                  <a:pt x="2842425" y="0"/>
                </a:lnTo>
                <a:lnTo>
                  <a:pt x="2853111" y="0"/>
                </a:lnTo>
                <a:lnTo>
                  <a:pt x="2863796" y="0"/>
                </a:lnTo>
                <a:lnTo>
                  <a:pt x="2874482" y="0"/>
                </a:lnTo>
                <a:lnTo>
                  <a:pt x="2885168" y="0"/>
                </a:lnTo>
                <a:lnTo>
                  <a:pt x="2895854" y="0"/>
                </a:lnTo>
                <a:lnTo>
                  <a:pt x="2906540" y="0"/>
                </a:lnTo>
                <a:lnTo>
                  <a:pt x="2917226" y="0"/>
                </a:lnTo>
                <a:lnTo>
                  <a:pt x="2927911" y="0"/>
                </a:lnTo>
                <a:lnTo>
                  <a:pt x="2938597" y="0"/>
                </a:lnTo>
                <a:lnTo>
                  <a:pt x="2949283" y="0"/>
                </a:lnTo>
                <a:lnTo>
                  <a:pt x="2959969" y="0"/>
                </a:lnTo>
                <a:lnTo>
                  <a:pt x="2970655" y="0"/>
                </a:lnTo>
                <a:lnTo>
                  <a:pt x="2981340" y="0"/>
                </a:lnTo>
                <a:lnTo>
                  <a:pt x="2992026" y="0"/>
                </a:lnTo>
                <a:lnTo>
                  <a:pt x="3002712" y="0"/>
                </a:lnTo>
                <a:lnTo>
                  <a:pt x="3013398" y="0"/>
                </a:lnTo>
                <a:lnTo>
                  <a:pt x="3024084" y="0"/>
                </a:lnTo>
                <a:lnTo>
                  <a:pt x="3034769" y="0"/>
                </a:lnTo>
                <a:lnTo>
                  <a:pt x="3045455" y="0"/>
                </a:lnTo>
                <a:lnTo>
                  <a:pt x="3056141" y="0"/>
                </a:lnTo>
                <a:lnTo>
                  <a:pt x="3066827" y="0"/>
                </a:lnTo>
                <a:lnTo>
                  <a:pt x="3077513" y="0"/>
                </a:lnTo>
                <a:lnTo>
                  <a:pt x="3088198" y="0"/>
                </a:lnTo>
                <a:lnTo>
                  <a:pt x="3098884" y="0"/>
                </a:lnTo>
                <a:lnTo>
                  <a:pt x="3109570" y="0"/>
                </a:lnTo>
                <a:lnTo>
                  <a:pt x="3120256" y="0"/>
                </a:lnTo>
                <a:lnTo>
                  <a:pt x="3130942" y="0"/>
                </a:lnTo>
                <a:lnTo>
                  <a:pt x="3141628" y="0"/>
                </a:lnTo>
                <a:lnTo>
                  <a:pt x="3152313" y="0"/>
                </a:lnTo>
                <a:lnTo>
                  <a:pt x="3162999" y="0"/>
                </a:lnTo>
                <a:lnTo>
                  <a:pt x="3173685" y="0"/>
                </a:lnTo>
                <a:lnTo>
                  <a:pt x="3184371" y="0"/>
                </a:lnTo>
                <a:lnTo>
                  <a:pt x="3195057" y="0"/>
                </a:lnTo>
                <a:lnTo>
                  <a:pt x="3205742" y="0"/>
                </a:lnTo>
                <a:lnTo>
                  <a:pt x="3216428" y="0"/>
                </a:lnTo>
                <a:lnTo>
                  <a:pt x="3227114" y="0"/>
                </a:lnTo>
                <a:lnTo>
                  <a:pt x="3237800" y="0"/>
                </a:lnTo>
                <a:lnTo>
                  <a:pt x="3248486" y="0"/>
                </a:lnTo>
                <a:lnTo>
                  <a:pt x="3259171" y="0"/>
                </a:lnTo>
                <a:lnTo>
                  <a:pt x="3269857" y="0"/>
                </a:lnTo>
                <a:lnTo>
                  <a:pt x="3280543" y="0"/>
                </a:lnTo>
                <a:lnTo>
                  <a:pt x="3291229" y="0"/>
                </a:lnTo>
                <a:lnTo>
                  <a:pt x="3301915" y="0"/>
                </a:lnTo>
                <a:lnTo>
                  <a:pt x="3312601" y="0"/>
                </a:lnTo>
                <a:lnTo>
                  <a:pt x="3323286" y="0"/>
                </a:lnTo>
                <a:lnTo>
                  <a:pt x="3333972" y="0"/>
                </a:lnTo>
                <a:lnTo>
                  <a:pt x="3344658" y="0"/>
                </a:lnTo>
                <a:lnTo>
                  <a:pt x="3355344" y="0"/>
                </a:lnTo>
                <a:lnTo>
                  <a:pt x="3366030" y="0"/>
                </a:lnTo>
                <a:lnTo>
                  <a:pt x="3376715" y="0"/>
                </a:lnTo>
                <a:lnTo>
                  <a:pt x="3387401" y="0"/>
                </a:lnTo>
                <a:lnTo>
                  <a:pt x="3398087" y="0"/>
                </a:lnTo>
                <a:lnTo>
                  <a:pt x="3408773" y="0"/>
                </a:lnTo>
                <a:lnTo>
                  <a:pt x="3419459" y="0"/>
                </a:lnTo>
                <a:lnTo>
                  <a:pt x="3430144" y="0"/>
                </a:lnTo>
                <a:lnTo>
                  <a:pt x="3440830" y="0"/>
                </a:lnTo>
                <a:lnTo>
                  <a:pt x="3451516" y="0"/>
                </a:lnTo>
                <a:lnTo>
                  <a:pt x="3462202" y="0"/>
                </a:lnTo>
                <a:lnTo>
                  <a:pt x="3472888" y="0"/>
                </a:lnTo>
                <a:lnTo>
                  <a:pt x="3483573" y="0"/>
                </a:lnTo>
                <a:lnTo>
                  <a:pt x="3494259" y="0"/>
                </a:lnTo>
                <a:lnTo>
                  <a:pt x="3504945" y="0"/>
                </a:lnTo>
                <a:lnTo>
                  <a:pt x="3515631" y="0"/>
                </a:lnTo>
                <a:lnTo>
                  <a:pt x="3526317" y="0"/>
                </a:lnTo>
                <a:lnTo>
                  <a:pt x="3537003" y="0"/>
                </a:lnTo>
                <a:lnTo>
                  <a:pt x="3547688" y="0"/>
                </a:lnTo>
                <a:lnTo>
                  <a:pt x="3558374" y="0"/>
                </a:lnTo>
                <a:lnTo>
                  <a:pt x="3569060" y="0"/>
                </a:lnTo>
                <a:lnTo>
                  <a:pt x="3579746" y="0"/>
                </a:lnTo>
                <a:lnTo>
                  <a:pt x="3590432" y="0"/>
                </a:lnTo>
                <a:lnTo>
                  <a:pt x="3601117" y="0"/>
                </a:lnTo>
                <a:lnTo>
                  <a:pt x="3611803" y="0"/>
                </a:lnTo>
                <a:lnTo>
                  <a:pt x="3622489" y="0"/>
                </a:lnTo>
                <a:lnTo>
                  <a:pt x="3633175" y="0"/>
                </a:lnTo>
                <a:lnTo>
                  <a:pt x="3643861" y="0"/>
                </a:lnTo>
                <a:lnTo>
                  <a:pt x="3654546" y="0"/>
                </a:lnTo>
                <a:lnTo>
                  <a:pt x="3665232" y="0"/>
                </a:lnTo>
                <a:lnTo>
                  <a:pt x="3675918" y="0"/>
                </a:lnTo>
                <a:lnTo>
                  <a:pt x="3686604" y="0"/>
                </a:lnTo>
                <a:lnTo>
                  <a:pt x="3697290" y="0"/>
                </a:lnTo>
                <a:lnTo>
                  <a:pt x="3707975" y="0"/>
                </a:lnTo>
                <a:lnTo>
                  <a:pt x="3718661" y="0"/>
                </a:lnTo>
                <a:lnTo>
                  <a:pt x="3729347" y="0"/>
                </a:lnTo>
                <a:lnTo>
                  <a:pt x="3740033" y="0"/>
                </a:lnTo>
                <a:lnTo>
                  <a:pt x="3750719" y="0"/>
                </a:lnTo>
                <a:lnTo>
                  <a:pt x="3761405" y="0"/>
                </a:lnTo>
                <a:lnTo>
                  <a:pt x="3772090" y="0"/>
                </a:lnTo>
                <a:lnTo>
                  <a:pt x="3782776" y="0"/>
                </a:lnTo>
                <a:lnTo>
                  <a:pt x="3793462" y="0"/>
                </a:lnTo>
                <a:lnTo>
                  <a:pt x="3804148" y="0"/>
                </a:lnTo>
                <a:lnTo>
                  <a:pt x="3814834" y="0"/>
                </a:lnTo>
                <a:lnTo>
                  <a:pt x="3825519" y="0"/>
                </a:lnTo>
                <a:lnTo>
                  <a:pt x="3836205" y="0"/>
                </a:lnTo>
                <a:lnTo>
                  <a:pt x="3846891" y="0"/>
                </a:lnTo>
                <a:lnTo>
                  <a:pt x="3857577" y="0"/>
                </a:lnTo>
                <a:lnTo>
                  <a:pt x="3868263" y="0"/>
                </a:lnTo>
                <a:lnTo>
                  <a:pt x="3878948" y="0"/>
                </a:lnTo>
                <a:lnTo>
                  <a:pt x="3889634" y="0"/>
                </a:lnTo>
                <a:lnTo>
                  <a:pt x="3900320" y="0"/>
                </a:lnTo>
                <a:lnTo>
                  <a:pt x="3911006" y="0"/>
                </a:lnTo>
                <a:lnTo>
                  <a:pt x="3921692" y="0"/>
                </a:lnTo>
                <a:lnTo>
                  <a:pt x="3932377" y="0"/>
                </a:lnTo>
                <a:lnTo>
                  <a:pt x="3943063" y="0"/>
                </a:lnTo>
                <a:lnTo>
                  <a:pt x="3953749" y="0"/>
                </a:lnTo>
                <a:lnTo>
                  <a:pt x="3964435" y="0"/>
                </a:lnTo>
                <a:lnTo>
                  <a:pt x="3975121" y="0"/>
                </a:lnTo>
                <a:lnTo>
                  <a:pt x="3985807" y="0"/>
                </a:lnTo>
                <a:lnTo>
                  <a:pt x="3996492" y="0"/>
                </a:lnTo>
                <a:lnTo>
                  <a:pt x="4007178" y="0"/>
                </a:lnTo>
                <a:lnTo>
                  <a:pt x="4017864" y="0"/>
                </a:lnTo>
                <a:lnTo>
                  <a:pt x="4028550" y="0"/>
                </a:lnTo>
                <a:lnTo>
                  <a:pt x="4039236" y="0"/>
                </a:lnTo>
                <a:lnTo>
                  <a:pt x="4049921" y="0"/>
                </a:lnTo>
                <a:lnTo>
                  <a:pt x="4060607" y="0"/>
                </a:lnTo>
                <a:lnTo>
                  <a:pt x="4071293" y="0"/>
                </a:lnTo>
                <a:lnTo>
                  <a:pt x="4081979" y="0"/>
                </a:lnTo>
                <a:lnTo>
                  <a:pt x="4092665" y="0"/>
                </a:lnTo>
                <a:lnTo>
                  <a:pt x="4103350" y="0"/>
                </a:lnTo>
                <a:lnTo>
                  <a:pt x="4114036" y="0"/>
                </a:lnTo>
                <a:lnTo>
                  <a:pt x="4124722" y="0"/>
                </a:lnTo>
                <a:lnTo>
                  <a:pt x="4135408" y="0"/>
                </a:lnTo>
                <a:lnTo>
                  <a:pt x="4146094" y="0"/>
                </a:lnTo>
                <a:lnTo>
                  <a:pt x="4156779" y="0"/>
                </a:lnTo>
                <a:lnTo>
                  <a:pt x="4167465" y="0"/>
                </a:lnTo>
                <a:lnTo>
                  <a:pt x="4178151" y="0"/>
                </a:lnTo>
                <a:lnTo>
                  <a:pt x="4188837" y="0"/>
                </a:lnTo>
                <a:lnTo>
                  <a:pt x="4199523" y="0"/>
                </a:lnTo>
                <a:lnTo>
                  <a:pt x="4210209" y="0"/>
                </a:lnTo>
                <a:lnTo>
                  <a:pt x="4220894" y="0"/>
                </a:lnTo>
                <a:lnTo>
                  <a:pt x="4231580" y="0"/>
                </a:lnTo>
                <a:lnTo>
                  <a:pt x="4242266" y="0"/>
                </a:lnTo>
                <a:lnTo>
                  <a:pt x="4252952" y="0"/>
                </a:lnTo>
                <a:lnTo>
                  <a:pt x="4263638" y="0"/>
                </a:lnTo>
                <a:lnTo>
                  <a:pt x="4274323" y="0"/>
                </a:lnTo>
                <a:lnTo>
                  <a:pt x="4285009" y="0"/>
                </a:lnTo>
                <a:lnTo>
                  <a:pt x="4295695" y="0"/>
                </a:lnTo>
                <a:lnTo>
                  <a:pt x="4306381" y="0"/>
                </a:lnTo>
                <a:lnTo>
                  <a:pt x="4317067" y="0"/>
                </a:lnTo>
                <a:lnTo>
                  <a:pt x="4327752" y="0"/>
                </a:lnTo>
                <a:lnTo>
                  <a:pt x="4338438" y="0"/>
                </a:lnTo>
                <a:lnTo>
                  <a:pt x="4349124" y="0"/>
                </a:lnTo>
                <a:lnTo>
                  <a:pt x="4359810" y="0"/>
                </a:lnTo>
                <a:lnTo>
                  <a:pt x="4370496" y="0"/>
                </a:lnTo>
                <a:lnTo>
                  <a:pt x="4381181" y="0"/>
                </a:lnTo>
                <a:lnTo>
                  <a:pt x="4391867" y="0"/>
                </a:lnTo>
                <a:lnTo>
                  <a:pt x="4402553" y="0"/>
                </a:lnTo>
                <a:lnTo>
                  <a:pt x="4413239" y="0"/>
                </a:lnTo>
                <a:lnTo>
                  <a:pt x="4423925" y="0"/>
                </a:lnTo>
                <a:lnTo>
                  <a:pt x="4434611" y="0"/>
                </a:lnTo>
                <a:lnTo>
                  <a:pt x="4445296" y="0"/>
                </a:lnTo>
                <a:lnTo>
                  <a:pt x="4455982" y="0"/>
                </a:lnTo>
                <a:lnTo>
                  <a:pt x="4466668" y="0"/>
                </a:lnTo>
                <a:lnTo>
                  <a:pt x="4477354" y="0"/>
                </a:lnTo>
                <a:lnTo>
                  <a:pt x="4488040" y="0"/>
                </a:lnTo>
                <a:lnTo>
                  <a:pt x="4498725" y="0"/>
                </a:lnTo>
                <a:lnTo>
                  <a:pt x="4509411" y="0"/>
                </a:lnTo>
                <a:lnTo>
                  <a:pt x="4520097" y="0"/>
                </a:lnTo>
                <a:lnTo>
                  <a:pt x="4530783" y="0"/>
                </a:lnTo>
                <a:lnTo>
                  <a:pt x="4541469" y="0"/>
                </a:lnTo>
                <a:lnTo>
                  <a:pt x="4552154" y="0"/>
                </a:lnTo>
                <a:lnTo>
                  <a:pt x="4562840" y="0"/>
                </a:lnTo>
                <a:lnTo>
                  <a:pt x="4573526" y="0"/>
                </a:lnTo>
                <a:lnTo>
                  <a:pt x="4584212" y="0"/>
                </a:lnTo>
                <a:lnTo>
                  <a:pt x="4594898" y="0"/>
                </a:lnTo>
                <a:lnTo>
                  <a:pt x="4605583" y="0"/>
                </a:lnTo>
                <a:lnTo>
                  <a:pt x="4616269" y="0"/>
                </a:lnTo>
                <a:lnTo>
                  <a:pt x="4626955" y="0"/>
                </a:lnTo>
                <a:lnTo>
                  <a:pt x="4637641" y="0"/>
                </a:lnTo>
                <a:lnTo>
                  <a:pt x="4648327" y="0"/>
                </a:lnTo>
                <a:lnTo>
                  <a:pt x="4659013" y="0"/>
                </a:lnTo>
                <a:lnTo>
                  <a:pt x="4669698" y="0"/>
                </a:lnTo>
                <a:lnTo>
                  <a:pt x="4680384" y="0"/>
                </a:lnTo>
                <a:lnTo>
                  <a:pt x="4691070" y="0"/>
                </a:lnTo>
                <a:lnTo>
                  <a:pt x="4701756" y="0"/>
                </a:lnTo>
                <a:lnTo>
                  <a:pt x="4712442" y="0"/>
                </a:lnTo>
                <a:lnTo>
                  <a:pt x="4723127" y="0"/>
                </a:lnTo>
                <a:lnTo>
                  <a:pt x="4733813" y="0"/>
                </a:lnTo>
                <a:lnTo>
                  <a:pt x="4744499" y="0"/>
                </a:lnTo>
                <a:lnTo>
                  <a:pt x="4755185" y="0"/>
                </a:lnTo>
                <a:lnTo>
                  <a:pt x="4765871" y="0"/>
                </a:lnTo>
                <a:lnTo>
                  <a:pt x="4776556" y="0"/>
                </a:lnTo>
                <a:lnTo>
                  <a:pt x="4787242" y="0"/>
                </a:lnTo>
                <a:lnTo>
                  <a:pt x="4797928" y="0"/>
                </a:lnTo>
                <a:lnTo>
                  <a:pt x="4808614" y="2971800"/>
                </a:lnTo>
                <a:lnTo>
                  <a:pt x="4819300" y="2971800"/>
                </a:lnTo>
                <a:lnTo>
                  <a:pt x="4829985" y="2971800"/>
                </a:lnTo>
                <a:lnTo>
                  <a:pt x="4840671" y="2971800"/>
                </a:lnTo>
                <a:lnTo>
                  <a:pt x="4851357" y="2971800"/>
                </a:lnTo>
                <a:lnTo>
                  <a:pt x="4862043" y="2971800"/>
                </a:lnTo>
                <a:lnTo>
                  <a:pt x="4872729" y="2971800"/>
                </a:lnTo>
                <a:lnTo>
                  <a:pt x="4883415" y="2971800"/>
                </a:lnTo>
                <a:lnTo>
                  <a:pt x="4894100" y="2971800"/>
                </a:lnTo>
                <a:lnTo>
                  <a:pt x="4904786" y="2971800"/>
                </a:lnTo>
                <a:lnTo>
                  <a:pt x="4915472" y="2971800"/>
                </a:lnTo>
                <a:lnTo>
                  <a:pt x="4926158" y="2971800"/>
                </a:lnTo>
                <a:lnTo>
                  <a:pt x="4936844" y="2971800"/>
                </a:lnTo>
                <a:lnTo>
                  <a:pt x="4947529" y="2971800"/>
                </a:lnTo>
                <a:lnTo>
                  <a:pt x="4958215" y="2971800"/>
                </a:lnTo>
                <a:lnTo>
                  <a:pt x="4968901" y="2971800"/>
                </a:lnTo>
                <a:lnTo>
                  <a:pt x="4979587" y="2971800"/>
                </a:lnTo>
                <a:lnTo>
                  <a:pt x="4990273" y="2971800"/>
                </a:lnTo>
                <a:lnTo>
                  <a:pt x="5000958" y="2971800"/>
                </a:lnTo>
                <a:lnTo>
                  <a:pt x="5011644" y="2971800"/>
                </a:lnTo>
                <a:lnTo>
                  <a:pt x="5022330" y="2971800"/>
                </a:lnTo>
                <a:lnTo>
                  <a:pt x="5033016" y="2971800"/>
                </a:lnTo>
                <a:lnTo>
                  <a:pt x="5043702" y="2971800"/>
                </a:lnTo>
                <a:lnTo>
                  <a:pt x="5054387" y="2971800"/>
                </a:lnTo>
                <a:lnTo>
                  <a:pt x="5065073" y="2971800"/>
                </a:lnTo>
                <a:lnTo>
                  <a:pt x="5075759" y="2971800"/>
                </a:lnTo>
                <a:lnTo>
                  <a:pt x="5086445" y="2971800"/>
                </a:lnTo>
                <a:lnTo>
                  <a:pt x="5097131" y="2971800"/>
                </a:lnTo>
                <a:lnTo>
                  <a:pt x="5107817" y="2971800"/>
                </a:lnTo>
                <a:lnTo>
                  <a:pt x="5118502" y="2971800"/>
                </a:lnTo>
                <a:lnTo>
                  <a:pt x="5129188" y="2971800"/>
                </a:lnTo>
                <a:lnTo>
                  <a:pt x="5139874" y="2971800"/>
                </a:lnTo>
                <a:lnTo>
                  <a:pt x="5150560" y="2971800"/>
                </a:lnTo>
                <a:lnTo>
                  <a:pt x="5161246" y="2971800"/>
                </a:lnTo>
                <a:lnTo>
                  <a:pt x="5171931" y="2971800"/>
                </a:lnTo>
                <a:lnTo>
                  <a:pt x="5182617" y="2971800"/>
                </a:lnTo>
                <a:lnTo>
                  <a:pt x="5193303" y="2971800"/>
                </a:lnTo>
                <a:lnTo>
                  <a:pt x="5203989" y="2971800"/>
                </a:lnTo>
                <a:lnTo>
                  <a:pt x="5214675" y="2971800"/>
                </a:lnTo>
                <a:lnTo>
                  <a:pt x="5225360" y="2971800"/>
                </a:lnTo>
                <a:lnTo>
                  <a:pt x="5236046" y="2971800"/>
                </a:lnTo>
                <a:lnTo>
                  <a:pt x="5246732" y="2971800"/>
                </a:lnTo>
                <a:lnTo>
                  <a:pt x="5257418" y="2971800"/>
                </a:lnTo>
                <a:lnTo>
                  <a:pt x="5268104" y="2971800"/>
                </a:lnTo>
                <a:lnTo>
                  <a:pt x="5278789" y="2971800"/>
                </a:lnTo>
                <a:lnTo>
                  <a:pt x="5289475" y="2971800"/>
                </a:lnTo>
                <a:lnTo>
                  <a:pt x="5300161" y="2971800"/>
                </a:lnTo>
                <a:lnTo>
                  <a:pt x="5310847" y="2971800"/>
                </a:lnTo>
                <a:lnTo>
                  <a:pt x="5321533" y="2971800"/>
                </a:lnTo>
                <a:lnTo>
                  <a:pt x="5332219" y="2971800"/>
                </a:lnTo>
                <a:lnTo>
                  <a:pt x="5342904" y="2971800"/>
                </a:lnTo>
                <a:lnTo>
                  <a:pt x="5353590" y="2971800"/>
                </a:lnTo>
                <a:lnTo>
                  <a:pt x="5364276" y="2971800"/>
                </a:lnTo>
                <a:lnTo>
                  <a:pt x="5374962" y="2971800"/>
                </a:lnTo>
                <a:lnTo>
                  <a:pt x="5385648" y="2971800"/>
                </a:lnTo>
                <a:lnTo>
                  <a:pt x="5396333" y="2971800"/>
                </a:lnTo>
                <a:lnTo>
                  <a:pt x="5407019" y="2971800"/>
                </a:lnTo>
                <a:lnTo>
                  <a:pt x="5417705" y="2971800"/>
                </a:lnTo>
                <a:lnTo>
                  <a:pt x="5428391" y="2971800"/>
                </a:lnTo>
                <a:lnTo>
                  <a:pt x="5439077" y="2971800"/>
                </a:lnTo>
                <a:lnTo>
                  <a:pt x="5449762" y="2971800"/>
                </a:lnTo>
                <a:lnTo>
                  <a:pt x="5460448" y="2971800"/>
                </a:lnTo>
                <a:lnTo>
                  <a:pt x="5471134" y="2971800"/>
                </a:lnTo>
                <a:lnTo>
                  <a:pt x="5481820" y="2971800"/>
                </a:lnTo>
                <a:lnTo>
                  <a:pt x="5492506" y="2971800"/>
                </a:lnTo>
                <a:lnTo>
                  <a:pt x="5503191" y="2971800"/>
                </a:lnTo>
                <a:lnTo>
                  <a:pt x="5513877" y="2971800"/>
                </a:lnTo>
                <a:lnTo>
                  <a:pt x="5524563" y="2971800"/>
                </a:lnTo>
                <a:lnTo>
                  <a:pt x="5535249" y="2971800"/>
                </a:lnTo>
                <a:lnTo>
                  <a:pt x="5545935" y="2971800"/>
                </a:lnTo>
                <a:lnTo>
                  <a:pt x="5556621" y="2971800"/>
                </a:lnTo>
                <a:lnTo>
                  <a:pt x="5567306" y="2971800"/>
                </a:lnTo>
                <a:lnTo>
                  <a:pt x="5577992" y="2971800"/>
                </a:lnTo>
                <a:lnTo>
                  <a:pt x="5588678" y="2971800"/>
                </a:lnTo>
                <a:lnTo>
                  <a:pt x="5599364" y="2971800"/>
                </a:lnTo>
                <a:lnTo>
                  <a:pt x="5610050" y="2971800"/>
                </a:lnTo>
                <a:lnTo>
                  <a:pt x="5620735" y="2971800"/>
                </a:lnTo>
                <a:lnTo>
                  <a:pt x="5631421" y="2971800"/>
                </a:lnTo>
                <a:lnTo>
                  <a:pt x="5642107" y="2971800"/>
                </a:lnTo>
                <a:lnTo>
                  <a:pt x="5652793" y="2971800"/>
                </a:lnTo>
                <a:lnTo>
                  <a:pt x="5663479" y="2971800"/>
                </a:lnTo>
                <a:lnTo>
                  <a:pt x="5674164" y="2971800"/>
                </a:lnTo>
                <a:lnTo>
                  <a:pt x="5684850" y="2971800"/>
                </a:lnTo>
                <a:lnTo>
                  <a:pt x="5695536" y="2971800"/>
                </a:lnTo>
                <a:lnTo>
                  <a:pt x="5706222" y="2971800"/>
                </a:lnTo>
                <a:lnTo>
                  <a:pt x="5716908" y="2971800"/>
                </a:lnTo>
                <a:lnTo>
                  <a:pt x="5727593" y="2971800"/>
                </a:lnTo>
                <a:lnTo>
                  <a:pt x="5738279" y="2971800"/>
                </a:lnTo>
                <a:lnTo>
                  <a:pt x="5748965" y="2971800"/>
                </a:lnTo>
                <a:lnTo>
                  <a:pt x="5759651" y="2971800"/>
                </a:lnTo>
                <a:lnTo>
                  <a:pt x="5770337" y="2971800"/>
                </a:lnTo>
                <a:lnTo>
                  <a:pt x="5781023" y="2971800"/>
                </a:lnTo>
                <a:lnTo>
                  <a:pt x="5791708" y="2971800"/>
                </a:lnTo>
                <a:lnTo>
                  <a:pt x="5802394" y="2971800"/>
                </a:lnTo>
                <a:lnTo>
                  <a:pt x="5813080" y="2971800"/>
                </a:lnTo>
                <a:lnTo>
                  <a:pt x="5823766" y="2971800"/>
                </a:lnTo>
                <a:lnTo>
                  <a:pt x="5834452" y="2971800"/>
                </a:lnTo>
                <a:lnTo>
                  <a:pt x="5845137" y="2971800"/>
                </a:lnTo>
                <a:lnTo>
                  <a:pt x="5855823" y="2971800"/>
                </a:lnTo>
                <a:lnTo>
                  <a:pt x="5866509" y="2971800"/>
                </a:lnTo>
                <a:lnTo>
                  <a:pt x="5877195" y="2971800"/>
                </a:lnTo>
                <a:lnTo>
                  <a:pt x="5887881" y="2971800"/>
                </a:lnTo>
                <a:lnTo>
                  <a:pt x="5898566" y="2971800"/>
                </a:lnTo>
                <a:lnTo>
                  <a:pt x="5909252" y="2971800"/>
                </a:lnTo>
                <a:lnTo>
                  <a:pt x="5919938" y="2971800"/>
                </a:lnTo>
                <a:lnTo>
                  <a:pt x="5930624" y="2971800"/>
                </a:lnTo>
                <a:lnTo>
                  <a:pt x="5941310" y="2971800"/>
                </a:lnTo>
                <a:lnTo>
                  <a:pt x="5951995" y="2971800"/>
                </a:lnTo>
                <a:lnTo>
                  <a:pt x="5962681" y="2971800"/>
                </a:lnTo>
                <a:lnTo>
                  <a:pt x="5973367" y="2971800"/>
                </a:lnTo>
                <a:lnTo>
                  <a:pt x="5984053" y="2971800"/>
                </a:lnTo>
                <a:lnTo>
                  <a:pt x="5994739" y="2971800"/>
                </a:lnTo>
                <a:lnTo>
                  <a:pt x="6005425" y="2971800"/>
                </a:lnTo>
                <a:lnTo>
                  <a:pt x="6016110" y="2971800"/>
                </a:lnTo>
                <a:lnTo>
                  <a:pt x="6026796" y="2971800"/>
                </a:lnTo>
                <a:lnTo>
                  <a:pt x="6037482" y="2971800"/>
                </a:lnTo>
                <a:lnTo>
                  <a:pt x="6048168" y="2971800"/>
                </a:lnTo>
                <a:lnTo>
                  <a:pt x="6058854" y="2971800"/>
                </a:lnTo>
                <a:lnTo>
                  <a:pt x="6069539" y="2971800"/>
                </a:lnTo>
                <a:lnTo>
                  <a:pt x="6080225" y="2971800"/>
                </a:lnTo>
                <a:lnTo>
                  <a:pt x="6090911" y="2971800"/>
                </a:lnTo>
                <a:lnTo>
                  <a:pt x="6101597" y="2971800"/>
                </a:lnTo>
                <a:lnTo>
                  <a:pt x="6112283" y="2971800"/>
                </a:lnTo>
                <a:lnTo>
                  <a:pt x="6122968" y="2971800"/>
                </a:lnTo>
                <a:lnTo>
                  <a:pt x="6133654" y="2971800"/>
                </a:lnTo>
                <a:lnTo>
                  <a:pt x="6144340" y="2971800"/>
                </a:lnTo>
                <a:lnTo>
                  <a:pt x="6155026" y="2971800"/>
                </a:lnTo>
                <a:lnTo>
                  <a:pt x="6165712" y="2971800"/>
                </a:lnTo>
                <a:lnTo>
                  <a:pt x="6176397" y="2971800"/>
                </a:lnTo>
                <a:lnTo>
                  <a:pt x="6187083" y="2971800"/>
                </a:lnTo>
                <a:lnTo>
                  <a:pt x="6197769" y="2971800"/>
                </a:lnTo>
                <a:lnTo>
                  <a:pt x="6208455" y="2971800"/>
                </a:lnTo>
                <a:lnTo>
                  <a:pt x="6219141" y="2971800"/>
                </a:lnTo>
                <a:lnTo>
                  <a:pt x="6229827" y="2971800"/>
                </a:lnTo>
                <a:lnTo>
                  <a:pt x="6240512" y="2971800"/>
                </a:lnTo>
                <a:lnTo>
                  <a:pt x="6251198" y="2971800"/>
                </a:lnTo>
                <a:lnTo>
                  <a:pt x="6261884" y="2971800"/>
                </a:lnTo>
                <a:lnTo>
                  <a:pt x="6272570" y="2971800"/>
                </a:lnTo>
                <a:lnTo>
                  <a:pt x="6283256" y="2971800"/>
                </a:lnTo>
                <a:lnTo>
                  <a:pt x="6293941" y="2971800"/>
                </a:lnTo>
                <a:lnTo>
                  <a:pt x="6304627" y="2971800"/>
                </a:lnTo>
                <a:lnTo>
                  <a:pt x="6315313" y="2971800"/>
                </a:lnTo>
                <a:lnTo>
                  <a:pt x="6325999" y="2971800"/>
                </a:lnTo>
                <a:lnTo>
                  <a:pt x="6336685" y="2971800"/>
                </a:lnTo>
                <a:lnTo>
                  <a:pt x="6347370" y="2971800"/>
                </a:lnTo>
                <a:lnTo>
                  <a:pt x="6358056" y="2971800"/>
                </a:lnTo>
                <a:lnTo>
                  <a:pt x="6368742" y="2971800"/>
                </a:lnTo>
                <a:lnTo>
                  <a:pt x="6379428" y="2971800"/>
                </a:lnTo>
                <a:lnTo>
                  <a:pt x="6390114" y="2971800"/>
                </a:lnTo>
                <a:lnTo>
                  <a:pt x="6400800" y="2971800"/>
                </a:lnTo>
                <a:lnTo>
                  <a:pt x="6400800" y="2971800"/>
                </a:lnTo>
                <a:lnTo>
                  <a:pt x="6390114" y="2971800"/>
                </a:lnTo>
                <a:lnTo>
                  <a:pt x="6379428" y="2971800"/>
                </a:lnTo>
                <a:lnTo>
                  <a:pt x="6368742" y="2971800"/>
                </a:lnTo>
                <a:lnTo>
                  <a:pt x="6358056" y="2971800"/>
                </a:lnTo>
                <a:lnTo>
                  <a:pt x="6347370" y="2971800"/>
                </a:lnTo>
                <a:lnTo>
                  <a:pt x="6336685" y="2971800"/>
                </a:lnTo>
                <a:lnTo>
                  <a:pt x="6325999" y="2971800"/>
                </a:lnTo>
                <a:lnTo>
                  <a:pt x="6315313" y="2971800"/>
                </a:lnTo>
                <a:lnTo>
                  <a:pt x="6304627" y="2971800"/>
                </a:lnTo>
                <a:lnTo>
                  <a:pt x="6293941" y="2971800"/>
                </a:lnTo>
                <a:lnTo>
                  <a:pt x="6283256" y="2971800"/>
                </a:lnTo>
                <a:lnTo>
                  <a:pt x="6272570" y="2971800"/>
                </a:lnTo>
                <a:lnTo>
                  <a:pt x="6261884" y="2971800"/>
                </a:lnTo>
                <a:lnTo>
                  <a:pt x="6251198" y="2971800"/>
                </a:lnTo>
                <a:lnTo>
                  <a:pt x="6240512" y="2971800"/>
                </a:lnTo>
                <a:lnTo>
                  <a:pt x="6229827" y="2971800"/>
                </a:lnTo>
                <a:lnTo>
                  <a:pt x="6219141" y="2971800"/>
                </a:lnTo>
                <a:lnTo>
                  <a:pt x="6208455" y="2971800"/>
                </a:lnTo>
                <a:lnTo>
                  <a:pt x="6197769" y="2971800"/>
                </a:lnTo>
                <a:lnTo>
                  <a:pt x="6187083" y="2971800"/>
                </a:lnTo>
                <a:lnTo>
                  <a:pt x="6176397" y="2971800"/>
                </a:lnTo>
                <a:lnTo>
                  <a:pt x="6165712" y="2971800"/>
                </a:lnTo>
                <a:lnTo>
                  <a:pt x="6155026" y="2971800"/>
                </a:lnTo>
                <a:lnTo>
                  <a:pt x="6144340" y="2971800"/>
                </a:lnTo>
                <a:lnTo>
                  <a:pt x="6133654" y="2971800"/>
                </a:lnTo>
                <a:lnTo>
                  <a:pt x="6122968" y="2971800"/>
                </a:lnTo>
                <a:lnTo>
                  <a:pt x="6112283" y="2971800"/>
                </a:lnTo>
                <a:lnTo>
                  <a:pt x="6101597" y="2971800"/>
                </a:lnTo>
                <a:lnTo>
                  <a:pt x="6090911" y="2971800"/>
                </a:lnTo>
                <a:lnTo>
                  <a:pt x="6080225" y="2971800"/>
                </a:lnTo>
                <a:lnTo>
                  <a:pt x="6069539" y="2971800"/>
                </a:lnTo>
                <a:lnTo>
                  <a:pt x="6058854" y="2971800"/>
                </a:lnTo>
                <a:lnTo>
                  <a:pt x="6048168" y="2971800"/>
                </a:lnTo>
                <a:lnTo>
                  <a:pt x="6037482" y="2971800"/>
                </a:lnTo>
                <a:lnTo>
                  <a:pt x="6026796" y="2971800"/>
                </a:lnTo>
                <a:lnTo>
                  <a:pt x="6016110" y="2971800"/>
                </a:lnTo>
                <a:lnTo>
                  <a:pt x="6005425" y="2971800"/>
                </a:lnTo>
                <a:lnTo>
                  <a:pt x="5994739" y="2971800"/>
                </a:lnTo>
                <a:lnTo>
                  <a:pt x="5984053" y="2971800"/>
                </a:lnTo>
                <a:lnTo>
                  <a:pt x="5973367" y="2971800"/>
                </a:lnTo>
                <a:lnTo>
                  <a:pt x="5962681" y="2971800"/>
                </a:lnTo>
                <a:lnTo>
                  <a:pt x="5951995" y="2971800"/>
                </a:lnTo>
                <a:lnTo>
                  <a:pt x="5941310" y="2971800"/>
                </a:lnTo>
                <a:lnTo>
                  <a:pt x="5930624" y="2971800"/>
                </a:lnTo>
                <a:lnTo>
                  <a:pt x="5919938" y="2971800"/>
                </a:lnTo>
                <a:lnTo>
                  <a:pt x="5909252" y="2971800"/>
                </a:lnTo>
                <a:lnTo>
                  <a:pt x="5898566" y="2971800"/>
                </a:lnTo>
                <a:lnTo>
                  <a:pt x="5887881" y="2971800"/>
                </a:lnTo>
                <a:lnTo>
                  <a:pt x="5877195" y="2971800"/>
                </a:lnTo>
                <a:lnTo>
                  <a:pt x="5866509" y="2971800"/>
                </a:lnTo>
                <a:lnTo>
                  <a:pt x="5855823" y="2971800"/>
                </a:lnTo>
                <a:lnTo>
                  <a:pt x="5845137" y="2971800"/>
                </a:lnTo>
                <a:lnTo>
                  <a:pt x="5834452" y="2971800"/>
                </a:lnTo>
                <a:lnTo>
                  <a:pt x="5823766" y="2971800"/>
                </a:lnTo>
                <a:lnTo>
                  <a:pt x="5813080" y="2971800"/>
                </a:lnTo>
                <a:lnTo>
                  <a:pt x="5802394" y="2971800"/>
                </a:lnTo>
                <a:lnTo>
                  <a:pt x="5791708" y="2971800"/>
                </a:lnTo>
                <a:lnTo>
                  <a:pt x="5781023" y="2971800"/>
                </a:lnTo>
                <a:lnTo>
                  <a:pt x="5770337" y="2971800"/>
                </a:lnTo>
                <a:lnTo>
                  <a:pt x="5759651" y="2971800"/>
                </a:lnTo>
                <a:lnTo>
                  <a:pt x="5748965" y="2971800"/>
                </a:lnTo>
                <a:lnTo>
                  <a:pt x="5738279" y="2971800"/>
                </a:lnTo>
                <a:lnTo>
                  <a:pt x="5727593" y="2971800"/>
                </a:lnTo>
                <a:lnTo>
                  <a:pt x="5716908" y="2971800"/>
                </a:lnTo>
                <a:lnTo>
                  <a:pt x="5706222" y="2971800"/>
                </a:lnTo>
                <a:lnTo>
                  <a:pt x="5695536" y="2971800"/>
                </a:lnTo>
                <a:lnTo>
                  <a:pt x="5684850" y="2971800"/>
                </a:lnTo>
                <a:lnTo>
                  <a:pt x="5674164" y="2971800"/>
                </a:lnTo>
                <a:lnTo>
                  <a:pt x="5663479" y="2971800"/>
                </a:lnTo>
                <a:lnTo>
                  <a:pt x="5652793" y="2971800"/>
                </a:lnTo>
                <a:lnTo>
                  <a:pt x="5642107" y="2971800"/>
                </a:lnTo>
                <a:lnTo>
                  <a:pt x="5631421" y="2971800"/>
                </a:lnTo>
                <a:lnTo>
                  <a:pt x="5620735" y="2971800"/>
                </a:lnTo>
                <a:lnTo>
                  <a:pt x="5610050" y="2971800"/>
                </a:lnTo>
                <a:lnTo>
                  <a:pt x="5599364" y="2971800"/>
                </a:lnTo>
                <a:lnTo>
                  <a:pt x="5588678" y="2971800"/>
                </a:lnTo>
                <a:lnTo>
                  <a:pt x="5577992" y="2971800"/>
                </a:lnTo>
                <a:lnTo>
                  <a:pt x="5567306" y="2971800"/>
                </a:lnTo>
                <a:lnTo>
                  <a:pt x="5556621" y="2971800"/>
                </a:lnTo>
                <a:lnTo>
                  <a:pt x="5545935" y="2971800"/>
                </a:lnTo>
                <a:lnTo>
                  <a:pt x="5535249" y="2971800"/>
                </a:lnTo>
                <a:lnTo>
                  <a:pt x="5524563" y="2971800"/>
                </a:lnTo>
                <a:lnTo>
                  <a:pt x="5513877" y="2971800"/>
                </a:lnTo>
                <a:lnTo>
                  <a:pt x="5503191" y="2971800"/>
                </a:lnTo>
                <a:lnTo>
                  <a:pt x="5492506" y="2971800"/>
                </a:lnTo>
                <a:lnTo>
                  <a:pt x="5481820" y="2971800"/>
                </a:lnTo>
                <a:lnTo>
                  <a:pt x="5471134" y="2971800"/>
                </a:lnTo>
                <a:lnTo>
                  <a:pt x="5460448" y="2971800"/>
                </a:lnTo>
                <a:lnTo>
                  <a:pt x="5449762" y="2971800"/>
                </a:lnTo>
                <a:lnTo>
                  <a:pt x="5439077" y="2971800"/>
                </a:lnTo>
                <a:lnTo>
                  <a:pt x="5428391" y="2971800"/>
                </a:lnTo>
                <a:lnTo>
                  <a:pt x="5417705" y="2971800"/>
                </a:lnTo>
                <a:lnTo>
                  <a:pt x="5407019" y="2971800"/>
                </a:lnTo>
                <a:lnTo>
                  <a:pt x="5396333" y="2971800"/>
                </a:lnTo>
                <a:lnTo>
                  <a:pt x="5385648" y="2971800"/>
                </a:lnTo>
                <a:lnTo>
                  <a:pt x="5374962" y="2971800"/>
                </a:lnTo>
                <a:lnTo>
                  <a:pt x="5364276" y="2971800"/>
                </a:lnTo>
                <a:lnTo>
                  <a:pt x="5353590" y="2971800"/>
                </a:lnTo>
                <a:lnTo>
                  <a:pt x="5342904" y="2971800"/>
                </a:lnTo>
                <a:lnTo>
                  <a:pt x="5332219" y="2971800"/>
                </a:lnTo>
                <a:lnTo>
                  <a:pt x="5321533" y="2971800"/>
                </a:lnTo>
                <a:lnTo>
                  <a:pt x="5310847" y="2971800"/>
                </a:lnTo>
                <a:lnTo>
                  <a:pt x="5300161" y="2971800"/>
                </a:lnTo>
                <a:lnTo>
                  <a:pt x="5289475" y="2971800"/>
                </a:lnTo>
                <a:lnTo>
                  <a:pt x="5278789" y="2971800"/>
                </a:lnTo>
                <a:lnTo>
                  <a:pt x="5268104" y="2971800"/>
                </a:lnTo>
                <a:lnTo>
                  <a:pt x="5257418" y="2971800"/>
                </a:lnTo>
                <a:lnTo>
                  <a:pt x="5246732" y="2971800"/>
                </a:lnTo>
                <a:lnTo>
                  <a:pt x="5236046" y="2971800"/>
                </a:lnTo>
                <a:lnTo>
                  <a:pt x="5225360" y="2971800"/>
                </a:lnTo>
                <a:lnTo>
                  <a:pt x="5214675" y="2971800"/>
                </a:lnTo>
                <a:lnTo>
                  <a:pt x="5203989" y="2971800"/>
                </a:lnTo>
                <a:lnTo>
                  <a:pt x="5193303" y="2971800"/>
                </a:lnTo>
                <a:lnTo>
                  <a:pt x="5182617" y="2971800"/>
                </a:lnTo>
                <a:lnTo>
                  <a:pt x="5171931" y="2971800"/>
                </a:lnTo>
                <a:lnTo>
                  <a:pt x="5161246" y="2971800"/>
                </a:lnTo>
                <a:lnTo>
                  <a:pt x="5150560" y="2971800"/>
                </a:lnTo>
                <a:lnTo>
                  <a:pt x="5139874" y="2971800"/>
                </a:lnTo>
                <a:lnTo>
                  <a:pt x="5129188" y="2971800"/>
                </a:lnTo>
                <a:lnTo>
                  <a:pt x="5118502" y="2971800"/>
                </a:lnTo>
                <a:lnTo>
                  <a:pt x="5107817" y="2971800"/>
                </a:lnTo>
                <a:lnTo>
                  <a:pt x="5097131" y="2971800"/>
                </a:lnTo>
                <a:lnTo>
                  <a:pt x="5086445" y="2971800"/>
                </a:lnTo>
                <a:lnTo>
                  <a:pt x="5075759" y="2971800"/>
                </a:lnTo>
                <a:lnTo>
                  <a:pt x="5065073" y="2971800"/>
                </a:lnTo>
                <a:lnTo>
                  <a:pt x="5054387" y="2971800"/>
                </a:lnTo>
                <a:lnTo>
                  <a:pt x="5043702" y="2971800"/>
                </a:lnTo>
                <a:lnTo>
                  <a:pt x="5033016" y="2971800"/>
                </a:lnTo>
                <a:lnTo>
                  <a:pt x="5022330" y="2971800"/>
                </a:lnTo>
                <a:lnTo>
                  <a:pt x="5011644" y="2971800"/>
                </a:lnTo>
                <a:lnTo>
                  <a:pt x="5000958" y="2971800"/>
                </a:lnTo>
                <a:lnTo>
                  <a:pt x="4990273" y="2971800"/>
                </a:lnTo>
                <a:lnTo>
                  <a:pt x="4979587" y="2971800"/>
                </a:lnTo>
                <a:lnTo>
                  <a:pt x="4968901" y="2971800"/>
                </a:lnTo>
                <a:lnTo>
                  <a:pt x="4958215" y="2971800"/>
                </a:lnTo>
                <a:lnTo>
                  <a:pt x="4947529" y="2971800"/>
                </a:lnTo>
                <a:lnTo>
                  <a:pt x="4936844" y="2971800"/>
                </a:lnTo>
                <a:lnTo>
                  <a:pt x="4926158" y="2971800"/>
                </a:lnTo>
                <a:lnTo>
                  <a:pt x="4915472" y="2971800"/>
                </a:lnTo>
                <a:lnTo>
                  <a:pt x="4904786" y="2971800"/>
                </a:lnTo>
                <a:lnTo>
                  <a:pt x="4894100" y="2971800"/>
                </a:lnTo>
                <a:lnTo>
                  <a:pt x="4883415" y="2971800"/>
                </a:lnTo>
                <a:lnTo>
                  <a:pt x="4872729" y="2971800"/>
                </a:lnTo>
                <a:lnTo>
                  <a:pt x="4862043" y="2971800"/>
                </a:lnTo>
                <a:lnTo>
                  <a:pt x="4851357" y="2971800"/>
                </a:lnTo>
                <a:lnTo>
                  <a:pt x="4840671" y="2971800"/>
                </a:lnTo>
                <a:lnTo>
                  <a:pt x="4829985" y="2971800"/>
                </a:lnTo>
                <a:lnTo>
                  <a:pt x="4819300" y="2971800"/>
                </a:lnTo>
                <a:lnTo>
                  <a:pt x="4808614" y="2971800"/>
                </a:lnTo>
                <a:lnTo>
                  <a:pt x="4797928" y="2971800"/>
                </a:lnTo>
                <a:lnTo>
                  <a:pt x="4787242" y="2971800"/>
                </a:lnTo>
                <a:lnTo>
                  <a:pt x="4776556" y="2971800"/>
                </a:lnTo>
                <a:lnTo>
                  <a:pt x="4765871" y="2971800"/>
                </a:lnTo>
                <a:lnTo>
                  <a:pt x="4755185" y="2971800"/>
                </a:lnTo>
                <a:lnTo>
                  <a:pt x="4744499" y="2971800"/>
                </a:lnTo>
                <a:lnTo>
                  <a:pt x="4733813" y="2971800"/>
                </a:lnTo>
                <a:lnTo>
                  <a:pt x="4723127" y="2971800"/>
                </a:lnTo>
                <a:lnTo>
                  <a:pt x="4712442" y="2971800"/>
                </a:lnTo>
                <a:lnTo>
                  <a:pt x="4701756" y="2971800"/>
                </a:lnTo>
                <a:lnTo>
                  <a:pt x="4691070" y="2971800"/>
                </a:lnTo>
                <a:lnTo>
                  <a:pt x="4680384" y="2971800"/>
                </a:lnTo>
                <a:lnTo>
                  <a:pt x="4669698" y="2971800"/>
                </a:lnTo>
                <a:lnTo>
                  <a:pt x="4659013" y="2971800"/>
                </a:lnTo>
                <a:lnTo>
                  <a:pt x="4648327" y="2971800"/>
                </a:lnTo>
                <a:lnTo>
                  <a:pt x="4637641" y="2971800"/>
                </a:lnTo>
                <a:lnTo>
                  <a:pt x="4626955" y="2971800"/>
                </a:lnTo>
                <a:lnTo>
                  <a:pt x="4616269" y="2971800"/>
                </a:lnTo>
                <a:lnTo>
                  <a:pt x="4605583" y="2971800"/>
                </a:lnTo>
                <a:lnTo>
                  <a:pt x="4594898" y="2971800"/>
                </a:lnTo>
                <a:lnTo>
                  <a:pt x="4584212" y="2971800"/>
                </a:lnTo>
                <a:lnTo>
                  <a:pt x="4573526" y="2971800"/>
                </a:lnTo>
                <a:lnTo>
                  <a:pt x="4562840" y="2971800"/>
                </a:lnTo>
                <a:lnTo>
                  <a:pt x="4552154" y="2971800"/>
                </a:lnTo>
                <a:lnTo>
                  <a:pt x="4541469" y="2971800"/>
                </a:lnTo>
                <a:lnTo>
                  <a:pt x="4530783" y="2971800"/>
                </a:lnTo>
                <a:lnTo>
                  <a:pt x="4520097" y="2971800"/>
                </a:lnTo>
                <a:lnTo>
                  <a:pt x="4509411" y="2971800"/>
                </a:lnTo>
                <a:lnTo>
                  <a:pt x="4498725" y="2971800"/>
                </a:lnTo>
                <a:lnTo>
                  <a:pt x="4488040" y="2971800"/>
                </a:lnTo>
                <a:lnTo>
                  <a:pt x="4477354" y="2971800"/>
                </a:lnTo>
                <a:lnTo>
                  <a:pt x="4466668" y="2971800"/>
                </a:lnTo>
                <a:lnTo>
                  <a:pt x="4455982" y="2971800"/>
                </a:lnTo>
                <a:lnTo>
                  <a:pt x="4445296" y="2971800"/>
                </a:lnTo>
                <a:lnTo>
                  <a:pt x="4434611" y="2971800"/>
                </a:lnTo>
                <a:lnTo>
                  <a:pt x="4423925" y="2971800"/>
                </a:lnTo>
                <a:lnTo>
                  <a:pt x="4413239" y="2971800"/>
                </a:lnTo>
                <a:lnTo>
                  <a:pt x="4402553" y="2971800"/>
                </a:lnTo>
                <a:lnTo>
                  <a:pt x="4391867" y="2971800"/>
                </a:lnTo>
                <a:lnTo>
                  <a:pt x="4381181" y="2971800"/>
                </a:lnTo>
                <a:lnTo>
                  <a:pt x="4370496" y="2971800"/>
                </a:lnTo>
                <a:lnTo>
                  <a:pt x="4359810" y="2971800"/>
                </a:lnTo>
                <a:lnTo>
                  <a:pt x="4349124" y="2971800"/>
                </a:lnTo>
                <a:lnTo>
                  <a:pt x="4338438" y="2971800"/>
                </a:lnTo>
                <a:lnTo>
                  <a:pt x="4327752" y="2971800"/>
                </a:lnTo>
                <a:lnTo>
                  <a:pt x="4317067" y="2971800"/>
                </a:lnTo>
                <a:lnTo>
                  <a:pt x="4306381" y="2971800"/>
                </a:lnTo>
                <a:lnTo>
                  <a:pt x="4295695" y="2971800"/>
                </a:lnTo>
                <a:lnTo>
                  <a:pt x="4285009" y="2971800"/>
                </a:lnTo>
                <a:lnTo>
                  <a:pt x="4274323" y="2971800"/>
                </a:lnTo>
                <a:lnTo>
                  <a:pt x="4263638" y="2971800"/>
                </a:lnTo>
                <a:lnTo>
                  <a:pt x="4252952" y="2971800"/>
                </a:lnTo>
                <a:lnTo>
                  <a:pt x="4242266" y="2971800"/>
                </a:lnTo>
                <a:lnTo>
                  <a:pt x="4231580" y="2971800"/>
                </a:lnTo>
                <a:lnTo>
                  <a:pt x="4220894" y="2971800"/>
                </a:lnTo>
                <a:lnTo>
                  <a:pt x="4210209" y="2971800"/>
                </a:lnTo>
                <a:lnTo>
                  <a:pt x="4199523" y="2971800"/>
                </a:lnTo>
                <a:lnTo>
                  <a:pt x="4188837" y="2971800"/>
                </a:lnTo>
                <a:lnTo>
                  <a:pt x="4178151" y="2971800"/>
                </a:lnTo>
                <a:lnTo>
                  <a:pt x="4167465" y="2971800"/>
                </a:lnTo>
                <a:lnTo>
                  <a:pt x="4156779" y="2971800"/>
                </a:lnTo>
                <a:lnTo>
                  <a:pt x="4146094" y="2971800"/>
                </a:lnTo>
                <a:lnTo>
                  <a:pt x="4135408" y="2971800"/>
                </a:lnTo>
                <a:lnTo>
                  <a:pt x="4124722" y="2971800"/>
                </a:lnTo>
                <a:lnTo>
                  <a:pt x="4114036" y="2971800"/>
                </a:lnTo>
                <a:lnTo>
                  <a:pt x="4103350" y="2971800"/>
                </a:lnTo>
                <a:lnTo>
                  <a:pt x="4092665" y="2971800"/>
                </a:lnTo>
                <a:lnTo>
                  <a:pt x="4081979" y="2971800"/>
                </a:lnTo>
                <a:lnTo>
                  <a:pt x="4071293" y="2971800"/>
                </a:lnTo>
                <a:lnTo>
                  <a:pt x="4060607" y="2971800"/>
                </a:lnTo>
                <a:lnTo>
                  <a:pt x="4049921" y="2971800"/>
                </a:lnTo>
                <a:lnTo>
                  <a:pt x="4039236" y="2971800"/>
                </a:lnTo>
                <a:lnTo>
                  <a:pt x="4028550" y="2971800"/>
                </a:lnTo>
                <a:lnTo>
                  <a:pt x="4017864" y="2971800"/>
                </a:lnTo>
                <a:lnTo>
                  <a:pt x="4007178" y="2971800"/>
                </a:lnTo>
                <a:lnTo>
                  <a:pt x="3996492" y="2971800"/>
                </a:lnTo>
                <a:lnTo>
                  <a:pt x="3985807" y="2971800"/>
                </a:lnTo>
                <a:lnTo>
                  <a:pt x="3975121" y="2971800"/>
                </a:lnTo>
                <a:lnTo>
                  <a:pt x="3964435" y="2971800"/>
                </a:lnTo>
                <a:lnTo>
                  <a:pt x="3953749" y="2971800"/>
                </a:lnTo>
                <a:lnTo>
                  <a:pt x="3943063" y="2971800"/>
                </a:lnTo>
                <a:lnTo>
                  <a:pt x="3932377" y="2971800"/>
                </a:lnTo>
                <a:lnTo>
                  <a:pt x="3921692" y="2971800"/>
                </a:lnTo>
                <a:lnTo>
                  <a:pt x="3911006" y="2971800"/>
                </a:lnTo>
                <a:lnTo>
                  <a:pt x="3900320" y="2971800"/>
                </a:lnTo>
                <a:lnTo>
                  <a:pt x="3889634" y="2971800"/>
                </a:lnTo>
                <a:lnTo>
                  <a:pt x="3878948" y="2971800"/>
                </a:lnTo>
                <a:lnTo>
                  <a:pt x="3868263" y="2971800"/>
                </a:lnTo>
                <a:lnTo>
                  <a:pt x="3857577" y="2971800"/>
                </a:lnTo>
                <a:lnTo>
                  <a:pt x="3846891" y="2971800"/>
                </a:lnTo>
                <a:lnTo>
                  <a:pt x="3836205" y="2971800"/>
                </a:lnTo>
                <a:lnTo>
                  <a:pt x="3825519" y="2971800"/>
                </a:lnTo>
                <a:lnTo>
                  <a:pt x="3814834" y="2971800"/>
                </a:lnTo>
                <a:lnTo>
                  <a:pt x="3804148" y="2971800"/>
                </a:lnTo>
                <a:lnTo>
                  <a:pt x="3793462" y="2971800"/>
                </a:lnTo>
                <a:lnTo>
                  <a:pt x="3782776" y="2971800"/>
                </a:lnTo>
                <a:lnTo>
                  <a:pt x="3772090" y="2971800"/>
                </a:lnTo>
                <a:lnTo>
                  <a:pt x="3761405" y="2971800"/>
                </a:lnTo>
                <a:lnTo>
                  <a:pt x="3750719" y="2971800"/>
                </a:lnTo>
                <a:lnTo>
                  <a:pt x="3740033" y="2971800"/>
                </a:lnTo>
                <a:lnTo>
                  <a:pt x="3729347" y="2971800"/>
                </a:lnTo>
                <a:lnTo>
                  <a:pt x="3718661" y="2971800"/>
                </a:lnTo>
                <a:lnTo>
                  <a:pt x="3707975" y="2971800"/>
                </a:lnTo>
                <a:lnTo>
                  <a:pt x="3697290" y="2971800"/>
                </a:lnTo>
                <a:lnTo>
                  <a:pt x="3686604" y="2971800"/>
                </a:lnTo>
                <a:lnTo>
                  <a:pt x="3675918" y="2971800"/>
                </a:lnTo>
                <a:lnTo>
                  <a:pt x="3665232" y="2971800"/>
                </a:lnTo>
                <a:lnTo>
                  <a:pt x="3654546" y="2971800"/>
                </a:lnTo>
                <a:lnTo>
                  <a:pt x="3643861" y="2971800"/>
                </a:lnTo>
                <a:lnTo>
                  <a:pt x="3633175" y="2971800"/>
                </a:lnTo>
                <a:lnTo>
                  <a:pt x="3622489" y="2971800"/>
                </a:lnTo>
                <a:lnTo>
                  <a:pt x="3611803" y="2971800"/>
                </a:lnTo>
                <a:lnTo>
                  <a:pt x="3601117" y="2971800"/>
                </a:lnTo>
                <a:lnTo>
                  <a:pt x="3590432" y="2971800"/>
                </a:lnTo>
                <a:lnTo>
                  <a:pt x="3579746" y="2971800"/>
                </a:lnTo>
                <a:lnTo>
                  <a:pt x="3569060" y="2971800"/>
                </a:lnTo>
                <a:lnTo>
                  <a:pt x="3558374" y="2971800"/>
                </a:lnTo>
                <a:lnTo>
                  <a:pt x="3547688" y="2971800"/>
                </a:lnTo>
                <a:lnTo>
                  <a:pt x="3537003" y="2971800"/>
                </a:lnTo>
                <a:lnTo>
                  <a:pt x="3526317" y="2971800"/>
                </a:lnTo>
                <a:lnTo>
                  <a:pt x="3515631" y="2971800"/>
                </a:lnTo>
                <a:lnTo>
                  <a:pt x="3504945" y="2971800"/>
                </a:lnTo>
                <a:lnTo>
                  <a:pt x="3494259" y="2971800"/>
                </a:lnTo>
                <a:lnTo>
                  <a:pt x="3483573" y="2971800"/>
                </a:lnTo>
                <a:lnTo>
                  <a:pt x="3472888" y="2971800"/>
                </a:lnTo>
                <a:lnTo>
                  <a:pt x="3462202" y="2971800"/>
                </a:lnTo>
                <a:lnTo>
                  <a:pt x="3451516" y="2971800"/>
                </a:lnTo>
                <a:lnTo>
                  <a:pt x="3440830" y="2971800"/>
                </a:lnTo>
                <a:lnTo>
                  <a:pt x="3430144" y="2971800"/>
                </a:lnTo>
                <a:lnTo>
                  <a:pt x="3419459" y="2971800"/>
                </a:lnTo>
                <a:lnTo>
                  <a:pt x="3408773" y="2971800"/>
                </a:lnTo>
                <a:lnTo>
                  <a:pt x="3398087" y="2971800"/>
                </a:lnTo>
                <a:lnTo>
                  <a:pt x="3387401" y="2971800"/>
                </a:lnTo>
                <a:lnTo>
                  <a:pt x="3376715" y="2971800"/>
                </a:lnTo>
                <a:lnTo>
                  <a:pt x="3366030" y="2971800"/>
                </a:lnTo>
                <a:lnTo>
                  <a:pt x="3355344" y="2971800"/>
                </a:lnTo>
                <a:lnTo>
                  <a:pt x="3344658" y="2971800"/>
                </a:lnTo>
                <a:lnTo>
                  <a:pt x="3333972" y="2971800"/>
                </a:lnTo>
                <a:lnTo>
                  <a:pt x="3323286" y="2971800"/>
                </a:lnTo>
                <a:lnTo>
                  <a:pt x="3312601" y="2971800"/>
                </a:lnTo>
                <a:lnTo>
                  <a:pt x="3301915" y="2971800"/>
                </a:lnTo>
                <a:lnTo>
                  <a:pt x="3291229" y="2971800"/>
                </a:lnTo>
                <a:lnTo>
                  <a:pt x="3280543" y="2971800"/>
                </a:lnTo>
                <a:lnTo>
                  <a:pt x="3269857" y="2971800"/>
                </a:lnTo>
                <a:lnTo>
                  <a:pt x="3259171" y="2971800"/>
                </a:lnTo>
                <a:lnTo>
                  <a:pt x="3248486" y="2971800"/>
                </a:lnTo>
                <a:lnTo>
                  <a:pt x="3237800" y="2971800"/>
                </a:lnTo>
                <a:lnTo>
                  <a:pt x="3227114" y="2971800"/>
                </a:lnTo>
                <a:lnTo>
                  <a:pt x="3216428" y="2971800"/>
                </a:lnTo>
                <a:lnTo>
                  <a:pt x="3205742" y="2971800"/>
                </a:lnTo>
                <a:lnTo>
                  <a:pt x="3195057" y="2971800"/>
                </a:lnTo>
                <a:lnTo>
                  <a:pt x="3184371" y="2971800"/>
                </a:lnTo>
                <a:lnTo>
                  <a:pt x="3173685" y="2971800"/>
                </a:lnTo>
                <a:lnTo>
                  <a:pt x="3162999" y="2971800"/>
                </a:lnTo>
                <a:lnTo>
                  <a:pt x="3152313" y="2971800"/>
                </a:lnTo>
                <a:lnTo>
                  <a:pt x="3141628" y="2971800"/>
                </a:lnTo>
                <a:lnTo>
                  <a:pt x="3130942" y="2971800"/>
                </a:lnTo>
                <a:lnTo>
                  <a:pt x="3120256" y="2971800"/>
                </a:lnTo>
                <a:lnTo>
                  <a:pt x="3109570" y="2971800"/>
                </a:lnTo>
                <a:lnTo>
                  <a:pt x="3098884" y="2971800"/>
                </a:lnTo>
                <a:lnTo>
                  <a:pt x="3088198" y="2971800"/>
                </a:lnTo>
                <a:lnTo>
                  <a:pt x="3077513" y="2971800"/>
                </a:lnTo>
                <a:lnTo>
                  <a:pt x="3066827" y="2971800"/>
                </a:lnTo>
                <a:lnTo>
                  <a:pt x="3056141" y="2971800"/>
                </a:lnTo>
                <a:lnTo>
                  <a:pt x="3045455" y="2971800"/>
                </a:lnTo>
                <a:lnTo>
                  <a:pt x="3034769" y="2971800"/>
                </a:lnTo>
                <a:lnTo>
                  <a:pt x="3024084" y="2971800"/>
                </a:lnTo>
                <a:lnTo>
                  <a:pt x="3013398" y="2971800"/>
                </a:lnTo>
                <a:lnTo>
                  <a:pt x="3002712" y="2971800"/>
                </a:lnTo>
                <a:lnTo>
                  <a:pt x="2992026" y="2971800"/>
                </a:lnTo>
                <a:lnTo>
                  <a:pt x="2981340" y="2971800"/>
                </a:lnTo>
                <a:lnTo>
                  <a:pt x="2970655" y="2971800"/>
                </a:lnTo>
                <a:lnTo>
                  <a:pt x="2959969" y="2971800"/>
                </a:lnTo>
                <a:lnTo>
                  <a:pt x="2949283" y="2971800"/>
                </a:lnTo>
                <a:lnTo>
                  <a:pt x="2938597" y="2971800"/>
                </a:lnTo>
                <a:lnTo>
                  <a:pt x="2927911" y="2971800"/>
                </a:lnTo>
                <a:lnTo>
                  <a:pt x="2917226" y="2971800"/>
                </a:lnTo>
                <a:lnTo>
                  <a:pt x="2906540" y="2971800"/>
                </a:lnTo>
                <a:lnTo>
                  <a:pt x="2895854" y="2971800"/>
                </a:lnTo>
                <a:lnTo>
                  <a:pt x="2885168" y="2971800"/>
                </a:lnTo>
                <a:lnTo>
                  <a:pt x="2874482" y="2971800"/>
                </a:lnTo>
                <a:lnTo>
                  <a:pt x="2863796" y="2971800"/>
                </a:lnTo>
                <a:lnTo>
                  <a:pt x="2853111" y="2971800"/>
                </a:lnTo>
                <a:lnTo>
                  <a:pt x="2842425" y="2971800"/>
                </a:lnTo>
                <a:lnTo>
                  <a:pt x="2831739" y="2971800"/>
                </a:lnTo>
                <a:lnTo>
                  <a:pt x="2821053" y="2971800"/>
                </a:lnTo>
                <a:lnTo>
                  <a:pt x="2810367" y="2971800"/>
                </a:lnTo>
                <a:lnTo>
                  <a:pt x="2799682" y="2971800"/>
                </a:lnTo>
                <a:lnTo>
                  <a:pt x="2788996" y="2971800"/>
                </a:lnTo>
                <a:lnTo>
                  <a:pt x="2778310" y="2971800"/>
                </a:lnTo>
                <a:lnTo>
                  <a:pt x="2767624" y="2971800"/>
                </a:lnTo>
                <a:lnTo>
                  <a:pt x="2756938" y="2971800"/>
                </a:lnTo>
                <a:lnTo>
                  <a:pt x="2746253" y="2971800"/>
                </a:lnTo>
                <a:lnTo>
                  <a:pt x="2735567" y="2971800"/>
                </a:lnTo>
                <a:lnTo>
                  <a:pt x="2724881" y="2971800"/>
                </a:lnTo>
                <a:lnTo>
                  <a:pt x="2714195" y="2971800"/>
                </a:lnTo>
                <a:lnTo>
                  <a:pt x="2703509" y="2971800"/>
                </a:lnTo>
                <a:lnTo>
                  <a:pt x="2692824" y="2971800"/>
                </a:lnTo>
                <a:lnTo>
                  <a:pt x="2682138" y="2971800"/>
                </a:lnTo>
                <a:lnTo>
                  <a:pt x="2671452" y="2971800"/>
                </a:lnTo>
                <a:lnTo>
                  <a:pt x="2660766" y="2971800"/>
                </a:lnTo>
                <a:lnTo>
                  <a:pt x="2650080" y="2971800"/>
                </a:lnTo>
                <a:lnTo>
                  <a:pt x="2639394" y="2971800"/>
                </a:lnTo>
                <a:lnTo>
                  <a:pt x="2628709" y="2971800"/>
                </a:lnTo>
                <a:lnTo>
                  <a:pt x="2618023" y="2971800"/>
                </a:lnTo>
                <a:lnTo>
                  <a:pt x="2607337" y="2971800"/>
                </a:lnTo>
                <a:lnTo>
                  <a:pt x="2596651" y="2971800"/>
                </a:lnTo>
                <a:lnTo>
                  <a:pt x="2585965" y="2971800"/>
                </a:lnTo>
                <a:lnTo>
                  <a:pt x="2575280" y="2971800"/>
                </a:lnTo>
                <a:lnTo>
                  <a:pt x="2564594" y="2971800"/>
                </a:lnTo>
                <a:lnTo>
                  <a:pt x="2553908" y="2971800"/>
                </a:lnTo>
                <a:lnTo>
                  <a:pt x="2543222" y="2971800"/>
                </a:lnTo>
                <a:lnTo>
                  <a:pt x="2532536" y="2971800"/>
                </a:lnTo>
                <a:lnTo>
                  <a:pt x="2521851" y="2971800"/>
                </a:lnTo>
                <a:lnTo>
                  <a:pt x="2511165" y="2971800"/>
                </a:lnTo>
                <a:lnTo>
                  <a:pt x="2500479" y="2971800"/>
                </a:lnTo>
                <a:lnTo>
                  <a:pt x="2489793" y="2971800"/>
                </a:lnTo>
                <a:lnTo>
                  <a:pt x="2479107" y="2971800"/>
                </a:lnTo>
                <a:lnTo>
                  <a:pt x="2468422" y="2971800"/>
                </a:lnTo>
                <a:lnTo>
                  <a:pt x="2457736" y="2971800"/>
                </a:lnTo>
                <a:lnTo>
                  <a:pt x="2447050" y="2971800"/>
                </a:lnTo>
                <a:lnTo>
                  <a:pt x="2436364" y="2971800"/>
                </a:lnTo>
                <a:lnTo>
                  <a:pt x="2425678" y="2971800"/>
                </a:lnTo>
                <a:lnTo>
                  <a:pt x="2414992" y="2971800"/>
                </a:lnTo>
                <a:lnTo>
                  <a:pt x="2404307" y="2971800"/>
                </a:lnTo>
                <a:lnTo>
                  <a:pt x="2393621" y="2971800"/>
                </a:lnTo>
                <a:lnTo>
                  <a:pt x="2382935" y="2971800"/>
                </a:lnTo>
                <a:lnTo>
                  <a:pt x="2372249" y="2971800"/>
                </a:lnTo>
                <a:lnTo>
                  <a:pt x="2361563" y="2971800"/>
                </a:lnTo>
                <a:lnTo>
                  <a:pt x="2350878" y="2971800"/>
                </a:lnTo>
                <a:lnTo>
                  <a:pt x="2340192" y="2971800"/>
                </a:lnTo>
                <a:lnTo>
                  <a:pt x="2329506" y="2971800"/>
                </a:lnTo>
                <a:lnTo>
                  <a:pt x="2318820" y="2971800"/>
                </a:lnTo>
                <a:lnTo>
                  <a:pt x="2308134" y="2971800"/>
                </a:lnTo>
                <a:lnTo>
                  <a:pt x="2297449" y="2971800"/>
                </a:lnTo>
                <a:lnTo>
                  <a:pt x="2286763" y="2971800"/>
                </a:lnTo>
                <a:lnTo>
                  <a:pt x="2276077" y="2971800"/>
                </a:lnTo>
                <a:lnTo>
                  <a:pt x="2265391" y="2971800"/>
                </a:lnTo>
                <a:lnTo>
                  <a:pt x="2254705" y="2971800"/>
                </a:lnTo>
                <a:lnTo>
                  <a:pt x="2244020" y="2971800"/>
                </a:lnTo>
                <a:lnTo>
                  <a:pt x="2233334" y="2971800"/>
                </a:lnTo>
                <a:lnTo>
                  <a:pt x="2222648" y="2971800"/>
                </a:lnTo>
                <a:lnTo>
                  <a:pt x="2211962" y="2971800"/>
                </a:lnTo>
                <a:lnTo>
                  <a:pt x="2201276" y="2971800"/>
                </a:lnTo>
                <a:lnTo>
                  <a:pt x="2190590" y="2971800"/>
                </a:lnTo>
                <a:lnTo>
                  <a:pt x="2179905" y="2971800"/>
                </a:lnTo>
                <a:lnTo>
                  <a:pt x="2169219" y="2971800"/>
                </a:lnTo>
                <a:lnTo>
                  <a:pt x="2158533" y="2971800"/>
                </a:lnTo>
                <a:lnTo>
                  <a:pt x="2147847" y="2971800"/>
                </a:lnTo>
                <a:lnTo>
                  <a:pt x="2137161" y="2971800"/>
                </a:lnTo>
                <a:lnTo>
                  <a:pt x="2126476" y="2971800"/>
                </a:lnTo>
                <a:lnTo>
                  <a:pt x="2115790" y="2971800"/>
                </a:lnTo>
                <a:lnTo>
                  <a:pt x="2105104" y="2971800"/>
                </a:lnTo>
                <a:lnTo>
                  <a:pt x="2094418" y="2971800"/>
                </a:lnTo>
                <a:lnTo>
                  <a:pt x="2083732" y="2971800"/>
                </a:lnTo>
                <a:lnTo>
                  <a:pt x="2073047" y="2971800"/>
                </a:lnTo>
                <a:lnTo>
                  <a:pt x="2062361" y="2971800"/>
                </a:lnTo>
                <a:lnTo>
                  <a:pt x="2051675" y="2971800"/>
                </a:lnTo>
                <a:lnTo>
                  <a:pt x="2040989" y="2971800"/>
                </a:lnTo>
                <a:lnTo>
                  <a:pt x="2030303" y="2971800"/>
                </a:lnTo>
                <a:lnTo>
                  <a:pt x="2019618" y="2971800"/>
                </a:lnTo>
                <a:lnTo>
                  <a:pt x="2008932" y="2971800"/>
                </a:lnTo>
                <a:lnTo>
                  <a:pt x="1998246" y="2971800"/>
                </a:lnTo>
                <a:lnTo>
                  <a:pt x="1987560" y="2971800"/>
                </a:lnTo>
                <a:lnTo>
                  <a:pt x="1976874" y="2971800"/>
                </a:lnTo>
                <a:lnTo>
                  <a:pt x="1966188" y="2971800"/>
                </a:lnTo>
                <a:lnTo>
                  <a:pt x="1955503" y="2971800"/>
                </a:lnTo>
                <a:lnTo>
                  <a:pt x="1944817" y="2971800"/>
                </a:lnTo>
                <a:lnTo>
                  <a:pt x="1934131" y="2971800"/>
                </a:lnTo>
                <a:lnTo>
                  <a:pt x="1923445" y="2971800"/>
                </a:lnTo>
                <a:lnTo>
                  <a:pt x="1912759" y="2971800"/>
                </a:lnTo>
                <a:lnTo>
                  <a:pt x="1902074" y="2971800"/>
                </a:lnTo>
                <a:lnTo>
                  <a:pt x="1891388" y="2971800"/>
                </a:lnTo>
                <a:lnTo>
                  <a:pt x="1880702" y="2971800"/>
                </a:lnTo>
                <a:lnTo>
                  <a:pt x="1870016" y="2971800"/>
                </a:lnTo>
                <a:lnTo>
                  <a:pt x="1859330" y="2971800"/>
                </a:lnTo>
                <a:lnTo>
                  <a:pt x="1848645" y="2971800"/>
                </a:lnTo>
                <a:lnTo>
                  <a:pt x="1837959" y="2971800"/>
                </a:lnTo>
                <a:lnTo>
                  <a:pt x="1827273" y="2971800"/>
                </a:lnTo>
                <a:lnTo>
                  <a:pt x="1816587" y="2971800"/>
                </a:lnTo>
                <a:lnTo>
                  <a:pt x="1805901" y="2971800"/>
                </a:lnTo>
                <a:lnTo>
                  <a:pt x="1795216" y="2971800"/>
                </a:lnTo>
                <a:lnTo>
                  <a:pt x="1784530" y="2971800"/>
                </a:lnTo>
                <a:lnTo>
                  <a:pt x="1773844" y="2971800"/>
                </a:lnTo>
                <a:lnTo>
                  <a:pt x="1763158" y="2971800"/>
                </a:lnTo>
                <a:lnTo>
                  <a:pt x="1752472" y="2971800"/>
                </a:lnTo>
                <a:lnTo>
                  <a:pt x="1741786" y="2971800"/>
                </a:lnTo>
                <a:lnTo>
                  <a:pt x="1731101" y="2971800"/>
                </a:lnTo>
                <a:lnTo>
                  <a:pt x="1720415" y="2971800"/>
                </a:lnTo>
                <a:lnTo>
                  <a:pt x="1709729" y="2971800"/>
                </a:lnTo>
                <a:lnTo>
                  <a:pt x="1699043" y="2971800"/>
                </a:lnTo>
                <a:lnTo>
                  <a:pt x="1688357" y="2971800"/>
                </a:lnTo>
                <a:lnTo>
                  <a:pt x="1677672" y="2971800"/>
                </a:lnTo>
                <a:lnTo>
                  <a:pt x="1666986" y="2971800"/>
                </a:lnTo>
                <a:lnTo>
                  <a:pt x="1656300" y="2971800"/>
                </a:lnTo>
                <a:lnTo>
                  <a:pt x="1645614" y="2971800"/>
                </a:lnTo>
                <a:lnTo>
                  <a:pt x="1634928" y="2971800"/>
                </a:lnTo>
                <a:lnTo>
                  <a:pt x="1624243" y="2971800"/>
                </a:lnTo>
                <a:lnTo>
                  <a:pt x="1613557" y="2971800"/>
                </a:lnTo>
                <a:lnTo>
                  <a:pt x="1602871" y="2971800"/>
                </a:lnTo>
                <a:lnTo>
                  <a:pt x="1592185" y="2971800"/>
                </a:lnTo>
                <a:lnTo>
                  <a:pt x="1581499" y="2971800"/>
                </a:lnTo>
                <a:lnTo>
                  <a:pt x="1570814" y="2971800"/>
                </a:lnTo>
                <a:lnTo>
                  <a:pt x="1560128" y="2971800"/>
                </a:lnTo>
                <a:lnTo>
                  <a:pt x="1549442" y="2971800"/>
                </a:lnTo>
                <a:lnTo>
                  <a:pt x="1538756" y="2971800"/>
                </a:lnTo>
                <a:lnTo>
                  <a:pt x="1528070" y="2971800"/>
                </a:lnTo>
                <a:lnTo>
                  <a:pt x="1517384" y="2971800"/>
                </a:lnTo>
                <a:lnTo>
                  <a:pt x="1506699" y="2971800"/>
                </a:lnTo>
                <a:lnTo>
                  <a:pt x="1496013" y="2971800"/>
                </a:lnTo>
                <a:lnTo>
                  <a:pt x="1485327" y="2971800"/>
                </a:lnTo>
                <a:lnTo>
                  <a:pt x="1474641" y="2971800"/>
                </a:lnTo>
                <a:lnTo>
                  <a:pt x="1463955" y="2971800"/>
                </a:lnTo>
                <a:lnTo>
                  <a:pt x="1453270" y="2971800"/>
                </a:lnTo>
                <a:lnTo>
                  <a:pt x="1442584" y="2971800"/>
                </a:lnTo>
                <a:lnTo>
                  <a:pt x="1431898" y="2971800"/>
                </a:lnTo>
                <a:lnTo>
                  <a:pt x="1421212" y="2971800"/>
                </a:lnTo>
                <a:lnTo>
                  <a:pt x="1410526" y="2971800"/>
                </a:lnTo>
                <a:lnTo>
                  <a:pt x="1399841" y="2971800"/>
                </a:lnTo>
                <a:lnTo>
                  <a:pt x="1389155" y="2971800"/>
                </a:lnTo>
                <a:lnTo>
                  <a:pt x="1378469" y="2971800"/>
                </a:lnTo>
                <a:lnTo>
                  <a:pt x="1367783" y="2971800"/>
                </a:lnTo>
                <a:lnTo>
                  <a:pt x="1357097" y="2971800"/>
                </a:lnTo>
                <a:lnTo>
                  <a:pt x="1346412" y="2971800"/>
                </a:lnTo>
                <a:lnTo>
                  <a:pt x="1335726" y="2971800"/>
                </a:lnTo>
                <a:lnTo>
                  <a:pt x="1325040" y="2971800"/>
                </a:lnTo>
                <a:lnTo>
                  <a:pt x="1314354" y="2971800"/>
                </a:lnTo>
                <a:lnTo>
                  <a:pt x="1303668" y="2971800"/>
                </a:lnTo>
                <a:lnTo>
                  <a:pt x="1292982" y="2971800"/>
                </a:lnTo>
                <a:lnTo>
                  <a:pt x="1282297" y="2971800"/>
                </a:lnTo>
                <a:lnTo>
                  <a:pt x="1271611" y="2971800"/>
                </a:lnTo>
                <a:lnTo>
                  <a:pt x="1260925" y="2971800"/>
                </a:lnTo>
                <a:lnTo>
                  <a:pt x="1250239" y="2971800"/>
                </a:lnTo>
                <a:lnTo>
                  <a:pt x="1239553" y="2971800"/>
                </a:lnTo>
                <a:lnTo>
                  <a:pt x="1228868" y="2971800"/>
                </a:lnTo>
                <a:lnTo>
                  <a:pt x="1218182" y="2971800"/>
                </a:lnTo>
                <a:lnTo>
                  <a:pt x="1207496" y="2971800"/>
                </a:lnTo>
                <a:lnTo>
                  <a:pt x="1196810" y="2971800"/>
                </a:lnTo>
                <a:lnTo>
                  <a:pt x="1186124" y="2971800"/>
                </a:lnTo>
                <a:lnTo>
                  <a:pt x="1175439" y="2971800"/>
                </a:lnTo>
                <a:lnTo>
                  <a:pt x="1164753" y="2971800"/>
                </a:lnTo>
                <a:lnTo>
                  <a:pt x="1154067" y="2971800"/>
                </a:lnTo>
                <a:lnTo>
                  <a:pt x="1143381" y="2971800"/>
                </a:lnTo>
                <a:lnTo>
                  <a:pt x="1132695" y="2971800"/>
                </a:lnTo>
                <a:lnTo>
                  <a:pt x="1122010" y="2971800"/>
                </a:lnTo>
                <a:lnTo>
                  <a:pt x="1111324" y="2971800"/>
                </a:lnTo>
                <a:lnTo>
                  <a:pt x="1100638" y="2971800"/>
                </a:lnTo>
                <a:lnTo>
                  <a:pt x="1089952" y="2971800"/>
                </a:lnTo>
                <a:lnTo>
                  <a:pt x="1079266" y="2971800"/>
                </a:lnTo>
                <a:lnTo>
                  <a:pt x="1068580" y="2971800"/>
                </a:lnTo>
                <a:lnTo>
                  <a:pt x="1057895" y="2971800"/>
                </a:lnTo>
                <a:lnTo>
                  <a:pt x="1047209" y="2971800"/>
                </a:lnTo>
                <a:lnTo>
                  <a:pt x="1036523" y="2971800"/>
                </a:lnTo>
                <a:lnTo>
                  <a:pt x="1025837" y="2971800"/>
                </a:lnTo>
                <a:lnTo>
                  <a:pt x="1015151" y="2971800"/>
                </a:lnTo>
                <a:lnTo>
                  <a:pt x="1004466" y="2971800"/>
                </a:lnTo>
                <a:lnTo>
                  <a:pt x="993780" y="2971800"/>
                </a:lnTo>
                <a:lnTo>
                  <a:pt x="983094" y="2971800"/>
                </a:lnTo>
                <a:lnTo>
                  <a:pt x="972408" y="2971800"/>
                </a:lnTo>
                <a:lnTo>
                  <a:pt x="961722" y="2971800"/>
                </a:lnTo>
                <a:lnTo>
                  <a:pt x="951037" y="2971800"/>
                </a:lnTo>
                <a:lnTo>
                  <a:pt x="940351" y="2971800"/>
                </a:lnTo>
                <a:lnTo>
                  <a:pt x="929665" y="2971800"/>
                </a:lnTo>
                <a:lnTo>
                  <a:pt x="918979" y="2971800"/>
                </a:lnTo>
                <a:lnTo>
                  <a:pt x="908293" y="2971800"/>
                </a:lnTo>
                <a:lnTo>
                  <a:pt x="897608" y="2971800"/>
                </a:lnTo>
                <a:lnTo>
                  <a:pt x="886922" y="2971800"/>
                </a:lnTo>
                <a:lnTo>
                  <a:pt x="876236" y="2971800"/>
                </a:lnTo>
                <a:lnTo>
                  <a:pt x="865550" y="2971800"/>
                </a:lnTo>
                <a:lnTo>
                  <a:pt x="854864" y="2971800"/>
                </a:lnTo>
                <a:lnTo>
                  <a:pt x="844178" y="2971800"/>
                </a:lnTo>
                <a:lnTo>
                  <a:pt x="833493" y="2971800"/>
                </a:lnTo>
                <a:lnTo>
                  <a:pt x="822807" y="2971800"/>
                </a:lnTo>
                <a:lnTo>
                  <a:pt x="812121" y="2971800"/>
                </a:lnTo>
                <a:lnTo>
                  <a:pt x="801435" y="2971800"/>
                </a:lnTo>
                <a:lnTo>
                  <a:pt x="790749" y="2971800"/>
                </a:lnTo>
                <a:lnTo>
                  <a:pt x="780064" y="2971800"/>
                </a:lnTo>
                <a:lnTo>
                  <a:pt x="769378" y="2971800"/>
                </a:lnTo>
                <a:lnTo>
                  <a:pt x="758692" y="2971800"/>
                </a:lnTo>
                <a:lnTo>
                  <a:pt x="748006" y="2971800"/>
                </a:lnTo>
                <a:lnTo>
                  <a:pt x="737320" y="2971800"/>
                </a:lnTo>
                <a:lnTo>
                  <a:pt x="726635" y="2971800"/>
                </a:lnTo>
                <a:lnTo>
                  <a:pt x="715949" y="2971800"/>
                </a:lnTo>
                <a:lnTo>
                  <a:pt x="705263" y="2971800"/>
                </a:lnTo>
                <a:lnTo>
                  <a:pt x="694577" y="2971800"/>
                </a:lnTo>
                <a:lnTo>
                  <a:pt x="683891" y="2971800"/>
                </a:lnTo>
                <a:lnTo>
                  <a:pt x="673206" y="2971800"/>
                </a:lnTo>
                <a:lnTo>
                  <a:pt x="662520" y="2971800"/>
                </a:lnTo>
                <a:lnTo>
                  <a:pt x="651834" y="2971800"/>
                </a:lnTo>
                <a:lnTo>
                  <a:pt x="641148" y="2971800"/>
                </a:lnTo>
                <a:lnTo>
                  <a:pt x="630462" y="2971800"/>
                </a:lnTo>
                <a:lnTo>
                  <a:pt x="619776" y="2971800"/>
                </a:lnTo>
                <a:lnTo>
                  <a:pt x="609091" y="2971800"/>
                </a:lnTo>
                <a:lnTo>
                  <a:pt x="598405" y="2971800"/>
                </a:lnTo>
                <a:lnTo>
                  <a:pt x="587719" y="2971800"/>
                </a:lnTo>
                <a:lnTo>
                  <a:pt x="577033" y="2971800"/>
                </a:lnTo>
                <a:lnTo>
                  <a:pt x="566347" y="2971800"/>
                </a:lnTo>
                <a:lnTo>
                  <a:pt x="555662" y="2971800"/>
                </a:lnTo>
                <a:lnTo>
                  <a:pt x="544976" y="2971800"/>
                </a:lnTo>
                <a:lnTo>
                  <a:pt x="534290" y="2971800"/>
                </a:lnTo>
                <a:lnTo>
                  <a:pt x="523604" y="2971800"/>
                </a:lnTo>
                <a:lnTo>
                  <a:pt x="512918" y="2971800"/>
                </a:lnTo>
                <a:lnTo>
                  <a:pt x="502233" y="2971800"/>
                </a:lnTo>
                <a:lnTo>
                  <a:pt x="491547" y="2971800"/>
                </a:lnTo>
                <a:lnTo>
                  <a:pt x="480861" y="2971800"/>
                </a:lnTo>
                <a:lnTo>
                  <a:pt x="470175" y="2971800"/>
                </a:lnTo>
                <a:lnTo>
                  <a:pt x="459489" y="2971800"/>
                </a:lnTo>
                <a:lnTo>
                  <a:pt x="448804" y="2971800"/>
                </a:lnTo>
                <a:lnTo>
                  <a:pt x="438118" y="2971800"/>
                </a:lnTo>
                <a:lnTo>
                  <a:pt x="427432" y="2971800"/>
                </a:lnTo>
                <a:lnTo>
                  <a:pt x="416746" y="2971800"/>
                </a:lnTo>
                <a:lnTo>
                  <a:pt x="406060" y="2971800"/>
                </a:lnTo>
                <a:lnTo>
                  <a:pt x="395374" y="2971800"/>
                </a:lnTo>
                <a:lnTo>
                  <a:pt x="384689" y="2971800"/>
                </a:lnTo>
                <a:lnTo>
                  <a:pt x="374003" y="2971800"/>
                </a:lnTo>
                <a:lnTo>
                  <a:pt x="363317" y="2971800"/>
                </a:lnTo>
                <a:lnTo>
                  <a:pt x="352631" y="2971800"/>
                </a:lnTo>
                <a:lnTo>
                  <a:pt x="341945" y="2971800"/>
                </a:lnTo>
                <a:lnTo>
                  <a:pt x="331260" y="2971800"/>
                </a:lnTo>
                <a:lnTo>
                  <a:pt x="320574" y="2971800"/>
                </a:lnTo>
                <a:lnTo>
                  <a:pt x="309888" y="2971800"/>
                </a:lnTo>
                <a:lnTo>
                  <a:pt x="299202" y="2971800"/>
                </a:lnTo>
                <a:lnTo>
                  <a:pt x="288516" y="2971800"/>
                </a:lnTo>
                <a:lnTo>
                  <a:pt x="277831" y="2971800"/>
                </a:lnTo>
                <a:lnTo>
                  <a:pt x="267145" y="2971800"/>
                </a:lnTo>
                <a:lnTo>
                  <a:pt x="256459" y="2971800"/>
                </a:lnTo>
                <a:lnTo>
                  <a:pt x="245773" y="2971800"/>
                </a:lnTo>
                <a:lnTo>
                  <a:pt x="235087" y="2971800"/>
                </a:lnTo>
                <a:lnTo>
                  <a:pt x="224402" y="2971800"/>
                </a:lnTo>
                <a:lnTo>
                  <a:pt x="213716" y="2971800"/>
                </a:lnTo>
                <a:lnTo>
                  <a:pt x="203030" y="2971800"/>
                </a:lnTo>
                <a:lnTo>
                  <a:pt x="192344" y="2971800"/>
                </a:lnTo>
                <a:lnTo>
                  <a:pt x="181658" y="2971800"/>
                </a:lnTo>
                <a:lnTo>
                  <a:pt x="170972" y="2971800"/>
                </a:lnTo>
                <a:lnTo>
                  <a:pt x="160287" y="2971800"/>
                </a:lnTo>
                <a:lnTo>
                  <a:pt x="149601" y="2971800"/>
                </a:lnTo>
                <a:lnTo>
                  <a:pt x="138915" y="2971800"/>
                </a:lnTo>
                <a:lnTo>
                  <a:pt x="128229" y="2971800"/>
                </a:lnTo>
                <a:lnTo>
                  <a:pt x="117543" y="2971800"/>
                </a:lnTo>
                <a:lnTo>
                  <a:pt x="106858" y="2971800"/>
                </a:lnTo>
                <a:lnTo>
                  <a:pt x="96172" y="2971800"/>
                </a:lnTo>
                <a:lnTo>
                  <a:pt x="85486" y="2971800"/>
                </a:lnTo>
                <a:lnTo>
                  <a:pt x="74800" y="2971800"/>
                </a:lnTo>
                <a:lnTo>
                  <a:pt x="64114" y="2971800"/>
                </a:lnTo>
                <a:lnTo>
                  <a:pt x="53429" y="2971800"/>
                </a:lnTo>
                <a:lnTo>
                  <a:pt x="42743" y="2971800"/>
                </a:lnTo>
                <a:lnTo>
                  <a:pt x="32057" y="2971800"/>
                </a:lnTo>
                <a:lnTo>
                  <a:pt x="21371" y="2971800"/>
                </a:lnTo>
                <a:lnTo>
                  <a:pt x="10685" y="2971800"/>
                </a:lnTo>
                <a:lnTo>
                  <a:pt x="0" y="2971800"/>
                </a:lnTo>
                <a:close/>
              </a:path>
            </a:pathLst>
          </a:custGeom>
          <a:solidFill>
            <a:srgbClr val="8EDBD4">
              <a:alpha val="22000"/>
            </a:srgbClr>
          </a:solidFill>
          <a:ln w="10160">
            <a:solidFill>
              <a:srgbClr val="8EDBD4">
                <a:alpha val="22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25 polygon 28" descr="sci-ppt:o028"/>
          <p:cNvSpPr/>
          <p:nvPr/>
        </p:nvSpPr>
        <p:spPr>
          <a:xfrm>
            <a:off x="914400" y="1965960"/>
            <a:ext cx="6400800" cy="2971800"/>
          </a:xfrm>
          <a:custGeom>
            <a:avLst/>
            <a:gdLst/>
            <a:ahLst/>
            <a:cxnLst/>
            <a:rect l="l" t="t" r="r" b="b"/>
            <a:pathLst>
              <a:path w="6400800" h="2971800">
                <a:moveTo>
                  <a:pt x="0" y="2971800"/>
                </a:moveTo>
                <a:lnTo>
                  <a:pt x="0" y="0"/>
                </a:lnTo>
                <a:lnTo>
                  <a:pt x="4805405" y="0"/>
                </a:lnTo>
                <a:lnTo>
                  <a:pt x="4805405" y="2971800"/>
                </a:lnTo>
                <a:lnTo>
                  <a:pt x="6400800" y="29718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3-E25 line 29" descr="sci-ppt:o029"/>
          <p:cNvCxnSpPr/>
          <p:nvPr/>
        </p:nvCxnSpPr>
        <p:spPr>
          <a:xfrm>
            <a:off x="1394940" y="1371600"/>
            <a:ext cx="0" cy="3566160"/>
          </a:xfrm>
          <a:prstGeom prst="line">
            <a:avLst/>
          </a:prstGeom>
          <a:ln w="16510">
            <a:solidFill>
              <a:srgbClr val="F28BA0"/>
            </a:solidFill>
            <a:prstDash val="dash"/>
          </a:ln>
          <a:effectLst/>
        </p:spPr>
      </p:cxnSp>
      <p:cxnSp>
        <p:nvCxnSpPr>
          <p:cNvPr id="32" name="C3-E25 line 30" descr="sci-ppt:o030"/>
          <p:cNvCxnSpPr/>
          <p:nvPr/>
        </p:nvCxnSpPr>
        <p:spPr>
          <a:xfrm>
            <a:off x="957072" y="1371600"/>
            <a:ext cx="0" cy="3566160"/>
          </a:xfrm>
          <a:prstGeom prst="line">
            <a:avLst/>
          </a:prstGeom>
          <a:ln w="16510">
            <a:solidFill>
              <a:srgbClr val="F2B880"/>
            </a:solidFill>
            <a:prstDash val="dash"/>
          </a:ln>
          <a:effectLst/>
        </p:spPr>
      </p:cxnSp>
      <p:sp>
        <p:nvSpPr>
          <p:cNvPr id="33" name="C3-E25 text 31" descr="sci-ppt:o031"/>
          <p:cNvSpPr txBox="1"/>
          <p:nvPr/>
        </p:nvSpPr>
        <p:spPr>
          <a:xfrm>
            <a:off x="1532100" y="1428750"/>
            <a:ext cx="23774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t_side = aⱼ/c = 3.38 ns</a:t>
            </a:r>
          </a:p>
        </p:txBody>
      </p:sp>
      <p:sp>
        <p:nvSpPr>
          <p:cNvPr id="34" name="C3-E25 text 32" descr="sci-ppt:o032"/>
          <p:cNvSpPr txBox="1"/>
          <p:nvPr/>
        </p:nvSpPr>
        <p:spPr>
          <a:xfrm>
            <a:off x="2702285" y="3154680"/>
            <a:ext cx="292608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τ_eq = Lⱼ/c = 33.78 ns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(impulse-equivalent)</a:t>
            </a:r>
          </a:p>
        </p:txBody>
      </p:sp>
      <p:sp>
        <p:nvSpPr>
          <p:cNvPr id="35" name="C3-E25 text 33" descr="sci-ppt:o033"/>
          <p:cNvSpPr txBox="1"/>
          <p:nvPr/>
        </p:nvSpPr>
        <p:spPr>
          <a:xfrm>
            <a:off x="1048512" y="3657600"/>
            <a:ext cx="1188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early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observation</a:t>
            </a:r>
          </a:p>
        </p:txBody>
      </p:sp>
      <p:sp>
        <p:nvSpPr>
          <p:cNvPr id="36" name="C3-E25 round_rect 34" descr="sci-ppt:o034"/>
          <p:cNvSpPr/>
          <p:nvPr/>
        </p:nvSpPr>
        <p:spPr>
          <a:xfrm>
            <a:off x="7589520" y="1371600"/>
            <a:ext cx="425196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25 text 35" descr="sci-ppt:o035"/>
          <p:cNvSpPr txBox="1"/>
          <p:nvPr/>
        </p:nvSpPr>
        <p:spPr>
          <a:xfrm>
            <a:off x="7699248" y="1426464"/>
            <a:ext cx="40325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Finite momentum, finite duration</a:t>
            </a:r>
          </a:p>
        </p:txBody>
      </p:sp>
      <p:sp>
        <p:nvSpPr>
          <p:cNvPr id="38" name="C3-E25 text 36" descr="sci-ppt:o036"/>
          <p:cNvSpPr txBox="1"/>
          <p:nvPr/>
        </p:nvSpPr>
        <p:spPr>
          <a:xfrm>
            <a:off x="7726679" y="182880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Pᵢₙ = mⱼ Uⱼ = ρA_jL_jUⱼ = 1.2533×10⁻¹⁰ N s</a:t>
            </a:r>
          </a:p>
        </p:txBody>
      </p:sp>
      <p:sp>
        <p:nvSpPr>
          <p:cNvPr id="39" name="C3-E25 text 37" descr="sci-ppt:o037"/>
          <p:cNvSpPr txBox="1"/>
          <p:nvPr/>
        </p:nvSpPr>
        <p:spPr>
          <a:xfrm>
            <a:off x="7726679" y="246888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(ρcUⱼ) Aⱼ τ_eq = mⱼ Uⱼ ⇒ τ_eq = Lⱼ / c</a:t>
            </a:r>
          </a:p>
        </p:txBody>
      </p:sp>
      <p:sp>
        <p:nvSpPr>
          <p:cNvPr id="40" name="C3-E25 text 38" descr="sci-ppt:o038"/>
          <p:cNvSpPr txBox="1"/>
          <p:nvPr/>
        </p:nvSpPr>
        <p:spPr>
          <a:xfrm>
            <a:off x="7927848" y="3108960"/>
            <a:ext cx="3822192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A side-release wave reaches the centre after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t_side, 10 times sooner than τ_eq.</a:t>
            </a:r>
          </a:p>
        </p:txBody>
      </p:sp>
      <p:sp>
        <p:nvSpPr>
          <p:cNvPr id="41" name="C3-E25 ellipse 39" descr="sci-ppt:o039"/>
          <p:cNvSpPr/>
          <p:nvPr/>
        </p:nvSpPr>
        <p:spPr>
          <a:xfrm>
            <a:off x="7758683" y="3158363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25 text 40" descr="sci-ppt:o040"/>
          <p:cNvSpPr txBox="1"/>
          <p:nvPr/>
        </p:nvSpPr>
        <p:spPr>
          <a:xfrm>
            <a:off x="7927848" y="3556761"/>
            <a:ext cx="3822192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The 47 MPa scale only holds for t_early ≪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min(t_side, tₐₓᵢₐₗ, tᵣₑₜᵤᵣₙ).</a:t>
            </a:r>
          </a:p>
        </p:txBody>
      </p:sp>
      <p:sp>
        <p:nvSpPr>
          <p:cNvPr id="43" name="C3-E25 ellipse 41" descr="sci-ppt:o041"/>
          <p:cNvSpPr/>
          <p:nvPr/>
        </p:nvSpPr>
        <p:spPr>
          <a:xfrm>
            <a:off x="7758683" y="360616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25 text 42" descr="sci-ppt:o042"/>
          <p:cNvSpPr txBox="1"/>
          <p:nvPr/>
        </p:nvSpPr>
        <p:spPr>
          <a:xfrm>
            <a:off x="914400" y="5486400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very large early pressure belongs to a rectangle of equal impulse that the real jet cannot sustain: its duration is limited by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finite length and free sides.</a:t>
            </a:r>
          </a:p>
        </p:txBody>
      </p:sp>
      <p:sp>
        <p:nvSpPr>
          <p:cNvPr id="45" name="C3-E25 text 43" descr="sci-ppt:o04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Early-impact duration conditions of Eq. C3-E25 (c = 1480 m/s, Lⱼ = 50 µm, aⱼ = 5 µm).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6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C3-E26 · Observer definition and conditional impulse bound</a:t>
            </a:r>
          </a:p>
        </p:txBody>
      </p:sp>
      <p:cxnSp>
        <p:nvCxnSpPr>
          <p:cNvPr id="3" name="C3-E26 line 1" descr="sci-ppt:o001"/>
          <p:cNvCxnSpPr/>
          <p:nvPr/>
        </p:nvCxnSpPr>
        <p:spPr>
          <a:xfrm>
            <a:off x="914400" y="4937760"/>
            <a:ext cx="640080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6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6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6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6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8" name="C3-E26 line 6" descr="sci-ppt:o006"/>
          <p:cNvCxnSpPr/>
          <p:nvPr/>
        </p:nvCxnSpPr>
        <p:spPr>
          <a:xfrm>
            <a:off x="25146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6 line 7" descr="sci-ppt:o007"/>
          <p:cNvCxnSpPr/>
          <p:nvPr/>
        </p:nvCxnSpPr>
        <p:spPr>
          <a:xfrm>
            <a:off x="25146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6 text 8" descr="sci-ppt:o008"/>
          <p:cNvSpPr txBox="1"/>
          <p:nvPr/>
        </p:nvSpPr>
        <p:spPr>
          <a:xfrm>
            <a:off x="20574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40</a:t>
            </a:r>
          </a:p>
        </p:txBody>
      </p:sp>
      <p:cxnSp>
        <p:nvCxnSpPr>
          <p:cNvPr id="11" name="C3-E26 line 9" descr="sci-ppt:o009"/>
          <p:cNvCxnSpPr/>
          <p:nvPr/>
        </p:nvCxnSpPr>
        <p:spPr>
          <a:xfrm>
            <a:off x="41148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6 line 10" descr="sci-ppt:o010"/>
          <p:cNvCxnSpPr/>
          <p:nvPr/>
        </p:nvCxnSpPr>
        <p:spPr>
          <a:xfrm>
            <a:off x="41148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6 text 11" descr="sci-ppt:o011"/>
          <p:cNvSpPr txBox="1"/>
          <p:nvPr/>
        </p:nvSpPr>
        <p:spPr>
          <a:xfrm>
            <a:off x="36576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80</a:t>
            </a:r>
          </a:p>
        </p:txBody>
      </p:sp>
      <p:cxnSp>
        <p:nvCxnSpPr>
          <p:cNvPr id="14" name="C3-E26 line 12" descr="sci-ppt:o012"/>
          <p:cNvCxnSpPr/>
          <p:nvPr/>
        </p:nvCxnSpPr>
        <p:spPr>
          <a:xfrm>
            <a:off x="57150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6 line 13" descr="sci-ppt:o013"/>
          <p:cNvCxnSpPr/>
          <p:nvPr/>
        </p:nvCxnSpPr>
        <p:spPr>
          <a:xfrm>
            <a:off x="57150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6 text 14" descr="sci-ppt:o014"/>
          <p:cNvSpPr txBox="1"/>
          <p:nvPr/>
        </p:nvSpPr>
        <p:spPr>
          <a:xfrm>
            <a:off x="52578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120</a:t>
            </a:r>
          </a:p>
        </p:txBody>
      </p:sp>
      <p:cxnSp>
        <p:nvCxnSpPr>
          <p:cNvPr id="17" name="C3-E26 line 15" descr="sci-ppt:o015"/>
          <p:cNvCxnSpPr/>
          <p:nvPr/>
        </p:nvCxnSpPr>
        <p:spPr>
          <a:xfrm>
            <a:off x="73152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6 line 16" descr="sci-ppt:o016"/>
          <p:cNvCxnSpPr/>
          <p:nvPr/>
        </p:nvCxnSpPr>
        <p:spPr>
          <a:xfrm>
            <a:off x="73152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6 text 17" descr="sci-ppt:o017"/>
          <p:cNvSpPr txBox="1"/>
          <p:nvPr/>
        </p:nvSpPr>
        <p:spPr>
          <a:xfrm>
            <a:off x="68580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160</a:t>
            </a:r>
          </a:p>
        </p:txBody>
      </p:sp>
      <p:cxnSp>
        <p:nvCxnSpPr>
          <p:cNvPr id="20" name="C3-E26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6 line 19" descr="sci-ppt:o019"/>
          <p:cNvCxnSpPr/>
          <p:nvPr/>
        </p:nvCxnSpPr>
        <p:spPr>
          <a:xfrm>
            <a:off x="850392" y="3387255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6 line 20" descr="sci-ppt:o020"/>
          <p:cNvCxnSpPr/>
          <p:nvPr/>
        </p:nvCxnSpPr>
        <p:spPr>
          <a:xfrm>
            <a:off x="914400" y="3387255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6 text 21" descr="sci-ppt:o021"/>
          <p:cNvSpPr txBox="1"/>
          <p:nvPr/>
        </p:nvSpPr>
        <p:spPr>
          <a:xfrm>
            <a:off x="45720" y="3304959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4" name="C3-E26 line 22" descr="sci-ppt:o022"/>
          <p:cNvCxnSpPr/>
          <p:nvPr/>
        </p:nvCxnSpPr>
        <p:spPr>
          <a:xfrm>
            <a:off x="850392" y="183675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6 line 23" descr="sci-ppt:o023"/>
          <p:cNvCxnSpPr/>
          <p:nvPr/>
        </p:nvCxnSpPr>
        <p:spPr>
          <a:xfrm>
            <a:off x="914400" y="1836751"/>
            <a:ext cx="640080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6 text 24" descr="sci-ppt:o024"/>
          <p:cNvSpPr txBox="1"/>
          <p:nvPr/>
        </p:nvSpPr>
        <p:spPr>
          <a:xfrm>
            <a:off x="45720" y="175445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7" name="C3-E26 text 25" descr="sci-ppt:o025"/>
          <p:cNvSpPr txBox="1"/>
          <p:nvPr/>
        </p:nvSpPr>
        <p:spPr>
          <a:xfrm>
            <a:off x="914400" y="5221224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time t  (ns)</a:t>
            </a:r>
          </a:p>
        </p:txBody>
      </p:sp>
      <p:sp>
        <p:nvSpPr>
          <p:cNvPr id="28" name="C3-E26 text 26" descr="sci-ppt:o026"/>
          <p:cNvSpPr txBox="1"/>
          <p:nvPr/>
        </p:nvSpPr>
        <p:spPr>
          <a:xfrm>
            <a:off x="365760" y="1024128"/>
            <a:ext cx="6400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p_obs / (ρ c Uⱼ)</a:t>
            </a:r>
          </a:p>
        </p:txBody>
      </p:sp>
      <p:sp>
        <p:nvSpPr>
          <p:cNvPr id="29" name="C3-E26 polygon 27" descr="sci-ppt:o027"/>
          <p:cNvSpPr/>
          <p:nvPr/>
        </p:nvSpPr>
        <p:spPr>
          <a:xfrm>
            <a:off x="914400" y="1836751"/>
            <a:ext cx="6387991" cy="3101009"/>
          </a:xfrm>
          <a:custGeom>
            <a:avLst/>
            <a:gdLst/>
            <a:ahLst/>
            <a:cxnLst/>
            <a:rect l="l" t="t" r="r" b="b"/>
            <a:pathLst>
              <a:path w="6387991" h="3101009">
                <a:moveTo>
                  <a:pt x="0" y="0"/>
                </a:moveTo>
                <a:lnTo>
                  <a:pt x="56035" y="0"/>
                </a:lnTo>
                <a:lnTo>
                  <a:pt x="112070" y="0"/>
                </a:lnTo>
                <a:lnTo>
                  <a:pt x="168105" y="0"/>
                </a:lnTo>
                <a:lnTo>
                  <a:pt x="224140" y="0"/>
                </a:lnTo>
                <a:lnTo>
                  <a:pt x="280175" y="0"/>
                </a:lnTo>
                <a:lnTo>
                  <a:pt x="336210" y="0"/>
                </a:lnTo>
                <a:lnTo>
                  <a:pt x="392245" y="0"/>
                </a:lnTo>
                <a:lnTo>
                  <a:pt x="448280" y="0"/>
                </a:lnTo>
                <a:lnTo>
                  <a:pt x="504315" y="0"/>
                </a:lnTo>
                <a:lnTo>
                  <a:pt x="560350" y="0"/>
                </a:lnTo>
                <a:lnTo>
                  <a:pt x="616385" y="0"/>
                </a:lnTo>
                <a:lnTo>
                  <a:pt x="672420" y="0"/>
                </a:lnTo>
                <a:lnTo>
                  <a:pt x="728455" y="0"/>
                </a:lnTo>
                <a:lnTo>
                  <a:pt x="784490" y="0"/>
                </a:lnTo>
                <a:lnTo>
                  <a:pt x="840525" y="0"/>
                </a:lnTo>
                <a:lnTo>
                  <a:pt x="896560" y="0"/>
                </a:lnTo>
                <a:lnTo>
                  <a:pt x="952595" y="0"/>
                </a:lnTo>
                <a:lnTo>
                  <a:pt x="1008630" y="0"/>
                </a:lnTo>
                <a:lnTo>
                  <a:pt x="1064665" y="0"/>
                </a:lnTo>
                <a:lnTo>
                  <a:pt x="1120700" y="0"/>
                </a:lnTo>
                <a:lnTo>
                  <a:pt x="1176735" y="0"/>
                </a:lnTo>
                <a:lnTo>
                  <a:pt x="1232770" y="0"/>
                </a:lnTo>
                <a:lnTo>
                  <a:pt x="1288805" y="0"/>
                </a:lnTo>
                <a:lnTo>
                  <a:pt x="1344840" y="0"/>
                </a:lnTo>
                <a:lnTo>
                  <a:pt x="1400875" y="3101009"/>
                </a:lnTo>
                <a:lnTo>
                  <a:pt x="1456910" y="3101009"/>
                </a:lnTo>
                <a:lnTo>
                  <a:pt x="1512945" y="3101009"/>
                </a:lnTo>
                <a:lnTo>
                  <a:pt x="1568980" y="3101009"/>
                </a:lnTo>
                <a:lnTo>
                  <a:pt x="1625015" y="3101009"/>
                </a:lnTo>
                <a:lnTo>
                  <a:pt x="1681050" y="3101009"/>
                </a:lnTo>
                <a:lnTo>
                  <a:pt x="1737085" y="3101009"/>
                </a:lnTo>
                <a:lnTo>
                  <a:pt x="1793120" y="3101009"/>
                </a:lnTo>
                <a:lnTo>
                  <a:pt x="1849155" y="3101009"/>
                </a:lnTo>
                <a:lnTo>
                  <a:pt x="1905190" y="3101009"/>
                </a:lnTo>
                <a:lnTo>
                  <a:pt x="1961225" y="3101009"/>
                </a:lnTo>
                <a:lnTo>
                  <a:pt x="2017260" y="3101009"/>
                </a:lnTo>
                <a:lnTo>
                  <a:pt x="2073295" y="3101009"/>
                </a:lnTo>
                <a:lnTo>
                  <a:pt x="2129330" y="3101009"/>
                </a:lnTo>
                <a:lnTo>
                  <a:pt x="2185365" y="3101009"/>
                </a:lnTo>
                <a:lnTo>
                  <a:pt x="2241400" y="3101009"/>
                </a:lnTo>
                <a:lnTo>
                  <a:pt x="2297435" y="3101009"/>
                </a:lnTo>
                <a:lnTo>
                  <a:pt x="2353470" y="3101009"/>
                </a:lnTo>
                <a:lnTo>
                  <a:pt x="2409505" y="3101009"/>
                </a:lnTo>
                <a:lnTo>
                  <a:pt x="2465540" y="3101009"/>
                </a:lnTo>
                <a:lnTo>
                  <a:pt x="2521575" y="3101009"/>
                </a:lnTo>
                <a:lnTo>
                  <a:pt x="2577610" y="3101009"/>
                </a:lnTo>
                <a:lnTo>
                  <a:pt x="2633645" y="3101009"/>
                </a:lnTo>
                <a:lnTo>
                  <a:pt x="2689680" y="3101009"/>
                </a:lnTo>
                <a:lnTo>
                  <a:pt x="2745715" y="3101009"/>
                </a:lnTo>
                <a:lnTo>
                  <a:pt x="2801750" y="3101009"/>
                </a:lnTo>
                <a:lnTo>
                  <a:pt x="2857785" y="3101009"/>
                </a:lnTo>
                <a:lnTo>
                  <a:pt x="2913820" y="3101009"/>
                </a:lnTo>
                <a:lnTo>
                  <a:pt x="2969855" y="3101009"/>
                </a:lnTo>
                <a:lnTo>
                  <a:pt x="3025890" y="3101009"/>
                </a:lnTo>
                <a:lnTo>
                  <a:pt x="3081925" y="3101009"/>
                </a:lnTo>
                <a:lnTo>
                  <a:pt x="3137960" y="3101009"/>
                </a:lnTo>
                <a:lnTo>
                  <a:pt x="3193995" y="3101009"/>
                </a:lnTo>
                <a:lnTo>
                  <a:pt x="3250031" y="3101009"/>
                </a:lnTo>
                <a:lnTo>
                  <a:pt x="3306066" y="3101009"/>
                </a:lnTo>
                <a:lnTo>
                  <a:pt x="3362101" y="3101009"/>
                </a:lnTo>
                <a:lnTo>
                  <a:pt x="3418136" y="3101009"/>
                </a:lnTo>
                <a:lnTo>
                  <a:pt x="3474171" y="3101009"/>
                </a:lnTo>
                <a:lnTo>
                  <a:pt x="3530206" y="3101009"/>
                </a:lnTo>
                <a:lnTo>
                  <a:pt x="3586241" y="3101009"/>
                </a:lnTo>
                <a:lnTo>
                  <a:pt x="3642276" y="3101009"/>
                </a:lnTo>
                <a:lnTo>
                  <a:pt x="3698311" y="3101009"/>
                </a:lnTo>
                <a:lnTo>
                  <a:pt x="3754346" y="3101009"/>
                </a:lnTo>
                <a:lnTo>
                  <a:pt x="3810381" y="3101009"/>
                </a:lnTo>
                <a:lnTo>
                  <a:pt x="3866416" y="3101009"/>
                </a:lnTo>
                <a:lnTo>
                  <a:pt x="3922451" y="3101009"/>
                </a:lnTo>
                <a:lnTo>
                  <a:pt x="3978486" y="3101009"/>
                </a:lnTo>
                <a:lnTo>
                  <a:pt x="4034521" y="3101009"/>
                </a:lnTo>
                <a:lnTo>
                  <a:pt x="4090556" y="3101009"/>
                </a:lnTo>
                <a:lnTo>
                  <a:pt x="4146591" y="3101009"/>
                </a:lnTo>
                <a:lnTo>
                  <a:pt x="4202626" y="3101009"/>
                </a:lnTo>
                <a:lnTo>
                  <a:pt x="4258661" y="3101009"/>
                </a:lnTo>
                <a:lnTo>
                  <a:pt x="4314696" y="3101009"/>
                </a:lnTo>
                <a:lnTo>
                  <a:pt x="4370731" y="3101009"/>
                </a:lnTo>
                <a:lnTo>
                  <a:pt x="4426766" y="3101009"/>
                </a:lnTo>
                <a:lnTo>
                  <a:pt x="4482801" y="3101009"/>
                </a:lnTo>
                <a:lnTo>
                  <a:pt x="4538836" y="3101009"/>
                </a:lnTo>
                <a:lnTo>
                  <a:pt x="4594871" y="3101009"/>
                </a:lnTo>
                <a:lnTo>
                  <a:pt x="4650906" y="3101009"/>
                </a:lnTo>
                <a:lnTo>
                  <a:pt x="4706941" y="3101009"/>
                </a:lnTo>
                <a:lnTo>
                  <a:pt x="4762976" y="3101009"/>
                </a:lnTo>
                <a:lnTo>
                  <a:pt x="4819011" y="3101009"/>
                </a:lnTo>
                <a:lnTo>
                  <a:pt x="4875046" y="3101009"/>
                </a:lnTo>
                <a:lnTo>
                  <a:pt x="4931081" y="3101009"/>
                </a:lnTo>
                <a:lnTo>
                  <a:pt x="4987116" y="3101009"/>
                </a:lnTo>
                <a:lnTo>
                  <a:pt x="5043151" y="3101009"/>
                </a:lnTo>
                <a:lnTo>
                  <a:pt x="5099186" y="3101009"/>
                </a:lnTo>
                <a:lnTo>
                  <a:pt x="5155221" y="3101009"/>
                </a:lnTo>
                <a:lnTo>
                  <a:pt x="5211256" y="3101009"/>
                </a:lnTo>
                <a:lnTo>
                  <a:pt x="5267291" y="3101009"/>
                </a:lnTo>
                <a:lnTo>
                  <a:pt x="5323326" y="3101009"/>
                </a:lnTo>
                <a:lnTo>
                  <a:pt x="5379361" y="3101009"/>
                </a:lnTo>
                <a:lnTo>
                  <a:pt x="5435396" y="3101009"/>
                </a:lnTo>
                <a:lnTo>
                  <a:pt x="5491431" y="3101009"/>
                </a:lnTo>
                <a:lnTo>
                  <a:pt x="5547466" y="3101009"/>
                </a:lnTo>
                <a:lnTo>
                  <a:pt x="5603501" y="3101009"/>
                </a:lnTo>
                <a:lnTo>
                  <a:pt x="5659536" y="3101009"/>
                </a:lnTo>
                <a:lnTo>
                  <a:pt x="5715571" y="3101009"/>
                </a:lnTo>
                <a:lnTo>
                  <a:pt x="5771606" y="3101009"/>
                </a:lnTo>
                <a:lnTo>
                  <a:pt x="5827641" y="3101009"/>
                </a:lnTo>
                <a:lnTo>
                  <a:pt x="5883676" y="3101009"/>
                </a:lnTo>
                <a:lnTo>
                  <a:pt x="5939711" y="3101009"/>
                </a:lnTo>
                <a:lnTo>
                  <a:pt x="5995746" y="3101009"/>
                </a:lnTo>
                <a:lnTo>
                  <a:pt x="6051781" y="3101009"/>
                </a:lnTo>
                <a:lnTo>
                  <a:pt x="6107816" y="3101009"/>
                </a:lnTo>
                <a:lnTo>
                  <a:pt x="6163851" y="3101009"/>
                </a:lnTo>
                <a:lnTo>
                  <a:pt x="6219886" y="3101009"/>
                </a:lnTo>
                <a:lnTo>
                  <a:pt x="6275921" y="3101009"/>
                </a:lnTo>
                <a:lnTo>
                  <a:pt x="6331956" y="3101009"/>
                </a:lnTo>
                <a:lnTo>
                  <a:pt x="6387991" y="3101009"/>
                </a:lnTo>
              </a:path>
            </a:pathLst>
          </a:custGeom>
          <a:noFill/>
          <a:ln w="20320">
            <a:solidFill>
              <a:srgbClr val="B4C7D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26 polygon 28" descr="sci-ppt:o028"/>
          <p:cNvSpPr/>
          <p:nvPr/>
        </p:nvSpPr>
        <p:spPr>
          <a:xfrm>
            <a:off x="914400" y="1866225"/>
            <a:ext cx="6387991" cy="3071535"/>
          </a:xfrm>
          <a:custGeom>
            <a:avLst/>
            <a:gdLst/>
            <a:ahLst/>
            <a:cxnLst/>
            <a:rect l="l" t="t" r="r" b="b"/>
            <a:pathLst>
              <a:path w="6387991" h="3071535">
                <a:moveTo>
                  <a:pt x="0" y="3040509"/>
                </a:moveTo>
                <a:lnTo>
                  <a:pt x="56035" y="2606151"/>
                </a:lnTo>
                <a:lnTo>
                  <a:pt x="112070" y="2171792"/>
                </a:lnTo>
                <a:lnTo>
                  <a:pt x="168105" y="1737434"/>
                </a:lnTo>
                <a:lnTo>
                  <a:pt x="224140" y="1303075"/>
                </a:lnTo>
                <a:lnTo>
                  <a:pt x="280175" y="868717"/>
                </a:lnTo>
                <a:lnTo>
                  <a:pt x="336210" y="434359"/>
                </a:lnTo>
                <a:lnTo>
                  <a:pt x="392245" y="0"/>
                </a:lnTo>
                <a:lnTo>
                  <a:pt x="448280" y="0"/>
                </a:lnTo>
                <a:lnTo>
                  <a:pt x="504315" y="0"/>
                </a:lnTo>
                <a:lnTo>
                  <a:pt x="560350" y="0"/>
                </a:lnTo>
                <a:lnTo>
                  <a:pt x="616385" y="0"/>
                </a:lnTo>
                <a:lnTo>
                  <a:pt x="672420" y="0"/>
                </a:lnTo>
                <a:lnTo>
                  <a:pt x="728455" y="0"/>
                </a:lnTo>
                <a:lnTo>
                  <a:pt x="784490" y="0"/>
                </a:lnTo>
                <a:lnTo>
                  <a:pt x="840525" y="0"/>
                </a:lnTo>
                <a:lnTo>
                  <a:pt x="896560" y="0"/>
                </a:lnTo>
                <a:lnTo>
                  <a:pt x="952595" y="0"/>
                </a:lnTo>
                <a:lnTo>
                  <a:pt x="1008630" y="0"/>
                </a:lnTo>
                <a:lnTo>
                  <a:pt x="1064665" y="0"/>
                </a:lnTo>
                <a:lnTo>
                  <a:pt x="1120700" y="0"/>
                </a:lnTo>
                <a:lnTo>
                  <a:pt x="1176735" y="0"/>
                </a:lnTo>
                <a:lnTo>
                  <a:pt x="1232770" y="0"/>
                </a:lnTo>
                <a:lnTo>
                  <a:pt x="1288805" y="0"/>
                </a:lnTo>
                <a:lnTo>
                  <a:pt x="1344840" y="0"/>
                </a:lnTo>
                <a:lnTo>
                  <a:pt x="1400875" y="403333"/>
                </a:lnTo>
                <a:lnTo>
                  <a:pt x="1456910" y="837691"/>
                </a:lnTo>
                <a:lnTo>
                  <a:pt x="1512945" y="1272050"/>
                </a:lnTo>
                <a:lnTo>
                  <a:pt x="1568980" y="1706408"/>
                </a:lnTo>
                <a:lnTo>
                  <a:pt x="1625015" y="2140767"/>
                </a:lnTo>
                <a:lnTo>
                  <a:pt x="1681050" y="2575125"/>
                </a:lnTo>
                <a:lnTo>
                  <a:pt x="1737085" y="3009483"/>
                </a:lnTo>
                <a:lnTo>
                  <a:pt x="1793120" y="3071535"/>
                </a:lnTo>
                <a:lnTo>
                  <a:pt x="1849155" y="3071535"/>
                </a:lnTo>
                <a:lnTo>
                  <a:pt x="1905190" y="3071535"/>
                </a:lnTo>
                <a:lnTo>
                  <a:pt x="1961225" y="3071535"/>
                </a:lnTo>
                <a:lnTo>
                  <a:pt x="2017260" y="3071535"/>
                </a:lnTo>
                <a:lnTo>
                  <a:pt x="2073295" y="3071535"/>
                </a:lnTo>
                <a:lnTo>
                  <a:pt x="2129330" y="3071535"/>
                </a:lnTo>
                <a:lnTo>
                  <a:pt x="2185365" y="3071535"/>
                </a:lnTo>
                <a:lnTo>
                  <a:pt x="2241400" y="3071535"/>
                </a:lnTo>
                <a:lnTo>
                  <a:pt x="2297435" y="3071535"/>
                </a:lnTo>
                <a:lnTo>
                  <a:pt x="2353470" y="3071535"/>
                </a:lnTo>
                <a:lnTo>
                  <a:pt x="2409505" y="3071535"/>
                </a:lnTo>
                <a:lnTo>
                  <a:pt x="2465540" y="3071535"/>
                </a:lnTo>
                <a:lnTo>
                  <a:pt x="2521575" y="3071535"/>
                </a:lnTo>
                <a:lnTo>
                  <a:pt x="2577610" y="3071535"/>
                </a:lnTo>
                <a:lnTo>
                  <a:pt x="2633645" y="3071535"/>
                </a:lnTo>
                <a:lnTo>
                  <a:pt x="2689680" y="3071535"/>
                </a:lnTo>
                <a:lnTo>
                  <a:pt x="2745715" y="3071535"/>
                </a:lnTo>
                <a:lnTo>
                  <a:pt x="2801750" y="3071535"/>
                </a:lnTo>
                <a:lnTo>
                  <a:pt x="2857785" y="3071535"/>
                </a:lnTo>
                <a:lnTo>
                  <a:pt x="2913820" y="3071535"/>
                </a:lnTo>
                <a:lnTo>
                  <a:pt x="2969855" y="3071535"/>
                </a:lnTo>
                <a:lnTo>
                  <a:pt x="3025890" y="3071535"/>
                </a:lnTo>
                <a:lnTo>
                  <a:pt x="3081925" y="3071535"/>
                </a:lnTo>
                <a:lnTo>
                  <a:pt x="3137960" y="3071535"/>
                </a:lnTo>
                <a:lnTo>
                  <a:pt x="3193995" y="3071535"/>
                </a:lnTo>
                <a:lnTo>
                  <a:pt x="3250031" y="3071535"/>
                </a:lnTo>
                <a:lnTo>
                  <a:pt x="3306066" y="3071535"/>
                </a:lnTo>
                <a:lnTo>
                  <a:pt x="3362101" y="3071535"/>
                </a:lnTo>
                <a:lnTo>
                  <a:pt x="3418136" y="3071535"/>
                </a:lnTo>
                <a:lnTo>
                  <a:pt x="3474171" y="3071535"/>
                </a:lnTo>
                <a:lnTo>
                  <a:pt x="3530206" y="3071535"/>
                </a:lnTo>
                <a:lnTo>
                  <a:pt x="3586241" y="3071535"/>
                </a:lnTo>
                <a:lnTo>
                  <a:pt x="3642276" y="3071535"/>
                </a:lnTo>
                <a:lnTo>
                  <a:pt x="3698311" y="3071535"/>
                </a:lnTo>
                <a:lnTo>
                  <a:pt x="3754346" y="3071535"/>
                </a:lnTo>
                <a:lnTo>
                  <a:pt x="3810381" y="3071535"/>
                </a:lnTo>
                <a:lnTo>
                  <a:pt x="3866416" y="3071535"/>
                </a:lnTo>
                <a:lnTo>
                  <a:pt x="3922451" y="3071535"/>
                </a:lnTo>
                <a:lnTo>
                  <a:pt x="3978486" y="3071535"/>
                </a:lnTo>
                <a:lnTo>
                  <a:pt x="4034521" y="3071535"/>
                </a:lnTo>
                <a:lnTo>
                  <a:pt x="4090556" y="3071535"/>
                </a:lnTo>
                <a:lnTo>
                  <a:pt x="4146591" y="3071535"/>
                </a:lnTo>
                <a:lnTo>
                  <a:pt x="4202626" y="3071535"/>
                </a:lnTo>
                <a:lnTo>
                  <a:pt x="4258661" y="3071535"/>
                </a:lnTo>
                <a:lnTo>
                  <a:pt x="4314696" y="3071535"/>
                </a:lnTo>
                <a:lnTo>
                  <a:pt x="4370731" y="3071535"/>
                </a:lnTo>
                <a:lnTo>
                  <a:pt x="4426766" y="3071535"/>
                </a:lnTo>
                <a:lnTo>
                  <a:pt x="4482801" y="3071535"/>
                </a:lnTo>
                <a:lnTo>
                  <a:pt x="4538836" y="3071535"/>
                </a:lnTo>
                <a:lnTo>
                  <a:pt x="4594871" y="3071535"/>
                </a:lnTo>
                <a:lnTo>
                  <a:pt x="4650906" y="3071535"/>
                </a:lnTo>
                <a:lnTo>
                  <a:pt x="4706941" y="3071535"/>
                </a:lnTo>
                <a:lnTo>
                  <a:pt x="4762976" y="3071535"/>
                </a:lnTo>
                <a:lnTo>
                  <a:pt x="4819011" y="3071535"/>
                </a:lnTo>
                <a:lnTo>
                  <a:pt x="4875046" y="3071535"/>
                </a:lnTo>
                <a:lnTo>
                  <a:pt x="4931081" y="3071535"/>
                </a:lnTo>
                <a:lnTo>
                  <a:pt x="4987116" y="3071535"/>
                </a:lnTo>
                <a:lnTo>
                  <a:pt x="5043151" y="3071535"/>
                </a:lnTo>
                <a:lnTo>
                  <a:pt x="5099186" y="3071535"/>
                </a:lnTo>
                <a:lnTo>
                  <a:pt x="5155221" y="3071535"/>
                </a:lnTo>
                <a:lnTo>
                  <a:pt x="5211256" y="3071535"/>
                </a:lnTo>
                <a:lnTo>
                  <a:pt x="5267291" y="3071535"/>
                </a:lnTo>
                <a:lnTo>
                  <a:pt x="5323326" y="3071535"/>
                </a:lnTo>
                <a:lnTo>
                  <a:pt x="5379361" y="3071535"/>
                </a:lnTo>
                <a:lnTo>
                  <a:pt x="5435396" y="3071535"/>
                </a:lnTo>
                <a:lnTo>
                  <a:pt x="5491431" y="3071535"/>
                </a:lnTo>
                <a:lnTo>
                  <a:pt x="5547466" y="3071535"/>
                </a:lnTo>
                <a:lnTo>
                  <a:pt x="5603501" y="3071535"/>
                </a:lnTo>
                <a:lnTo>
                  <a:pt x="5659536" y="3071535"/>
                </a:lnTo>
                <a:lnTo>
                  <a:pt x="5715571" y="3071535"/>
                </a:lnTo>
                <a:lnTo>
                  <a:pt x="5771606" y="3071535"/>
                </a:lnTo>
                <a:lnTo>
                  <a:pt x="5827641" y="3071535"/>
                </a:lnTo>
                <a:lnTo>
                  <a:pt x="5883676" y="3071535"/>
                </a:lnTo>
                <a:lnTo>
                  <a:pt x="5939711" y="3071535"/>
                </a:lnTo>
                <a:lnTo>
                  <a:pt x="5995746" y="3071535"/>
                </a:lnTo>
                <a:lnTo>
                  <a:pt x="6051781" y="3071535"/>
                </a:lnTo>
                <a:lnTo>
                  <a:pt x="6107816" y="3071535"/>
                </a:lnTo>
                <a:lnTo>
                  <a:pt x="6163851" y="3071535"/>
                </a:lnTo>
                <a:lnTo>
                  <a:pt x="6219886" y="3071535"/>
                </a:lnTo>
                <a:lnTo>
                  <a:pt x="6275921" y="3071535"/>
                </a:lnTo>
                <a:lnTo>
                  <a:pt x="6331956" y="3071535"/>
                </a:lnTo>
                <a:lnTo>
                  <a:pt x="6387991" y="307153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C3-E26 polygon 29" descr="sci-ppt:o029"/>
          <p:cNvSpPr/>
          <p:nvPr/>
        </p:nvSpPr>
        <p:spPr>
          <a:xfrm>
            <a:off x="914400" y="1842894"/>
            <a:ext cx="6387991" cy="3094866"/>
          </a:xfrm>
          <a:custGeom>
            <a:avLst/>
            <a:gdLst/>
            <a:ahLst/>
            <a:cxnLst/>
            <a:rect l="l" t="t" r="r" b="b"/>
            <a:pathLst>
              <a:path w="6387991" h="3094866">
                <a:moveTo>
                  <a:pt x="0" y="3085682"/>
                </a:moveTo>
                <a:lnTo>
                  <a:pt x="56035" y="2957112"/>
                </a:lnTo>
                <a:lnTo>
                  <a:pt x="112070" y="2828542"/>
                </a:lnTo>
                <a:lnTo>
                  <a:pt x="168105" y="2699972"/>
                </a:lnTo>
                <a:lnTo>
                  <a:pt x="224140" y="2571402"/>
                </a:lnTo>
                <a:lnTo>
                  <a:pt x="280175" y="2442831"/>
                </a:lnTo>
                <a:lnTo>
                  <a:pt x="336210" y="2314261"/>
                </a:lnTo>
                <a:lnTo>
                  <a:pt x="392245" y="2185691"/>
                </a:lnTo>
                <a:lnTo>
                  <a:pt x="448280" y="2057121"/>
                </a:lnTo>
                <a:lnTo>
                  <a:pt x="504315" y="1928551"/>
                </a:lnTo>
                <a:lnTo>
                  <a:pt x="560350" y="1799981"/>
                </a:lnTo>
                <a:lnTo>
                  <a:pt x="616385" y="1671411"/>
                </a:lnTo>
                <a:lnTo>
                  <a:pt x="672420" y="1542841"/>
                </a:lnTo>
                <a:lnTo>
                  <a:pt x="728455" y="1414271"/>
                </a:lnTo>
                <a:lnTo>
                  <a:pt x="784490" y="1285701"/>
                </a:lnTo>
                <a:lnTo>
                  <a:pt x="840525" y="1157131"/>
                </a:lnTo>
                <a:lnTo>
                  <a:pt x="896560" y="1028561"/>
                </a:lnTo>
                <a:lnTo>
                  <a:pt x="952595" y="899990"/>
                </a:lnTo>
                <a:lnTo>
                  <a:pt x="1008630" y="771420"/>
                </a:lnTo>
                <a:lnTo>
                  <a:pt x="1064665" y="642850"/>
                </a:lnTo>
                <a:lnTo>
                  <a:pt x="1120700" y="514280"/>
                </a:lnTo>
                <a:lnTo>
                  <a:pt x="1176735" y="385710"/>
                </a:lnTo>
                <a:lnTo>
                  <a:pt x="1232770" y="257140"/>
                </a:lnTo>
                <a:lnTo>
                  <a:pt x="1288805" y="128570"/>
                </a:lnTo>
                <a:lnTo>
                  <a:pt x="1344840" y="0"/>
                </a:lnTo>
                <a:lnTo>
                  <a:pt x="1400875" y="119386"/>
                </a:lnTo>
                <a:lnTo>
                  <a:pt x="1456910" y="247956"/>
                </a:lnTo>
                <a:lnTo>
                  <a:pt x="1512945" y="376527"/>
                </a:lnTo>
                <a:lnTo>
                  <a:pt x="1568980" y="505097"/>
                </a:lnTo>
                <a:lnTo>
                  <a:pt x="1625015" y="633667"/>
                </a:lnTo>
                <a:lnTo>
                  <a:pt x="1681050" y="762237"/>
                </a:lnTo>
                <a:lnTo>
                  <a:pt x="1737085" y="890807"/>
                </a:lnTo>
                <a:lnTo>
                  <a:pt x="1793120" y="1019377"/>
                </a:lnTo>
                <a:lnTo>
                  <a:pt x="1849155" y="1147947"/>
                </a:lnTo>
                <a:lnTo>
                  <a:pt x="1905190" y="1276517"/>
                </a:lnTo>
                <a:lnTo>
                  <a:pt x="1961225" y="1405087"/>
                </a:lnTo>
                <a:lnTo>
                  <a:pt x="2017260" y="1533657"/>
                </a:lnTo>
                <a:lnTo>
                  <a:pt x="2073295" y="1662227"/>
                </a:lnTo>
                <a:lnTo>
                  <a:pt x="2129330" y="1790797"/>
                </a:lnTo>
                <a:lnTo>
                  <a:pt x="2185365" y="1919368"/>
                </a:lnTo>
                <a:lnTo>
                  <a:pt x="2241400" y="2047938"/>
                </a:lnTo>
                <a:lnTo>
                  <a:pt x="2297435" y="2176508"/>
                </a:lnTo>
                <a:lnTo>
                  <a:pt x="2353470" y="2305078"/>
                </a:lnTo>
                <a:lnTo>
                  <a:pt x="2409505" y="2433648"/>
                </a:lnTo>
                <a:lnTo>
                  <a:pt x="2465540" y="2562218"/>
                </a:lnTo>
                <a:lnTo>
                  <a:pt x="2521575" y="2690788"/>
                </a:lnTo>
                <a:lnTo>
                  <a:pt x="2577610" y="2819358"/>
                </a:lnTo>
                <a:lnTo>
                  <a:pt x="2633645" y="2947928"/>
                </a:lnTo>
                <a:lnTo>
                  <a:pt x="2689680" y="3076498"/>
                </a:lnTo>
                <a:lnTo>
                  <a:pt x="2745715" y="3094866"/>
                </a:lnTo>
                <a:lnTo>
                  <a:pt x="2801750" y="3094866"/>
                </a:lnTo>
                <a:lnTo>
                  <a:pt x="2857785" y="3094866"/>
                </a:lnTo>
                <a:lnTo>
                  <a:pt x="2913820" y="3094866"/>
                </a:lnTo>
                <a:lnTo>
                  <a:pt x="2969855" y="3094866"/>
                </a:lnTo>
                <a:lnTo>
                  <a:pt x="3025890" y="3094866"/>
                </a:lnTo>
                <a:lnTo>
                  <a:pt x="3081925" y="3094866"/>
                </a:lnTo>
                <a:lnTo>
                  <a:pt x="3137960" y="3094866"/>
                </a:lnTo>
                <a:lnTo>
                  <a:pt x="3193995" y="3094866"/>
                </a:lnTo>
                <a:lnTo>
                  <a:pt x="3250031" y="3094866"/>
                </a:lnTo>
                <a:lnTo>
                  <a:pt x="3306066" y="3094866"/>
                </a:lnTo>
                <a:lnTo>
                  <a:pt x="3362101" y="3094866"/>
                </a:lnTo>
                <a:lnTo>
                  <a:pt x="3418136" y="3094866"/>
                </a:lnTo>
                <a:lnTo>
                  <a:pt x="3474171" y="3094866"/>
                </a:lnTo>
                <a:lnTo>
                  <a:pt x="3530206" y="3094866"/>
                </a:lnTo>
                <a:lnTo>
                  <a:pt x="3586241" y="3094866"/>
                </a:lnTo>
                <a:lnTo>
                  <a:pt x="3642276" y="3094866"/>
                </a:lnTo>
                <a:lnTo>
                  <a:pt x="3698311" y="3094866"/>
                </a:lnTo>
                <a:lnTo>
                  <a:pt x="3754346" y="3094866"/>
                </a:lnTo>
                <a:lnTo>
                  <a:pt x="3810381" y="3094866"/>
                </a:lnTo>
                <a:lnTo>
                  <a:pt x="3866416" y="3094866"/>
                </a:lnTo>
                <a:lnTo>
                  <a:pt x="3922451" y="3094866"/>
                </a:lnTo>
                <a:lnTo>
                  <a:pt x="3978486" y="3094866"/>
                </a:lnTo>
                <a:lnTo>
                  <a:pt x="4034521" y="3094866"/>
                </a:lnTo>
                <a:lnTo>
                  <a:pt x="4090556" y="3094866"/>
                </a:lnTo>
                <a:lnTo>
                  <a:pt x="4146591" y="3094866"/>
                </a:lnTo>
                <a:lnTo>
                  <a:pt x="4202626" y="3094866"/>
                </a:lnTo>
                <a:lnTo>
                  <a:pt x="4258661" y="3094866"/>
                </a:lnTo>
                <a:lnTo>
                  <a:pt x="4314696" y="3094866"/>
                </a:lnTo>
                <a:lnTo>
                  <a:pt x="4370731" y="3094866"/>
                </a:lnTo>
                <a:lnTo>
                  <a:pt x="4426766" y="3094866"/>
                </a:lnTo>
                <a:lnTo>
                  <a:pt x="4482801" y="3094866"/>
                </a:lnTo>
                <a:lnTo>
                  <a:pt x="4538836" y="3094866"/>
                </a:lnTo>
                <a:lnTo>
                  <a:pt x="4594871" y="3094866"/>
                </a:lnTo>
                <a:lnTo>
                  <a:pt x="4650906" y="3094866"/>
                </a:lnTo>
                <a:lnTo>
                  <a:pt x="4706941" y="3094866"/>
                </a:lnTo>
                <a:lnTo>
                  <a:pt x="4762976" y="3094866"/>
                </a:lnTo>
                <a:lnTo>
                  <a:pt x="4819011" y="3094866"/>
                </a:lnTo>
                <a:lnTo>
                  <a:pt x="4875046" y="3094866"/>
                </a:lnTo>
                <a:lnTo>
                  <a:pt x="4931081" y="3094866"/>
                </a:lnTo>
                <a:lnTo>
                  <a:pt x="4987116" y="3094866"/>
                </a:lnTo>
                <a:lnTo>
                  <a:pt x="5043151" y="3094866"/>
                </a:lnTo>
                <a:lnTo>
                  <a:pt x="5099186" y="3094866"/>
                </a:lnTo>
                <a:lnTo>
                  <a:pt x="5155221" y="3094866"/>
                </a:lnTo>
                <a:lnTo>
                  <a:pt x="5211256" y="3094866"/>
                </a:lnTo>
                <a:lnTo>
                  <a:pt x="5267291" y="3094866"/>
                </a:lnTo>
                <a:lnTo>
                  <a:pt x="5323326" y="3094866"/>
                </a:lnTo>
                <a:lnTo>
                  <a:pt x="5379361" y="3094866"/>
                </a:lnTo>
                <a:lnTo>
                  <a:pt x="5435396" y="3094866"/>
                </a:lnTo>
                <a:lnTo>
                  <a:pt x="5491431" y="3094866"/>
                </a:lnTo>
                <a:lnTo>
                  <a:pt x="5547466" y="3094866"/>
                </a:lnTo>
                <a:lnTo>
                  <a:pt x="5603501" y="3094866"/>
                </a:lnTo>
                <a:lnTo>
                  <a:pt x="5659536" y="3094866"/>
                </a:lnTo>
                <a:lnTo>
                  <a:pt x="5715571" y="3094866"/>
                </a:lnTo>
                <a:lnTo>
                  <a:pt x="5771606" y="3094866"/>
                </a:lnTo>
                <a:lnTo>
                  <a:pt x="5827641" y="3094866"/>
                </a:lnTo>
                <a:lnTo>
                  <a:pt x="5883676" y="3094866"/>
                </a:lnTo>
                <a:lnTo>
                  <a:pt x="5939711" y="3094866"/>
                </a:lnTo>
                <a:lnTo>
                  <a:pt x="5995746" y="3094866"/>
                </a:lnTo>
                <a:lnTo>
                  <a:pt x="6051781" y="3094866"/>
                </a:lnTo>
                <a:lnTo>
                  <a:pt x="6107816" y="3094866"/>
                </a:lnTo>
                <a:lnTo>
                  <a:pt x="6163851" y="3094866"/>
                </a:lnTo>
                <a:lnTo>
                  <a:pt x="6219886" y="3094866"/>
                </a:lnTo>
                <a:lnTo>
                  <a:pt x="6275921" y="3094866"/>
                </a:lnTo>
                <a:lnTo>
                  <a:pt x="6331956" y="3094866"/>
                </a:lnTo>
                <a:lnTo>
                  <a:pt x="6387991" y="3094866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3-E26 line 30" descr="sci-ppt:o030"/>
          <p:cNvCxnSpPr/>
          <p:nvPr/>
        </p:nvCxnSpPr>
        <p:spPr>
          <a:xfrm>
            <a:off x="914400" y="1836751"/>
            <a:ext cx="6400800" cy="0"/>
          </a:xfrm>
          <a:prstGeom prst="line">
            <a:avLst/>
          </a:prstGeom>
          <a:ln w="15240">
            <a:solidFill>
              <a:srgbClr val="F2B880"/>
            </a:solidFill>
            <a:prstDash val="dash"/>
          </a:ln>
          <a:effectLst/>
        </p:spPr>
      </p:cxnSp>
      <p:sp>
        <p:nvSpPr>
          <p:cNvPr id="33" name="C3-E26 polygon 31" descr="sci-ppt:o031"/>
          <p:cNvSpPr/>
          <p:nvPr/>
        </p:nvSpPr>
        <p:spPr>
          <a:xfrm>
            <a:off x="914400" y="3889094"/>
            <a:ext cx="6387991" cy="1048666"/>
          </a:xfrm>
          <a:custGeom>
            <a:avLst/>
            <a:gdLst/>
            <a:ahLst/>
            <a:cxnLst/>
            <a:rect l="l" t="t" r="r" b="b"/>
            <a:pathLst>
              <a:path w="6387991" h="1048666">
                <a:moveTo>
                  <a:pt x="0" y="1045563"/>
                </a:moveTo>
                <a:lnTo>
                  <a:pt x="56035" y="1002127"/>
                </a:lnTo>
                <a:lnTo>
                  <a:pt x="112070" y="958691"/>
                </a:lnTo>
                <a:lnTo>
                  <a:pt x="168105" y="915255"/>
                </a:lnTo>
                <a:lnTo>
                  <a:pt x="224140" y="871820"/>
                </a:lnTo>
                <a:lnTo>
                  <a:pt x="280175" y="828384"/>
                </a:lnTo>
                <a:lnTo>
                  <a:pt x="336210" y="784948"/>
                </a:lnTo>
                <a:lnTo>
                  <a:pt x="392245" y="741512"/>
                </a:lnTo>
                <a:lnTo>
                  <a:pt x="448280" y="698076"/>
                </a:lnTo>
                <a:lnTo>
                  <a:pt x="504315" y="654640"/>
                </a:lnTo>
                <a:lnTo>
                  <a:pt x="560350" y="611205"/>
                </a:lnTo>
                <a:lnTo>
                  <a:pt x="616385" y="567769"/>
                </a:lnTo>
                <a:lnTo>
                  <a:pt x="672420" y="524333"/>
                </a:lnTo>
                <a:lnTo>
                  <a:pt x="728455" y="480897"/>
                </a:lnTo>
                <a:lnTo>
                  <a:pt x="784490" y="437461"/>
                </a:lnTo>
                <a:lnTo>
                  <a:pt x="840525" y="394025"/>
                </a:lnTo>
                <a:lnTo>
                  <a:pt x="896560" y="350590"/>
                </a:lnTo>
                <a:lnTo>
                  <a:pt x="952595" y="307154"/>
                </a:lnTo>
                <a:lnTo>
                  <a:pt x="1008630" y="263718"/>
                </a:lnTo>
                <a:lnTo>
                  <a:pt x="1064665" y="220282"/>
                </a:lnTo>
                <a:lnTo>
                  <a:pt x="1120700" y="176846"/>
                </a:lnTo>
                <a:lnTo>
                  <a:pt x="1176735" y="133410"/>
                </a:lnTo>
                <a:lnTo>
                  <a:pt x="1232770" y="89974"/>
                </a:lnTo>
                <a:lnTo>
                  <a:pt x="1288805" y="46539"/>
                </a:lnTo>
                <a:lnTo>
                  <a:pt x="1344840" y="3103"/>
                </a:lnTo>
                <a:lnTo>
                  <a:pt x="1400875" y="0"/>
                </a:lnTo>
                <a:lnTo>
                  <a:pt x="1456910" y="0"/>
                </a:lnTo>
                <a:lnTo>
                  <a:pt x="1512945" y="0"/>
                </a:lnTo>
                <a:lnTo>
                  <a:pt x="1568980" y="0"/>
                </a:lnTo>
                <a:lnTo>
                  <a:pt x="1625015" y="0"/>
                </a:lnTo>
                <a:lnTo>
                  <a:pt x="1681050" y="0"/>
                </a:lnTo>
                <a:lnTo>
                  <a:pt x="1737085" y="0"/>
                </a:lnTo>
                <a:lnTo>
                  <a:pt x="1793120" y="0"/>
                </a:lnTo>
                <a:lnTo>
                  <a:pt x="1849155" y="0"/>
                </a:lnTo>
                <a:lnTo>
                  <a:pt x="1905190" y="0"/>
                </a:lnTo>
                <a:lnTo>
                  <a:pt x="1961225" y="0"/>
                </a:lnTo>
                <a:lnTo>
                  <a:pt x="2017260" y="0"/>
                </a:lnTo>
                <a:lnTo>
                  <a:pt x="2073295" y="0"/>
                </a:lnTo>
                <a:lnTo>
                  <a:pt x="2129330" y="0"/>
                </a:lnTo>
                <a:lnTo>
                  <a:pt x="2185365" y="0"/>
                </a:lnTo>
                <a:lnTo>
                  <a:pt x="2241400" y="0"/>
                </a:lnTo>
                <a:lnTo>
                  <a:pt x="2297435" y="0"/>
                </a:lnTo>
                <a:lnTo>
                  <a:pt x="2353470" y="0"/>
                </a:lnTo>
                <a:lnTo>
                  <a:pt x="2409505" y="0"/>
                </a:lnTo>
                <a:lnTo>
                  <a:pt x="2465540" y="0"/>
                </a:lnTo>
                <a:lnTo>
                  <a:pt x="2521575" y="0"/>
                </a:lnTo>
                <a:lnTo>
                  <a:pt x="2577610" y="0"/>
                </a:lnTo>
                <a:lnTo>
                  <a:pt x="2633645" y="0"/>
                </a:lnTo>
                <a:lnTo>
                  <a:pt x="2689680" y="0"/>
                </a:lnTo>
                <a:lnTo>
                  <a:pt x="2745715" y="0"/>
                </a:lnTo>
                <a:lnTo>
                  <a:pt x="2801750" y="0"/>
                </a:lnTo>
                <a:lnTo>
                  <a:pt x="2857785" y="0"/>
                </a:lnTo>
                <a:lnTo>
                  <a:pt x="2913820" y="0"/>
                </a:lnTo>
                <a:lnTo>
                  <a:pt x="2969855" y="0"/>
                </a:lnTo>
                <a:lnTo>
                  <a:pt x="3025890" y="0"/>
                </a:lnTo>
                <a:lnTo>
                  <a:pt x="3081925" y="0"/>
                </a:lnTo>
                <a:lnTo>
                  <a:pt x="3137960" y="0"/>
                </a:lnTo>
                <a:lnTo>
                  <a:pt x="3193995" y="0"/>
                </a:lnTo>
                <a:lnTo>
                  <a:pt x="3250031" y="0"/>
                </a:lnTo>
                <a:lnTo>
                  <a:pt x="3306066" y="0"/>
                </a:lnTo>
                <a:lnTo>
                  <a:pt x="3362101" y="0"/>
                </a:lnTo>
                <a:lnTo>
                  <a:pt x="3418136" y="0"/>
                </a:lnTo>
                <a:lnTo>
                  <a:pt x="3474171" y="0"/>
                </a:lnTo>
                <a:lnTo>
                  <a:pt x="3530206" y="0"/>
                </a:lnTo>
                <a:lnTo>
                  <a:pt x="3586241" y="0"/>
                </a:lnTo>
                <a:lnTo>
                  <a:pt x="3642276" y="0"/>
                </a:lnTo>
                <a:lnTo>
                  <a:pt x="3698311" y="0"/>
                </a:lnTo>
                <a:lnTo>
                  <a:pt x="3754346" y="0"/>
                </a:lnTo>
                <a:lnTo>
                  <a:pt x="3810381" y="0"/>
                </a:lnTo>
                <a:lnTo>
                  <a:pt x="3866416" y="0"/>
                </a:lnTo>
                <a:lnTo>
                  <a:pt x="3922451" y="0"/>
                </a:lnTo>
                <a:lnTo>
                  <a:pt x="3978486" y="0"/>
                </a:lnTo>
                <a:lnTo>
                  <a:pt x="4034521" y="31026"/>
                </a:lnTo>
                <a:lnTo>
                  <a:pt x="4090556" y="74462"/>
                </a:lnTo>
                <a:lnTo>
                  <a:pt x="4146591" y="117898"/>
                </a:lnTo>
                <a:lnTo>
                  <a:pt x="4202626" y="161333"/>
                </a:lnTo>
                <a:lnTo>
                  <a:pt x="4258661" y="204769"/>
                </a:lnTo>
                <a:lnTo>
                  <a:pt x="4314696" y="248205"/>
                </a:lnTo>
                <a:lnTo>
                  <a:pt x="4370731" y="291641"/>
                </a:lnTo>
                <a:lnTo>
                  <a:pt x="4426766" y="335077"/>
                </a:lnTo>
                <a:lnTo>
                  <a:pt x="4482801" y="378513"/>
                </a:lnTo>
                <a:lnTo>
                  <a:pt x="4538836" y="421948"/>
                </a:lnTo>
                <a:lnTo>
                  <a:pt x="4594871" y="465384"/>
                </a:lnTo>
                <a:lnTo>
                  <a:pt x="4650906" y="508820"/>
                </a:lnTo>
                <a:lnTo>
                  <a:pt x="4706941" y="552256"/>
                </a:lnTo>
                <a:lnTo>
                  <a:pt x="4762976" y="595692"/>
                </a:lnTo>
                <a:lnTo>
                  <a:pt x="4819011" y="639128"/>
                </a:lnTo>
                <a:lnTo>
                  <a:pt x="4875046" y="682563"/>
                </a:lnTo>
                <a:lnTo>
                  <a:pt x="4931081" y="725999"/>
                </a:lnTo>
                <a:lnTo>
                  <a:pt x="4987116" y="769435"/>
                </a:lnTo>
                <a:lnTo>
                  <a:pt x="5043151" y="812871"/>
                </a:lnTo>
                <a:lnTo>
                  <a:pt x="5099186" y="856307"/>
                </a:lnTo>
                <a:lnTo>
                  <a:pt x="5155221" y="899743"/>
                </a:lnTo>
                <a:lnTo>
                  <a:pt x="5211256" y="943178"/>
                </a:lnTo>
                <a:lnTo>
                  <a:pt x="5267291" y="986614"/>
                </a:lnTo>
                <a:lnTo>
                  <a:pt x="5323326" y="1030050"/>
                </a:lnTo>
                <a:lnTo>
                  <a:pt x="5379361" y="1048666"/>
                </a:lnTo>
                <a:lnTo>
                  <a:pt x="5435396" y="1048666"/>
                </a:lnTo>
                <a:lnTo>
                  <a:pt x="5491431" y="1048666"/>
                </a:lnTo>
                <a:lnTo>
                  <a:pt x="5547466" y="1048666"/>
                </a:lnTo>
                <a:lnTo>
                  <a:pt x="5603501" y="1048666"/>
                </a:lnTo>
                <a:lnTo>
                  <a:pt x="5659536" y="1048666"/>
                </a:lnTo>
                <a:lnTo>
                  <a:pt x="5715571" y="1048666"/>
                </a:lnTo>
                <a:lnTo>
                  <a:pt x="5771606" y="1048666"/>
                </a:lnTo>
                <a:lnTo>
                  <a:pt x="5827641" y="1048666"/>
                </a:lnTo>
                <a:lnTo>
                  <a:pt x="5883676" y="1048666"/>
                </a:lnTo>
                <a:lnTo>
                  <a:pt x="5939711" y="1048666"/>
                </a:lnTo>
                <a:lnTo>
                  <a:pt x="5995746" y="1048666"/>
                </a:lnTo>
                <a:lnTo>
                  <a:pt x="6051781" y="1048666"/>
                </a:lnTo>
                <a:lnTo>
                  <a:pt x="6107816" y="1048666"/>
                </a:lnTo>
                <a:lnTo>
                  <a:pt x="6163851" y="1048666"/>
                </a:lnTo>
                <a:lnTo>
                  <a:pt x="6219886" y="1048666"/>
                </a:lnTo>
                <a:lnTo>
                  <a:pt x="6275921" y="1048666"/>
                </a:lnTo>
                <a:lnTo>
                  <a:pt x="6331956" y="1048666"/>
                </a:lnTo>
                <a:lnTo>
                  <a:pt x="6387991" y="1048666"/>
                </a:lnTo>
              </a:path>
            </a:pathLst>
          </a:custGeom>
          <a:noFill/>
          <a:ln w="3810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3-E26 line 32" descr="sci-ppt:o032"/>
          <p:cNvCxnSpPr/>
          <p:nvPr/>
        </p:nvCxnSpPr>
        <p:spPr>
          <a:xfrm>
            <a:off x="914400" y="3890121"/>
            <a:ext cx="6400800" cy="0"/>
          </a:xfrm>
          <a:prstGeom prst="line">
            <a:avLst/>
          </a:prstGeom>
          <a:ln w="15240">
            <a:solidFill>
              <a:srgbClr val="F28BA0"/>
            </a:solidFill>
            <a:prstDash val="dash"/>
          </a:ln>
          <a:effectLst/>
        </p:spPr>
      </p:cxnSp>
      <p:sp>
        <p:nvSpPr>
          <p:cNvPr id="35" name="C3-E26 text 33" descr="sci-ppt:o033"/>
          <p:cNvSpPr txBox="1"/>
          <p:nvPr/>
        </p:nvSpPr>
        <p:spPr>
          <a:xfrm>
            <a:off x="5188077" y="2146852"/>
            <a:ext cx="201168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dashed grey: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the underlying pulse</a:t>
            </a:r>
          </a:p>
        </p:txBody>
      </p:sp>
      <p:sp>
        <p:nvSpPr>
          <p:cNvPr id="36" name="C3-E26 text 34" descr="sci-ppt:o034"/>
          <p:cNvSpPr txBox="1"/>
          <p:nvPr/>
        </p:nvSpPr>
        <p:spPr>
          <a:xfrm>
            <a:off x="2907792" y="2365513"/>
            <a:ext cx="146304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τₒ = 10 ns</a:t>
            </a:r>
          </a:p>
        </p:txBody>
      </p:sp>
      <p:sp>
        <p:nvSpPr>
          <p:cNvPr id="37" name="C3-E26 text 35" descr="sci-ppt:o035"/>
          <p:cNvSpPr txBox="1"/>
          <p:nvPr/>
        </p:nvSpPr>
        <p:spPr>
          <a:xfrm>
            <a:off x="4107941" y="3109755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τₒ = 33.8 ns: bound = 1</a:t>
            </a:r>
          </a:p>
        </p:txBody>
      </p:sp>
      <p:sp>
        <p:nvSpPr>
          <p:cNvPr id="38" name="C3-E26 text 36" descr="sci-ppt:o036"/>
          <p:cNvSpPr txBox="1"/>
          <p:nvPr/>
        </p:nvSpPr>
        <p:spPr>
          <a:xfrm>
            <a:off x="3387852" y="4474198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8BA0"/>
                </a:solidFill>
                <a:latin typeface="Arial"/>
              </a:rPr>
              <a:t>τₒ = 100 ns: bound = 0.34</a:t>
            </a:r>
          </a:p>
        </p:txBody>
      </p:sp>
      <p:sp>
        <p:nvSpPr>
          <p:cNvPr id="39" name="C3-E26 round_rect 37" descr="sci-ppt:o037"/>
          <p:cNvSpPr/>
          <p:nvPr/>
        </p:nvSpPr>
        <p:spPr>
          <a:xfrm>
            <a:off x="7589520" y="1371600"/>
            <a:ext cx="425196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C3-E26 text 38" descr="sci-ppt:o038"/>
          <p:cNvSpPr txBox="1"/>
          <p:nvPr/>
        </p:nvSpPr>
        <p:spPr>
          <a:xfrm>
            <a:off x="7699248" y="1426464"/>
            <a:ext cx="403250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A maximum needs an observer</a:t>
            </a:r>
          </a:p>
        </p:txBody>
      </p:sp>
      <p:sp>
        <p:nvSpPr>
          <p:cNvPr id="41" name="C3-E26 text 39" descr="sci-ppt:o039"/>
          <p:cNvSpPr txBox="1"/>
          <p:nvPr/>
        </p:nvSpPr>
        <p:spPr>
          <a:xfrm>
            <a:off x="7726679" y="1828800"/>
            <a:ext cx="40233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p_obs(t) = (1/A_oτₒ) ∫∫ (p − p_ref) dA dξ</a:t>
            </a:r>
          </a:p>
        </p:txBody>
      </p:sp>
      <p:sp>
        <p:nvSpPr>
          <p:cNvPr id="42" name="C3-E26 text 40" descr="sci-ppt:o040"/>
          <p:cNvSpPr txBox="1"/>
          <p:nvPr/>
        </p:nvSpPr>
        <p:spPr>
          <a:xfrm>
            <a:off x="7726679" y="237744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0 ≤ p_obs ≤ J_rec / (Aₒ τₒ)</a:t>
            </a:r>
          </a:p>
        </p:txBody>
      </p:sp>
      <p:sp>
        <p:nvSpPr>
          <p:cNvPr id="43" name="C3-E26 text 41" descr="sci-ppt:o041"/>
          <p:cNvSpPr txBox="1"/>
          <p:nvPr/>
        </p:nvSpPr>
        <p:spPr>
          <a:xfrm>
            <a:off x="7726679" y="2926080"/>
            <a:ext cx="4023360" cy="5802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valid for nonnegative excess pressure, negligible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normal viscous stress and the full-event footprint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impulse J_rec</a:t>
            </a:r>
          </a:p>
        </p:txBody>
      </p:sp>
      <p:sp>
        <p:nvSpPr>
          <p:cNvPr id="44" name="C3-E26 text 42" descr="sci-ppt:o042"/>
          <p:cNvSpPr txBox="1"/>
          <p:nvPr/>
        </p:nvSpPr>
        <p:spPr>
          <a:xfrm>
            <a:off x="7726679" y="4023360"/>
            <a:ext cx="40233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Same pulse, three observers: the reported peak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changes by a factor 3 with the window alone.</a:t>
            </a:r>
          </a:p>
        </p:txBody>
      </p:sp>
      <p:sp>
        <p:nvSpPr>
          <p:cNvPr id="45" name="C3-E26 text 43" descr="sci-ppt:o043"/>
          <p:cNvSpPr txBox="1"/>
          <p:nvPr/>
        </p:nvSpPr>
        <p:spPr>
          <a:xfrm>
            <a:off x="914400" y="5486400"/>
            <a:ext cx="1097280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Dashed horizontal lines are the bound J_rec/(A_oτₒ) for each window (the 10 ns bound lies above the plot). Quote location, footprint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and window with any value.</a:t>
            </a:r>
          </a:p>
        </p:txBody>
      </p:sp>
      <p:sp>
        <p:nvSpPr>
          <p:cNvPr id="46" name="C3-E26 text 44" descr="sci-ppt:o044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Observer and bound of Eq. C3-E26 for the declared rectangular pulse.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7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C3-E27 · One-way-wave energy and finite-observer Cauchy–Schwarz bound</a:t>
            </a:r>
          </a:p>
        </p:txBody>
      </p:sp>
      <p:cxnSp>
        <p:nvCxnSpPr>
          <p:cNvPr id="3" name="C3-E27 line 1" descr="sci-ppt:o001"/>
          <p:cNvCxnSpPr/>
          <p:nvPr/>
        </p:nvCxnSpPr>
        <p:spPr>
          <a:xfrm>
            <a:off x="914400" y="4937760"/>
            <a:ext cx="603504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27 line 2" descr="sci-ppt:o002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27 line 3" descr="sci-ppt:o003"/>
          <p:cNvCxnSpPr/>
          <p:nvPr/>
        </p:nvCxnSpPr>
        <p:spPr>
          <a:xfrm>
            <a:off x="9144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27 line 4" descr="sci-ppt:o004"/>
          <p:cNvCxnSpPr/>
          <p:nvPr/>
        </p:nvCxnSpPr>
        <p:spPr>
          <a:xfrm>
            <a:off x="9144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27 text 5" descr="sci-ppt:o005"/>
          <p:cNvSpPr txBox="1"/>
          <p:nvPr/>
        </p:nvSpPr>
        <p:spPr>
          <a:xfrm>
            <a:off x="4572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3-E27 line 6" descr="sci-ppt:o006"/>
          <p:cNvCxnSpPr/>
          <p:nvPr/>
        </p:nvCxnSpPr>
        <p:spPr>
          <a:xfrm>
            <a:off x="2125804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27 line 7" descr="sci-ppt:o007"/>
          <p:cNvCxnSpPr/>
          <p:nvPr/>
        </p:nvCxnSpPr>
        <p:spPr>
          <a:xfrm>
            <a:off x="2125804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27 text 8" descr="sci-ppt:o008"/>
          <p:cNvSpPr txBox="1"/>
          <p:nvPr/>
        </p:nvSpPr>
        <p:spPr>
          <a:xfrm>
            <a:off x="1668604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1" name="C3-E27 line 9" descr="sci-ppt:o009"/>
          <p:cNvCxnSpPr/>
          <p:nvPr/>
        </p:nvCxnSpPr>
        <p:spPr>
          <a:xfrm>
            <a:off x="3727194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27 line 10" descr="sci-ppt:o010"/>
          <p:cNvCxnSpPr/>
          <p:nvPr/>
        </p:nvCxnSpPr>
        <p:spPr>
          <a:xfrm>
            <a:off x="3727194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27 text 11" descr="sci-ppt:o011"/>
          <p:cNvSpPr txBox="1"/>
          <p:nvPr/>
        </p:nvSpPr>
        <p:spPr>
          <a:xfrm>
            <a:off x="3269994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4" name="C3-E27 line 12" descr="sci-ppt:o012"/>
          <p:cNvCxnSpPr/>
          <p:nvPr/>
        </p:nvCxnSpPr>
        <p:spPr>
          <a:xfrm>
            <a:off x="493859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27 line 13" descr="sci-ppt:o013"/>
          <p:cNvCxnSpPr/>
          <p:nvPr/>
        </p:nvCxnSpPr>
        <p:spPr>
          <a:xfrm>
            <a:off x="493859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27 text 14" descr="sci-ppt:o014"/>
          <p:cNvSpPr txBox="1"/>
          <p:nvPr/>
        </p:nvSpPr>
        <p:spPr>
          <a:xfrm>
            <a:off x="448139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7" name="C3-E27 line 15" descr="sci-ppt:o015"/>
          <p:cNvCxnSpPr/>
          <p:nvPr/>
        </p:nvCxnSpPr>
        <p:spPr>
          <a:xfrm>
            <a:off x="685863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27 line 16" descr="sci-ppt:o016"/>
          <p:cNvCxnSpPr/>
          <p:nvPr/>
        </p:nvCxnSpPr>
        <p:spPr>
          <a:xfrm>
            <a:off x="685863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27 text 17" descr="sci-ppt:o017"/>
          <p:cNvSpPr txBox="1"/>
          <p:nvPr/>
        </p:nvSpPr>
        <p:spPr>
          <a:xfrm>
            <a:off x="640143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30</a:t>
            </a:r>
          </a:p>
        </p:txBody>
      </p:sp>
      <p:cxnSp>
        <p:nvCxnSpPr>
          <p:cNvPr id="20" name="C3-E27 line 18" descr="sci-ppt:o018"/>
          <p:cNvCxnSpPr/>
          <p:nvPr/>
        </p:nvCxnSpPr>
        <p:spPr>
          <a:xfrm>
            <a:off x="8503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27 line 19" descr="sci-ppt:o019"/>
          <p:cNvCxnSpPr/>
          <p:nvPr/>
        </p:nvCxnSpPr>
        <p:spPr>
          <a:xfrm>
            <a:off x="850392" y="394300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27 line 20" descr="sci-ppt:o020"/>
          <p:cNvCxnSpPr/>
          <p:nvPr/>
        </p:nvCxnSpPr>
        <p:spPr>
          <a:xfrm>
            <a:off x="914400" y="394300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27 text 21" descr="sci-ppt:o021"/>
          <p:cNvSpPr txBox="1"/>
          <p:nvPr/>
        </p:nvSpPr>
        <p:spPr>
          <a:xfrm>
            <a:off x="45720" y="386070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24" name="C3-E27 line 22" descr="sci-ppt:o022"/>
          <p:cNvCxnSpPr/>
          <p:nvPr/>
        </p:nvCxnSpPr>
        <p:spPr>
          <a:xfrm>
            <a:off x="850392" y="262801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27 line 23" descr="sci-ppt:o023"/>
          <p:cNvCxnSpPr/>
          <p:nvPr/>
        </p:nvCxnSpPr>
        <p:spPr>
          <a:xfrm>
            <a:off x="914400" y="2628010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27 text 24" descr="sci-ppt:o024"/>
          <p:cNvSpPr txBox="1"/>
          <p:nvPr/>
        </p:nvSpPr>
        <p:spPr>
          <a:xfrm>
            <a:off x="45720" y="254571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7" name="C3-E27 line 25" descr="sci-ppt:o025"/>
          <p:cNvCxnSpPr/>
          <p:nvPr/>
        </p:nvCxnSpPr>
        <p:spPr>
          <a:xfrm>
            <a:off x="850392" y="163325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27 line 26" descr="sci-ppt:o026"/>
          <p:cNvCxnSpPr/>
          <p:nvPr/>
        </p:nvCxnSpPr>
        <p:spPr>
          <a:xfrm>
            <a:off x="914400" y="1633254"/>
            <a:ext cx="603504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27 text 27" descr="sci-ppt:o027"/>
          <p:cNvSpPr txBox="1"/>
          <p:nvPr/>
        </p:nvSpPr>
        <p:spPr>
          <a:xfrm>
            <a:off x="45720" y="155095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sp>
        <p:nvSpPr>
          <p:cNvPr id="30" name="C3-E27 text 28" descr="sci-ppt:o028"/>
          <p:cNvSpPr txBox="1"/>
          <p:nvPr/>
        </p:nvSpPr>
        <p:spPr>
          <a:xfrm>
            <a:off x="914400" y="5221224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window ratio τₒ / τ_eq</a:t>
            </a:r>
          </a:p>
        </p:txBody>
      </p:sp>
      <p:sp>
        <p:nvSpPr>
          <p:cNvPr id="31" name="C3-E27 text 29" descr="sci-ppt:o029"/>
          <p:cNvSpPr txBox="1"/>
          <p:nvPr/>
        </p:nvSpPr>
        <p:spPr>
          <a:xfrm>
            <a:off x="365760" y="1024128"/>
            <a:ext cx="6035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|p̄| / p₀</a:t>
            </a:r>
          </a:p>
        </p:txBody>
      </p:sp>
      <p:sp>
        <p:nvSpPr>
          <p:cNvPr id="32" name="C3-E27 polygon 30" descr="sci-ppt:o030"/>
          <p:cNvSpPr/>
          <p:nvPr/>
        </p:nvSpPr>
        <p:spPr>
          <a:xfrm>
            <a:off x="914400" y="1633254"/>
            <a:ext cx="4003977" cy="3287900"/>
          </a:xfrm>
          <a:custGeom>
            <a:avLst/>
            <a:gdLst/>
            <a:ahLst/>
            <a:cxnLst/>
            <a:rect l="l" t="t" r="r" b="b"/>
            <a:pathLst>
              <a:path w="4003977" h="3287900">
                <a:moveTo>
                  <a:pt x="0" y="0"/>
                </a:moveTo>
                <a:lnTo>
                  <a:pt x="30333" y="24909"/>
                </a:lnTo>
                <a:lnTo>
                  <a:pt x="60666" y="49817"/>
                </a:lnTo>
                <a:lnTo>
                  <a:pt x="90999" y="74725"/>
                </a:lnTo>
                <a:lnTo>
                  <a:pt x="121332" y="99634"/>
                </a:lnTo>
                <a:lnTo>
                  <a:pt x="151665" y="124542"/>
                </a:lnTo>
                <a:lnTo>
                  <a:pt x="181998" y="149450"/>
                </a:lnTo>
                <a:lnTo>
                  <a:pt x="212332" y="174359"/>
                </a:lnTo>
                <a:lnTo>
                  <a:pt x="242665" y="199267"/>
                </a:lnTo>
                <a:lnTo>
                  <a:pt x="272998" y="224175"/>
                </a:lnTo>
                <a:lnTo>
                  <a:pt x="303331" y="249084"/>
                </a:lnTo>
                <a:lnTo>
                  <a:pt x="333664" y="273992"/>
                </a:lnTo>
                <a:lnTo>
                  <a:pt x="363997" y="298900"/>
                </a:lnTo>
                <a:lnTo>
                  <a:pt x="394331" y="323809"/>
                </a:lnTo>
                <a:lnTo>
                  <a:pt x="424664" y="348717"/>
                </a:lnTo>
                <a:lnTo>
                  <a:pt x="454997" y="373625"/>
                </a:lnTo>
                <a:lnTo>
                  <a:pt x="485330" y="398534"/>
                </a:lnTo>
                <a:lnTo>
                  <a:pt x="515663" y="423442"/>
                </a:lnTo>
                <a:lnTo>
                  <a:pt x="545996" y="448350"/>
                </a:lnTo>
                <a:lnTo>
                  <a:pt x="576330" y="473259"/>
                </a:lnTo>
                <a:lnTo>
                  <a:pt x="606663" y="498167"/>
                </a:lnTo>
                <a:lnTo>
                  <a:pt x="636996" y="523075"/>
                </a:lnTo>
                <a:lnTo>
                  <a:pt x="667329" y="547984"/>
                </a:lnTo>
                <a:lnTo>
                  <a:pt x="697662" y="572892"/>
                </a:lnTo>
                <a:lnTo>
                  <a:pt x="727995" y="597800"/>
                </a:lnTo>
                <a:lnTo>
                  <a:pt x="758329" y="622709"/>
                </a:lnTo>
                <a:lnTo>
                  <a:pt x="788662" y="647617"/>
                </a:lnTo>
                <a:lnTo>
                  <a:pt x="818995" y="672525"/>
                </a:lnTo>
                <a:lnTo>
                  <a:pt x="849328" y="697434"/>
                </a:lnTo>
                <a:lnTo>
                  <a:pt x="879661" y="722342"/>
                </a:lnTo>
                <a:lnTo>
                  <a:pt x="909994" y="747250"/>
                </a:lnTo>
                <a:lnTo>
                  <a:pt x="940328" y="772159"/>
                </a:lnTo>
                <a:lnTo>
                  <a:pt x="970661" y="797067"/>
                </a:lnTo>
                <a:lnTo>
                  <a:pt x="1000994" y="821975"/>
                </a:lnTo>
                <a:lnTo>
                  <a:pt x="1031327" y="846884"/>
                </a:lnTo>
                <a:lnTo>
                  <a:pt x="1061660" y="871792"/>
                </a:lnTo>
                <a:lnTo>
                  <a:pt x="1091993" y="896700"/>
                </a:lnTo>
                <a:lnTo>
                  <a:pt x="1122326" y="921609"/>
                </a:lnTo>
                <a:lnTo>
                  <a:pt x="1152660" y="946517"/>
                </a:lnTo>
                <a:lnTo>
                  <a:pt x="1182993" y="971425"/>
                </a:lnTo>
                <a:lnTo>
                  <a:pt x="1213326" y="996334"/>
                </a:lnTo>
                <a:lnTo>
                  <a:pt x="1243659" y="1021242"/>
                </a:lnTo>
                <a:lnTo>
                  <a:pt x="1273992" y="1046150"/>
                </a:lnTo>
                <a:lnTo>
                  <a:pt x="1304325" y="1071059"/>
                </a:lnTo>
                <a:lnTo>
                  <a:pt x="1334659" y="1095967"/>
                </a:lnTo>
                <a:lnTo>
                  <a:pt x="1364992" y="1120875"/>
                </a:lnTo>
                <a:lnTo>
                  <a:pt x="1395325" y="1145784"/>
                </a:lnTo>
                <a:lnTo>
                  <a:pt x="1425658" y="1170692"/>
                </a:lnTo>
                <a:lnTo>
                  <a:pt x="1455991" y="1195600"/>
                </a:lnTo>
                <a:lnTo>
                  <a:pt x="1486324" y="1220509"/>
                </a:lnTo>
                <a:lnTo>
                  <a:pt x="1516658" y="1245417"/>
                </a:lnTo>
                <a:lnTo>
                  <a:pt x="1546991" y="1270325"/>
                </a:lnTo>
                <a:lnTo>
                  <a:pt x="1577324" y="1295234"/>
                </a:lnTo>
                <a:lnTo>
                  <a:pt x="1607657" y="1320142"/>
                </a:lnTo>
                <a:lnTo>
                  <a:pt x="1637990" y="1345050"/>
                </a:lnTo>
                <a:lnTo>
                  <a:pt x="1668323" y="1369959"/>
                </a:lnTo>
                <a:lnTo>
                  <a:pt x="1698657" y="1394867"/>
                </a:lnTo>
                <a:lnTo>
                  <a:pt x="1728990" y="1419775"/>
                </a:lnTo>
                <a:lnTo>
                  <a:pt x="1759323" y="1444683"/>
                </a:lnTo>
                <a:lnTo>
                  <a:pt x="1789656" y="1469592"/>
                </a:lnTo>
                <a:lnTo>
                  <a:pt x="1819989" y="1494500"/>
                </a:lnTo>
                <a:lnTo>
                  <a:pt x="1850322" y="1519408"/>
                </a:lnTo>
                <a:lnTo>
                  <a:pt x="1880656" y="1544317"/>
                </a:lnTo>
                <a:lnTo>
                  <a:pt x="1910989" y="1569225"/>
                </a:lnTo>
                <a:lnTo>
                  <a:pt x="1941322" y="1594133"/>
                </a:lnTo>
                <a:lnTo>
                  <a:pt x="1971655" y="1619042"/>
                </a:lnTo>
                <a:lnTo>
                  <a:pt x="2001988" y="1643950"/>
                </a:lnTo>
                <a:lnTo>
                  <a:pt x="2032321" y="1668858"/>
                </a:lnTo>
                <a:lnTo>
                  <a:pt x="2062655" y="1693767"/>
                </a:lnTo>
                <a:lnTo>
                  <a:pt x="2092988" y="1718675"/>
                </a:lnTo>
                <a:lnTo>
                  <a:pt x="2123321" y="1743583"/>
                </a:lnTo>
                <a:lnTo>
                  <a:pt x="2153654" y="1768492"/>
                </a:lnTo>
                <a:lnTo>
                  <a:pt x="2183987" y="1793400"/>
                </a:lnTo>
                <a:lnTo>
                  <a:pt x="2214320" y="1818308"/>
                </a:lnTo>
                <a:lnTo>
                  <a:pt x="2244653" y="1843217"/>
                </a:lnTo>
                <a:lnTo>
                  <a:pt x="2274987" y="1868125"/>
                </a:lnTo>
                <a:lnTo>
                  <a:pt x="2305320" y="1893033"/>
                </a:lnTo>
                <a:lnTo>
                  <a:pt x="2335653" y="1917942"/>
                </a:lnTo>
                <a:lnTo>
                  <a:pt x="2365986" y="1942850"/>
                </a:lnTo>
                <a:lnTo>
                  <a:pt x="2396319" y="1967758"/>
                </a:lnTo>
                <a:lnTo>
                  <a:pt x="2426652" y="1992667"/>
                </a:lnTo>
                <a:lnTo>
                  <a:pt x="2456986" y="2017575"/>
                </a:lnTo>
                <a:lnTo>
                  <a:pt x="2487319" y="2042483"/>
                </a:lnTo>
                <a:lnTo>
                  <a:pt x="2517652" y="2067392"/>
                </a:lnTo>
                <a:lnTo>
                  <a:pt x="2547985" y="2092300"/>
                </a:lnTo>
                <a:lnTo>
                  <a:pt x="2578318" y="2117208"/>
                </a:lnTo>
                <a:lnTo>
                  <a:pt x="2608651" y="2142117"/>
                </a:lnTo>
                <a:lnTo>
                  <a:pt x="2638985" y="2167025"/>
                </a:lnTo>
                <a:lnTo>
                  <a:pt x="2669318" y="2191933"/>
                </a:lnTo>
                <a:lnTo>
                  <a:pt x="2699651" y="2216842"/>
                </a:lnTo>
                <a:lnTo>
                  <a:pt x="2729984" y="2241750"/>
                </a:lnTo>
                <a:lnTo>
                  <a:pt x="2760317" y="2266658"/>
                </a:lnTo>
                <a:lnTo>
                  <a:pt x="2790650" y="2291567"/>
                </a:lnTo>
                <a:lnTo>
                  <a:pt x="2820984" y="2316475"/>
                </a:lnTo>
                <a:lnTo>
                  <a:pt x="2851317" y="2341383"/>
                </a:lnTo>
                <a:lnTo>
                  <a:pt x="2881650" y="2366292"/>
                </a:lnTo>
                <a:lnTo>
                  <a:pt x="2911983" y="2391200"/>
                </a:lnTo>
                <a:lnTo>
                  <a:pt x="2942316" y="2416108"/>
                </a:lnTo>
                <a:lnTo>
                  <a:pt x="2972649" y="2441017"/>
                </a:lnTo>
                <a:lnTo>
                  <a:pt x="3002983" y="2465925"/>
                </a:lnTo>
                <a:lnTo>
                  <a:pt x="3033316" y="2490833"/>
                </a:lnTo>
                <a:lnTo>
                  <a:pt x="3063649" y="2515742"/>
                </a:lnTo>
                <a:lnTo>
                  <a:pt x="3093982" y="2540650"/>
                </a:lnTo>
                <a:lnTo>
                  <a:pt x="3124315" y="2565558"/>
                </a:lnTo>
                <a:lnTo>
                  <a:pt x="3154648" y="2590467"/>
                </a:lnTo>
                <a:lnTo>
                  <a:pt x="3184982" y="2615375"/>
                </a:lnTo>
                <a:lnTo>
                  <a:pt x="3215315" y="2640283"/>
                </a:lnTo>
                <a:lnTo>
                  <a:pt x="3245648" y="2665192"/>
                </a:lnTo>
                <a:lnTo>
                  <a:pt x="3275981" y="2690100"/>
                </a:lnTo>
                <a:lnTo>
                  <a:pt x="3306314" y="2715008"/>
                </a:lnTo>
                <a:lnTo>
                  <a:pt x="3336647" y="2739917"/>
                </a:lnTo>
                <a:lnTo>
                  <a:pt x="3366980" y="2764825"/>
                </a:lnTo>
                <a:lnTo>
                  <a:pt x="3397314" y="2789733"/>
                </a:lnTo>
                <a:lnTo>
                  <a:pt x="3427647" y="2814642"/>
                </a:lnTo>
                <a:lnTo>
                  <a:pt x="3457980" y="2839550"/>
                </a:lnTo>
                <a:lnTo>
                  <a:pt x="3488313" y="2864458"/>
                </a:lnTo>
                <a:lnTo>
                  <a:pt x="3518646" y="2889367"/>
                </a:lnTo>
                <a:lnTo>
                  <a:pt x="3548979" y="2914275"/>
                </a:lnTo>
                <a:lnTo>
                  <a:pt x="3579313" y="2939183"/>
                </a:lnTo>
                <a:lnTo>
                  <a:pt x="3609646" y="2964092"/>
                </a:lnTo>
                <a:lnTo>
                  <a:pt x="3639979" y="2989000"/>
                </a:lnTo>
                <a:lnTo>
                  <a:pt x="3670312" y="3013908"/>
                </a:lnTo>
                <a:lnTo>
                  <a:pt x="3700645" y="3038817"/>
                </a:lnTo>
                <a:lnTo>
                  <a:pt x="3730978" y="3063725"/>
                </a:lnTo>
                <a:lnTo>
                  <a:pt x="3761312" y="3088633"/>
                </a:lnTo>
                <a:lnTo>
                  <a:pt x="3791645" y="3113542"/>
                </a:lnTo>
                <a:lnTo>
                  <a:pt x="3821978" y="3138450"/>
                </a:lnTo>
                <a:lnTo>
                  <a:pt x="3852311" y="3163358"/>
                </a:lnTo>
                <a:lnTo>
                  <a:pt x="3882644" y="3188267"/>
                </a:lnTo>
                <a:lnTo>
                  <a:pt x="3912977" y="3213175"/>
                </a:lnTo>
                <a:lnTo>
                  <a:pt x="3943311" y="3238083"/>
                </a:lnTo>
                <a:lnTo>
                  <a:pt x="3973644" y="3262992"/>
                </a:lnTo>
                <a:lnTo>
                  <a:pt x="4003977" y="328790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27 polygon 31" descr="sci-ppt:o031"/>
          <p:cNvSpPr/>
          <p:nvPr/>
        </p:nvSpPr>
        <p:spPr>
          <a:xfrm>
            <a:off x="914400" y="1633254"/>
            <a:ext cx="6005966" cy="2465925"/>
          </a:xfrm>
          <a:custGeom>
            <a:avLst/>
            <a:gdLst/>
            <a:ahLst/>
            <a:cxnLst/>
            <a:rect l="l" t="t" r="r" b="b"/>
            <a:pathLst>
              <a:path w="6005966" h="2465925">
                <a:moveTo>
                  <a:pt x="0" y="0"/>
                </a:moveTo>
                <a:lnTo>
                  <a:pt x="30333" y="12455"/>
                </a:lnTo>
                <a:lnTo>
                  <a:pt x="60666" y="24909"/>
                </a:lnTo>
                <a:lnTo>
                  <a:pt x="90999" y="37363"/>
                </a:lnTo>
                <a:lnTo>
                  <a:pt x="121332" y="49817"/>
                </a:lnTo>
                <a:lnTo>
                  <a:pt x="151665" y="62271"/>
                </a:lnTo>
                <a:lnTo>
                  <a:pt x="181998" y="74725"/>
                </a:lnTo>
                <a:lnTo>
                  <a:pt x="212332" y="87179"/>
                </a:lnTo>
                <a:lnTo>
                  <a:pt x="242665" y="99634"/>
                </a:lnTo>
                <a:lnTo>
                  <a:pt x="272998" y="112088"/>
                </a:lnTo>
                <a:lnTo>
                  <a:pt x="303331" y="124542"/>
                </a:lnTo>
                <a:lnTo>
                  <a:pt x="333664" y="136996"/>
                </a:lnTo>
                <a:lnTo>
                  <a:pt x="363997" y="149450"/>
                </a:lnTo>
                <a:lnTo>
                  <a:pt x="394331" y="161904"/>
                </a:lnTo>
                <a:lnTo>
                  <a:pt x="424664" y="174359"/>
                </a:lnTo>
                <a:lnTo>
                  <a:pt x="454997" y="186813"/>
                </a:lnTo>
                <a:lnTo>
                  <a:pt x="485330" y="199267"/>
                </a:lnTo>
                <a:lnTo>
                  <a:pt x="515663" y="211721"/>
                </a:lnTo>
                <a:lnTo>
                  <a:pt x="545996" y="224175"/>
                </a:lnTo>
                <a:lnTo>
                  <a:pt x="576330" y="236629"/>
                </a:lnTo>
                <a:lnTo>
                  <a:pt x="606663" y="249084"/>
                </a:lnTo>
                <a:lnTo>
                  <a:pt x="636996" y="261538"/>
                </a:lnTo>
                <a:lnTo>
                  <a:pt x="667329" y="273992"/>
                </a:lnTo>
                <a:lnTo>
                  <a:pt x="697662" y="286446"/>
                </a:lnTo>
                <a:lnTo>
                  <a:pt x="727995" y="298900"/>
                </a:lnTo>
                <a:lnTo>
                  <a:pt x="758329" y="311354"/>
                </a:lnTo>
                <a:lnTo>
                  <a:pt x="788662" y="323809"/>
                </a:lnTo>
                <a:lnTo>
                  <a:pt x="818995" y="336263"/>
                </a:lnTo>
                <a:lnTo>
                  <a:pt x="849328" y="348717"/>
                </a:lnTo>
                <a:lnTo>
                  <a:pt x="879661" y="361171"/>
                </a:lnTo>
                <a:lnTo>
                  <a:pt x="909994" y="373625"/>
                </a:lnTo>
                <a:lnTo>
                  <a:pt x="940328" y="386079"/>
                </a:lnTo>
                <a:lnTo>
                  <a:pt x="970661" y="398534"/>
                </a:lnTo>
                <a:lnTo>
                  <a:pt x="1000994" y="410988"/>
                </a:lnTo>
                <a:lnTo>
                  <a:pt x="1031327" y="423442"/>
                </a:lnTo>
                <a:lnTo>
                  <a:pt x="1061660" y="435896"/>
                </a:lnTo>
                <a:lnTo>
                  <a:pt x="1091993" y="448350"/>
                </a:lnTo>
                <a:lnTo>
                  <a:pt x="1122326" y="460804"/>
                </a:lnTo>
                <a:lnTo>
                  <a:pt x="1152660" y="473259"/>
                </a:lnTo>
                <a:lnTo>
                  <a:pt x="1182993" y="485713"/>
                </a:lnTo>
                <a:lnTo>
                  <a:pt x="1213326" y="498167"/>
                </a:lnTo>
                <a:lnTo>
                  <a:pt x="1243659" y="510621"/>
                </a:lnTo>
                <a:lnTo>
                  <a:pt x="1273992" y="523075"/>
                </a:lnTo>
                <a:lnTo>
                  <a:pt x="1304325" y="535529"/>
                </a:lnTo>
                <a:lnTo>
                  <a:pt x="1334659" y="547984"/>
                </a:lnTo>
                <a:lnTo>
                  <a:pt x="1364992" y="560438"/>
                </a:lnTo>
                <a:lnTo>
                  <a:pt x="1395325" y="572892"/>
                </a:lnTo>
                <a:lnTo>
                  <a:pt x="1425658" y="585346"/>
                </a:lnTo>
                <a:lnTo>
                  <a:pt x="1455991" y="597800"/>
                </a:lnTo>
                <a:lnTo>
                  <a:pt x="1486324" y="610254"/>
                </a:lnTo>
                <a:lnTo>
                  <a:pt x="1516658" y="622709"/>
                </a:lnTo>
                <a:lnTo>
                  <a:pt x="1546991" y="635163"/>
                </a:lnTo>
                <a:lnTo>
                  <a:pt x="1577324" y="647617"/>
                </a:lnTo>
                <a:lnTo>
                  <a:pt x="1607657" y="660071"/>
                </a:lnTo>
                <a:lnTo>
                  <a:pt x="1637990" y="672525"/>
                </a:lnTo>
                <a:lnTo>
                  <a:pt x="1668323" y="684979"/>
                </a:lnTo>
                <a:lnTo>
                  <a:pt x="1698657" y="697434"/>
                </a:lnTo>
                <a:lnTo>
                  <a:pt x="1728990" y="709888"/>
                </a:lnTo>
                <a:lnTo>
                  <a:pt x="1759323" y="722342"/>
                </a:lnTo>
                <a:lnTo>
                  <a:pt x="1789656" y="734796"/>
                </a:lnTo>
                <a:lnTo>
                  <a:pt x="1819989" y="747250"/>
                </a:lnTo>
                <a:lnTo>
                  <a:pt x="1850322" y="759704"/>
                </a:lnTo>
                <a:lnTo>
                  <a:pt x="1880656" y="772159"/>
                </a:lnTo>
                <a:lnTo>
                  <a:pt x="1910989" y="784613"/>
                </a:lnTo>
                <a:lnTo>
                  <a:pt x="1941322" y="797067"/>
                </a:lnTo>
                <a:lnTo>
                  <a:pt x="1971655" y="809521"/>
                </a:lnTo>
                <a:lnTo>
                  <a:pt x="2001988" y="821975"/>
                </a:lnTo>
                <a:lnTo>
                  <a:pt x="2032321" y="834429"/>
                </a:lnTo>
                <a:lnTo>
                  <a:pt x="2062655" y="846884"/>
                </a:lnTo>
                <a:lnTo>
                  <a:pt x="2092988" y="859338"/>
                </a:lnTo>
                <a:lnTo>
                  <a:pt x="2123321" y="871792"/>
                </a:lnTo>
                <a:lnTo>
                  <a:pt x="2153654" y="884246"/>
                </a:lnTo>
                <a:lnTo>
                  <a:pt x="2183987" y="896700"/>
                </a:lnTo>
                <a:lnTo>
                  <a:pt x="2214320" y="909154"/>
                </a:lnTo>
                <a:lnTo>
                  <a:pt x="2244653" y="921609"/>
                </a:lnTo>
                <a:lnTo>
                  <a:pt x="2274987" y="934063"/>
                </a:lnTo>
                <a:lnTo>
                  <a:pt x="2305320" y="946517"/>
                </a:lnTo>
                <a:lnTo>
                  <a:pt x="2335653" y="958971"/>
                </a:lnTo>
                <a:lnTo>
                  <a:pt x="2365986" y="971425"/>
                </a:lnTo>
                <a:lnTo>
                  <a:pt x="2396319" y="983879"/>
                </a:lnTo>
                <a:lnTo>
                  <a:pt x="2426652" y="996334"/>
                </a:lnTo>
                <a:lnTo>
                  <a:pt x="2456986" y="1008788"/>
                </a:lnTo>
                <a:lnTo>
                  <a:pt x="2487319" y="1021242"/>
                </a:lnTo>
                <a:lnTo>
                  <a:pt x="2517652" y="1033696"/>
                </a:lnTo>
                <a:lnTo>
                  <a:pt x="2547985" y="1046150"/>
                </a:lnTo>
                <a:lnTo>
                  <a:pt x="2578318" y="1058604"/>
                </a:lnTo>
                <a:lnTo>
                  <a:pt x="2608651" y="1071059"/>
                </a:lnTo>
                <a:lnTo>
                  <a:pt x="2638985" y="1083513"/>
                </a:lnTo>
                <a:lnTo>
                  <a:pt x="2669318" y="1095967"/>
                </a:lnTo>
                <a:lnTo>
                  <a:pt x="2699651" y="1108421"/>
                </a:lnTo>
                <a:lnTo>
                  <a:pt x="2729984" y="1120875"/>
                </a:lnTo>
                <a:lnTo>
                  <a:pt x="2760317" y="1133329"/>
                </a:lnTo>
                <a:lnTo>
                  <a:pt x="2790650" y="1145784"/>
                </a:lnTo>
                <a:lnTo>
                  <a:pt x="2820984" y="1158238"/>
                </a:lnTo>
                <a:lnTo>
                  <a:pt x="2851317" y="1170692"/>
                </a:lnTo>
                <a:lnTo>
                  <a:pt x="2881650" y="1183146"/>
                </a:lnTo>
                <a:lnTo>
                  <a:pt x="2911983" y="1195600"/>
                </a:lnTo>
                <a:lnTo>
                  <a:pt x="2942316" y="1208054"/>
                </a:lnTo>
                <a:lnTo>
                  <a:pt x="2972649" y="1220509"/>
                </a:lnTo>
                <a:lnTo>
                  <a:pt x="3002983" y="1232963"/>
                </a:lnTo>
                <a:lnTo>
                  <a:pt x="3033316" y="1245417"/>
                </a:lnTo>
                <a:lnTo>
                  <a:pt x="3063649" y="1257871"/>
                </a:lnTo>
                <a:lnTo>
                  <a:pt x="3093982" y="1270325"/>
                </a:lnTo>
                <a:lnTo>
                  <a:pt x="3124315" y="1282779"/>
                </a:lnTo>
                <a:lnTo>
                  <a:pt x="3154648" y="1295234"/>
                </a:lnTo>
                <a:lnTo>
                  <a:pt x="3184982" y="1307688"/>
                </a:lnTo>
                <a:lnTo>
                  <a:pt x="3215315" y="1320142"/>
                </a:lnTo>
                <a:lnTo>
                  <a:pt x="3245648" y="1332596"/>
                </a:lnTo>
                <a:lnTo>
                  <a:pt x="3275981" y="1345050"/>
                </a:lnTo>
                <a:lnTo>
                  <a:pt x="3306314" y="1357504"/>
                </a:lnTo>
                <a:lnTo>
                  <a:pt x="3336647" y="1369959"/>
                </a:lnTo>
                <a:lnTo>
                  <a:pt x="3366980" y="1382413"/>
                </a:lnTo>
                <a:lnTo>
                  <a:pt x="3397314" y="1394867"/>
                </a:lnTo>
                <a:lnTo>
                  <a:pt x="3427647" y="1407321"/>
                </a:lnTo>
                <a:lnTo>
                  <a:pt x="3457980" y="1419775"/>
                </a:lnTo>
                <a:lnTo>
                  <a:pt x="3488313" y="1432229"/>
                </a:lnTo>
                <a:lnTo>
                  <a:pt x="3518646" y="1444683"/>
                </a:lnTo>
                <a:lnTo>
                  <a:pt x="3548979" y="1457138"/>
                </a:lnTo>
                <a:lnTo>
                  <a:pt x="3579313" y="1469592"/>
                </a:lnTo>
                <a:lnTo>
                  <a:pt x="3609646" y="1482046"/>
                </a:lnTo>
                <a:lnTo>
                  <a:pt x="3639979" y="1494500"/>
                </a:lnTo>
                <a:lnTo>
                  <a:pt x="3670312" y="1506954"/>
                </a:lnTo>
                <a:lnTo>
                  <a:pt x="3700645" y="1519408"/>
                </a:lnTo>
                <a:lnTo>
                  <a:pt x="3730978" y="1531863"/>
                </a:lnTo>
                <a:lnTo>
                  <a:pt x="3761312" y="1544317"/>
                </a:lnTo>
                <a:lnTo>
                  <a:pt x="3791645" y="1556771"/>
                </a:lnTo>
                <a:lnTo>
                  <a:pt x="3821978" y="1569225"/>
                </a:lnTo>
                <a:lnTo>
                  <a:pt x="3852311" y="1581679"/>
                </a:lnTo>
                <a:lnTo>
                  <a:pt x="3882644" y="1594133"/>
                </a:lnTo>
                <a:lnTo>
                  <a:pt x="3912977" y="1606588"/>
                </a:lnTo>
                <a:lnTo>
                  <a:pt x="3943311" y="1619042"/>
                </a:lnTo>
                <a:lnTo>
                  <a:pt x="3973644" y="1631496"/>
                </a:lnTo>
                <a:lnTo>
                  <a:pt x="4003977" y="1643950"/>
                </a:lnTo>
                <a:lnTo>
                  <a:pt x="4034310" y="1656404"/>
                </a:lnTo>
                <a:lnTo>
                  <a:pt x="4064643" y="1668858"/>
                </a:lnTo>
                <a:lnTo>
                  <a:pt x="4094976" y="1681313"/>
                </a:lnTo>
                <a:lnTo>
                  <a:pt x="4125310" y="1693767"/>
                </a:lnTo>
                <a:lnTo>
                  <a:pt x="4155643" y="1706221"/>
                </a:lnTo>
                <a:lnTo>
                  <a:pt x="4185976" y="1718675"/>
                </a:lnTo>
                <a:lnTo>
                  <a:pt x="4216309" y="1731129"/>
                </a:lnTo>
                <a:lnTo>
                  <a:pt x="4246642" y="1743583"/>
                </a:lnTo>
                <a:lnTo>
                  <a:pt x="4276975" y="1756038"/>
                </a:lnTo>
                <a:lnTo>
                  <a:pt x="4307309" y="1768492"/>
                </a:lnTo>
                <a:lnTo>
                  <a:pt x="4337642" y="1780946"/>
                </a:lnTo>
                <a:lnTo>
                  <a:pt x="4367975" y="1793400"/>
                </a:lnTo>
                <a:lnTo>
                  <a:pt x="4398308" y="1805854"/>
                </a:lnTo>
                <a:lnTo>
                  <a:pt x="4428641" y="1818308"/>
                </a:lnTo>
                <a:lnTo>
                  <a:pt x="4458974" y="1830763"/>
                </a:lnTo>
                <a:lnTo>
                  <a:pt x="4489307" y="1843217"/>
                </a:lnTo>
                <a:lnTo>
                  <a:pt x="4519641" y="1855671"/>
                </a:lnTo>
                <a:lnTo>
                  <a:pt x="4549974" y="1868125"/>
                </a:lnTo>
                <a:lnTo>
                  <a:pt x="4580307" y="1880579"/>
                </a:lnTo>
                <a:lnTo>
                  <a:pt x="4610640" y="1893033"/>
                </a:lnTo>
                <a:lnTo>
                  <a:pt x="4640973" y="1905488"/>
                </a:lnTo>
                <a:lnTo>
                  <a:pt x="4671306" y="1917942"/>
                </a:lnTo>
                <a:lnTo>
                  <a:pt x="4701640" y="1930396"/>
                </a:lnTo>
                <a:lnTo>
                  <a:pt x="4731973" y="1942850"/>
                </a:lnTo>
                <a:lnTo>
                  <a:pt x="4762306" y="1955304"/>
                </a:lnTo>
                <a:lnTo>
                  <a:pt x="4792639" y="1967758"/>
                </a:lnTo>
                <a:lnTo>
                  <a:pt x="4822972" y="1980213"/>
                </a:lnTo>
                <a:lnTo>
                  <a:pt x="4853305" y="1992667"/>
                </a:lnTo>
                <a:lnTo>
                  <a:pt x="4883639" y="2005121"/>
                </a:lnTo>
                <a:lnTo>
                  <a:pt x="4913972" y="2017575"/>
                </a:lnTo>
                <a:lnTo>
                  <a:pt x="4944305" y="2030029"/>
                </a:lnTo>
                <a:lnTo>
                  <a:pt x="4974638" y="2042483"/>
                </a:lnTo>
                <a:lnTo>
                  <a:pt x="5004971" y="2054938"/>
                </a:lnTo>
                <a:lnTo>
                  <a:pt x="5035304" y="2067392"/>
                </a:lnTo>
                <a:lnTo>
                  <a:pt x="5065638" y="2079846"/>
                </a:lnTo>
                <a:lnTo>
                  <a:pt x="5095971" y="2092300"/>
                </a:lnTo>
                <a:lnTo>
                  <a:pt x="5126304" y="2104754"/>
                </a:lnTo>
                <a:lnTo>
                  <a:pt x="5156637" y="2117208"/>
                </a:lnTo>
                <a:lnTo>
                  <a:pt x="5186970" y="2129663"/>
                </a:lnTo>
                <a:lnTo>
                  <a:pt x="5217303" y="2142117"/>
                </a:lnTo>
                <a:lnTo>
                  <a:pt x="5247637" y="2154571"/>
                </a:lnTo>
                <a:lnTo>
                  <a:pt x="5277970" y="2167025"/>
                </a:lnTo>
                <a:lnTo>
                  <a:pt x="5308303" y="2179479"/>
                </a:lnTo>
                <a:lnTo>
                  <a:pt x="5338636" y="2191933"/>
                </a:lnTo>
                <a:lnTo>
                  <a:pt x="5368969" y="2204388"/>
                </a:lnTo>
                <a:lnTo>
                  <a:pt x="5399302" y="2216842"/>
                </a:lnTo>
                <a:lnTo>
                  <a:pt x="5429636" y="2229296"/>
                </a:lnTo>
                <a:lnTo>
                  <a:pt x="5459969" y="2241750"/>
                </a:lnTo>
                <a:lnTo>
                  <a:pt x="5490302" y="2254204"/>
                </a:lnTo>
                <a:lnTo>
                  <a:pt x="5520635" y="2266658"/>
                </a:lnTo>
                <a:lnTo>
                  <a:pt x="5550968" y="2279113"/>
                </a:lnTo>
                <a:lnTo>
                  <a:pt x="5581301" y="2291567"/>
                </a:lnTo>
                <a:lnTo>
                  <a:pt x="5611634" y="2304021"/>
                </a:lnTo>
                <a:lnTo>
                  <a:pt x="5641968" y="2316475"/>
                </a:lnTo>
                <a:lnTo>
                  <a:pt x="5672301" y="2328929"/>
                </a:lnTo>
                <a:lnTo>
                  <a:pt x="5702634" y="2341383"/>
                </a:lnTo>
                <a:lnTo>
                  <a:pt x="5732967" y="2353838"/>
                </a:lnTo>
                <a:lnTo>
                  <a:pt x="5763300" y="2366292"/>
                </a:lnTo>
                <a:lnTo>
                  <a:pt x="5793633" y="2378746"/>
                </a:lnTo>
                <a:lnTo>
                  <a:pt x="5823967" y="2391200"/>
                </a:lnTo>
                <a:lnTo>
                  <a:pt x="5854300" y="2403654"/>
                </a:lnTo>
                <a:lnTo>
                  <a:pt x="5884633" y="2416108"/>
                </a:lnTo>
                <a:lnTo>
                  <a:pt x="5914966" y="2428563"/>
                </a:lnTo>
                <a:lnTo>
                  <a:pt x="5945299" y="2441017"/>
                </a:lnTo>
                <a:lnTo>
                  <a:pt x="5975632" y="2453471"/>
                </a:lnTo>
                <a:lnTo>
                  <a:pt x="6005966" y="2465925"/>
                </a:lnTo>
              </a:path>
            </a:pathLst>
          </a:custGeom>
          <a:noFill/>
          <a:ln w="38100">
            <a:solidFill>
              <a:srgbClr val="F2B88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3-E27 text 32" descr="sci-ppt:o032"/>
          <p:cNvSpPr txBox="1"/>
          <p:nvPr/>
        </p:nvSpPr>
        <p:spPr>
          <a:xfrm>
            <a:off x="1154124" y="4454879"/>
            <a:ext cx="292608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|p̄| = p₀ τ_eq/τₒ  (actual mean)</a:t>
            </a:r>
          </a:p>
        </p:txBody>
      </p:sp>
      <p:sp>
        <p:nvSpPr>
          <p:cNvPr id="35" name="C3-E27 text 33" descr="sci-ppt:o033"/>
          <p:cNvSpPr txBox="1"/>
          <p:nvPr/>
        </p:nvSpPr>
        <p:spPr>
          <a:xfrm>
            <a:off x="2365529" y="1770614"/>
            <a:ext cx="34747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B880"/>
                </a:solidFill>
                <a:latin typeface="Arial"/>
              </a:rPr>
              <a:t>bound √(Zₗ E_w / A_oτₒ) = p₀ √(τ_eq/τₒ)</a:t>
            </a:r>
          </a:p>
        </p:txBody>
      </p:sp>
      <p:sp>
        <p:nvSpPr>
          <p:cNvPr id="36" name="C3-E27 round_rect 34" descr="sci-ppt:o034"/>
          <p:cNvSpPr/>
          <p:nvPr/>
        </p:nvSpPr>
        <p:spPr>
          <a:xfrm>
            <a:off x="7223760" y="1371600"/>
            <a:ext cx="4617720" cy="35661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27 text 35" descr="sci-ppt:o035"/>
          <p:cNvSpPr txBox="1"/>
          <p:nvPr/>
        </p:nvSpPr>
        <p:spPr>
          <a:xfrm>
            <a:off x="7333488" y="1426464"/>
            <a:ext cx="4398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Finite window, finite energy</a:t>
            </a:r>
          </a:p>
        </p:txBody>
      </p:sp>
      <p:sp>
        <p:nvSpPr>
          <p:cNvPr id="38" name="C3-E27 text 36" descr="sci-ppt:o036"/>
          <p:cNvSpPr txBox="1"/>
          <p:nvPr/>
        </p:nvSpPr>
        <p:spPr>
          <a:xfrm>
            <a:off x="7360920" y="1828800"/>
            <a:ext cx="43891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E_w = ∫∫ p′²/Zₗ dA dt</a:t>
            </a:r>
          </a:p>
        </p:txBody>
      </p:sp>
      <p:sp>
        <p:nvSpPr>
          <p:cNvPr id="39" name="C3-E27 text 37" descr="sci-ppt:o037"/>
          <p:cNvSpPr txBox="1"/>
          <p:nvPr/>
        </p:nvSpPr>
        <p:spPr>
          <a:xfrm>
            <a:off x="7360920" y="2286000"/>
            <a:ext cx="4389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2B880"/>
                </a:solidFill>
                <a:latin typeface="Arial"/>
              </a:rPr>
              <a:t>|p̄|² ≤ (1/A_oτₒ) ∫∫ p′² dA dt = Zₗ E_w/(A_oτₒ)</a:t>
            </a:r>
          </a:p>
        </p:txBody>
      </p:sp>
      <p:sp>
        <p:nvSpPr>
          <p:cNvPr id="40" name="C3-E27 text 38" descr="sci-ppt:o038"/>
          <p:cNvSpPr txBox="1"/>
          <p:nvPr/>
        </p:nvSpPr>
        <p:spPr>
          <a:xfrm>
            <a:off x="7562088" y="2926080"/>
            <a:ext cx="4187952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Mean ≤ root-mean-square (Cauchy–Schwarz).</a:t>
            </a:r>
          </a:p>
        </p:txBody>
      </p:sp>
      <p:sp>
        <p:nvSpPr>
          <p:cNvPr id="41" name="C3-E27 ellipse 39" descr="sci-ppt:o039"/>
          <p:cNvSpPr/>
          <p:nvPr/>
        </p:nvSpPr>
        <p:spPr>
          <a:xfrm>
            <a:off x="7392924" y="2979420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27 text 40" descr="sci-ppt:o040"/>
          <p:cNvSpPr txBox="1"/>
          <p:nvPr/>
        </p:nvSpPr>
        <p:spPr>
          <a:xfrm>
            <a:off x="7562088" y="3203448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bound uses the one-way wave relation u′ =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p′/Zₗ.</a:t>
            </a:r>
          </a:p>
        </p:txBody>
      </p:sp>
      <p:sp>
        <p:nvSpPr>
          <p:cNvPr id="43" name="C3-E27 ellipse 41" descr="sci-ppt:o041"/>
          <p:cNvSpPr/>
          <p:nvPr/>
        </p:nvSpPr>
        <p:spPr>
          <a:xfrm>
            <a:off x="7392924" y="3256788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C3-E27 text 42" descr="sci-ppt:o042"/>
          <p:cNvSpPr txBox="1"/>
          <p:nvPr/>
        </p:nvSpPr>
        <p:spPr>
          <a:xfrm>
            <a:off x="7562088" y="3666744"/>
            <a:ext cx="4187952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A point spike with no measured area or time cannot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stand for delivered loading.</a:t>
            </a:r>
          </a:p>
        </p:txBody>
      </p:sp>
      <p:sp>
        <p:nvSpPr>
          <p:cNvPr id="45" name="C3-E27 ellipse 43" descr="sci-ppt:o043"/>
          <p:cNvSpPr/>
          <p:nvPr/>
        </p:nvSpPr>
        <p:spPr>
          <a:xfrm>
            <a:off x="7392924" y="3720084"/>
            <a:ext cx="82296" cy="82296"/>
          </a:xfrm>
          <a:prstGeom prst="ellipse">
            <a:avLst/>
          </a:prstGeom>
          <a:solidFill>
            <a:srgbClr val="8EDBD4"/>
          </a:solidFill>
          <a:ln w="127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C3-E27 text 44" descr="sci-ppt:o044"/>
          <p:cNvSpPr txBox="1"/>
          <p:nvPr/>
        </p:nvSpPr>
        <p:spPr>
          <a:xfrm>
            <a:off x="914400" y="5486400"/>
            <a:ext cx="10972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For a window longer than the pulse the true mean falls as 1/x while the energy bound falls only as 1/√x: the bound is safe, not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tight.</a:t>
            </a:r>
          </a:p>
        </p:txBody>
      </p:sp>
      <p:sp>
        <p:nvSpPr>
          <p:cNvPr id="47" name="C3-E27 text 45" descr="sci-ppt:o045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One-way-wave energy bound of Eq. C3-E27 evaluated for a rectangular pulse of amplitude p₀ and duration τ_eq.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C3-E28 · Compressible bulk conservation and required constitutive closure</a:t>
            </a:r>
          </a:p>
        </p:txBody>
      </p:sp>
      <p:sp>
        <p:nvSpPr>
          <p:cNvPr id="3" name="C3-E28 round_rect 1" descr="sci-ppt:o001"/>
          <p:cNvSpPr/>
          <p:nvPr/>
        </p:nvSpPr>
        <p:spPr>
          <a:xfrm>
            <a:off x="365760" y="914400"/>
            <a:ext cx="11475720" cy="29260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28 text 2" descr="sci-ppt:o002"/>
          <p:cNvSpPr txBox="1"/>
          <p:nvPr/>
        </p:nvSpPr>
        <p:spPr>
          <a:xfrm>
            <a:off x="475488" y="969264"/>
            <a:ext cx="1125626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Compressible conservation in a fixed volume</a:t>
            </a:r>
          </a:p>
        </p:txBody>
      </p:sp>
      <p:sp>
        <p:nvSpPr>
          <p:cNvPr id="5" name="C3-E28 round_rect 3" descr="sci-ppt:o003"/>
          <p:cNvSpPr/>
          <p:nvPr/>
        </p:nvSpPr>
        <p:spPr>
          <a:xfrm>
            <a:off x="548640" y="1463040"/>
            <a:ext cx="36576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28 text 4" descr="sci-ppt:o004"/>
          <p:cNvSpPr txBox="1"/>
          <p:nvPr/>
        </p:nvSpPr>
        <p:spPr>
          <a:xfrm>
            <a:off x="640080" y="1536192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7FC8F8"/>
                </a:solidFill>
                <a:latin typeface="Arial"/>
              </a:rPr>
              <a:t>Mass</a:t>
            </a:r>
          </a:p>
        </p:txBody>
      </p:sp>
      <p:sp>
        <p:nvSpPr>
          <p:cNvPr id="7" name="C3-E28 text 5" descr="sci-ppt:o005"/>
          <p:cNvSpPr txBox="1"/>
          <p:nvPr/>
        </p:nvSpPr>
        <p:spPr>
          <a:xfrm>
            <a:off x="640080" y="2011680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∂ₜρ + ∇·(ρu) = 0</a:t>
            </a:r>
          </a:p>
        </p:txBody>
      </p:sp>
      <p:sp>
        <p:nvSpPr>
          <p:cNvPr id="8" name="C3-E28 text 6" descr="sci-ppt:o006"/>
          <p:cNvSpPr txBox="1"/>
          <p:nvPr/>
        </p:nvSpPr>
        <p:spPr>
          <a:xfrm>
            <a:off x="640080" y="3017520"/>
            <a:ext cx="34747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what enters equals the change of density</a:t>
            </a:r>
          </a:p>
        </p:txBody>
      </p:sp>
      <p:sp>
        <p:nvSpPr>
          <p:cNvPr id="9" name="C3-E28 round_rect 7" descr="sci-ppt:o007"/>
          <p:cNvSpPr/>
          <p:nvPr/>
        </p:nvSpPr>
        <p:spPr>
          <a:xfrm>
            <a:off x="4343400" y="1463040"/>
            <a:ext cx="36576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3-E28 text 8" descr="sci-ppt:o008"/>
          <p:cNvSpPr txBox="1"/>
          <p:nvPr/>
        </p:nvSpPr>
        <p:spPr>
          <a:xfrm>
            <a:off x="4434840" y="1536192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Momentum</a:t>
            </a:r>
          </a:p>
        </p:txBody>
      </p:sp>
      <p:sp>
        <p:nvSpPr>
          <p:cNvPr id="11" name="C3-E28 text 9" descr="sci-ppt:o009"/>
          <p:cNvSpPr txBox="1"/>
          <p:nvPr/>
        </p:nvSpPr>
        <p:spPr>
          <a:xfrm>
            <a:off x="4434840" y="2011680"/>
            <a:ext cx="34747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∂ₜ(ρu) + ∇·(ρu⊗u + pI − τ) = 0</a:t>
            </a:r>
          </a:p>
        </p:txBody>
      </p:sp>
      <p:sp>
        <p:nvSpPr>
          <p:cNvPr id="12" name="C3-E28 text 10" descr="sci-ppt:o010"/>
          <p:cNvSpPr txBox="1"/>
          <p:nvPr/>
        </p:nvSpPr>
        <p:spPr>
          <a:xfrm>
            <a:off x="4434840" y="3017520"/>
            <a:ext cx="3474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pressure and viscous traction cross the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surface</a:t>
            </a:r>
          </a:p>
        </p:txBody>
      </p:sp>
      <p:sp>
        <p:nvSpPr>
          <p:cNvPr id="13" name="C3-E28 round_rect 11" descr="sci-ppt:o011"/>
          <p:cNvSpPr/>
          <p:nvPr/>
        </p:nvSpPr>
        <p:spPr>
          <a:xfrm>
            <a:off x="8138160" y="1463040"/>
            <a:ext cx="3657600" cy="21945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28 text 12" descr="sci-ppt:o012"/>
          <p:cNvSpPr txBox="1"/>
          <p:nvPr/>
        </p:nvSpPr>
        <p:spPr>
          <a:xfrm>
            <a:off x="8229600" y="1536192"/>
            <a:ext cx="347472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Total energy</a:t>
            </a:r>
          </a:p>
        </p:txBody>
      </p:sp>
      <p:sp>
        <p:nvSpPr>
          <p:cNvPr id="15" name="C3-E28 text 13" descr="sci-ppt:o013"/>
          <p:cNvSpPr txBox="1"/>
          <p:nvPr/>
        </p:nvSpPr>
        <p:spPr>
          <a:xfrm>
            <a:off x="8229600" y="2011680"/>
            <a:ext cx="347472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∂ₜ(ρeₜ) + ∇·[(ρeₜ + p)u − τ·u + q] =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Q_abs</a:t>
            </a:r>
          </a:p>
        </p:txBody>
      </p:sp>
      <p:sp>
        <p:nvSpPr>
          <p:cNvPr id="16" name="C3-E28 text 14" descr="sci-ppt:o014"/>
          <p:cNvSpPr txBox="1"/>
          <p:nvPr/>
        </p:nvSpPr>
        <p:spPr>
          <a:xfrm>
            <a:off x="8229600" y="3017520"/>
            <a:ext cx="3474720" cy="402081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pressure work, viscous work, heat, optical</a:t>
            </a:r>
          </a:p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source</a:t>
            </a:r>
          </a:p>
        </p:txBody>
      </p:sp>
      <p:sp>
        <p:nvSpPr>
          <p:cNvPr id="17" name="C3-E28 round_rect 15" descr="sci-ppt:o015"/>
          <p:cNvSpPr/>
          <p:nvPr/>
        </p:nvSpPr>
        <p:spPr>
          <a:xfrm>
            <a:off x="365760" y="4069080"/>
            <a:ext cx="5577840" cy="1691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28 text 16" descr="sci-ppt:o016"/>
          <p:cNvSpPr txBox="1"/>
          <p:nvPr/>
        </p:nvSpPr>
        <p:spPr>
          <a:xfrm>
            <a:off x="475488" y="4123944"/>
            <a:ext cx="5358383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Closure still required</a:t>
            </a:r>
          </a:p>
        </p:txBody>
      </p:sp>
      <p:sp>
        <p:nvSpPr>
          <p:cNvPr id="19" name="C3-E28 text 17" descr="sci-ppt:o017"/>
          <p:cNvSpPr txBox="1"/>
          <p:nvPr/>
        </p:nvSpPr>
        <p:spPr>
          <a:xfrm>
            <a:off x="502920" y="4480560"/>
            <a:ext cx="53035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p = 𝒫(ρ, e, {Yₖ}),   eₜ = e + |u|²/2</a:t>
            </a:r>
          </a:p>
        </p:txBody>
      </p:sp>
      <p:sp>
        <p:nvSpPr>
          <p:cNvPr id="20" name="C3-E28 text 18" descr="sci-ppt:o018"/>
          <p:cNvSpPr txBox="1"/>
          <p:nvPr/>
        </p:nvSpPr>
        <p:spPr>
          <a:xfrm>
            <a:off x="502920" y="498348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An equation of state, species fractions and interface jump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conditions complete the system.</a:t>
            </a:r>
          </a:p>
        </p:txBody>
      </p:sp>
      <p:sp>
        <p:nvSpPr>
          <p:cNvPr id="21" name="C3-E28 round_rect 19" descr="sci-ppt:o019"/>
          <p:cNvSpPr/>
          <p:nvPr/>
        </p:nvSpPr>
        <p:spPr>
          <a:xfrm>
            <a:off x="6126480" y="4069080"/>
            <a:ext cx="5715000" cy="16916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3-E28 text 20" descr="sci-ppt:o020"/>
          <p:cNvSpPr txBox="1"/>
          <p:nvPr/>
        </p:nvSpPr>
        <p:spPr>
          <a:xfrm>
            <a:off x="6236208" y="4123944"/>
            <a:ext cx="549554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Why it matters at impact</a:t>
            </a:r>
          </a:p>
        </p:txBody>
      </p:sp>
      <p:sp>
        <p:nvSpPr>
          <p:cNvPr id="23" name="C3-E28 text 21" descr="sci-ppt:o021"/>
          <p:cNvSpPr txBox="1"/>
          <p:nvPr/>
        </p:nvSpPr>
        <p:spPr>
          <a:xfrm>
            <a:off x="6263640" y="4480560"/>
            <a:ext cx="5440680" cy="603504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Strong compression is not captured by the incompressible potential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model. Optical heating Q_abs is counted once, and the solid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response needs its own law.</a:t>
            </a:r>
          </a:p>
        </p:txBody>
      </p:sp>
      <p:sp>
        <p:nvSpPr>
          <p:cNvPr id="24" name="C3-E28 text 22" descr="sci-ppt:o02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Compressible bulk conservation of Eq. C3-E28; schematic.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C3-E29 · Declared optical and mechanical allocation</a:t>
            </a:r>
          </a:p>
        </p:txBody>
      </p:sp>
      <p:sp>
        <p:nvSpPr>
          <p:cNvPr id="3" name="C3-E29 text 1" descr="sci-ppt:o001"/>
          <p:cNvSpPr txBox="1"/>
          <p:nvPr/>
        </p:nvSpPr>
        <p:spPr>
          <a:xfrm>
            <a:off x="457200" y="914400"/>
            <a:ext cx="11338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From 25 µJ of laser light to 2 nJ of jet kinetic energy (nJ, log axis)</a:t>
            </a:r>
          </a:p>
        </p:txBody>
      </p:sp>
      <p:sp>
        <p:nvSpPr>
          <p:cNvPr id="4" name="C3-E29 text 2" descr="sci-ppt:o002"/>
          <p:cNvSpPr txBox="1"/>
          <p:nvPr/>
        </p:nvSpPr>
        <p:spPr>
          <a:xfrm>
            <a:off x="457200" y="1481328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incident laser energy E_L</a:t>
            </a:r>
          </a:p>
        </p:txBody>
      </p:sp>
      <p:sp>
        <p:nvSpPr>
          <p:cNvPr id="5" name="C3-E29 rect 3" descr="sci-ppt:o003"/>
          <p:cNvSpPr/>
          <p:nvPr/>
        </p:nvSpPr>
        <p:spPr>
          <a:xfrm>
            <a:off x="5577840" y="1463040"/>
            <a:ext cx="4850432" cy="411480"/>
          </a:xfrm>
          <a:prstGeom prst="rect">
            <a:avLst/>
          </a:prstGeom>
          <a:solidFill>
            <a:srgbClr val="8EDBD4">
              <a:alpha val="85000"/>
            </a:srgbClr>
          </a:solidFill>
          <a:ln w="12700">
            <a:solidFill>
              <a:srgbClr val="8EDBD4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C3-E29 text 4" descr="sci-ppt:o004"/>
          <p:cNvSpPr txBox="1"/>
          <p:nvPr/>
        </p:nvSpPr>
        <p:spPr>
          <a:xfrm>
            <a:off x="10501424" y="150876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25000 nJ</a:t>
            </a:r>
          </a:p>
        </p:txBody>
      </p:sp>
      <p:sp>
        <p:nvSpPr>
          <p:cNvPr id="7" name="C3-E29 text 5" descr="sci-ppt:o005"/>
          <p:cNvSpPr txBox="1"/>
          <p:nvPr/>
        </p:nvSpPr>
        <p:spPr>
          <a:xfrm>
            <a:off x="457200" y="2121408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absorbed E_abs,tot = 0.8 × 0.5 × E_L</a:t>
            </a:r>
          </a:p>
        </p:txBody>
      </p:sp>
      <p:sp>
        <p:nvSpPr>
          <p:cNvPr id="8" name="C3-E29 rect 6" descr="sci-ppt:o006"/>
          <p:cNvSpPr/>
          <p:nvPr/>
        </p:nvSpPr>
        <p:spPr>
          <a:xfrm>
            <a:off x="5577840" y="2103120"/>
            <a:ext cx="4411549" cy="411480"/>
          </a:xfrm>
          <a:prstGeom prst="rect">
            <a:avLst/>
          </a:prstGeom>
          <a:solidFill>
            <a:srgbClr val="7FC8F8">
              <a:alpha val="85000"/>
            </a:srgbClr>
          </a:solidFill>
          <a:ln w="12700">
            <a:solidFill>
              <a:srgbClr val="7FC8F8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C3-E29 text 7" descr="sci-ppt:o007"/>
          <p:cNvSpPr txBox="1"/>
          <p:nvPr/>
        </p:nvSpPr>
        <p:spPr>
          <a:xfrm>
            <a:off x="10062541" y="2148839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10000 nJ</a:t>
            </a:r>
          </a:p>
        </p:txBody>
      </p:sp>
      <p:sp>
        <p:nvSpPr>
          <p:cNvPr id="10" name="C3-E29 text 8" descr="sci-ppt:o008"/>
          <p:cNvSpPr txBox="1"/>
          <p:nvPr/>
        </p:nvSpPr>
        <p:spPr>
          <a:xfrm>
            <a:off x="457200" y="2761488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per site E_abs,site = E_abs,tot / 25</a:t>
            </a:r>
          </a:p>
        </p:txBody>
      </p:sp>
      <p:sp>
        <p:nvSpPr>
          <p:cNvPr id="11" name="C3-E29 rect 9" descr="sci-ppt:o009"/>
          <p:cNvSpPr/>
          <p:nvPr/>
        </p:nvSpPr>
        <p:spPr>
          <a:xfrm>
            <a:off x="5577840" y="2743200"/>
            <a:ext cx="2869778" cy="411480"/>
          </a:xfrm>
          <a:prstGeom prst="rect">
            <a:avLst/>
          </a:prstGeom>
          <a:solidFill>
            <a:srgbClr val="F2B880">
              <a:alpha val="85000"/>
            </a:srgbClr>
          </a:solidFill>
          <a:ln w="12700">
            <a:solidFill>
              <a:srgbClr val="F2B88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C3-E29 text 10" descr="sci-ppt:o010"/>
          <p:cNvSpPr txBox="1"/>
          <p:nvPr/>
        </p:nvSpPr>
        <p:spPr>
          <a:xfrm>
            <a:off x="8520770" y="278892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400 nJ</a:t>
            </a:r>
          </a:p>
        </p:txBody>
      </p:sp>
      <p:sp>
        <p:nvSpPr>
          <p:cNvPr id="13" name="C3-E29 text 11" descr="sci-ppt:o011"/>
          <p:cNvSpPr txBox="1"/>
          <p:nvPr/>
        </p:nvSpPr>
        <p:spPr>
          <a:xfrm>
            <a:off x="457200" y="3401568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to PFC by deadline f_T E_abs,site (f_T = 0.40)</a:t>
            </a:r>
          </a:p>
        </p:txBody>
      </p:sp>
      <p:sp>
        <p:nvSpPr>
          <p:cNvPr id="14" name="C3-E29 rect 12" descr="sci-ppt:o012"/>
          <p:cNvSpPr/>
          <p:nvPr/>
        </p:nvSpPr>
        <p:spPr>
          <a:xfrm>
            <a:off x="5577840" y="3383279"/>
            <a:ext cx="2430895" cy="411480"/>
          </a:xfrm>
          <a:prstGeom prst="rect">
            <a:avLst/>
          </a:prstGeom>
          <a:solidFill>
            <a:srgbClr val="F28BA0">
              <a:alpha val="85000"/>
            </a:srgbClr>
          </a:solidFill>
          <a:ln w="12700">
            <a:solidFill>
              <a:srgbClr val="F28BA0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3-E29 text 13" descr="sci-ppt:o013"/>
          <p:cNvSpPr txBox="1"/>
          <p:nvPr/>
        </p:nvSpPr>
        <p:spPr>
          <a:xfrm>
            <a:off x="8081887" y="3428999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160 nJ</a:t>
            </a:r>
          </a:p>
        </p:txBody>
      </p:sp>
      <p:sp>
        <p:nvSpPr>
          <p:cNvPr id="16" name="C3-E29 text 14" descr="sci-ppt:o014"/>
          <p:cNvSpPr txBox="1"/>
          <p:nvPr/>
        </p:nvSpPr>
        <p:spPr>
          <a:xfrm>
            <a:off x="457200" y="4041648"/>
            <a:ext cx="50292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jet kinetic energy Eⱼ = ηⱼ E_abs,site</a:t>
            </a:r>
          </a:p>
        </p:txBody>
      </p:sp>
      <p:sp>
        <p:nvSpPr>
          <p:cNvPr id="17" name="C3-E29 rect 15" descr="sci-ppt:o015"/>
          <p:cNvSpPr/>
          <p:nvPr/>
        </p:nvSpPr>
        <p:spPr>
          <a:xfrm>
            <a:off x="5577840" y="4023360"/>
            <a:ext cx="332002" cy="411480"/>
          </a:xfrm>
          <a:prstGeom prst="rect">
            <a:avLst/>
          </a:prstGeom>
          <a:solidFill>
            <a:srgbClr val="A8E6A1">
              <a:alpha val="85000"/>
            </a:srgbClr>
          </a:solidFill>
          <a:ln w="12700">
            <a:solidFill>
              <a:srgbClr val="A8E6A1">
                <a:alpha val="85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29 text 16" descr="sci-ppt:o016"/>
          <p:cNvSpPr txBox="1"/>
          <p:nvPr/>
        </p:nvSpPr>
        <p:spPr>
          <a:xfrm>
            <a:off x="5982994" y="4069080"/>
            <a:ext cx="13716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E7F0F3"/>
                </a:solidFill>
                <a:latin typeface="Arial"/>
              </a:rPr>
              <a:t>2 nJ</a:t>
            </a:r>
          </a:p>
        </p:txBody>
      </p:sp>
      <p:sp>
        <p:nvSpPr>
          <p:cNvPr id="19" name="C3-E29 round_rect 17" descr="sci-ppt:o017"/>
          <p:cNvSpPr/>
          <p:nvPr/>
        </p:nvSpPr>
        <p:spPr>
          <a:xfrm>
            <a:off x="457200" y="4480560"/>
            <a:ext cx="548640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C3-E29 text 18" descr="sci-ppt:o018"/>
          <p:cNvSpPr txBox="1"/>
          <p:nvPr/>
        </p:nvSpPr>
        <p:spPr>
          <a:xfrm>
            <a:off x="594360" y="4572000"/>
            <a:ext cx="52120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Efficiencies are stipulated: f_geo = 0.8, A_λ = 0.5, f_T =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0.40, ηⱼ = 0.005.</a:t>
            </a:r>
          </a:p>
        </p:txBody>
      </p:sp>
      <p:sp>
        <p:nvSpPr>
          <p:cNvPr id="21" name="C3-E29 text 19" descr="sci-ppt:o019"/>
          <p:cNvSpPr txBox="1"/>
          <p:nvPr/>
        </p:nvSpPr>
        <p:spPr>
          <a:xfrm>
            <a:off x="594360" y="507492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N_d = 25 sites share the energy equally.</a:t>
            </a:r>
          </a:p>
        </p:txBody>
      </p:sp>
      <p:sp>
        <p:nvSpPr>
          <p:cNvPr id="22" name="C3-E29 round_rect 20" descr="sci-ppt:o020"/>
          <p:cNvSpPr/>
          <p:nvPr/>
        </p:nvSpPr>
        <p:spPr>
          <a:xfrm>
            <a:off x="6126480" y="4480560"/>
            <a:ext cx="5669280" cy="13258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3-E29 text 21" descr="sci-ppt:o021"/>
          <p:cNvSpPr txBox="1"/>
          <p:nvPr/>
        </p:nvSpPr>
        <p:spPr>
          <a:xfrm>
            <a:off x="6236208" y="4535424"/>
            <a:ext cx="54498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Total jet energy</a:t>
            </a:r>
          </a:p>
        </p:txBody>
      </p:sp>
      <p:sp>
        <p:nvSpPr>
          <p:cNvPr id="24" name="C3-E29 text 22" descr="sci-ppt:o022"/>
          <p:cNvSpPr txBox="1"/>
          <p:nvPr/>
        </p:nvSpPr>
        <p:spPr>
          <a:xfrm>
            <a:off x="6263640" y="4937760"/>
            <a:ext cx="53949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2B880"/>
                </a:solidFill>
                <a:latin typeface="Arial"/>
              </a:rPr>
              <a:t>Eⱼ,tot = N_d Eⱼ = 25 × 2.00 nJ = 50.0 nJ</a:t>
            </a:r>
          </a:p>
        </p:txBody>
      </p:sp>
      <p:sp>
        <p:nvSpPr>
          <p:cNvPr id="25" name="C3-E29 text 23" descr="sci-ppt:o02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Allocation chain of Eq. C3-E29: each stage uses only the energy left by the previous one (no double counting).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0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C3-E30 · Worked finite jet mass, speed and pressure scales</a:t>
            </a:r>
          </a:p>
        </p:txBody>
      </p:sp>
      <p:sp>
        <p:nvSpPr>
          <p:cNvPr id="3" name="C3-E30 text 1" descr="sci-ppt:o001"/>
          <p:cNvSpPr txBox="1"/>
          <p:nvPr/>
        </p:nvSpPr>
        <p:spPr>
          <a:xfrm>
            <a:off x="457200" y="914400"/>
            <a:ext cx="11338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EDBD4"/>
                </a:solidFill>
                <a:latin typeface="Arial"/>
              </a:rPr>
              <a:t>The declared jet drawn to scale (10 µm diameter, 50 µm long)</a:t>
            </a:r>
          </a:p>
        </p:txBody>
      </p:sp>
      <p:sp>
        <p:nvSpPr>
          <p:cNvPr id="4" name="C3-E30 rect 2" descr="sci-ppt:o002"/>
          <p:cNvSpPr/>
          <p:nvPr/>
        </p:nvSpPr>
        <p:spPr>
          <a:xfrm>
            <a:off x="731520" y="1645920"/>
            <a:ext cx="4572000" cy="914400"/>
          </a:xfrm>
          <a:prstGeom prst="rect">
            <a:avLst/>
          </a:prstGeom>
          <a:solidFill>
            <a:srgbClr val="1E4A5A"/>
          </a:solidFill>
          <a:ln w="304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3-E30 arrow 3" descr="sci-ppt:o003"/>
          <p:cNvCxnSpPr/>
          <p:nvPr/>
        </p:nvCxnSpPr>
        <p:spPr>
          <a:xfrm>
            <a:off x="5394960" y="2103120"/>
            <a:ext cx="914400" cy="0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3-E30 text 4" descr="sci-ppt:o004"/>
          <p:cNvSpPr txBox="1"/>
          <p:nvPr/>
        </p:nvSpPr>
        <p:spPr>
          <a:xfrm>
            <a:off x="5486400" y="1691640"/>
            <a:ext cx="13716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Uⱼ</a:t>
            </a:r>
          </a:p>
        </p:txBody>
      </p:sp>
      <p:cxnSp>
        <p:nvCxnSpPr>
          <p:cNvPr id="7" name="C3-E30 line 5" descr="sci-ppt:o005"/>
          <p:cNvCxnSpPr/>
          <p:nvPr/>
        </p:nvCxnSpPr>
        <p:spPr>
          <a:xfrm>
            <a:off x="731520" y="2880360"/>
            <a:ext cx="457200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8" name="C3-E30 line 6" descr="sci-ppt:o006"/>
          <p:cNvCxnSpPr/>
          <p:nvPr/>
        </p:nvCxnSpPr>
        <p:spPr>
          <a:xfrm>
            <a:off x="731520" y="281635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9" name="C3-E30 line 7" descr="sci-ppt:o007"/>
          <p:cNvCxnSpPr/>
          <p:nvPr/>
        </p:nvCxnSpPr>
        <p:spPr>
          <a:xfrm>
            <a:off x="5303520" y="281635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0" name="C3-E30 text 8" descr="sci-ppt:o008"/>
          <p:cNvSpPr txBox="1"/>
          <p:nvPr/>
        </p:nvSpPr>
        <p:spPr>
          <a:xfrm>
            <a:off x="2103120" y="2606039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Lⱼ = 50 µm</a:t>
            </a:r>
          </a:p>
        </p:txBody>
      </p:sp>
      <p:cxnSp>
        <p:nvCxnSpPr>
          <p:cNvPr id="11" name="C3-E30 line 9" descr="sci-ppt:o009"/>
          <p:cNvCxnSpPr/>
          <p:nvPr/>
        </p:nvCxnSpPr>
        <p:spPr>
          <a:xfrm>
            <a:off x="594360" y="1645920"/>
            <a:ext cx="0" cy="91440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12" name="C3-E30 text 10" descr="sci-ppt:o010"/>
          <p:cNvSpPr txBox="1"/>
          <p:nvPr/>
        </p:nvSpPr>
        <p:spPr>
          <a:xfrm>
            <a:off x="731520" y="1280160"/>
            <a:ext cx="274320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dⱼ = 10 µm (cylinder height)</a:t>
            </a:r>
          </a:p>
        </p:txBody>
      </p:sp>
      <p:sp>
        <p:nvSpPr>
          <p:cNvPr id="13" name="C3-E30 round_rect 11" descr="sci-ppt:o011"/>
          <p:cNvSpPr/>
          <p:nvPr/>
        </p:nvSpPr>
        <p:spPr>
          <a:xfrm>
            <a:off x="457200" y="3383280"/>
            <a:ext cx="214884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C3-E30 text 12" descr="sci-ppt:o012"/>
          <p:cNvSpPr txBox="1"/>
          <p:nvPr/>
        </p:nvSpPr>
        <p:spPr>
          <a:xfrm>
            <a:off x="530352" y="345643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mass</a:t>
            </a:r>
          </a:p>
        </p:txBody>
      </p:sp>
      <p:sp>
        <p:nvSpPr>
          <p:cNvPr id="15" name="C3-E30 text 13" descr="sci-ppt:o013"/>
          <p:cNvSpPr txBox="1"/>
          <p:nvPr/>
        </p:nvSpPr>
        <p:spPr>
          <a:xfrm>
            <a:off x="530352" y="3931920"/>
            <a:ext cx="20116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mⱼ = ρ π dⱼ² Lⱼ / 4</a:t>
            </a:r>
          </a:p>
        </p:txBody>
      </p:sp>
      <p:sp>
        <p:nvSpPr>
          <p:cNvPr id="16" name="C3-E30 text 14" descr="sci-ppt:o014"/>
          <p:cNvSpPr txBox="1"/>
          <p:nvPr/>
        </p:nvSpPr>
        <p:spPr>
          <a:xfrm>
            <a:off x="530352" y="475488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3.927 ng</a:t>
            </a:r>
          </a:p>
        </p:txBody>
      </p:sp>
      <p:sp>
        <p:nvSpPr>
          <p:cNvPr id="17" name="C3-E30 round_rect 15" descr="sci-ppt:o015"/>
          <p:cNvSpPr/>
          <p:nvPr/>
        </p:nvSpPr>
        <p:spPr>
          <a:xfrm>
            <a:off x="2743200" y="3383280"/>
            <a:ext cx="214884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C3-E30 text 16" descr="sci-ppt:o016"/>
          <p:cNvSpPr txBox="1"/>
          <p:nvPr/>
        </p:nvSpPr>
        <p:spPr>
          <a:xfrm>
            <a:off x="2816352" y="345643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speed</a:t>
            </a:r>
          </a:p>
        </p:txBody>
      </p:sp>
      <p:sp>
        <p:nvSpPr>
          <p:cNvPr id="19" name="C3-E30 text 17" descr="sci-ppt:o017"/>
          <p:cNvSpPr txBox="1"/>
          <p:nvPr/>
        </p:nvSpPr>
        <p:spPr>
          <a:xfrm>
            <a:off x="2816352" y="3931920"/>
            <a:ext cx="20116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Uⱼ = √(2Eⱼ/mⱼ), Eⱼ = 2 nJ</a:t>
            </a:r>
          </a:p>
        </p:txBody>
      </p:sp>
      <p:sp>
        <p:nvSpPr>
          <p:cNvPr id="20" name="C3-E30 text 18" descr="sci-ppt:o018"/>
          <p:cNvSpPr txBox="1"/>
          <p:nvPr/>
        </p:nvSpPr>
        <p:spPr>
          <a:xfrm>
            <a:off x="2816352" y="475488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31.915 m/s</a:t>
            </a:r>
          </a:p>
        </p:txBody>
      </p:sp>
      <p:sp>
        <p:nvSpPr>
          <p:cNvPr id="21" name="C3-E30 round_rect 19" descr="sci-ppt:o019"/>
          <p:cNvSpPr/>
          <p:nvPr/>
        </p:nvSpPr>
        <p:spPr>
          <a:xfrm>
            <a:off x="5029200" y="3383280"/>
            <a:ext cx="214884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C3-E30 text 20" descr="sci-ppt:o020"/>
          <p:cNvSpPr txBox="1"/>
          <p:nvPr/>
        </p:nvSpPr>
        <p:spPr>
          <a:xfrm>
            <a:off x="5102352" y="345643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dynamic pressure</a:t>
            </a:r>
          </a:p>
        </p:txBody>
      </p:sp>
      <p:sp>
        <p:nvSpPr>
          <p:cNvPr id="23" name="C3-E30 text 21" descr="sci-ppt:o021"/>
          <p:cNvSpPr txBox="1"/>
          <p:nvPr/>
        </p:nvSpPr>
        <p:spPr>
          <a:xfrm>
            <a:off x="5102352" y="3931920"/>
            <a:ext cx="20116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qⱼ = ½ρUⱼ²</a:t>
            </a:r>
          </a:p>
        </p:txBody>
      </p:sp>
      <p:sp>
        <p:nvSpPr>
          <p:cNvPr id="24" name="C3-E30 text 22" descr="sci-ppt:o022"/>
          <p:cNvSpPr txBox="1"/>
          <p:nvPr/>
        </p:nvSpPr>
        <p:spPr>
          <a:xfrm>
            <a:off x="5102352" y="475488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0.5093 MPa</a:t>
            </a:r>
          </a:p>
        </p:txBody>
      </p:sp>
      <p:sp>
        <p:nvSpPr>
          <p:cNvPr id="25" name="C3-E30 round_rect 23" descr="sci-ppt:o023"/>
          <p:cNvSpPr/>
          <p:nvPr/>
        </p:nvSpPr>
        <p:spPr>
          <a:xfrm>
            <a:off x="7315200" y="3383280"/>
            <a:ext cx="214884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30 text 24" descr="sci-ppt:o024"/>
          <p:cNvSpPr txBox="1"/>
          <p:nvPr/>
        </p:nvSpPr>
        <p:spPr>
          <a:xfrm>
            <a:off x="7388352" y="345643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early rigid contact</a:t>
            </a:r>
          </a:p>
        </p:txBody>
      </p:sp>
      <p:sp>
        <p:nvSpPr>
          <p:cNvPr id="27" name="C3-E30 text 25" descr="sci-ppt:o025"/>
          <p:cNvSpPr txBox="1"/>
          <p:nvPr/>
        </p:nvSpPr>
        <p:spPr>
          <a:xfrm>
            <a:off x="7388352" y="3931920"/>
            <a:ext cx="20116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ρ c Uⱼ (c = 1480 m/s)</a:t>
            </a:r>
          </a:p>
        </p:txBody>
      </p:sp>
      <p:sp>
        <p:nvSpPr>
          <p:cNvPr id="28" name="C3-E30 text 26" descr="sci-ppt:o026"/>
          <p:cNvSpPr txBox="1"/>
          <p:nvPr/>
        </p:nvSpPr>
        <p:spPr>
          <a:xfrm>
            <a:off x="7388352" y="4754880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47.23 MPa</a:t>
            </a:r>
          </a:p>
        </p:txBody>
      </p:sp>
      <p:sp>
        <p:nvSpPr>
          <p:cNvPr id="29" name="C3-E30 round_rect 27" descr="sci-ppt:o027"/>
          <p:cNvSpPr/>
          <p:nvPr/>
        </p:nvSpPr>
        <p:spPr>
          <a:xfrm>
            <a:off x="9601200" y="3383280"/>
            <a:ext cx="214884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A8E6A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30 text 28" descr="sci-ppt:o028"/>
          <p:cNvSpPr txBox="1"/>
          <p:nvPr/>
        </p:nvSpPr>
        <p:spPr>
          <a:xfrm>
            <a:off x="9674352" y="3456432"/>
            <a:ext cx="20116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A8E6A1"/>
                </a:solidFill>
                <a:latin typeface="Arial"/>
              </a:rPr>
              <a:t>momentum</a:t>
            </a:r>
          </a:p>
        </p:txBody>
      </p:sp>
      <p:sp>
        <p:nvSpPr>
          <p:cNvPr id="31" name="C3-E30 text 29" descr="sci-ppt:o029"/>
          <p:cNvSpPr txBox="1"/>
          <p:nvPr/>
        </p:nvSpPr>
        <p:spPr>
          <a:xfrm>
            <a:off x="9674352" y="3931920"/>
            <a:ext cx="20116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Pⱼ = mⱼ Uⱼ;  25 jets: 25 Pⱼ</a:t>
            </a:r>
          </a:p>
        </p:txBody>
      </p:sp>
      <p:sp>
        <p:nvSpPr>
          <p:cNvPr id="32" name="C3-E30 text 30" descr="sci-ppt:o030"/>
          <p:cNvSpPr txBox="1"/>
          <p:nvPr/>
        </p:nvSpPr>
        <p:spPr>
          <a:xfrm>
            <a:off x="9674352" y="4754880"/>
            <a:ext cx="201168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1.2533×10⁻¹⁰ N s;</a:t>
            </a:r>
          </a:p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3.1333×10⁻⁹ N s</a:t>
            </a:r>
          </a:p>
        </p:txBody>
      </p:sp>
      <p:sp>
        <p:nvSpPr>
          <p:cNvPr id="33" name="C3-E30 text 31" descr="sci-ppt:o031"/>
          <p:cNvSpPr txBox="1"/>
          <p:nvPr/>
        </p:nvSpPr>
        <p:spPr>
          <a:xfrm>
            <a:off x="6949440" y="1737360"/>
            <a:ext cx="4846320" cy="44856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The state carried into Chapter 4 includes mass, energy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7F0F3"/>
                </a:solidFill>
                <a:latin typeface="Arial"/>
              </a:rPr>
              <a:t>and momentum, not a pressure peak alone.</a:t>
            </a:r>
          </a:p>
        </p:txBody>
      </p:sp>
      <p:sp>
        <p:nvSpPr>
          <p:cNvPr id="34" name="C3-E30 text 32" descr="sci-ppt:o032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Worked finite jet of Eq. C3-E30 (ρ = 1000 kg/m³, uniform direction, full activation, independent cells).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1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C3-E31 · Reference answer: original interaction and allocation formulas</a:t>
            </a:r>
          </a:p>
        </p:txBody>
      </p:sp>
      <p:cxnSp>
        <p:nvCxnSpPr>
          <p:cNvPr id="3" name="C3-E31 line 1" descr="sci-ppt:o001"/>
          <p:cNvCxnSpPr/>
          <p:nvPr/>
        </p:nvCxnSpPr>
        <p:spPr>
          <a:xfrm>
            <a:off x="8686800" y="4526280"/>
            <a:ext cx="3017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31 line 2" descr="sci-ppt:o002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31 line 3" descr="sci-ppt:o003"/>
          <p:cNvCxnSpPr/>
          <p:nvPr/>
        </p:nvCxnSpPr>
        <p:spPr>
          <a:xfrm>
            <a:off x="868680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31 line 4" descr="sci-ppt:o004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31 text 5" descr="sci-ppt:o005"/>
          <p:cNvSpPr txBox="1"/>
          <p:nvPr/>
        </p:nvSpPr>
        <p:spPr>
          <a:xfrm>
            <a:off x="822960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8" name="C3-E31 line 6" descr="sci-ppt:o006"/>
          <p:cNvCxnSpPr/>
          <p:nvPr/>
        </p:nvCxnSpPr>
        <p:spPr>
          <a:xfrm>
            <a:off x="918972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31 line 7" descr="sci-ppt:o007"/>
          <p:cNvCxnSpPr/>
          <p:nvPr/>
        </p:nvCxnSpPr>
        <p:spPr>
          <a:xfrm>
            <a:off x="918972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31 text 8" descr="sci-ppt:o008"/>
          <p:cNvSpPr txBox="1"/>
          <p:nvPr/>
        </p:nvSpPr>
        <p:spPr>
          <a:xfrm>
            <a:off x="873252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</a:t>
            </a:r>
          </a:p>
        </p:txBody>
      </p:sp>
      <p:cxnSp>
        <p:nvCxnSpPr>
          <p:cNvPr id="11" name="C3-E31 line 9" descr="sci-ppt:o009"/>
          <p:cNvCxnSpPr/>
          <p:nvPr/>
        </p:nvCxnSpPr>
        <p:spPr>
          <a:xfrm>
            <a:off x="981837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31 line 10" descr="sci-ppt:o010"/>
          <p:cNvCxnSpPr/>
          <p:nvPr/>
        </p:nvCxnSpPr>
        <p:spPr>
          <a:xfrm>
            <a:off x="981837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31 text 11" descr="sci-ppt:o011"/>
          <p:cNvSpPr txBox="1"/>
          <p:nvPr/>
        </p:nvSpPr>
        <p:spPr>
          <a:xfrm>
            <a:off x="936117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</a:t>
            </a:r>
          </a:p>
        </p:txBody>
      </p:sp>
      <p:cxnSp>
        <p:nvCxnSpPr>
          <p:cNvPr id="14" name="C3-E31 line 12" descr="sci-ppt:o012"/>
          <p:cNvCxnSpPr/>
          <p:nvPr/>
        </p:nvCxnSpPr>
        <p:spPr>
          <a:xfrm>
            <a:off x="1044702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31 line 13" descr="sci-ppt:o013"/>
          <p:cNvCxnSpPr/>
          <p:nvPr/>
        </p:nvCxnSpPr>
        <p:spPr>
          <a:xfrm>
            <a:off x="1044702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31 text 14" descr="sci-ppt:o014"/>
          <p:cNvSpPr txBox="1"/>
          <p:nvPr/>
        </p:nvSpPr>
        <p:spPr>
          <a:xfrm>
            <a:off x="998982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15</a:t>
            </a:r>
          </a:p>
        </p:txBody>
      </p:sp>
      <p:cxnSp>
        <p:nvCxnSpPr>
          <p:cNvPr id="17" name="C3-E31 line 15" descr="sci-ppt:o015"/>
          <p:cNvCxnSpPr/>
          <p:nvPr/>
        </p:nvCxnSpPr>
        <p:spPr>
          <a:xfrm>
            <a:off x="1107567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31 line 16" descr="sci-ppt:o016"/>
          <p:cNvCxnSpPr/>
          <p:nvPr/>
        </p:nvCxnSpPr>
        <p:spPr>
          <a:xfrm>
            <a:off x="1107567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31 text 17" descr="sci-ppt:o017"/>
          <p:cNvSpPr txBox="1"/>
          <p:nvPr/>
        </p:nvSpPr>
        <p:spPr>
          <a:xfrm>
            <a:off x="1061847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20</a:t>
            </a:r>
          </a:p>
        </p:txBody>
      </p:sp>
      <p:cxnSp>
        <p:nvCxnSpPr>
          <p:cNvPr id="20" name="C3-E31 line 18" descr="sci-ppt:o018"/>
          <p:cNvCxnSpPr/>
          <p:nvPr/>
        </p:nvCxnSpPr>
        <p:spPr>
          <a:xfrm>
            <a:off x="1170432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31 line 19" descr="sci-ppt:o019"/>
          <p:cNvCxnSpPr/>
          <p:nvPr/>
        </p:nvCxnSpPr>
        <p:spPr>
          <a:xfrm>
            <a:off x="1170432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2" name="C3-E31 text 20" descr="sci-ppt:o020"/>
          <p:cNvSpPr txBox="1"/>
          <p:nvPr/>
        </p:nvSpPr>
        <p:spPr>
          <a:xfrm>
            <a:off x="1124712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25</a:t>
            </a:r>
          </a:p>
        </p:txBody>
      </p:sp>
      <p:cxnSp>
        <p:nvCxnSpPr>
          <p:cNvPr id="23" name="C3-E31 line 21" descr="sci-ppt:o021"/>
          <p:cNvCxnSpPr/>
          <p:nvPr/>
        </p:nvCxnSpPr>
        <p:spPr>
          <a:xfrm>
            <a:off x="8622792" y="4526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4" name="C3-E31 line 22" descr="sci-ppt:o022"/>
          <p:cNvCxnSpPr/>
          <p:nvPr/>
        </p:nvCxnSpPr>
        <p:spPr>
          <a:xfrm>
            <a:off x="8622792" y="327937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31 line 23" descr="sci-ppt:o023"/>
          <p:cNvCxnSpPr/>
          <p:nvPr/>
        </p:nvCxnSpPr>
        <p:spPr>
          <a:xfrm>
            <a:off x="8686800" y="3279370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31 text 24" descr="sci-ppt:o024"/>
          <p:cNvSpPr txBox="1"/>
          <p:nvPr/>
        </p:nvSpPr>
        <p:spPr>
          <a:xfrm>
            <a:off x="7818120" y="319707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27" name="C3-E31 line 25" descr="sci-ppt:o025"/>
          <p:cNvCxnSpPr/>
          <p:nvPr/>
        </p:nvCxnSpPr>
        <p:spPr>
          <a:xfrm>
            <a:off x="8622792" y="2032461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31 line 26" descr="sci-ppt:o026"/>
          <p:cNvCxnSpPr/>
          <p:nvPr/>
        </p:nvCxnSpPr>
        <p:spPr>
          <a:xfrm>
            <a:off x="8686800" y="2032461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31 text 27" descr="sci-ppt:o027"/>
          <p:cNvSpPr txBox="1"/>
          <p:nvPr/>
        </p:nvSpPr>
        <p:spPr>
          <a:xfrm>
            <a:off x="7818120" y="1950165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30" name="C3-E31 text 28" descr="sci-ppt:o028"/>
          <p:cNvSpPr txBox="1"/>
          <p:nvPr/>
        </p:nvSpPr>
        <p:spPr>
          <a:xfrm>
            <a:off x="8686800" y="4809744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N</a:t>
            </a:r>
          </a:p>
        </p:txBody>
      </p:sp>
      <p:sp>
        <p:nvSpPr>
          <p:cNvPr id="31" name="C3-E31 text 29" descr="sci-ppt:o029"/>
          <p:cNvSpPr txBox="1"/>
          <p:nvPr/>
        </p:nvSpPr>
        <p:spPr>
          <a:xfrm>
            <a:off x="8138160" y="1435607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Rₘₐₓ,N / R_*</a:t>
            </a:r>
          </a:p>
        </p:txBody>
      </p:sp>
      <p:sp>
        <p:nvSpPr>
          <p:cNvPr id="32" name="C3-E31 polygon 30" descr="sci-ppt:o030"/>
          <p:cNvSpPr/>
          <p:nvPr/>
        </p:nvSpPr>
        <p:spPr>
          <a:xfrm>
            <a:off x="8686800" y="2032461"/>
            <a:ext cx="3017520" cy="1640945"/>
          </a:xfrm>
          <a:custGeom>
            <a:avLst/>
            <a:gdLst/>
            <a:ahLst/>
            <a:cxnLst/>
            <a:rect l="l" t="t" r="r" b="b"/>
            <a:pathLst>
              <a:path w="3017520" h="1640945">
                <a:moveTo>
                  <a:pt x="0" y="0"/>
                </a:moveTo>
                <a:lnTo>
                  <a:pt x="125730" y="514474"/>
                </a:lnTo>
                <a:lnTo>
                  <a:pt x="251460" y="764702"/>
                </a:lnTo>
                <a:lnTo>
                  <a:pt x="377190" y="922811"/>
                </a:lnTo>
                <a:lnTo>
                  <a:pt x="502920" y="1035425"/>
                </a:lnTo>
                <a:lnTo>
                  <a:pt x="628650" y="1121417"/>
                </a:lnTo>
                <a:lnTo>
                  <a:pt x="754380" y="1190155"/>
                </a:lnTo>
                <a:lnTo>
                  <a:pt x="880110" y="1246909"/>
                </a:lnTo>
                <a:lnTo>
                  <a:pt x="1005840" y="1294916"/>
                </a:lnTo>
                <a:lnTo>
                  <a:pt x="1131570" y="1336291"/>
                </a:lnTo>
                <a:lnTo>
                  <a:pt x="1257300" y="1372487"/>
                </a:lnTo>
                <a:lnTo>
                  <a:pt x="1383030" y="1404543"/>
                </a:lnTo>
                <a:lnTo>
                  <a:pt x="1508760" y="1433222"/>
                </a:lnTo>
                <a:lnTo>
                  <a:pt x="1634490" y="1459100"/>
                </a:lnTo>
                <a:lnTo>
                  <a:pt x="1760220" y="1482625"/>
                </a:lnTo>
                <a:lnTo>
                  <a:pt x="1885950" y="1504146"/>
                </a:lnTo>
                <a:lnTo>
                  <a:pt x="2011680" y="1523945"/>
                </a:lnTo>
                <a:lnTo>
                  <a:pt x="2137410" y="1542249"/>
                </a:lnTo>
                <a:lnTo>
                  <a:pt x="2263140" y="1559245"/>
                </a:lnTo>
                <a:lnTo>
                  <a:pt x="2388870" y="1575088"/>
                </a:lnTo>
                <a:lnTo>
                  <a:pt x="2514600" y="1589909"/>
                </a:lnTo>
                <a:lnTo>
                  <a:pt x="2640330" y="1603817"/>
                </a:lnTo>
                <a:lnTo>
                  <a:pt x="2766060" y="1616908"/>
                </a:lnTo>
                <a:lnTo>
                  <a:pt x="2891790" y="1629260"/>
                </a:lnTo>
                <a:lnTo>
                  <a:pt x="3017520" y="1640945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31 text 31" descr="sci-ppt:o031"/>
          <p:cNvSpPr txBox="1"/>
          <p:nvPr/>
        </p:nvSpPr>
        <p:spPr>
          <a:xfrm>
            <a:off x="7680960" y="960120"/>
            <a:ext cx="41148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Fixed total work shrinks each bubble</a:t>
            </a:r>
          </a:p>
        </p:txBody>
      </p:sp>
      <p:sp>
        <p:nvSpPr>
          <p:cNvPr id="34" name="C3-E31 round_rect 32" descr="sci-ppt:o032"/>
          <p:cNvSpPr/>
          <p:nvPr/>
        </p:nvSpPr>
        <p:spPr>
          <a:xfrm>
            <a:off x="365760" y="914400"/>
            <a:ext cx="7040880" cy="23774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3-E31 text 33" descr="sci-ppt:o033"/>
          <p:cNvSpPr txBox="1"/>
          <p:nvPr/>
        </p:nvSpPr>
        <p:spPr>
          <a:xfrm>
            <a:off x="475488" y="96926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Coupled radial equation</a:t>
            </a:r>
          </a:p>
        </p:txBody>
      </p:sp>
      <p:sp>
        <p:nvSpPr>
          <p:cNvPr id="36" name="C3-E31 text 34" descr="sci-ppt:o034"/>
          <p:cNvSpPr txBox="1"/>
          <p:nvPr/>
        </p:nvSpPr>
        <p:spPr>
          <a:xfrm>
            <a:off x="502920" y="1371600"/>
            <a:ext cx="676656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R_iR̈ᵢ + (3/2)Ṙᵢ² = [p_b,i − p∞ − 2σ_b/Rᵢ − 4μṘᵢ/Rᵢ]/ρ − Σ_{j≠i} (Rⱼ²R̈ⱼ +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E7F0F3"/>
                </a:solidFill>
                <a:latin typeface="Arial"/>
              </a:rPr>
              <a:t>2RⱼṘⱼ²)/dᵢⱼ</a:t>
            </a:r>
          </a:p>
        </p:txBody>
      </p:sp>
      <p:sp>
        <p:nvSpPr>
          <p:cNvPr id="37" name="C3-E31 text 35" descr="sci-ppt:o035"/>
          <p:cNvSpPr txBox="1"/>
          <p:nvPr/>
        </p:nvSpPr>
        <p:spPr>
          <a:xfrm>
            <a:off x="502920" y="2148840"/>
            <a:ext cx="67665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Neighbours change the pressure each bubble feels, so single-bubble results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4C7D2"/>
                </a:solidFill>
                <a:latin typeface="Arial"/>
              </a:rPr>
              <a:t>cannot simply be multiplied by the count.</a:t>
            </a:r>
          </a:p>
        </p:txBody>
      </p:sp>
      <p:sp>
        <p:nvSpPr>
          <p:cNvPr id="38" name="C3-E31 round_rect 36" descr="sci-ppt:o036"/>
          <p:cNvSpPr/>
          <p:nvPr/>
        </p:nvSpPr>
        <p:spPr>
          <a:xfrm>
            <a:off x="365760" y="3474720"/>
            <a:ext cx="7040880" cy="228600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C3-E31 text 37" descr="sci-ppt:o037"/>
          <p:cNvSpPr txBox="1"/>
          <p:nvPr/>
        </p:nvSpPr>
        <p:spPr>
          <a:xfrm>
            <a:off x="475488" y="352958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Fixed total pressure work</a:t>
            </a:r>
          </a:p>
        </p:txBody>
      </p:sp>
      <p:sp>
        <p:nvSpPr>
          <p:cNvPr id="40" name="C3-E31 text 38" descr="sci-ppt:o038"/>
          <p:cNvSpPr txBox="1"/>
          <p:nvPr/>
        </p:nvSpPr>
        <p:spPr>
          <a:xfrm>
            <a:off x="502920" y="3931920"/>
            <a:ext cx="67665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7F0F3"/>
                </a:solidFill>
                <a:latin typeface="Arial"/>
              </a:rPr>
              <a:t>E_B,tot = N (4π/3) Δp_c Rₘₐₓ,N³,   Rₘₐₓ,N = R_* N^(−1/3)</a:t>
            </a:r>
          </a:p>
        </p:txBody>
      </p:sp>
      <p:sp>
        <p:nvSpPr>
          <p:cNvPr id="41" name="C3-E31 text 39" descr="sci-ppt:o039"/>
          <p:cNvSpPr txBox="1"/>
          <p:nvPr/>
        </p:nvSpPr>
        <p:spPr>
          <a:xfrm>
            <a:off x="502920" y="4572000"/>
            <a:ext cx="6766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Identical constant-pressure ideal cavities; the coupled row needs far separation.</a:t>
            </a:r>
          </a:p>
        </p:txBody>
      </p:sp>
      <p:sp>
        <p:nvSpPr>
          <p:cNvPr id="42" name="C3-E31 text 40" descr="sci-ppt:o040"/>
          <p:cNvSpPr txBox="1"/>
          <p:nvPr/>
        </p:nvSpPr>
        <p:spPr>
          <a:xfrm>
            <a:off x="7680960" y="5074920"/>
            <a:ext cx="4114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Use connectivity and source allocation before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summing outputs.</a:t>
            </a:r>
          </a:p>
        </p:txBody>
      </p:sp>
      <p:sp>
        <p:nvSpPr>
          <p:cNvPr id="43" name="C3-E31 text 41" descr="sci-ppt:o041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1 answer: Eqs. C3-E05 and C3-E11.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2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C3-E32 · Reference answer: original finite-mass and growth formulas</a:t>
            </a:r>
          </a:p>
        </p:txBody>
      </p:sp>
      <p:cxnSp>
        <p:nvCxnSpPr>
          <p:cNvPr id="3" name="C3-E32 line 1" descr="sci-ppt:o001"/>
          <p:cNvCxnSpPr/>
          <p:nvPr/>
        </p:nvCxnSpPr>
        <p:spPr>
          <a:xfrm>
            <a:off x="8686800" y="4526280"/>
            <a:ext cx="3017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32 line 2" descr="sci-ppt:o002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32 line 3" descr="sci-ppt:o003"/>
          <p:cNvCxnSpPr/>
          <p:nvPr/>
        </p:nvCxnSpPr>
        <p:spPr>
          <a:xfrm>
            <a:off x="868680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32 line 4" descr="sci-ppt:o004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32 text 5" descr="sci-ppt:o005"/>
          <p:cNvSpPr txBox="1"/>
          <p:nvPr/>
        </p:nvSpPr>
        <p:spPr>
          <a:xfrm>
            <a:off x="822960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0e+00</a:t>
            </a:r>
          </a:p>
        </p:txBody>
      </p:sp>
      <p:cxnSp>
        <p:nvCxnSpPr>
          <p:cNvPr id="8" name="C3-E32 line 6" descr="sci-ppt:o006"/>
          <p:cNvCxnSpPr/>
          <p:nvPr/>
        </p:nvCxnSpPr>
        <p:spPr>
          <a:xfrm>
            <a:off x="1005840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32 line 7" descr="sci-ppt:o007"/>
          <p:cNvCxnSpPr/>
          <p:nvPr/>
        </p:nvCxnSpPr>
        <p:spPr>
          <a:xfrm>
            <a:off x="1005840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32 text 8" descr="sci-ppt:o008"/>
          <p:cNvSpPr txBox="1"/>
          <p:nvPr/>
        </p:nvSpPr>
        <p:spPr>
          <a:xfrm>
            <a:off x="960120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1e-10</a:t>
            </a:r>
          </a:p>
        </p:txBody>
      </p:sp>
      <p:cxnSp>
        <p:nvCxnSpPr>
          <p:cNvPr id="11" name="C3-E32 line 9" descr="sci-ppt:o009"/>
          <p:cNvCxnSpPr/>
          <p:nvPr/>
        </p:nvCxnSpPr>
        <p:spPr>
          <a:xfrm>
            <a:off x="1143000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32 line 10" descr="sci-ppt:o010"/>
          <p:cNvCxnSpPr/>
          <p:nvPr/>
        </p:nvCxnSpPr>
        <p:spPr>
          <a:xfrm>
            <a:off x="1143000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32 text 11" descr="sci-ppt:o011"/>
          <p:cNvSpPr txBox="1"/>
          <p:nvPr/>
        </p:nvSpPr>
        <p:spPr>
          <a:xfrm>
            <a:off x="1097280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2e-10</a:t>
            </a:r>
          </a:p>
        </p:txBody>
      </p:sp>
      <p:cxnSp>
        <p:nvCxnSpPr>
          <p:cNvPr id="14" name="C3-E32 line 12" descr="sci-ppt:o012"/>
          <p:cNvCxnSpPr/>
          <p:nvPr/>
        </p:nvCxnSpPr>
        <p:spPr>
          <a:xfrm>
            <a:off x="8622792" y="4526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32 line 13" descr="sci-ppt:o013"/>
          <p:cNvCxnSpPr/>
          <p:nvPr/>
        </p:nvCxnSpPr>
        <p:spPr>
          <a:xfrm>
            <a:off x="8622792" y="36118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32 line 14" descr="sci-ppt:o014"/>
          <p:cNvCxnSpPr/>
          <p:nvPr/>
        </p:nvCxnSpPr>
        <p:spPr>
          <a:xfrm>
            <a:off x="8686800" y="3611880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3-E32 text 15" descr="sci-ppt:o015"/>
          <p:cNvSpPr txBox="1"/>
          <p:nvPr/>
        </p:nvSpPr>
        <p:spPr>
          <a:xfrm>
            <a:off x="7818120" y="35295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2</a:t>
            </a:r>
          </a:p>
        </p:txBody>
      </p:sp>
      <p:cxnSp>
        <p:nvCxnSpPr>
          <p:cNvPr id="18" name="C3-E32 line 16" descr="sci-ppt:o016"/>
          <p:cNvCxnSpPr/>
          <p:nvPr/>
        </p:nvCxnSpPr>
        <p:spPr>
          <a:xfrm>
            <a:off x="8622792" y="26974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32 line 17" descr="sci-ppt:o017"/>
          <p:cNvCxnSpPr/>
          <p:nvPr/>
        </p:nvCxnSpPr>
        <p:spPr>
          <a:xfrm>
            <a:off x="8686800" y="2697480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3-E32 text 18" descr="sci-ppt:o018"/>
          <p:cNvSpPr txBox="1"/>
          <p:nvPr/>
        </p:nvSpPr>
        <p:spPr>
          <a:xfrm>
            <a:off x="7818120" y="26151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1" name="C3-E32 line 19" descr="sci-ppt:o019"/>
          <p:cNvCxnSpPr/>
          <p:nvPr/>
        </p:nvCxnSpPr>
        <p:spPr>
          <a:xfrm>
            <a:off x="8622792" y="17830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32 line 20" descr="sci-ppt:o020"/>
          <p:cNvCxnSpPr/>
          <p:nvPr/>
        </p:nvCxnSpPr>
        <p:spPr>
          <a:xfrm>
            <a:off x="8686800" y="1783080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32 text 21" descr="sci-ppt:o021"/>
          <p:cNvSpPr txBox="1"/>
          <p:nvPr/>
        </p:nvSpPr>
        <p:spPr>
          <a:xfrm>
            <a:off x="7818120" y="17007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6</a:t>
            </a:r>
          </a:p>
        </p:txBody>
      </p:sp>
      <p:sp>
        <p:nvSpPr>
          <p:cNvPr id="24" name="C3-E32 text 22" descr="sci-ppt:o022"/>
          <p:cNvSpPr txBox="1"/>
          <p:nvPr/>
        </p:nvSpPr>
        <p:spPr>
          <a:xfrm>
            <a:off x="8686800" y="4809744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Pⱼ  (N s)</a:t>
            </a:r>
          </a:p>
        </p:txBody>
      </p:sp>
      <p:sp>
        <p:nvSpPr>
          <p:cNvPr id="25" name="C3-E32 text 23" descr="sci-ppt:o023"/>
          <p:cNvSpPr txBox="1"/>
          <p:nvPr/>
        </p:nvSpPr>
        <p:spPr>
          <a:xfrm>
            <a:off x="8138160" y="1435607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Eⱼ  (nJ)</a:t>
            </a:r>
          </a:p>
        </p:txBody>
      </p:sp>
      <p:sp>
        <p:nvSpPr>
          <p:cNvPr id="26" name="C3-E32 polygon 24" descr="sci-ppt:o024"/>
          <p:cNvSpPr/>
          <p:nvPr/>
        </p:nvSpPr>
        <p:spPr>
          <a:xfrm>
            <a:off x="8686800" y="1821482"/>
            <a:ext cx="2956560" cy="2704798"/>
          </a:xfrm>
          <a:custGeom>
            <a:avLst/>
            <a:gdLst/>
            <a:ahLst/>
            <a:cxnLst/>
            <a:rect l="l" t="t" r="r" b="b"/>
            <a:pathLst>
              <a:path w="2956560" h="2704798">
                <a:moveTo>
                  <a:pt x="0" y="2704798"/>
                </a:moveTo>
                <a:lnTo>
                  <a:pt x="30480" y="2704510"/>
                </a:lnTo>
                <a:lnTo>
                  <a:pt x="60960" y="2703648"/>
                </a:lnTo>
                <a:lnTo>
                  <a:pt x="91440" y="2702210"/>
                </a:lnTo>
                <a:lnTo>
                  <a:pt x="121920" y="2700198"/>
                </a:lnTo>
                <a:lnTo>
                  <a:pt x="152400" y="2697611"/>
                </a:lnTo>
                <a:lnTo>
                  <a:pt x="182880" y="2694449"/>
                </a:lnTo>
                <a:lnTo>
                  <a:pt x="213360" y="2690712"/>
                </a:lnTo>
                <a:lnTo>
                  <a:pt x="243840" y="2686399"/>
                </a:lnTo>
                <a:lnTo>
                  <a:pt x="274320" y="2681512"/>
                </a:lnTo>
                <a:lnTo>
                  <a:pt x="304800" y="2676051"/>
                </a:lnTo>
                <a:lnTo>
                  <a:pt x="335280" y="2670014"/>
                </a:lnTo>
                <a:lnTo>
                  <a:pt x="365760" y="2663402"/>
                </a:lnTo>
                <a:lnTo>
                  <a:pt x="396240" y="2656215"/>
                </a:lnTo>
                <a:lnTo>
                  <a:pt x="426720" y="2648454"/>
                </a:lnTo>
                <a:lnTo>
                  <a:pt x="457200" y="2640117"/>
                </a:lnTo>
                <a:lnTo>
                  <a:pt x="487680" y="2631205"/>
                </a:lnTo>
                <a:lnTo>
                  <a:pt x="518160" y="2621719"/>
                </a:lnTo>
                <a:lnTo>
                  <a:pt x="548640" y="2611657"/>
                </a:lnTo>
                <a:lnTo>
                  <a:pt x="579120" y="2601021"/>
                </a:lnTo>
                <a:lnTo>
                  <a:pt x="609600" y="2589810"/>
                </a:lnTo>
                <a:lnTo>
                  <a:pt x="640080" y="2578024"/>
                </a:lnTo>
                <a:lnTo>
                  <a:pt x="670560" y="2565662"/>
                </a:lnTo>
                <a:lnTo>
                  <a:pt x="701040" y="2552726"/>
                </a:lnTo>
                <a:lnTo>
                  <a:pt x="731520" y="2539215"/>
                </a:lnTo>
                <a:lnTo>
                  <a:pt x="762000" y="2525129"/>
                </a:lnTo>
                <a:lnTo>
                  <a:pt x="792480" y="2510468"/>
                </a:lnTo>
                <a:lnTo>
                  <a:pt x="822960" y="2495232"/>
                </a:lnTo>
                <a:lnTo>
                  <a:pt x="853440" y="2479422"/>
                </a:lnTo>
                <a:lnTo>
                  <a:pt x="883920" y="2463036"/>
                </a:lnTo>
                <a:lnTo>
                  <a:pt x="914400" y="2446075"/>
                </a:lnTo>
                <a:lnTo>
                  <a:pt x="944880" y="2428540"/>
                </a:lnTo>
                <a:lnTo>
                  <a:pt x="975360" y="2410429"/>
                </a:lnTo>
                <a:lnTo>
                  <a:pt x="1005840" y="2391744"/>
                </a:lnTo>
                <a:lnTo>
                  <a:pt x="1036320" y="2372483"/>
                </a:lnTo>
                <a:lnTo>
                  <a:pt x="1066800" y="2352648"/>
                </a:lnTo>
                <a:lnTo>
                  <a:pt x="1097280" y="2332237"/>
                </a:lnTo>
                <a:lnTo>
                  <a:pt x="1127760" y="2311252"/>
                </a:lnTo>
                <a:lnTo>
                  <a:pt x="1158240" y="2289692"/>
                </a:lnTo>
                <a:lnTo>
                  <a:pt x="1188719" y="2267557"/>
                </a:lnTo>
                <a:lnTo>
                  <a:pt x="1219199" y="2244847"/>
                </a:lnTo>
                <a:lnTo>
                  <a:pt x="1249680" y="2221562"/>
                </a:lnTo>
                <a:lnTo>
                  <a:pt x="1280160" y="2197702"/>
                </a:lnTo>
                <a:lnTo>
                  <a:pt x="1310640" y="2173267"/>
                </a:lnTo>
                <a:lnTo>
                  <a:pt x="1341120" y="2148257"/>
                </a:lnTo>
                <a:lnTo>
                  <a:pt x="1371600" y="2122672"/>
                </a:lnTo>
                <a:lnTo>
                  <a:pt x="1402080" y="2096513"/>
                </a:lnTo>
                <a:lnTo>
                  <a:pt x="1432560" y="2069778"/>
                </a:lnTo>
                <a:lnTo>
                  <a:pt x="1463040" y="2042469"/>
                </a:lnTo>
                <a:lnTo>
                  <a:pt x="1493520" y="2014584"/>
                </a:lnTo>
                <a:lnTo>
                  <a:pt x="1524000" y="1986125"/>
                </a:lnTo>
                <a:lnTo>
                  <a:pt x="1554480" y="1957090"/>
                </a:lnTo>
                <a:lnTo>
                  <a:pt x="1584960" y="1927481"/>
                </a:lnTo>
                <a:lnTo>
                  <a:pt x="1615440" y="1897297"/>
                </a:lnTo>
                <a:lnTo>
                  <a:pt x="1645919" y="1866537"/>
                </a:lnTo>
                <a:lnTo>
                  <a:pt x="1676399" y="1835203"/>
                </a:lnTo>
                <a:lnTo>
                  <a:pt x="1706879" y="1803294"/>
                </a:lnTo>
                <a:lnTo>
                  <a:pt x="1737360" y="1770810"/>
                </a:lnTo>
                <a:lnTo>
                  <a:pt x="1767840" y="1737751"/>
                </a:lnTo>
                <a:lnTo>
                  <a:pt x="1798320" y="1704117"/>
                </a:lnTo>
                <a:lnTo>
                  <a:pt x="1828800" y="1669908"/>
                </a:lnTo>
                <a:lnTo>
                  <a:pt x="1859280" y="1635125"/>
                </a:lnTo>
                <a:lnTo>
                  <a:pt x="1889760" y="1599766"/>
                </a:lnTo>
                <a:lnTo>
                  <a:pt x="1920240" y="1563832"/>
                </a:lnTo>
                <a:lnTo>
                  <a:pt x="1950720" y="1527324"/>
                </a:lnTo>
                <a:lnTo>
                  <a:pt x="1981200" y="1490240"/>
                </a:lnTo>
                <a:lnTo>
                  <a:pt x="2011680" y="1452582"/>
                </a:lnTo>
                <a:lnTo>
                  <a:pt x="2042160" y="1414348"/>
                </a:lnTo>
                <a:lnTo>
                  <a:pt x="2072640" y="1375540"/>
                </a:lnTo>
                <a:lnTo>
                  <a:pt x="2103120" y="1336157"/>
                </a:lnTo>
                <a:lnTo>
                  <a:pt x="2133599" y="1296199"/>
                </a:lnTo>
                <a:lnTo>
                  <a:pt x="2164080" y="1255665"/>
                </a:lnTo>
                <a:lnTo>
                  <a:pt x="2194560" y="1214557"/>
                </a:lnTo>
                <a:lnTo>
                  <a:pt x="2225040" y="1172874"/>
                </a:lnTo>
                <a:lnTo>
                  <a:pt x="2255520" y="1130616"/>
                </a:lnTo>
                <a:lnTo>
                  <a:pt x="2286000" y="1087783"/>
                </a:lnTo>
                <a:lnTo>
                  <a:pt x="2316480" y="1044376"/>
                </a:lnTo>
                <a:lnTo>
                  <a:pt x="2346960" y="1000393"/>
                </a:lnTo>
                <a:lnTo>
                  <a:pt x="2377440" y="955835"/>
                </a:lnTo>
                <a:lnTo>
                  <a:pt x="2407920" y="910702"/>
                </a:lnTo>
                <a:lnTo>
                  <a:pt x="2438400" y="864995"/>
                </a:lnTo>
                <a:lnTo>
                  <a:pt x="2468880" y="818712"/>
                </a:lnTo>
                <a:lnTo>
                  <a:pt x="2499360" y="771855"/>
                </a:lnTo>
                <a:lnTo>
                  <a:pt x="2529840" y="724422"/>
                </a:lnTo>
                <a:lnTo>
                  <a:pt x="2560319" y="676415"/>
                </a:lnTo>
                <a:lnTo>
                  <a:pt x="2590799" y="627833"/>
                </a:lnTo>
                <a:lnTo>
                  <a:pt x="2621280" y="578675"/>
                </a:lnTo>
                <a:lnTo>
                  <a:pt x="2651760" y="528943"/>
                </a:lnTo>
                <a:lnTo>
                  <a:pt x="2682240" y="478636"/>
                </a:lnTo>
                <a:lnTo>
                  <a:pt x="2712720" y="427754"/>
                </a:lnTo>
                <a:lnTo>
                  <a:pt x="2743200" y="376297"/>
                </a:lnTo>
                <a:lnTo>
                  <a:pt x="2773680" y="324265"/>
                </a:lnTo>
                <a:lnTo>
                  <a:pt x="2804160" y="271658"/>
                </a:lnTo>
                <a:lnTo>
                  <a:pt x="2834640" y="218477"/>
                </a:lnTo>
                <a:lnTo>
                  <a:pt x="2865120" y="164720"/>
                </a:lnTo>
                <a:lnTo>
                  <a:pt x="2895600" y="110388"/>
                </a:lnTo>
                <a:lnTo>
                  <a:pt x="2926080" y="55482"/>
                </a:lnTo>
                <a:lnTo>
                  <a:pt x="295656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C3-E32 polygon 25" descr="sci-ppt:o025"/>
          <p:cNvSpPr/>
          <p:nvPr/>
        </p:nvSpPr>
        <p:spPr>
          <a:xfrm>
            <a:off x="8686800" y="1783080"/>
            <a:ext cx="3017520" cy="2743200"/>
          </a:xfrm>
          <a:custGeom>
            <a:avLst/>
            <a:gdLst/>
            <a:ahLst/>
            <a:cxnLst/>
            <a:rect l="l" t="t" r="r" b="b"/>
            <a:pathLst>
              <a:path w="3017520" h="2743200">
                <a:moveTo>
                  <a:pt x="0" y="0"/>
                </a:moveTo>
                <a:lnTo>
                  <a:pt x="30480" y="0"/>
                </a:lnTo>
                <a:lnTo>
                  <a:pt x="60960" y="0"/>
                </a:lnTo>
                <a:lnTo>
                  <a:pt x="91440" y="0"/>
                </a:lnTo>
                <a:lnTo>
                  <a:pt x="121920" y="0"/>
                </a:lnTo>
                <a:lnTo>
                  <a:pt x="152400" y="0"/>
                </a:lnTo>
                <a:lnTo>
                  <a:pt x="182880" y="0"/>
                </a:lnTo>
                <a:lnTo>
                  <a:pt x="213360" y="0"/>
                </a:lnTo>
                <a:lnTo>
                  <a:pt x="243840" y="0"/>
                </a:lnTo>
                <a:lnTo>
                  <a:pt x="274320" y="0"/>
                </a:lnTo>
                <a:lnTo>
                  <a:pt x="304800" y="0"/>
                </a:lnTo>
                <a:lnTo>
                  <a:pt x="335280" y="0"/>
                </a:lnTo>
                <a:lnTo>
                  <a:pt x="365760" y="0"/>
                </a:lnTo>
                <a:lnTo>
                  <a:pt x="396240" y="0"/>
                </a:lnTo>
                <a:lnTo>
                  <a:pt x="426720" y="0"/>
                </a:lnTo>
                <a:lnTo>
                  <a:pt x="457200" y="0"/>
                </a:lnTo>
                <a:lnTo>
                  <a:pt x="487680" y="0"/>
                </a:lnTo>
                <a:lnTo>
                  <a:pt x="518160" y="0"/>
                </a:lnTo>
                <a:lnTo>
                  <a:pt x="548640" y="0"/>
                </a:lnTo>
                <a:lnTo>
                  <a:pt x="579120" y="0"/>
                </a:lnTo>
                <a:lnTo>
                  <a:pt x="609600" y="0"/>
                </a:lnTo>
                <a:lnTo>
                  <a:pt x="640080" y="0"/>
                </a:lnTo>
                <a:lnTo>
                  <a:pt x="670560" y="0"/>
                </a:lnTo>
                <a:lnTo>
                  <a:pt x="701040" y="0"/>
                </a:lnTo>
                <a:lnTo>
                  <a:pt x="731520" y="0"/>
                </a:lnTo>
                <a:lnTo>
                  <a:pt x="762000" y="0"/>
                </a:lnTo>
                <a:lnTo>
                  <a:pt x="792480" y="0"/>
                </a:lnTo>
                <a:lnTo>
                  <a:pt x="822960" y="0"/>
                </a:lnTo>
                <a:lnTo>
                  <a:pt x="853440" y="0"/>
                </a:lnTo>
                <a:lnTo>
                  <a:pt x="883920" y="0"/>
                </a:lnTo>
                <a:lnTo>
                  <a:pt x="914400" y="0"/>
                </a:lnTo>
                <a:lnTo>
                  <a:pt x="944880" y="0"/>
                </a:lnTo>
                <a:lnTo>
                  <a:pt x="975360" y="0"/>
                </a:lnTo>
                <a:lnTo>
                  <a:pt x="1005840" y="0"/>
                </a:lnTo>
                <a:lnTo>
                  <a:pt x="1036320" y="0"/>
                </a:lnTo>
                <a:lnTo>
                  <a:pt x="1066800" y="0"/>
                </a:lnTo>
                <a:lnTo>
                  <a:pt x="1097280" y="0"/>
                </a:lnTo>
                <a:lnTo>
                  <a:pt x="1127760" y="0"/>
                </a:lnTo>
                <a:lnTo>
                  <a:pt x="1158240" y="0"/>
                </a:lnTo>
                <a:lnTo>
                  <a:pt x="1188719" y="0"/>
                </a:lnTo>
                <a:lnTo>
                  <a:pt x="1219199" y="0"/>
                </a:lnTo>
                <a:lnTo>
                  <a:pt x="1249680" y="0"/>
                </a:lnTo>
                <a:lnTo>
                  <a:pt x="1280160" y="0"/>
                </a:lnTo>
                <a:lnTo>
                  <a:pt x="1310640" y="0"/>
                </a:lnTo>
                <a:lnTo>
                  <a:pt x="1341120" y="0"/>
                </a:lnTo>
                <a:lnTo>
                  <a:pt x="1371600" y="0"/>
                </a:lnTo>
                <a:lnTo>
                  <a:pt x="1402080" y="0"/>
                </a:lnTo>
                <a:lnTo>
                  <a:pt x="1432560" y="0"/>
                </a:lnTo>
                <a:lnTo>
                  <a:pt x="1463040" y="0"/>
                </a:lnTo>
                <a:lnTo>
                  <a:pt x="1493520" y="0"/>
                </a:lnTo>
                <a:lnTo>
                  <a:pt x="1524000" y="0"/>
                </a:lnTo>
                <a:lnTo>
                  <a:pt x="1554480" y="0"/>
                </a:lnTo>
                <a:lnTo>
                  <a:pt x="1584960" y="0"/>
                </a:lnTo>
                <a:lnTo>
                  <a:pt x="1615440" y="0"/>
                </a:lnTo>
                <a:lnTo>
                  <a:pt x="1645919" y="0"/>
                </a:lnTo>
                <a:lnTo>
                  <a:pt x="1676399" y="0"/>
                </a:lnTo>
                <a:lnTo>
                  <a:pt x="1706879" y="0"/>
                </a:lnTo>
                <a:lnTo>
                  <a:pt x="1737360" y="0"/>
                </a:lnTo>
                <a:lnTo>
                  <a:pt x="1767840" y="0"/>
                </a:lnTo>
                <a:lnTo>
                  <a:pt x="1798320" y="0"/>
                </a:lnTo>
                <a:lnTo>
                  <a:pt x="1828800" y="0"/>
                </a:lnTo>
                <a:lnTo>
                  <a:pt x="1859280" y="0"/>
                </a:lnTo>
                <a:lnTo>
                  <a:pt x="1889760" y="0"/>
                </a:lnTo>
                <a:lnTo>
                  <a:pt x="1920240" y="0"/>
                </a:lnTo>
                <a:lnTo>
                  <a:pt x="1950720" y="0"/>
                </a:lnTo>
                <a:lnTo>
                  <a:pt x="1981200" y="0"/>
                </a:lnTo>
                <a:lnTo>
                  <a:pt x="2011680" y="0"/>
                </a:lnTo>
                <a:lnTo>
                  <a:pt x="2042160" y="0"/>
                </a:lnTo>
                <a:lnTo>
                  <a:pt x="2072640" y="0"/>
                </a:lnTo>
                <a:lnTo>
                  <a:pt x="2103120" y="0"/>
                </a:lnTo>
                <a:lnTo>
                  <a:pt x="2133599" y="0"/>
                </a:lnTo>
                <a:lnTo>
                  <a:pt x="2164080" y="0"/>
                </a:lnTo>
                <a:lnTo>
                  <a:pt x="2194560" y="0"/>
                </a:lnTo>
                <a:lnTo>
                  <a:pt x="2225040" y="0"/>
                </a:lnTo>
                <a:lnTo>
                  <a:pt x="2255520" y="0"/>
                </a:lnTo>
                <a:lnTo>
                  <a:pt x="2286000" y="0"/>
                </a:lnTo>
                <a:lnTo>
                  <a:pt x="2316480" y="0"/>
                </a:lnTo>
                <a:lnTo>
                  <a:pt x="2346960" y="0"/>
                </a:lnTo>
                <a:lnTo>
                  <a:pt x="2377440" y="0"/>
                </a:lnTo>
                <a:lnTo>
                  <a:pt x="2407920" y="0"/>
                </a:lnTo>
                <a:lnTo>
                  <a:pt x="2438400" y="0"/>
                </a:lnTo>
                <a:lnTo>
                  <a:pt x="2468880" y="0"/>
                </a:lnTo>
                <a:lnTo>
                  <a:pt x="2499360" y="0"/>
                </a:lnTo>
                <a:lnTo>
                  <a:pt x="2529840" y="0"/>
                </a:lnTo>
                <a:lnTo>
                  <a:pt x="2560319" y="0"/>
                </a:lnTo>
                <a:lnTo>
                  <a:pt x="2590799" y="0"/>
                </a:lnTo>
                <a:lnTo>
                  <a:pt x="2621280" y="0"/>
                </a:lnTo>
                <a:lnTo>
                  <a:pt x="2651760" y="0"/>
                </a:lnTo>
                <a:lnTo>
                  <a:pt x="2682240" y="0"/>
                </a:lnTo>
                <a:lnTo>
                  <a:pt x="2712720" y="0"/>
                </a:lnTo>
                <a:lnTo>
                  <a:pt x="2743200" y="0"/>
                </a:lnTo>
                <a:lnTo>
                  <a:pt x="2773680" y="0"/>
                </a:lnTo>
                <a:lnTo>
                  <a:pt x="2804160" y="0"/>
                </a:lnTo>
                <a:lnTo>
                  <a:pt x="2834640" y="0"/>
                </a:lnTo>
                <a:lnTo>
                  <a:pt x="2865120" y="0"/>
                </a:lnTo>
                <a:lnTo>
                  <a:pt x="2895600" y="0"/>
                </a:lnTo>
                <a:lnTo>
                  <a:pt x="2926080" y="0"/>
                </a:lnTo>
                <a:lnTo>
                  <a:pt x="2956560" y="0"/>
                </a:lnTo>
                <a:lnTo>
                  <a:pt x="2987040" y="0"/>
                </a:lnTo>
                <a:lnTo>
                  <a:pt x="3017520" y="0"/>
                </a:lnTo>
                <a:lnTo>
                  <a:pt x="3017520" y="0"/>
                </a:lnTo>
                <a:lnTo>
                  <a:pt x="2987040" y="0"/>
                </a:lnTo>
                <a:lnTo>
                  <a:pt x="2956560" y="38402"/>
                </a:lnTo>
                <a:lnTo>
                  <a:pt x="2926080" y="93884"/>
                </a:lnTo>
                <a:lnTo>
                  <a:pt x="2895600" y="148790"/>
                </a:lnTo>
                <a:lnTo>
                  <a:pt x="2865120" y="203122"/>
                </a:lnTo>
                <a:lnTo>
                  <a:pt x="2834640" y="256879"/>
                </a:lnTo>
                <a:lnTo>
                  <a:pt x="2804160" y="310060"/>
                </a:lnTo>
                <a:lnTo>
                  <a:pt x="2773680" y="362667"/>
                </a:lnTo>
                <a:lnTo>
                  <a:pt x="2743200" y="414699"/>
                </a:lnTo>
                <a:lnTo>
                  <a:pt x="2712720" y="466156"/>
                </a:lnTo>
                <a:lnTo>
                  <a:pt x="2682240" y="517038"/>
                </a:lnTo>
                <a:lnTo>
                  <a:pt x="2651760" y="567345"/>
                </a:lnTo>
                <a:lnTo>
                  <a:pt x="2621280" y="617077"/>
                </a:lnTo>
                <a:lnTo>
                  <a:pt x="2590799" y="666235"/>
                </a:lnTo>
                <a:lnTo>
                  <a:pt x="2560319" y="714817"/>
                </a:lnTo>
                <a:lnTo>
                  <a:pt x="2529840" y="762824"/>
                </a:lnTo>
                <a:lnTo>
                  <a:pt x="2499360" y="810257"/>
                </a:lnTo>
                <a:lnTo>
                  <a:pt x="2468880" y="857114"/>
                </a:lnTo>
                <a:lnTo>
                  <a:pt x="2438400" y="903397"/>
                </a:lnTo>
                <a:lnTo>
                  <a:pt x="2407920" y="949104"/>
                </a:lnTo>
                <a:lnTo>
                  <a:pt x="2377440" y="994237"/>
                </a:lnTo>
                <a:lnTo>
                  <a:pt x="2346960" y="1038795"/>
                </a:lnTo>
                <a:lnTo>
                  <a:pt x="2316480" y="1082778"/>
                </a:lnTo>
                <a:lnTo>
                  <a:pt x="2286000" y="1126185"/>
                </a:lnTo>
                <a:lnTo>
                  <a:pt x="2255520" y="1169018"/>
                </a:lnTo>
                <a:lnTo>
                  <a:pt x="2225040" y="1211276"/>
                </a:lnTo>
                <a:lnTo>
                  <a:pt x="2194560" y="1252959"/>
                </a:lnTo>
                <a:lnTo>
                  <a:pt x="2164080" y="1294067"/>
                </a:lnTo>
                <a:lnTo>
                  <a:pt x="2133599" y="1334601"/>
                </a:lnTo>
                <a:lnTo>
                  <a:pt x="2103120" y="1374559"/>
                </a:lnTo>
                <a:lnTo>
                  <a:pt x="2072640" y="1413942"/>
                </a:lnTo>
                <a:lnTo>
                  <a:pt x="2042160" y="1452750"/>
                </a:lnTo>
                <a:lnTo>
                  <a:pt x="2011680" y="1490984"/>
                </a:lnTo>
                <a:lnTo>
                  <a:pt x="1981200" y="1528642"/>
                </a:lnTo>
                <a:lnTo>
                  <a:pt x="1950720" y="1565726"/>
                </a:lnTo>
                <a:lnTo>
                  <a:pt x="1920240" y="1602234"/>
                </a:lnTo>
                <a:lnTo>
                  <a:pt x="1889760" y="1638168"/>
                </a:lnTo>
                <a:lnTo>
                  <a:pt x="1859280" y="1673527"/>
                </a:lnTo>
                <a:lnTo>
                  <a:pt x="1828800" y="1708310"/>
                </a:lnTo>
                <a:lnTo>
                  <a:pt x="1798320" y="1742519"/>
                </a:lnTo>
                <a:lnTo>
                  <a:pt x="1767840" y="1776153"/>
                </a:lnTo>
                <a:lnTo>
                  <a:pt x="1737360" y="1809212"/>
                </a:lnTo>
                <a:lnTo>
                  <a:pt x="1706879" y="1841696"/>
                </a:lnTo>
                <a:lnTo>
                  <a:pt x="1676399" y="1873605"/>
                </a:lnTo>
                <a:lnTo>
                  <a:pt x="1645919" y="1904939"/>
                </a:lnTo>
                <a:lnTo>
                  <a:pt x="1615440" y="1935699"/>
                </a:lnTo>
                <a:lnTo>
                  <a:pt x="1584960" y="1965883"/>
                </a:lnTo>
                <a:lnTo>
                  <a:pt x="1554480" y="1995492"/>
                </a:lnTo>
                <a:lnTo>
                  <a:pt x="1524000" y="2024527"/>
                </a:lnTo>
                <a:lnTo>
                  <a:pt x="1493520" y="2052986"/>
                </a:lnTo>
                <a:lnTo>
                  <a:pt x="1463040" y="2080871"/>
                </a:lnTo>
                <a:lnTo>
                  <a:pt x="1432560" y="2108180"/>
                </a:lnTo>
                <a:lnTo>
                  <a:pt x="1402080" y="2134915"/>
                </a:lnTo>
                <a:lnTo>
                  <a:pt x="1371600" y="2161074"/>
                </a:lnTo>
                <a:lnTo>
                  <a:pt x="1341120" y="2186659"/>
                </a:lnTo>
                <a:lnTo>
                  <a:pt x="1310640" y="2211669"/>
                </a:lnTo>
                <a:lnTo>
                  <a:pt x="1280160" y="2236104"/>
                </a:lnTo>
                <a:lnTo>
                  <a:pt x="1249680" y="2259964"/>
                </a:lnTo>
                <a:lnTo>
                  <a:pt x="1219199" y="2283249"/>
                </a:lnTo>
                <a:lnTo>
                  <a:pt x="1188719" y="2305959"/>
                </a:lnTo>
                <a:lnTo>
                  <a:pt x="1158240" y="2328094"/>
                </a:lnTo>
                <a:lnTo>
                  <a:pt x="1127760" y="2349654"/>
                </a:lnTo>
                <a:lnTo>
                  <a:pt x="1097280" y="2370639"/>
                </a:lnTo>
                <a:lnTo>
                  <a:pt x="1066800" y="2391050"/>
                </a:lnTo>
                <a:lnTo>
                  <a:pt x="1036320" y="2410885"/>
                </a:lnTo>
                <a:lnTo>
                  <a:pt x="1005840" y="2430146"/>
                </a:lnTo>
                <a:lnTo>
                  <a:pt x="975360" y="2448831"/>
                </a:lnTo>
                <a:lnTo>
                  <a:pt x="944880" y="2466942"/>
                </a:lnTo>
                <a:lnTo>
                  <a:pt x="914400" y="2484477"/>
                </a:lnTo>
                <a:lnTo>
                  <a:pt x="883920" y="2501438"/>
                </a:lnTo>
                <a:lnTo>
                  <a:pt x="853440" y="2517824"/>
                </a:lnTo>
                <a:lnTo>
                  <a:pt x="822960" y="2533634"/>
                </a:lnTo>
                <a:lnTo>
                  <a:pt x="792480" y="2548870"/>
                </a:lnTo>
                <a:lnTo>
                  <a:pt x="762000" y="2563531"/>
                </a:lnTo>
                <a:lnTo>
                  <a:pt x="731520" y="2577617"/>
                </a:lnTo>
                <a:lnTo>
                  <a:pt x="701040" y="2591128"/>
                </a:lnTo>
                <a:lnTo>
                  <a:pt x="670560" y="2604064"/>
                </a:lnTo>
                <a:lnTo>
                  <a:pt x="640080" y="2616426"/>
                </a:lnTo>
                <a:lnTo>
                  <a:pt x="609600" y="2628212"/>
                </a:lnTo>
                <a:lnTo>
                  <a:pt x="579120" y="2639423"/>
                </a:lnTo>
                <a:lnTo>
                  <a:pt x="548640" y="2650059"/>
                </a:lnTo>
                <a:lnTo>
                  <a:pt x="518160" y="2660121"/>
                </a:lnTo>
                <a:lnTo>
                  <a:pt x="487680" y="2669607"/>
                </a:lnTo>
                <a:lnTo>
                  <a:pt x="457200" y="2678519"/>
                </a:lnTo>
                <a:lnTo>
                  <a:pt x="426720" y="2686856"/>
                </a:lnTo>
                <a:lnTo>
                  <a:pt x="396240" y="2694617"/>
                </a:lnTo>
                <a:lnTo>
                  <a:pt x="365760" y="2701804"/>
                </a:lnTo>
                <a:lnTo>
                  <a:pt x="335280" y="2708416"/>
                </a:lnTo>
                <a:lnTo>
                  <a:pt x="304800" y="2714453"/>
                </a:lnTo>
                <a:lnTo>
                  <a:pt x="274320" y="2719914"/>
                </a:lnTo>
                <a:lnTo>
                  <a:pt x="243840" y="2724801"/>
                </a:lnTo>
                <a:lnTo>
                  <a:pt x="213360" y="2729114"/>
                </a:lnTo>
                <a:lnTo>
                  <a:pt x="182880" y="2732851"/>
                </a:lnTo>
                <a:lnTo>
                  <a:pt x="152400" y="2736013"/>
                </a:lnTo>
                <a:lnTo>
                  <a:pt x="121920" y="2738600"/>
                </a:lnTo>
                <a:lnTo>
                  <a:pt x="91440" y="2740612"/>
                </a:lnTo>
                <a:lnTo>
                  <a:pt x="60960" y="2742050"/>
                </a:lnTo>
                <a:lnTo>
                  <a:pt x="30480" y="2742912"/>
                </a:lnTo>
                <a:lnTo>
                  <a:pt x="0" y="2743200"/>
                </a:lnTo>
                <a:close/>
              </a:path>
            </a:pathLst>
          </a:custGeom>
          <a:solidFill>
            <a:srgbClr val="8EDBD4">
              <a:alpha val="18000"/>
            </a:srgbClr>
          </a:solidFill>
          <a:ln w="10160">
            <a:solidFill>
              <a:srgbClr val="8EDBD4">
                <a:alpha val="18000"/>
              </a:srgbClr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C3-E32 text 26" descr="sci-ppt:o026"/>
          <p:cNvSpPr txBox="1"/>
          <p:nvPr/>
        </p:nvSpPr>
        <p:spPr>
          <a:xfrm>
            <a:off x="7680960" y="96012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P² ≤ 2mE: the allowed region</a:t>
            </a:r>
          </a:p>
        </p:txBody>
      </p:sp>
      <p:sp>
        <p:nvSpPr>
          <p:cNvPr id="29" name="C3-E32 round_rect 27" descr="sci-ppt:o027"/>
          <p:cNvSpPr/>
          <p:nvPr/>
        </p:nvSpPr>
        <p:spPr>
          <a:xfrm>
            <a:off x="365760" y="914400"/>
            <a:ext cx="7040880" cy="1737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C3-E32 text 28" descr="sci-ppt:o028"/>
          <p:cNvSpPr txBox="1"/>
          <p:nvPr/>
        </p:nvSpPr>
        <p:spPr>
          <a:xfrm>
            <a:off x="475488" y="96926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Bounds from finite mass</a:t>
            </a:r>
          </a:p>
        </p:txBody>
      </p:sp>
      <p:sp>
        <p:nvSpPr>
          <p:cNvPr id="31" name="C3-E32 text 29" descr="sci-ppt:o029"/>
          <p:cNvSpPr txBox="1"/>
          <p:nvPr/>
        </p:nvSpPr>
        <p:spPr>
          <a:xfrm>
            <a:off x="502920" y="1371600"/>
            <a:ext cx="6766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Uᵣₘₛ ≤ √(2Eₐᵥₐᵢₗ / mⱼ),    Pⱼ² ≤ 2 mⱼ Eⱼ</a:t>
            </a:r>
          </a:p>
        </p:txBody>
      </p:sp>
      <p:sp>
        <p:nvSpPr>
          <p:cNvPr id="32" name="C3-E32 round_rect 30" descr="sci-ppt:o030"/>
          <p:cNvSpPr/>
          <p:nvPr/>
        </p:nvSpPr>
        <p:spPr>
          <a:xfrm>
            <a:off x="365760" y="2834640"/>
            <a:ext cx="7040880" cy="155448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C3-E32 text 31" descr="sci-ppt:o031"/>
          <p:cNvSpPr txBox="1"/>
          <p:nvPr/>
        </p:nvSpPr>
        <p:spPr>
          <a:xfrm>
            <a:off x="475488" y="288950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Growth during flight</a:t>
            </a:r>
          </a:p>
        </p:txBody>
      </p:sp>
      <p:sp>
        <p:nvSpPr>
          <p:cNvPr id="34" name="C3-E32 text 32" descr="sci-ppt:o032"/>
          <p:cNvSpPr txBox="1"/>
          <p:nvPr/>
        </p:nvSpPr>
        <p:spPr>
          <a:xfrm>
            <a:off x="502920" y="3291840"/>
            <a:ext cx="6766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δₐᵣᵣ / a₀ = (δ₀/a₀) exp(gₘₐₓ H / Uⱼ)</a:t>
            </a:r>
          </a:p>
        </p:txBody>
      </p:sp>
      <p:sp>
        <p:nvSpPr>
          <p:cNvPr id="35" name="C3-E32 text 33" descr="sci-ppt:o033"/>
          <p:cNvSpPr txBox="1"/>
          <p:nvPr/>
        </p:nvSpPr>
        <p:spPr>
          <a:xfrm>
            <a:off x="502920" y="3840480"/>
            <a:ext cx="67665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gₘₐₓ is the fastest inviscid growth rate of a cylinder.</a:t>
            </a:r>
          </a:p>
        </p:txBody>
      </p:sp>
      <p:sp>
        <p:nvSpPr>
          <p:cNvPr id="36" name="C3-E32 text 34" descr="sci-ppt:o034"/>
          <p:cNvSpPr txBox="1"/>
          <p:nvPr/>
        </p:nvSpPr>
        <p:spPr>
          <a:xfrm>
            <a:off x="365760" y="4892040"/>
            <a:ext cx="1143000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Speed, focusing and survival must all refer to the same emitted liquid state: the same mⱼ, Eⱼ and Uⱼ.</a:t>
            </a:r>
          </a:p>
        </p:txBody>
      </p:sp>
      <p:sp>
        <p:nvSpPr>
          <p:cNvPr id="37" name="C3-E32 text 35" descr="sci-ppt:o035"/>
          <p:cNvSpPr txBox="1"/>
          <p:nvPr/>
        </p:nvSpPr>
        <p:spPr>
          <a:xfrm>
            <a:off x="365760" y="5440680"/>
            <a:ext cx="1143000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Teaching case: mⱼ = 3.927 ng, Eⱼ = 2 nJ gives Uᵣₘₛ ≤ 31.9 m/s and Pⱼ ≤ 1.253×10⁻¹⁰ N s; flight 3.13 µs → δ/a₀ grows from 1 % to 2.26 %.</a:t>
            </a:r>
          </a:p>
        </p:txBody>
      </p:sp>
      <p:sp>
        <p:nvSpPr>
          <p:cNvPr id="38" name="C3-E32 text 36" descr="sci-ppt:o036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2 answer: Eqs. C3-E18, E21, E22.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33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C3-E33 · Reference answer: original impact and observer formulas</a:t>
            </a:r>
          </a:p>
        </p:txBody>
      </p:sp>
      <p:cxnSp>
        <p:nvCxnSpPr>
          <p:cNvPr id="3" name="C3-E33 line 1" descr="sci-ppt:o001"/>
          <p:cNvCxnSpPr/>
          <p:nvPr/>
        </p:nvCxnSpPr>
        <p:spPr>
          <a:xfrm>
            <a:off x="8686800" y="4526280"/>
            <a:ext cx="301752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33 line 2" descr="sci-ppt:o002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33 line 3" descr="sci-ppt:o003"/>
          <p:cNvCxnSpPr/>
          <p:nvPr/>
        </p:nvCxnSpPr>
        <p:spPr>
          <a:xfrm>
            <a:off x="868680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33 line 4" descr="sci-ppt:o004"/>
          <p:cNvCxnSpPr/>
          <p:nvPr/>
        </p:nvCxnSpPr>
        <p:spPr>
          <a:xfrm>
            <a:off x="868680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33 text 5" descr="sci-ppt:o005"/>
          <p:cNvSpPr txBox="1"/>
          <p:nvPr/>
        </p:nvSpPr>
        <p:spPr>
          <a:xfrm>
            <a:off x="822960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0.01</a:t>
            </a:r>
          </a:p>
        </p:txBody>
      </p:sp>
      <p:cxnSp>
        <p:nvCxnSpPr>
          <p:cNvPr id="8" name="C3-E33 line 6" descr="sci-ppt:o006"/>
          <p:cNvCxnSpPr/>
          <p:nvPr/>
        </p:nvCxnSpPr>
        <p:spPr>
          <a:xfrm>
            <a:off x="1019556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33 line 7" descr="sci-ppt:o007"/>
          <p:cNvCxnSpPr/>
          <p:nvPr/>
        </p:nvCxnSpPr>
        <p:spPr>
          <a:xfrm>
            <a:off x="1019556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33 text 8" descr="sci-ppt:o008"/>
          <p:cNvSpPr txBox="1"/>
          <p:nvPr/>
        </p:nvSpPr>
        <p:spPr>
          <a:xfrm>
            <a:off x="973836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</a:t>
            </a:r>
          </a:p>
        </p:txBody>
      </p:sp>
      <p:cxnSp>
        <p:nvCxnSpPr>
          <p:cNvPr id="11" name="C3-E33 line 9" descr="sci-ppt:o009"/>
          <p:cNvCxnSpPr/>
          <p:nvPr/>
        </p:nvCxnSpPr>
        <p:spPr>
          <a:xfrm>
            <a:off x="11704320" y="452628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33 line 10" descr="sci-ppt:o010"/>
          <p:cNvCxnSpPr/>
          <p:nvPr/>
        </p:nvCxnSpPr>
        <p:spPr>
          <a:xfrm>
            <a:off x="11704320" y="1783080"/>
            <a:ext cx="0" cy="274320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33 text 11" descr="sci-ppt:o011"/>
          <p:cNvSpPr txBox="1"/>
          <p:nvPr/>
        </p:nvSpPr>
        <p:spPr>
          <a:xfrm>
            <a:off x="11247120" y="460857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</a:t>
            </a:r>
          </a:p>
        </p:txBody>
      </p:sp>
      <p:cxnSp>
        <p:nvCxnSpPr>
          <p:cNvPr id="14" name="C3-E33 line 12" descr="sci-ppt:o012"/>
          <p:cNvCxnSpPr/>
          <p:nvPr/>
        </p:nvCxnSpPr>
        <p:spPr>
          <a:xfrm>
            <a:off x="8622792" y="45262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33 line 13" descr="sci-ppt:o013"/>
          <p:cNvCxnSpPr/>
          <p:nvPr/>
        </p:nvCxnSpPr>
        <p:spPr>
          <a:xfrm>
            <a:off x="8622792" y="3219994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6" name="C3-E33 line 14" descr="sci-ppt:o014"/>
          <p:cNvCxnSpPr/>
          <p:nvPr/>
        </p:nvCxnSpPr>
        <p:spPr>
          <a:xfrm>
            <a:off x="8686800" y="3219994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7" name="C3-E33 text 15" descr="sci-ppt:o015"/>
          <p:cNvSpPr txBox="1"/>
          <p:nvPr/>
        </p:nvSpPr>
        <p:spPr>
          <a:xfrm>
            <a:off x="7818120" y="3137698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8" name="C3-E33 line 16" descr="sci-ppt:o016"/>
          <p:cNvCxnSpPr/>
          <p:nvPr/>
        </p:nvCxnSpPr>
        <p:spPr>
          <a:xfrm>
            <a:off x="8622792" y="1913708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3-E33 line 17" descr="sci-ppt:o017"/>
          <p:cNvCxnSpPr/>
          <p:nvPr/>
        </p:nvCxnSpPr>
        <p:spPr>
          <a:xfrm>
            <a:off x="8686800" y="1913708"/>
            <a:ext cx="301752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3-E33 text 18" descr="sci-ppt:o018"/>
          <p:cNvSpPr txBox="1"/>
          <p:nvPr/>
        </p:nvSpPr>
        <p:spPr>
          <a:xfrm>
            <a:off x="7818120" y="1831412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sp>
        <p:nvSpPr>
          <p:cNvPr id="21" name="C3-E33 text 19" descr="sci-ppt:o019"/>
          <p:cNvSpPr txBox="1"/>
          <p:nvPr/>
        </p:nvSpPr>
        <p:spPr>
          <a:xfrm>
            <a:off x="8686800" y="4809744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Zᵣ / Zₗ</a:t>
            </a:r>
          </a:p>
        </p:txBody>
      </p:sp>
      <p:sp>
        <p:nvSpPr>
          <p:cNvPr id="22" name="C3-E33 text 20" descr="sci-ppt:o020"/>
          <p:cNvSpPr txBox="1"/>
          <p:nvPr/>
        </p:nvSpPr>
        <p:spPr>
          <a:xfrm>
            <a:off x="8138160" y="1435607"/>
            <a:ext cx="3017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p/ρcU</a:t>
            </a:r>
          </a:p>
        </p:txBody>
      </p:sp>
      <p:sp>
        <p:nvSpPr>
          <p:cNvPr id="23" name="C3-E33 polygon 21" descr="sci-ppt:o021"/>
          <p:cNvSpPr/>
          <p:nvPr/>
        </p:nvSpPr>
        <p:spPr>
          <a:xfrm>
            <a:off x="8686800" y="1939575"/>
            <a:ext cx="3017520" cy="2560837"/>
          </a:xfrm>
          <a:custGeom>
            <a:avLst/>
            <a:gdLst/>
            <a:ahLst/>
            <a:cxnLst/>
            <a:rect l="l" t="t" r="r" b="b"/>
            <a:pathLst>
              <a:path w="3017520" h="2560837">
                <a:moveTo>
                  <a:pt x="0" y="2560837"/>
                </a:moveTo>
                <a:lnTo>
                  <a:pt x="30480" y="2558343"/>
                </a:lnTo>
                <a:lnTo>
                  <a:pt x="60960" y="2555611"/>
                </a:lnTo>
                <a:lnTo>
                  <a:pt x="91440" y="2552618"/>
                </a:lnTo>
                <a:lnTo>
                  <a:pt x="121920" y="2549343"/>
                </a:lnTo>
                <a:lnTo>
                  <a:pt x="152400" y="2545757"/>
                </a:lnTo>
                <a:lnTo>
                  <a:pt x="182880" y="2541833"/>
                </a:lnTo>
                <a:lnTo>
                  <a:pt x="213360" y="2537541"/>
                </a:lnTo>
                <a:lnTo>
                  <a:pt x="243840" y="2532846"/>
                </a:lnTo>
                <a:lnTo>
                  <a:pt x="274320" y="2527713"/>
                </a:lnTo>
                <a:lnTo>
                  <a:pt x="304800" y="2522104"/>
                </a:lnTo>
                <a:lnTo>
                  <a:pt x="335280" y="2515976"/>
                </a:lnTo>
                <a:lnTo>
                  <a:pt x="365760" y="2509285"/>
                </a:lnTo>
                <a:lnTo>
                  <a:pt x="396240" y="2501981"/>
                </a:lnTo>
                <a:lnTo>
                  <a:pt x="426720" y="2494014"/>
                </a:lnTo>
                <a:lnTo>
                  <a:pt x="457200" y="2485327"/>
                </a:lnTo>
                <a:lnTo>
                  <a:pt x="487680" y="2475862"/>
                </a:lnTo>
                <a:lnTo>
                  <a:pt x="518160" y="2465557"/>
                </a:lnTo>
                <a:lnTo>
                  <a:pt x="548640" y="2454343"/>
                </a:lnTo>
                <a:lnTo>
                  <a:pt x="579120" y="2442152"/>
                </a:lnTo>
                <a:lnTo>
                  <a:pt x="609600" y="2428910"/>
                </a:lnTo>
                <a:lnTo>
                  <a:pt x="640080" y="2414539"/>
                </a:lnTo>
                <a:lnTo>
                  <a:pt x="670560" y="2398959"/>
                </a:lnTo>
                <a:lnTo>
                  <a:pt x="701040" y="2382088"/>
                </a:lnTo>
                <a:lnTo>
                  <a:pt x="731520" y="2363840"/>
                </a:lnTo>
                <a:lnTo>
                  <a:pt x="762000" y="2344128"/>
                </a:lnTo>
                <a:lnTo>
                  <a:pt x="792480" y="2322866"/>
                </a:lnTo>
                <a:lnTo>
                  <a:pt x="822960" y="2299965"/>
                </a:lnTo>
                <a:lnTo>
                  <a:pt x="853440" y="2275340"/>
                </a:lnTo>
                <a:lnTo>
                  <a:pt x="883920" y="2248908"/>
                </a:lnTo>
                <a:lnTo>
                  <a:pt x="914400" y="2220588"/>
                </a:lnTo>
                <a:lnTo>
                  <a:pt x="944880" y="2190308"/>
                </a:lnTo>
                <a:lnTo>
                  <a:pt x="975360" y="2158002"/>
                </a:lnTo>
                <a:lnTo>
                  <a:pt x="1005840" y="2123613"/>
                </a:lnTo>
                <a:lnTo>
                  <a:pt x="1036320" y="2087097"/>
                </a:lnTo>
                <a:lnTo>
                  <a:pt x="1066800" y="2048422"/>
                </a:lnTo>
                <a:lnTo>
                  <a:pt x="1097280" y="2007573"/>
                </a:lnTo>
                <a:lnTo>
                  <a:pt x="1127760" y="1964555"/>
                </a:lnTo>
                <a:lnTo>
                  <a:pt x="1158240" y="1919390"/>
                </a:lnTo>
                <a:lnTo>
                  <a:pt x="1188720" y="1872123"/>
                </a:lnTo>
                <a:lnTo>
                  <a:pt x="1219200" y="1822823"/>
                </a:lnTo>
                <a:lnTo>
                  <a:pt x="1249680" y="1771583"/>
                </a:lnTo>
                <a:lnTo>
                  <a:pt x="1280160" y="1718519"/>
                </a:lnTo>
                <a:lnTo>
                  <a:pt x="1310640" y="1663775"/>
                </a:lnTo>
                <a:lnTo>
                  <a:pt x="1341120" y="1607517"/>
                </a:lnTo>
                <a:lnTo>
                  <a:pt x="1371600" y="1549933"/>
                </a:lnTo>
                <a:lnTo>
                  <a:pt x="1402080" y="1491235"/>
                </a:lnTo>
                <a:lnTo>
                  <a:pt x="1432560" y="1431648"/>
                </a:lnTo>
                <a:lnTo>
                  <a:pt x="1463040" y="1371418"/>
                </a:lnTo>
                <a:lnTo>
                  <a:pt x="1493520" y="1310795"/>
                </a:lnTo>
                <a:lnTo>
                  <a:pt x="1524000" y="1250042"/>
                </a:lnTo>
                <a:lnTo>
                  <a:pt x="1554480" y="1189420"/>
                </a:lnTo>
                <a:lnTo>
                  <a:pt x="1584960" y="1129189"/>
                </a:lnTo>
                <a:lnTo>
                  <a:pt x="1615440" y="1069603"/>
                </a:lnTo>
                <a:lnTo>
                  <a:pt x="1645920" y="1010904"/>
                </a:lnTo>
                <a:lnTo>
                  <a:pt x="1676400" y="953321"/>
                </a:lnTo>
                <a:lnTo>
                  <a:pt x="1706880" y="897062"/>
                </a:lnTo>
                <a:lnTo>
                  <a:pt x="1737360" y="842318"/>
                </a:lnTo>
                <a:lnTo>
                  <a:pt x="1767840" y="789255"/>
                </a:lnTo>
                <a:lnTo>
                  <a:pt x="1798320" y="738014"/>
                </a:lnTo>
                <a:lnTo>
                  <a:pt x="1828800" y="688714"/>
                </a:lnTo>
                <a:lnTo>
                  <a:pt x="1859280" y="641448"/>
                </a:lnTo>
                <a:lnTo>
                  <a:pt x="1889760" y="596282"/>
                </a:lnTo>
                <a:lnTo>
                  <a:pt x="1920240" y="553264"/>
                </a:lnTo>
                <a:lnTo>
                  <a:pt x="1950720" y="512416"/>
                </a:lnTo>
                <a:lnTo>
                  <a:pt x="1981200" y="473741"/>
                </a:lnTo>
                <a:lnTo>
                  <a:pt x="2011680" y="437224"/>
                </a:lnTo>
                <a:lnTo>
                  <a:pt x="2042160" y="402835"/>
                </a:lnTo>
                <a:lnTo>
                  <a:pt x="2072640" y="370529"/>
                </a:lnTo>
                <a:lnTo>
                  <a:pt x="2103120" y="340249"/>
                </a:lnTo>
                <a:lnTo>
                  <a:pt x="2133600" y="311930"/>
                </a:lnTo>
                <a:lnTo>
                  <a:pt x="2164080" y="285497"/>
                </a:lnTo>
                <a:lnTo>
                  <a:pt x="2194560" y="260873"/>
                </a:lnTo>
                <a:lnTo>
                  <a:pt x="2225040" y="237972"/>
                </a:lnTo>
                <a:lnTo>
                  <a:pt x="2255520" y="216709"/>
                </a:lnTo>
                <a:lnTo>
                  <a:pt x="2286000" y="196998"/>
                </a:lnTo>
                <a:lnTo>
                  <a:pt x="2316480" y="178750"/>
                </a:lnTo>
                <a:lnTo>
                  <a:pt x="2346960" y="161879"/>
                </a:lnTo>
                <a:lnTo>
                  <a:pt x="2377440" y="146299"/>
                </a:lnTo>
                <a:lnTo>
                  <a:pt x="2407920" y="131928"/>
                </a:lnTo>
                <a:lnTo>
                  <a:pt x="2438400" y="118685"/>
                </a:lnTo>
                <a:lnTo>
                  <a:pt x="2468880" y="106494"/>
                </a:lnTo>
                <a:lnTo>
                  <a:pt x="2499360" y="95281"/>
                </a:lnTo>
                <a:lnTo>
                  <a:pt x="2529840" y="84975"/>
                </a:lnTo>
                <a:lnTo>
                  <a:pt x="2560320" y="75510"/>
                </a:lnTo>
                <a:lnTo>
                  <a:pt x="2590800" y="66824"/>
                </a:lnTo>
                <a:lnTo>
                  <a:pt x="2621280" y="58856"/>
                </a:lnTo>
                <a:lnTo>
                  <a:pt x="2651760" y="51553"/>
                </a:lnTo>
                <a:lnTo>
                  <a:pt x="2682240" y="44861"/>
                </a:lnTo>
                <a:lnTo>
                  <a:pt x="2712720" y="38733"/>
                </a:lnTo>
                <a:lnTo>
                  <a:pt x="2743200" y="33124"/>
                </a:lnTo>
                <a:lnTo>
                  <a:pt x="2773680" y="27992"/>
                </a:lnTo>
                <a:lnTo>
                  <a:pt x="2804160" y="23297"/>
                </a:lnTo>
                <a:lnTo>
                  <a:pt x="2834640" y="19004"/>
                </a:lnTo>
                <a:lnTo>
                  <a:pt x="2865120" y="15081"/>
                </a:lnTo>
                <a:lnTo>
                  <a:pt x="2895600" y="11495"/>
                </a:lnTo>
                <a:lnTo>
                  <a:pt x="2926080" y="8219"/>
                </a:lnTo>
                <a:lnTo>
                  <a:pt x="2956560" y="5227"/>
                </a:lnTo>
                <a:lnTo>
                  <a:pt x="2987040" y="2495"/>
                </a:lnTo>
                <a:lnTo>
                  <a:pt x="3017520" y="0"/>
                </a:lnTo>
              </a:path>
            </a:pathLst>
          </a:custGeom>
          <a:noFill/>
          <a:ln w="3810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C3-E33 text 22" descr="sci-ppt:o022"/>
          <p:cNvSpPr txBox="1"/>
          <p:nvPr/>
        </p:nvSpPr>
        <p:spPr>
          <a:xfrm>
            <a:off x="7680960" y="960120"/>
            <a:ext cx="402336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Contact pressure fraction</a:t>
            </a:r>
          </a:p>
        </p:txBody>
      </p:sp>
      <p:sp>
        <p:nvSpPr>
          <p:cNvPr id="25" name="C3-E33 round_rect 23" descr="sci-ppt:o023"/>
          <p:cNvSpPr/>
          <p:nvPr/>
        </p:nvSpPr>
        <p:spPr>
          <a:xfrm>
            <a:off x="365760" y="914400"/>
            <a:ext cx="704088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C3-E33 text 24" descr="sci-ppt:o024"/>
          <p:cNvSpPr txBox="1"/>
          <p:nvPr/>
        </p:nvSpPr>
        <p:spPr>
          <a:xfrm>
            <a:off x="475488" y="96926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Early contact</a:t>
            </a:r>
          </a:p>
        </p:txBody>
      </p:sp>
      <p:sp>
        <p:nvSpPr>
          <p:cNvPr id="27" name="C3-E33 text 25" descr="sci-ppt:o025"/>
          <p:cNvSpPr txBox="1"/>
          <p:nvPr/>
        </p:nvSpPr>
        <p:spPr>
          <a:xfrm>
            <a:off x="502920" y="1325880"/>
            <a:ext cx="6766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p_early ≃ Zₗ Zᵣ Uⱼ / (Zₗ + Zᵣ),   Zₗ = ρc</a:t>
            </a:r>
          </a:p>
        </p:txBody>
      </p:sp>
      <p:sp>
        <p:nvSpPr>
          <p:cNvPr id="28" name="C3-E33 round_rect 26" descr="sci-ppt:o026"/>
          <p:cNvSpPr/>
          <p:nvPr/>
        </p:nvSpPr>
        <p:spPr>
          <a:xfrm>
            <a:off x="365760" y="2468880"/>
            <a:ext cx="7040880" cy="1417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C3-E33 text 27" descr="sci-ppt:o027"/>
          <p:cNvSpPr txBox="1"/>
          <p:nvPr/>
        </p:nvSpPr>
        <p:spPr>
          <a:xfrm>
            <a:off x="475488" y="252374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B880"/>
                </a:solidFill>
                <a:latin typeface="Arial"/>
              </a:rPr>
              <a:t>Duration</a:t>
            </a:r>
          </a:p>
        </p:txBody>
      </p:sp>
      <p:sp>
        <p:nvSpPr>
          <p:cNvPr id="30" name="C3-E33 text 28" descr="sci-ppt:o028"/>
          <p:cNvSpPr txBox="1"/>
          <p:nvPr/>
        </p:nvSpPr>
        <p:spPr>
          <a:xfrm>
            <a:off x="502920" y="2880360"/>
            <a:ext cx="6766560" cy="26263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7F0F3"/>
                </a:solidFill>
                <a:latin typeface="Arial"/>
              </a:rPr>
              <a:t>τ_eq = Lⱼ / c</a:t>
            </a:r>
          </a:p>
        </p:txBody>
      </p:sp>
      <p:sp>
        <p:nvSpPr>
          <p:cNvPr id="31" name="C3-E33 round_rect 29" descr="sci-ppt:o029"/>
          <p:cNvSpPr/>
          <p:nvPr/>
        </p:nvSpPr>
        <p:spPr>
          <a:xfrm>
            <a:off x="365760" y="4023360"/>
            <a:ext cx="7040880" cy="17373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C3-E33 text 30" descr="sci-ppt:o030"/>
          <p:cNvSpPr txBox="1"/>
          <p:nvPr/>
        </p:nvSpPr>
        <p:spPr>
          <a:xfrm>
            <a:off x="475488" y="4078224"/>
            <a:ext cx="68214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F28BA0"/>
                </a:solidFill>
                <a:latin typeface="Arial"/>
              </a:rPr>
              <a:t>Observer</a:t>
            </a:r>
          </a:p>
        </p:txBody>
      </p:sp>
      <p:sp>
        <p:nvSpPr>
          <p:cNvPr id="33" name="C3-E33 text 31" descr="sci-ppt:o031"/>
          <p:cNvSpPr txBox="1"/>
          <p:nvPr/>
        </p:nvSpPr>
        <p:spPr>
          <a:xfrm>
            <a:off x="502920" y="4434840"/>
            <a:ext cx="676656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E7F0F3"/>
                </a:solidFill>
                <a:latin typeface="Arial"/>
              </a:rPr>
              <a:t>p_obs(t) = (1/A_oτₒ) ∫∫ (p − p_ref) dA dξ</a:t>
            </a:r>
          </a:p>
        </p:txBody>
      </p:sp>
      <p:sp>
        <p:nvSpPr>
          <p:cNvPr id="34" name="C3-E33 text 32" descr="sci-ppt:o032"/>
          <p:cNvSpPr txBox="1"/>
          <p:nvPr/>
        </p:nvSpPr>
        <p:spPr>
          <a:xfrm>
            <a:off x="7680960" y="5074920"/>
            <a:ext cx="411480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 finite impact scale is an input to load-path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F2B880"/>
                </a:solidFill>
                <a:latin typeface="Arial"/>
              </a:rPr>
              <a:t>analysis, not proof of intact release.</a:t>
            </a:r>
          </a:p>
        </p:txBody>
      </p:sp>
      <p:sp>
        <p:nvSpPr>
          <p:cNvPr id="35" name="C3-E33 text 33" descr="sci-ppt:o033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Reference formulas of the Defence 3 answer: Eqs. C3-E24, E25, E26.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