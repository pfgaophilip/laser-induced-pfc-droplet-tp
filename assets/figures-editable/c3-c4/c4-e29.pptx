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9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C4-E29 · Explicit conditional solid-coupling allocation</a:t>
            </a:r>
          </a:p>
        </p:txBody>
      </p:sp>
      <p:sp>
        <p:nvSpPr>
          <p:cNvPr id="3" name="C4-E29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29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Incoming finite budgets</a:t>
            </a:r>
          </a:p>
        </p:txBody>
      </p:sp>
      <p:cxnSp>
        <p:nvCxnSpPr>
          <p:cNvPr id="5" name="C4-E29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29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29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Transmitted E_solid, I_net</a:t>
            </a:r>
          </a:p>
        </p:txBody>
      </p:sp>
      <p:cxnSp>
        <p:nvCxnSpPr>
          <p:cNvPr id="8" name="C4-E29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29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29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Release + departure cost</a:t>
            </a:r>
          </a:p>
        </p:txBody>
      </p:sp>
      <p:sp>
        <p:nvSpPr>
          <p:cNvPr id="11" name="C4-E29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Work, storage, fracture consumption and net impulse retain separate meanings.</a:t>
            </a:r>
          </a:p>
        </p:txBody>
      </p:sp>
      <p:cxnSp>
        <p:nvCxnSpPr>
          <p:cNvPr id="12" name="C4-E29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4-E29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A_f = 1 mm² — intended release</a:t>
            </a:r>
          </a:p>
        </p:txBody>
      </p:sp>
      <p:sp>
        <p:nvSpPr>
          <p:cNvPr id="14" name="C4-E29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h_f = 1 μm — payload thickness</a:t>
            </a:r>
          </a:p>
        </p:txBody>
      </p:sp>
      <p:sp>
        <p:nvSpPr>
          <p:cNvPr id="15" name="C4-E29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ρ_f = 2330 kg/m³ → m_f = 2.33 μg</a:t>
            </a:r>
          </a:p>
        </p:txBody>
      </p:sp>
      <p:sp>
        <p:nvSpPr>
          <p:cNvPr id="16" name="C4-E29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η_E = 0.20 → E_solid = 10 nJ</a:t>
            </a:r>
          </a:p>
        </p:txBody>
      </p:sp>
      <p:sp>
        <p:nvSpPr>
          <p:cNvPr id="17" name="C4-E29 text 15" descr="sci-ppt:o015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η_I = 0.50 → I_net = 1.5666×10⁻⁹ N s</a:t>
            </a:r>
          </a:p>
        </p:txBody>
      </p:sp>
      <p:sp>
        <p:nvSpPr>
          <p:cNvPr id="18" name="C4-E29 text 16" descr="sci-ppt:o016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E_in, I_in — incoming array</a:t>
            </a:r>
          </a:p>
        </p:txBody>
      </p:sp>
      <p:sp>
        <p:nvSpPr>
          <p:cNvPr id="19" name="C4-E29 text 17" descr="sci-ppt:o017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Load-path coupling fractions are assumptions.</a:t>
            </a:r>
          </a:p>
        </p:txBody>
      </p:sp>
      <p:sp>
        <p:nvSpPr>
          <p:cNvPr id="20" name="C4-E29 text 18" descr="sci-ppt:o018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This payload differs from the blister benchmark.</a:t>
            </a:r>
          </a:p>
        </p:txBody>
      </p:sp>
      <p:sp>
        <p:nvSpPr>
          <p:cNvPr id="21" name="C4-E29 text 19" descr="sci-ppt:o019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