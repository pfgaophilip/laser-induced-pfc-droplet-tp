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C4-E10 · Derived term-balance estimates</a:t>
            </a:r>
          </a:p>
        </p:txBody>
      </p:sp>
      <p:sp>
        <p:nvSpPr>
          <p:cNvPr id="3" name="C4-E10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10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Bending: t_b,scale</a:t>
            </a:r>
          </a:p>
        </p:txBody>
      </p:sp>
      <p:cxnSp>
        <p:nvCxnSpPr>
          <p:cNvPr id="5" name="C4-E10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10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10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Pretension: t_T,scale</a:t>
            </a:r>
          </a:p>
        </p:txBody>
      </p:sp>
      <p:cxnSp>
        <p:nvCxnSpPr>
          <p:cNvPr id="8" name="C4-E10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10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10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Cohesion: t_n,scale</a:t>
            </a:r>
          </a:p>
        </p:txBody>
      </p:sp>
      <p:sp>
        <p:nvSpPr>
          <p:cNvPr id="11" name="C4-E10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Compare actual pulse duration with each applicable response time.</a:t>
            </a:r>
          </a:p>
        </p:txBody>
      </p:sp>
      <p:cxnSp>
        <p:nvCxnSpPr>
          <p:cNvPr id="12" name="C4-E10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10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 — lateral deformation length</a:t>
            </a:r>
          </a:p>
        </p:txBody>
      </p:sp>
      <p:sp>
        <p:nvSpPr>
          <p:cNvPr id="14" name="C4-E10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inertia</a:t>
            </a:r>
          </a:p>
        </p:txBody>
      </p:sp>
      <p:sp>
        <p:nvSpPr>
          <p:cNvPr id="15" name="C4-E10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→ t_b,scale</a:t>
            </a:r>
          </a:p>
        </p:txBody>
      </p:sp>
      <p:sp>
        <p:nvSpPr>
          <p:cNvPr id="16" name="C4-E10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→ t_T,scale</a:t>
            </a:r>
          </a:p>
        </p:txBody>
      </p:sp>
      <p:sp>
        <p:nvSpPr>
          <p:cNvPr id="17" name="C4-E10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→ t_n,scale</a:t>
            </a:r>
          </a:p>
        </p:txBody>
      </p:sp>
      <p:sp>
        <p:nvSpPr>
          <p:cNvPr id="18" name="C4-E10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pulse duration → compare response times</a:t>
            </a:r>
          </a:p>
        </p:txBody>
      </p:sp>
      <p:sp>
        <p:nvSpPr>
          <p:cNvPr id="19" name="C4-E10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PVC also has a finite through-thickness wave time.</a:t>
            </a:r>
          </a:p>
        </p:txBody>
      </p:sp>
      <p:sp>
        <p:nvSpPr>
          <p:cNvPr id="20" name="C4-E10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