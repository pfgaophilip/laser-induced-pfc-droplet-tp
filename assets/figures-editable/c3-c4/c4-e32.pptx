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C4-E32 · Passed necessary release and minimum-speed screens</a:t>
            </a:r>
          </a:p>
        </p:txBody>
      </p:sp>
      <p:sp>
        <p:nvSpPr>
          <p:cNvPr id="3" name="C4-E32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2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2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2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2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2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2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2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2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2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2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= 5 nJ — release</a:t>
            </a:r>
          </a:p>
        </p:txBody>
      </p:sp>
      <p:sp>
        <p:nvSpPr>
          <p:cNvPr id="14" name="C4-E32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½m_f v_f² = 0.29125 nJ — minimum translation</a:t>
            </a:r>
          </a:p>
        </p:txBody>
      </p:sp>
      <p:sp>
        <p:nvSpPr>
          <p:cNvPr id="15" name="C4-E32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E_req = 5.29125 nJ &lt; E_solid</a:t>
            </a:r>
          </a:p>
        </p:txBody>
      </p:sp>
      <p:sp>
        <p:nvSpPr>
          <p:cNvPr id="16" name="C4-E32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I_req = 1.165×10⁻⁹ N s &lt; I_net</a:t>
            </a:r>
          </a:p>
        </p:txBody>
      </p:sp>
      <p:sp>
        <p:nvSpPr>
          <p:cNvPr id="17" name="C4-E32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v_f = 0.50 m/s — required minimum</a:t>
            </a:r>
          </a:p>
        </p:txBody>
      </p:sp>
      <p:sp>
        <p:nvSpPr>
          <p:cNvPr id="18" name="C4-E32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Spatial crack completion and intactness remain unproved.</a:t>
            </a:r>
          </a:p>
        </p:txBody>
      </p:sp>
      <p:sp>
        <p:nvSpPr>
          <p:cNvPr id="19" name="C4-E32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