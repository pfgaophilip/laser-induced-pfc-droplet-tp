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C4-E16 · Exact solution of the stated linear-plate benchmark</a:t>
            </a:r>
          </a:p>
        </p:txBody>
      </p:sp>
      <p:cxnSp>
        <p:nvCxnSpPr>
          <p:cNvPr id="3" name="C4-E16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16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16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16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16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16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16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16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16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16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16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16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16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16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16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16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16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16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16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16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16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16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16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16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16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16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16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16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16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16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16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16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16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16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16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16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16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16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16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16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16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16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16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16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16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16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16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16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16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16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16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16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16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16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16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16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16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16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16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16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16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16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16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16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16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16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16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16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16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16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16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16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16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16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16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16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16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16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16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16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16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16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16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16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16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16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16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16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16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16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16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16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16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16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16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16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16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16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0 → w_max</a:t>
            </a:r>
          </a:p>
        </p:txBody>
      </p:sp>
      <p:sp>
        <p:nvSpPr>
          <p:cNvPr id="101" name="C4-E16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= b → w = 0, slope = 0</a:t>
            </a:r>
          </a:p>
        </p:txBody>
      </p:sp>
      <p:sp>
        <p:nvSpPr>
          <p:cNvPr id="102" name="C4-E16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↑ held pressure</a:t>
            </a:r>
          </a:p>
        </p:txBody>
      </p:sp>
      <p:sp>
        <p:nvSpPr>
          <p:cNvPr id="103" name="C4-E16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bending resistance</a:t>
            </a:r>
          </a:p>
        </p:txBody>
      </p:sp>
      <p:sp>
        <p:nvSpPr>
          <p:cNvPr id="104" name="C4-E16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C₂, C₄ — boundary-fixed constants</a:t>
            </a:r>
          </a:p>
        </p:txBody>
      </p:sp>
      <p:sp>
        <p:nvSpPr>
          <p:cNvPr id="105" name="C4-E16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w(r) — quartic profile</a:t>
            </a:r>
          </a:p>
        </p:txBody>
      </p:sp>
      <p:sp>
        <p:nvSpPr>
          <p:cNvPr id="106" name="C4-E16 text 104" descr="sci-ppt:o104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bonded outside region supplies the clamp.</a:t>
            </a:r>
          </a:p>
        </p:txBody>
      </p:sp>
      <p:sp>
        <p:nvSpPr>
          <p:cNvPr id="107" name="C4-E16 text 105" descr="sci-ppt:o10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