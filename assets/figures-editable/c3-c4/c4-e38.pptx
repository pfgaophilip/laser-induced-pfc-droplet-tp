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C4-E38 · Original cohesive work and fracture criteria</a:t>
            </a:r>
          </a:p>
        </p:txBody>
      </p:sp>
      <p:cxnSp>
        <p:nvCxnSpPr>
          <p:cNvPr id="3" name="C4-E38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38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38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38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38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38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38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38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38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38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38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38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38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38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 → tensile opening</a:t>
            </a:r>
          </a:p>
        </p:txBody>
      </p:sp>
      <p:sp>
        <p:nvSpPr>
          <p:cNvPr id="17" name="C4-E38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t_n, T_max — strength curve</a:t>
            </a:r>
          </a:p>
        </p:txBody>
      </p:sp>
      <p:sp>
        <p:nvSpPr>
          <p:cNvPr id="18" name="C4-E38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δ_c — final separation</a:t>
            </a:r>
          </a:p>
        </p:txBody>
      </p:sp>
      <p:sp>
        <p:nvSpPr>
          <p:cNvPr id="19" name="C4-E38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 — full curve area</a:t>
            </a:r>
          </a:p>
        </p:txBody>
      </p:sp>
      <p:sp>
        <p:nvSpPr>
          <p:cNvPr id="20" name="C4-E38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G — crack energy supply</a:t>
            </a:r>
          </a:p>
        </p:txBody>
      </p:sp>
      <p:sp>
        <p:nvSpPr>
          <p:cNvPr id="21" name="C4-E38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ψ, T_i, v_c — actual resistance conditions</a:t>
            </a:r>
          </a:p>
        </p:txBody>
      </p:sp>
      <p:sp>
        <p:nvSpPr>
          <p:cNvPr id="22" name="C4-E38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Reaching strength does not establish complete separation.</a:t>
            </a:r>
          </a:p>
        </p:txBody>
      </p:sp>
      <p:sp>
        <p:nvSpPr>
          <p:cNvPr id="23" name="C4-E38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