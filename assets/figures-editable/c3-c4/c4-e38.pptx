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38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C4-E38 · Original cohesive work and fracture criteria</a:t>
            </a:r>
          </a:p>
        </p:txBody>
      </p:sp>
      <p:cxnSp>
        <p:nvCxnSpPr>
          <p:cNvPr id="3" name="C4-E38 line 1" descr="sci-ppt:o001"/>
          <p:cNvCxnSpPr/>
          <p:nvPr/>
        </p:nvCxnSpPr>
        <p:spPr>
          <a:xfrm>
            <a:off x="914400" y="4846320"/>
            <a:ext cx="475488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4-E38 line 2" descr="sci-ppt:o002"/>
          <p:cNvCxnSpPr/>
          <p:nvPr/>
        </p:nvCxnSpPr>
        <p:spPr>
          <a:xfrm>
            <a:off x="914400" y="1371600"/>
            <a:ext cx="0" cy="347472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4-E38 line 3" descr="sci-ppt:o003"/>
          <p:cNvCxnSpPr/>
          <p:nvPr/>
        </p:nvCxnSpPr>
        <p:spPr>
          <a:xfrm>
            <a:off x="914400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4-E38 line 4" descr="sci-ppt:o004"/>
          <p:cNvCxnSpPr/>
          <p:nvPr/>
        </p:nvCxnSpPr>
        <p:spPr>
          <a:xfrm>
            <a:off x="914400" y="1371600"/>
            <a:ext cx="0" cy="34747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4-E38 text 5" descr="sci-ppt:o005"/>
          <p:cNvSpPr txBox="1"/>
          <p:nvPr/>
        </p:nvSpPr>
        <p:spPr>
          <a:xfrm>
            <a:off x="457200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8" name="C4-E38 line 6" descr="sci-ppt:o006"/>
          <p:cNvCxnSpPr/>
          <p:nvPr/>
        </p:nvCxnSpPr>
        <p:spPr>
          <a:xfrm>
            <a:off x="2612571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4-E38 line 7" descr="sci-ppt:o007"/>
          <p:cNvCxnSpPr/>
          <p:nvPr/>
        </p:nvCxnSpPr>
        <p:spPr>
          <a:xfrm>
            <a:off x="2612571" y="1371600"/>
            <a:ext cx="0" cy="34747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4-E38 text 8" descr="sci-ppt:o008"/>
          <p:cNvSpPr txBox="1"/>
          <p:nvPr/>
        </p:nvSpPr>
        <p:spPr>
          <a:xfrm>
            <a:off x="2155371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50</a:t>
            </a:r>
          </a:p>
        </p:txBody>
      </p:sp>
      <p:cxnSp>
        <p:nvCxnSpPr>
          <p:cNvPr id="11" name="C4-E38 line 9" descr="sci-ppt:o009"/>
          <p:cNvCxnSpPr/>
          <p:nvPr/>
        </p:nvCxnSpPr>
        <p:spPr>
          <a:xfrm>
            <a:off x="4310742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4-E38 line 10" descr="sci-ppt:o010"/>
          <p:cNvCxnSpPr/>
          <p:nvPr/>
        </p:nvCxnSpPr>
        <p:spPr>
          <a:xfrm>
            <a:off x="4310742" y="1371600"/>
            <a:ext cx="0" cy="34747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4-E38 text 11" descr="sci-ppt:o011"/>
          <p:cNvSpPr txBox="1"/>
          <p:nvPr/>
        </p:nvSpPr>
        <p:spPr>
          <a:xfrm>
            <a:off x="3853542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100</a:t>
            </a:r>
          </a:p>
        </p:txBody>
      </p:sp>
      <p:cxnSp>
        <p:nvCxnSpPr>
          <p:cNvPr id="14" name="C4-E38 line 12" descr="sci-ppt:o012"/>
          <p:cNvCxnSpPr/>
          <p:nvPr/>
        </p:nvCxnSpPr>
        <p:spPr>
          <a:xfrm>
            <a:off x="850392" y="484632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4-E38 line 13" descr="sci-ppt:o013"/>
          <p:cNvCxnSpPr/>
          <p:nvPr/>
        </p:nvCxnSpPr>
        <p:spPr>
          <a:xfrm>
            <a:off x="850392" y="3509889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6" name="C4-E38 line 14" descr="sci-ppt:o014"/>
          <p:cNvCxnSpPr/>
          <p:nvPr/>
        </p:nvCxnSpPr>
        <p:spPr>
          <a:xfrm>
            <a:off x="914400" y="3509889"/>
            <a:ext cx="475488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7" name="C4-E38 text 15" descr="sci-ppt:o015"/>
          <p:cNvSpPr txBox="1"/>
          <p:nvPr/>
        </p:nvSpPr>
        <p:spPr>
          <a:xfrm>
            <a:off x="45720" y="3427593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0.05</a:t>
            </a:r>
          </a:p>
        </p:txBody>
      </p:sp>
      <p:cxnSp>
        <p:nvCxnSpPr>
          <p:cNvPr id="18" name="C4-E38 line 16" descr="sci-ppt:o016"/>
          <p:cNvCxnSpPr/>
          <p:nvPr/>
        </p:nvCxnSpPr>
        <p:spPr>
          <a:xfrm>
            <a:off x="850392" y="2173458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9" name="C4-E38 line 17" descr="sci-ppt:o017"/>
          <p:cNvCxnSpPr/>
          <p:nvPr/>
        </p:nvCxnSpPr>
        <p:spPr>
          <a:xfrm>
            <a:off x="914400" y="2173458"/>
            <a:ext cx="475488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0" name="C4-E38 text 18" descr="sci-ppt:o018"/>
          <p:cNvSpPr txBox="1"/>
          <p:nvPr/>
        </p:nvSpPr>
        <p:spPr>
          <a:xfrm>
            <a:off x="45720" y="2091162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0.10</a:t>
            </a:r>
          </a:p>
        </p:txBody>
      </p:sp>
      <p:sp>
        <p:nvSpPr>
          <p:cNvPr id="21" name="C4-E38 text 19" descr="sci-ppt:o019"/>
          <p:cNvSpPr txBox="1"/>
          <p:nvPr/>
        </p:nvSpPr>
        <p:spPr>
          <a:xfrm>
            <a:off x="914400" y="5129783"/>
            <a:ext cx="47548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δ (nm)</a:t>
            </a:r>
          </a:p>
        </p:txBody>
      </p:sp>
      <p:sp>
        <p:nvSpPr>
          <p:cNvPr id="22" name="C4-E38 text 20" descr="sci-ppt:o020"/>
          <p:cNvSpPr txBox="1"/>
          <p:nvPr/>
        </p:nvSpPr>
        <p:spPr>
          <a:xfrm>
            <a:off x="365760" y="1024128"/>
            <a:ext cx="47548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tₙ (MPa)</a:t>
            </a:r>
          </a:p>
        </p:txBody>
      </p:sp>
      <p:sp>
        <p:nvSpPr>
          <p:cNvPr id="23" name="C4-E38 polygon 21" descr="sci-ppt:o021"/>
          <p:cNvSpPr/>
          <p:nvPr/>
        </p:nvSpPr>
        <p:spPr>
          <a:xfrm>
            <a:off x="914400" y="2178668"/>
            <a:ext cx="4754880" cy="2667652"/>
          </a:xfrm>
          <a:custGeom>
            <a:avLst/>
            <a:gdLst/>
            <a:ahLst/>
            <a:cxnLst/>
            <a:rect l="l" t="t" r="r" b="b"/>
            <a:pathLst>
              <a:path w="4754880" h="2667652">
                <a:moveTo>
                  <a:pt x="0" y="2667652"/>
                </a:moveTo>
                <a:lnTo>
                  <a:pt x="11916" y="2573867"/>
                </a:lnTo>
                <a:lnTo>
                  <a:pt x="23833" y="2480082"/>
                </a:lnTo>
                <a:lnTo>
                  <a:pt x="35750" y="2386298"/>
                </a:lnTo>
                <a:lnTo>
                  <a:pt x="47667" y="2292513"/>
                </a:lnTo>
                <a:lnTo>
                  <a:pt x="59584" y="2198728"/>
                </a:lnTo>
                <a:lnTo>
                  <a:pt x="71501" y="2104944"/>
                </a:lnTo>
                <a:lnTo>
                  <a:pt x="83418" y="2011159"/>
                </a:lnTo>
                <a:lnTo>
                  <a:pt x="95335" y="1917375"/>
                </a:lnTo>
                <a:lnTo>
                  <a:pt x="107252" y="1823590"/>
                </a:lnTo>
                <a:lnTo>
                  <a:pt x="119169" y="1729805"/>
                </a:lnTo>
                <a:lnTo>
                  <a:pt x="131086" y="1636021"/>
                </a:lnTo>
                <a:lnTo>
                  <a:pt x="143003" y="1542236"/>
                </a:lnTo>
                <a:lnTo>
                  <a:pt x="154920" y="1448451"/>
                </a:lnTo>
                <a:lnTo>
                  <a:pt x="166837" y="1354667"/>
                </a:lnTo>
                <a:lnTo>
                  <a:pt x="178754" y="1260882"/>
                </a:lnTo>
                <a:lnTo>
                  <a:pt x="190671" y="1167098"/>
                </a:lnTo>
                <a:lnTo>
                  <a:pt x="202588" y="1073313"/>
                </a:lnTo>
                <a:lnTo>
                  <a:pt x="214505" y="979528"/>
                </a:lnTo>
                <a:lnTo>
                  <a:pt x="226422" y="885744"/>
                </a:lnTo>
                <a:lnTo>
                  <a:pt x="238339" y="791959"/>
                </a:lnTo>
                <a:lnTo>
                  <a:pt x="250256" y="698175"/>
                </a:lnTo>
                <a:lnTo>
                  <a:pt x="262173" y="604390"/>
                </a:lnTo>
                <a:lnTo>
                  <a:pt x="274090" y="510605"/>
                </a:lnTo>
                <a:lnTo>
                  <a:pt x="286007" y="416821"/>
                </a:lnTo>
                <a:lnTo>
                  <a:pt x="297924" y="323036"/>
                </a:lnTo>
                <a:lnTo>
                  <a:pt x="309841" y="229251"/>
                </a:lnTo>
                <a:lnTo>
                  <a:pt x="321758" y="135467"/>
                </a:lnTo>
                <a:lnTo>
                  <a:pt x="333675" y="41682"/>
                </a:lnTo>
                <a:lnTo>
                  <a:pt x="345592" y="0"/>
                </a:lnTo>
                <a:lnTo>
                  <a:pt x="357509" y="10421"/>
                </a:lnTo>
                <a:lnTo>
                  <a:pt x="369426" y="20841"/>
                </a:lnTo>
                <a:lnTo>
                  <a:pt x="381343" y="31262"/>
                </a:lnTo>
                <a:lnTo>
                  <a:pt x="393260" y="41682"/>
                </a:lnTo>
                <a:lnTo>
                  <a:pt x="405177" y="52103"/>
                </a:lnTo>
                <a:lnTo>
                  <a:pt x="417094" y="62523"/>
                </a:lnTo>
                <a:lnTo>
                  <a:pt x="429011" y="72944"/>
                </a:lnTo>
                <a:lnTo>
                  <a:pt x="440928" y="83364"/>
                </a:lnTo>
                <a:lnTo>
                  <a:pt x="452845" y="93785"/>
                </a:lnTo>
                <a:lnTo>
                  <a:pt x="464762" y="104205"/>
                </a:lnTo>
                <a:lnTo>
                  <a:pt x="476679" y="114626"/>
                </a:lnTo>
                <a:lnTo>
                  <a:pt x="488596" y="125046"/>
                </a:lnTo>
                <a:lnTo>
                  <a:pt x="500513" y="135467"/>
                </a:lnTo>
                <a:lnTo>
                  <a:pt x="512430" y="145887"/>
                </a:lnTo>
                <a:lnTo>
                  <a:pt x="524347" y="156308"/>
                </a:lnTo>
                <a:lnTo>
                  <a:pt x="536264" y="166728"/>
                </a:lnTo>
                <a:lnTo>
                  <a:pt x="548181" y="177149"/>
                </a:lnTo>
                <a:lnTo>
                  <a:pt x="560098" y="187569"/>
                </a:lnTo>
                <a:lnTo>
                  <a:pt x="572015" y="197990"/>
                </a:lnTo>
                <a:lnTo>
                  <a:pt x="583932" y="208410"/>
                </a:lnTo>
                <a:lnTo>
                  <a:pt x="595849" y="218831"/>
                </a:lnTo>
                <a:lnTo>
                  <a:pt x="607766" y="229252"/>
                </a:lnTo>
                <a:lnTo>
                  <a:pt x="619683" y="239672"/>
                </a:lnTo>
                <a:lnTo>
                  <a:pt x="631600" y="250093"/>
                </a:lnTo>
                <a:lnTo>
                  <a:pt x="643517" y="260513"/>
                </a:lnTo>
                <a:lnTo>
                  <a:pt x="655434" y="270934"/>
                </a:lnTo>
                <a:lnTo>
                  <a:pt x="667351" y="281354"/>
                </a:lnTo>
                <a:lnTo>
                  <a:pt x="679268" y="291775"/>
                </a:lnTo>
                <a:lnTo>
                  <a:pt x="691185" y="302195"/>
                </a:lnTo>
                <a:lnTo>
                  <a:pt x="703102" y="312616"/>
                </a:lnTo>
                <a:lnTo>
                  <a:pt x="715019" y="323036"/>
                </a:lnTo>
                <a:lnTo>
                  <a:pt x="726936" y="333457"/>
                </a:lnTo>
                <a:lnTo>
                  <a:pt x="738853" y="343877"/>
                </a:lnTo>
                <a:lnTo>
                  <a:pt x="750770" y="354298"/>
                </a:lnTo>
                <a:lnTo>
                  <a:pt x="762687" y="364718"/>
                </a:lnTo>
                <a:lnTo>
                  <a:pt x="774604" y="375139"/>
                </a:lnTo>
                <a:lnTo>
                  <a:pt x="786521" y="385559"/>
                </a:lnTo>
                <a:lnTo>
                  <a:pt x="798438" y="395980"/>
                </a:lnTo>
                <a:lnTo>
                  <a:pt x="810355" y="406400"/>
                </a:lnTo>
                <a:lnTo>
                  <a:pt x="822272" y="416821"/>
                </a:lnTo>
                <a:lnTo>
                  <a:pt x="834189" y="427241"/>
                </a:lnTo>
                <a:lnTo>
                  <a:pt x="846106" y="437662"/>
                </a:lnTo>
                <a:lnTo>
                  <a:pt x="858023" y="448082"/>
                </a:lnTo>
                <a:lnTo>
                  <a:pt x="869940" y="458503"/>
                </a:lnTo>
                <a:lnTo>
                  <a:pt x="881857" y="468923"/>
                </a:lnTo>
                <a:lnTo>
                  <a:pt x="893774" y="479344"/>
                </a:lnTo>
                <a:lnTo>
                  <a:pt x="905691" y="489764"/>
                </a:lnTo>
                <a:lnTo>
                  <a:pt x="917608" y="500185"/>
                </a:lnTo>
                <a:lnTo>
                  <a:pt x="929525" y="510605"/>
                </a:lnTo>
                <a:lnTo>
                  <a:pt x="941442" y="521026"/>
                </a:lnTo>
                <a:lnTo>
                  <a:pt x="953359" y="531446"/>
                </a:lnTo>
                <a:lnTo>
                  <a:pt x="965276" y="541867"/>
                </a:lnTo>
                <a:lnTo>
                  <a:pt x="977193" y="552287"/>
                </a:lnTo>
                <a:lnTo>
                  <a:pt x="989110" y="562708"/>
                </a:lnTo>
                <a:lnTo>
                  <a:pt x="1001027" y="573128"/>
                </a:lnTo>
                <a:lnTo>
                  <a:pt x="1012944" y="583549"/>
                </a:lnTo>
                <a:lnTo>
                  <a:pt x="1024861" y="593969"/>
                </a:lnTo>
                <a:lnTo>
                  <a:pt x="1036778" y="604390"/>
                </a:lnTo>
                <a:lnTo>
                  <a:pt x="1048695" y="614810"/>
                </a:lnTo>
                <a:lnTo>
                  <a:pt x="1060612" y="625231"/>
                </a:lnTo>
                <a:lnTo>
                  <a:pt x="1072529" y="635651"/>
                </a:lnTo>
                <a:lnTo>
                  <a:pt x="1084446" y="646072"/>
                </a:lnTo>
                <a:lnTo>
                  <a:pt x="1096363" y="656493"/>
                </a:lnTo>
                <a:lnTo>
                  <a:pt x="1108280" y="666913"/>
                </a:lnTo>
                <a:lnTo>
                  <a:pt x="1120197" y="677334"/>
                </a:lnTo>
                <a:lnTo>
                  <a:pt x="1132114" y="687754"/>
                </a:lnTo>
                <a:lnTo>
                  <a:pt x="1144031" y="698175"/>
                </a:lnTo>
                <a:lnTo>
                  <a:pt x="1155948" y="708595"/>
                </a:lnTo>
                <a:lnTo>
                  <a:pt x="1167865" y="719016"/>
                </a:lnTo>
                <a:lnTo>
                  <a:pt x="1179782" y="729436"/>
                </a:lnTo>
                <a:lnTo>
                  <a:pt x="1191699" y="739857"/>
                </a:lnTo>
                <a:lnTo>
                  <a:pt x="1203616" y="750277"/>
                </a:lnTo>
                <a:lnTo>
                  <a:pt x="1215533" y="760698"/>
                </a:lnTo>
                <a:lnTo>
                  <a:pt x="1227450" y="771118"/>
                </a:lnTo>
                <a:lnTo>
                  <a:pt x="1239367" y="781539"/>
                </a:lnTo>
                <a:lnTo>
                  <a:pt x="1251284" y="791959"/>
                </a:lnTo>
                <a:lnTo>
                  <a:pt x="1263201" y="802380"/>
                </a:lnTo>
                <a:lnTo>
                  <a:pt x="1275118" y="812800"/>
                </a:lnTo>
                <a:lnTo>
                  <a:pt x="1287035" y="823221"/>
                </a:lnTo>
                <a:lnTo>
                  <a:pt x="1298952" y="833641"/>
                </a:lnTo>
                <a:lnTo>
                  <a:pt x="1310869" y="844062"/>
                </a:lnTo>
                <a:lnTo>
                  <a:pt x="1322786" y="854482"/>
                </a:lnTo>
                <a:lnTo>
                  <a:pt x="1334703" y="864903"/>
                </a:lnTo>
                <a:lnTo>
                  <a:pt x="1346620" y="875323"/>
                </a:lnTo>
                <a:lnTo>
                  <a:pt x="1358537" y="885744"/>
                </a:lnTo>
                <a:lnTo>
                  <a:pt x="1370454" y="896164"/>
                </a:lnTo>
                <a:lnTo>
                  <a:pt x="1382371" y="906585"/>
                </a:lnTo>
                <a:lnTo>
                  <a:pt x="1394288" y="917005"/>
                </a:lnTo>
                <a:lnTo>
                  <a:pt x="1406205" y="927426"/>
                </a:lnTo>
                <a:lnTo>
                  <a:pt x="1418122" y="937846"/>
                </a:lnTo>
                <a:lnTo>
                  <a:pt x="1430039" y="948267"/>
                </a:lnTo>
                <a:lnTo>
                  <a:pt x="1441956" y="958687"/>
                </a:lnTo>
                <a:lnTo>
                  <a:pt x="1453873" y="969108"/>
                </a:lnTo>
                <a:lnTo>
                  <a:pt x="1465790" y="979528"/>
                </a:lnTo>
                <a:lnTo>
                  <a:pt x="1477707" y="989949"/>
                </a:lnTo>
                <a:lnTo>
                  <a:pt x="1489624" y="1000369"/>
                </a:lnTo>
                <a:lnTo>
                  <a:pt x="1501541" y="1010790"/>
                </a:lnTo>
                <a:lnTo>
                  <a:pt x="1513458" y="1021210"/>
                </a:lnTo>
                <a:lnTo>
                  <a:pt x="1525375" y="1031631"/>
                </a:lnTo>
                <a:lnTo>
                  <a:pt x="1537292" y="1042052"/>
                </a:lnTo>
                <a:lnTo>
                  <a:pt x="1549209" y="1052472"/>
                </a:lnTo>
                <a:lnTo>
                  <a:pt x="1561126" y="1062893"/>
                </a:lnTo>
                <a:lnTo>
                  <a:pt x="1573043" y="1073313"/>
                </a:lnTo>
                <a:lnTo>
                  <a:pt x="1584960" y="1083734"/>
                </a:lnTo>
                <a:lnTo>
                  <a:pt x="1596876" y="1094154"/>
                </a:lnTo>
                <a:lnTo>
                  <a:pt x="1608793" y="1104575"/>
                </a:lnTo>
                <a:lnTo>
                  <a:pt x="1620710" y="1114995"/>
                </a:lnTo>
                <a:lnTo>
                  <a:pt x="1632627" y="1125416"/>
                </a:lnTo>
                <a:lnTo>
                  <a:pt x="1644544" y="1135836"/>
                </a:lnTo>
                <a:lnTo>
                  <a:pt x="1656461" y="1146257"/>
                </a:lnTo>
                <a:lnTo>
                  <a:pt x="1668378" y="1156677"/>
                </a:lnTo>
                <a:lnTo>
                  <a:pt x="1680295" y="1167098"/>
                </a:lnTo>
                <a:lnTo>
                  <a:pt x="1692212" y="1177518"/>
                </a:lnTo>
                <a:lnTo>
                  <a:pt x="1704129" y="1187939"/>
                </a:lnTo>
                <a:lnTo>
                  <a:pt x="1716046" y="1198359"/>
                </a:lnTo>
                <a:lnTo>
                  <a:pt x="1727963" y="1208780"/>
                </a:lnTo>
                <a:lnTo>
                  <a:pt x="1739880" y="1219200"/>
                </a:lnTo>
                <a:lnTo>
                  <a:pt x="1751797" y="1229621"/>
                </a:lnTo>
                <a:lnTo>
                  <a:pt x="1763714" y="1240041"/>
                </a:lnTo>
                <a:lnTo>
                  <a:pt x="1775631" y="1250462"/>
                </a:lnTo>
                <a:lnTo>
                  <a:pt x="1787548" y="1260882"/>
                </a:lnTo>
                <a:lnTo>
                  <a:pt x="1799465" y="1271303"/>
                </a:lnTo>
                <a:lnTo>
                  <a:pt x="1811382" y="1281723"/>
                </a:lnTo>
                <a:lnTo>
                  <a:pt x="1823299" y="1292144"/>
                </a:lnTo>
                <a:lnTo>
                  <a:pt x="1835216" y="1302564"/>
                </a:lnTo>
                <a:lnTo>
                  <a:pt x="1847133" y="1312985"/>
                </a:lnTo>
                <a:lnTo>
                  <a:pt x="1859050" y="1323405"/>
                </a:lnTo>
                <a:lnTo>
                  <a:pt x="1870967" y="1333826"/>
                </a:lnTo>
                <a:lnTo>
                  <a:pt x="1882884" y="1344246"/>
                </a:lnTo>
                <a:lnTo>
                  <a:pt x="1894801" y="1354667"/>
                </a:lnTo>
                <a:lnTo>
                  <a:pt x="1906718" y="1365087"/>
                </a:lnTo>
                <a:lnTo>
                  <a:pt x="1918635" y="1375508"/>
                </a:lnTo>
                <a:lnTo>
                  <a:pt x="1930552" y="1385928"/>
                </a:lnTo>
                <a:lnTo>
                  <a:pt x="1942469" y="1396349"/>
                </a:lnTo>
                <a:lnTo>
                  <a:pt x="1954386" y="1406769"/>
                </a:lnTo>
                <a:lnTo>
                  <a:pt x="1966303" y="1417190"/>
                </a:lnTo>
                <a:lnTo>
                  <a:pt x="1978220" y="1427610"/>
                </a:lnTo>
                <a:lnTo>
                  <a:pt x="1990137" y="1438031"/>
                </a:lnTo>
                <a:lnTo>
                  <a:pt x="2002054" y="1448452"/>
                </a:lnTo>
                <a:lnTo>
                  <a:pt x="2013971" y="1458872"/>
                </a:lnTo>
                <a:lnTo>
                  <a:pt x="2025888" y="1469293"/>
                </a:lnTo>
                <a:lnTo>
                  <a:pt x="2037805" y="1479713"/>
                </a:lnTo>
                <a:lnTo>
                  <a:pt x="2049722" y="1490134"/>
                </a:lnTo>
                <a:lnTo>
                  <a:pt x="2061639" y="1500554"/>
                </a:lnTo>
                <a:lnTo>
                  <a:pt x="2073556" y="1510975"/>
                </a:lnTo>
                <a:lnTo>
                  <a:pt x="2085473" y="1521395"/>
                </a:lnTo>
                <a:lnTo>
                  <a:pt x="2097390" y="1531816"/>
                </a:lnTo>
                <a:lnTo>
                  <a:pt x="2109307" y="1542236"/>
                </a:lnTo>
                <a:lnTo>
                  <a:pt x="2121224" y="1552657"/>
                </a:lnTo>
                <a:lnTo>
                  <a:pt x="2133141" y="1563077"/>
                </a:lnTo>
                <a:lnTo>
                  <a:pt x="2145058" y="1573498"/>
                </a:lnTo>
                <a:lnTo>
                  <a:pt x="2156975" y="1583918"/>
                </a:lnTo>
                <a:lnTo>
                  <a:pt x="2168892" y="1594339"/>
                </a:lnTo>
                <a:lnTo>
                  <a:pt x="2180809" y="1604759"/>
                </a:lnTo>
                <a:lnTo>
                  <a:pt x="2192726" y="1615180"/>
                </a:lnTo>
                <a:lnTo>
                  <a:pt x="2204643" y="1625600"/>
                </a:lnTo>
                <a:lnTo>
                  <a:pt x="2216560" y="1636021"/>
                </a:lnTo>
                <a:lnTo>
                  <a:pt x="2228477" y="1646441"/>
                </a:lnTo>
                <a:lnTo>
                  <a:pt x="2240394" y="1656862"/>
                </a:lnTo>
                <a:lnTo>
                  <a:pt x="2252311" y="1667282"/>
                </a:lnTo>
                <a:lnTo>
                  <a:pt x="2264228" y="1677703"/>
                </a:lnTo>
                <a:lnTo>
                  <a:pt x="2276145" y="1688123"/>
                </a:lnTo>
                <a:lnTo>
                  <a:pt x="2288062" y="1698544"/>
                </a:lnTo>
                <a:lnTo>
                  <a:pt x="2299979" y="1708964"/>
                </a:lnTo>
                <a:lnTo>
                  <a:pt x="2311896" y="1719385"/>
                </a:lnTo>
                <a:lnTo>
                  <a:pt x="2323813" y="1729805"/>
                </a:lnTo>
                <a:lnTo>
                  <a:pt x="2335730" y="1740226"/>
                </a:lnTo>
                <a:lnTo>
                  <a:pt x="2347647" y="1750646"/>
                </a:lnTo>
                <a:lnTo>
                  <a:pt x="2359564" y="1761067"/>
                </a:lnTo>
                <a:lnTo>
                  <a:pt x="2371481" y="1771487"/>
                </a:lnTo>
                <a:lnTo>
                  <a:pt x="2383398" y="1781908"/>
                </a:lnTo>
                <a:lnTo>
                  <a:pt x="2395315" y="1792328"/>
                </a:lnTo>
                <a:lnTo>
                  <a:pt x="2407232" y="1802749"/>
                </a:lnTo>
                <a:lnTo>
                  <a:pt x="2419149" y="1813169"/>
                </a:lnTo>
                <a:lnTo>
                  <a:pt x="2431066" y="1823590"/>
                </a:lnTo>
                <a:lnTo>
                  <a:pt x="2442983" y="1834010"/>
                </a:lnTo>
                <a:lnTo>
                  <a:pt x="2454900" y="1844431"/>
                </a:lnTo>
                <a:lnTo>
                  <a:pt x="2466817" y="1854851"/>
                </a:lnTo>
                <a:lnTo>
                  <a:pt x="2478734" y="1865272"/>
                </a:lnTo>
                <a:lnTo>
                  <a:pt x="2490651" y="1875693"/>
                </a:lnTo>
                <a:lnTo>
                  <a:pt x="2502568" y="1886113"/>
                </a:lnTo>
                <a:lnTo>
                  <a:pt x="2514485" y="1896534"/>
                </a:lnTo>
                <a:lnTo>
                  <a:pt x="2526402" y="1906954"/>
                </a:lnTo>
                <a:lnTo>
                  <a:pt x="2538319" y="1917375"/>
                </a:lnTo>
                <a:lnTo>
                  <a:pt x="2550236" y="1927795"/>
                </a:lnTo>
                <a:lnTo>
                  <a:pt x="2562153" y="1938216"/>
                </a:lnTo>
                <a:lnTo>
                  <a:pt x="2574070" y="1948636"/>
                </a:lnTo>
                <a:lnTo>
                  <a:pt x="2585987" y="1959057"/>
                </a:lnTo>
                <a:lnTo>
                  <a:pt x="2597904" y="1969477"/>
                </a:lnTo>
                <a:lnTo>
                  <a:pt x="2609821" y="1979898"/>
                </a:lnTo>
                <a:lnTo>
                  <a:pt x="2621738" y="1990318"/>
                </a:lnTo>
                <a:lnTo>
                  <a:pt x="2633655" y="2000739"/>
                </a:lnTo>
                <a:lnTo>
                  <a:pt x="2645572" y="2011159"/>
                </a:lnTo>
                <a:lnTo>
                  <a:pt x="2657489" y="2021580"/>
                </a:lnTo>
                <a:lnTo>
                  <a:pt x="2669406" y="2032000"/>
                </a:lnTo>
                <a:lnTo>
                  <a:pt x="2681323" y="2042421"/>
                </a:lnTo>
                <a:lnTo>
                  <a:pt x="2693240" y="2052841"/>
                </a:lnTo>
                <a:lnTo>
                  <a:pt x="2705157" y="2063262"/>
                </a:lnTo>
                <a:lnTo>
                  <a:pt x="2717074" y="2073682"/>
                </a:lnTo>
                <a:lnTo>
                  <a:pt x="2728991" y="2084103"/>
                </a:lnTo>
                <a:lnTo>
                  <a:pt x="2740908" y="2094523"/>
                </a:lnTo>
                <a:lnTo>
                  <a:pt x="2752825" y="2104944"/>
                </a:lnTo>
                <a:lnTo>
                  <a:pt x="2764742" y="2115364"/>
                </a:lnTo>
                <a:lnTo>
                  <a:pt x="2776659" y="2125785"/>
                </a:lnTo>
                <a:lnTo>
                  <a:pt x="2788576" y="2136205"/>
                </a:lnTo>
                <a:lnTo>
                  <a:pt x="2800493" y="2146626"/>
                </a:lnTo>
                <a:lnTo>
                  <a:pt x="2812410" y="2157046"/>
                </a:lnTo>
                <a:lnTo>
                  <a:pt x="2824327" y="2167467"/>
                </a:lnTo>
                <a:lnTo>
                  <a:pt x="2836244" y="2177887"/>
                </a:lnTo>
                <a:lnTo>
                  <a:pt x="2848161" y="2188308"/>
                </a:lnTo>
                <a:lnTo>
                  <a:pt x="2860078" y="2198728"/>
                </a:lnTo>
                <a:lnTo>
                  <a:pt x="2871995" y="2209149"/>
                </a:lnTo>
                <a:lnTo>
                  <a:pt x="2883912" y="2219569"/>
                </a:lnTo>
                <a:lnTo>
                  <a:pt x="2895829" y="2229990"/>
                </a:lnTo>
                <a:lnTo>
                  <a:pt x="2907746" y="2240410"/>
                </a:lnTo>
                <a:lnTo>
                  <a:pt x="2919663" y="2250831"/>
                </a:lnTo>
                <a:lnTo>
                  <a:pt x="2931580" y="2261252"/>
                </a:lnTo>
                <a:lnTo>
                  <a:pt x="2943497" y="2271672"/>
                </a:lnTo>
                <a:lnTo>
                  <a:pt x="2955414" y="2282093"/>
                </a:lnTo>
                <a:lnTo>
                  <a:pt x="2967331" y="2292513"/>
                </a:lnTo>
                <a:lnTo>
                  <a:pt x="2979248" y="2302934"/>
                </a:lnTo>
                <a:lnTo>
                  <a:pt x="2991165" y="2313354"/>
                </a:lnTo>
                <a:lnTo>
                  <a:pt x="3003082" y="2323775"/>
                </a:lnTo>
                <a:lnTo>
                  <a:pt x="3014999" y="2334195"/>
                </a:lnTo>
                <a:lnTo>
                  <a:pt x="3026916" y="2344616"/>
                </a:lnTo>
                <a:lnTo>
                  <a:pt x="3038833" y="2355036"/>
                </a:lnTo>
                <a:lnTo>
                  <a:pt x="3050750" y="2365457"/>
                </a:lnTo>
                <a:lnTo>
                  <a:pt x="3062667" y="2375877"/>
                </a:lnTo>
                <a:lnTo>
                  <a:pt x="3074584" y="2386298"/>
                </a:lnTo>
                <a:lnTo>
                  <a:pt x="3086501" y="2396718"/>
                </a:lnTo>
                <a:lnTo>
                  <a:pt x="3098418" y="2407139"/>
                </a:lnTo>
                <a:lnTo>
                  <a:pt x="3110335" y="2417559"/>
                </a:lnTo>
                <a:lnTo>
                  <a:pt x="3122252" y="2427980"/>
                </a:lnTo>
                <a:lnTo>
                  <a:pt x="3134169" y="2438400"/>
                </a:lnTo>
                <a:lnTo>
                  <a:pt x="3146086" y="2448821"/>
                </a:lnTo>
                <a:lnTo>
                  <a:pt x="3158003" y="2459241"/>
                </a:lnTo>
                <a:lnTo>
                  <a:pt x="3169920" y="2469662"/>
                </a:lnTo>
                <a:lnTo>
                  <a:pt x="3181836" y="2480082"/>
                </a:lnTo>
                <a:lnTo>
                  <a:pt x="3193753" y="2490503"/>
                </a:lnTo>
                <a:lnTo>
                  <a:pt x="3205670" y="2500923"/>
                </a:lnTo>
                <a:lnTo>
                  <a:pt x="3217587" y="2511344"/>
                </a:lnTo>
                <a:lnTo>
                  <a:pt x="3229504" y="2521764"/>
                </a:lnTo>
                <a:lnTo>
                  <a:pt x="3241421" y="2532185"/>
                </a:lnTo>
                <a:lnTo>
                  <a:pt x="3253338" y="2542605"/>
                </a:lnTo>
                <a:lnTo>
                  <a:pt x="3265255" y="2553026"/>
                </a:lnTo>
                <a:lnTo>
                  <a:pt x="3277172" y="2563446"/>
                </a:lnTo>
                <a:lnTo>
                  <a:pt x="3289089" y="2573867"/>
                </a:lnTo>
                <a:lnTo>
                  <a:pt x="3301006" y="2584287"/>
                </a:lnTo>
                <a:lnTo>
                  <a:pt x="3312923" y="2594708"/>
                </a:lnTo>
                <a:lnTo>
                  <a:pt x="3324840" y="2605128"/>
                </a:lnTo>
                <a:lnTo>
                  <a:pt x="3336757" y="2615549"/>
                </a:lnTo>
                <a:lnTo>
                  <a:pt x="3348674" y="2625969"/>
                </a:lnTo>
                <a:lnTo>
                  <a:pt x="3360591" y="2636390"/>
                </a:lnTo>
                <a:lnTo>
                  <a:pt x="3372508" y="2646810"/>
                </a:lnTo>
                <a:lnTo>
                  <a:pt x="3384425" y="2657231"/>
                </a:lnTo>
                <a:lnTo>
                  <a:pt x="3396342" y="2667652"/>
                </a:lnTo>
                <a:lnTo>
                  <a:pt x="3408259" y="2667652"/>
                </a:lnTo>
                <a:lnTo>
                  <a:pt x="3420176" y="2667652"/>
                </a:lnTo>
                <a:lnTo>
                  <a:pt x="3432093" y="2667652"/>
                </a:lnTo>
                <a:lnTo>
                  <a:pt x="3444010" y="2667652"/>
                </a:lnTo>
                <a:lnTo>
                  <a:pt x="3455927" y="2667652"/>
                </a:lnTo>
                <a:lnTo>
                  <a:pt x="3467844" y="2667652"/>
                </a:lnTo>
                <a:lnTo>
                  <a:pt x="3479761" y="2667652"/>
                </a:lnTo>
                <a:lnTo>
                  <a:pt x="3491678" y="2667652"/>
                </a:lnTo>
                <a:lnTo>
                  <a:pt x="3503595" y="2667652"/>
                </a:lnTo>
                <a:lnTo>
                  <a:pt x="3515512" y="2667652"/>
                </a:lnTo>
                <a:lnTo>
                  <a:pt x="3527429" y="2667652"/>
                </a:lnTo>
                <a:lnTo>
                  <a:pt x="3539346" y="2667652"/>
                </a:lnTo>
                <a:lnTo>
                  <a:pt x="3551263" y="2667652"/>
                </a:lnTo>
                <a:lnTo>
                  <a:pt x="3563180" y="2667652"/>
                </a:lnTo>
                <a:lnTo>
                  <a:pt x="3575097" y="2667652"/>
                </a:lnTo>
                <a:lnTo>
                  <a:pt x="3587014" y="2667652"/>
                </a:lnTo>
                <a:lnTo>
                  <a:pt x="3598931" y="2667652"/>
                </a:lnTo>
                <a:lnTo>
                  <a:pt x="3610848" y="2667652"/>
                </a:lnTo>
                <a:lnTo>
                  <a:pt x="3622765" y="2667652"/>
                </a:lnTo>
                <a:lnTo>
                  <a:pt x="3634682" y="2667652"/>
                </a:lnTo>
                <a:lnTo>
                  <a:pt x="3646599" y="2667652"/>
                </a:lnTo>
                <a:lnTo>
                  <a:pt x="3658516" y="2667652"/>
                </a:lnTo>
                <a:lnTo>
                  <a:pt x="3670433" y="2667652"/>
                </a:lnTo>
                <a:lnTo>
                  <a:pt x="3682350" y="2667652"/>
                </a:lnTo>
                <a:lnTo>
                  <a:pt x="3694267" y="2667652"/>
                </a:lnTo>
                <a:lnTo>
                  <a:pt x="3706184" y="2667652"/>
                </a:lnTo>
                <a:lnTo>
                  <a:pt x="3718101" y="2667652"/>
                </a:lnTo>
                <a:lnTo>
                  <a:pt x="3730018" y="2667652"/>
                </a:lnTo>
                <a:lnTo>
                  <a:pt x="3741935" y="2667652"/>
                </a:lnTo>
                <a:lnTo>
                  <a:pt x="3753852" y="2667652"/>
                </a:lnTo>
                <a:lnTo>
                  <a:pt x="3765769" y="2667652"/>
                </a:lnTo>
                <a:lnTo>
                  <a:pt x="3777686" y="2667652"/>
                </a:lnTo>
                <a:lnTo>
                  <a:pt x="3789603" y="2667652"/>
                </a:lnTo>
                <a:lnTo>
                  <a:pt x="3801520" y="2667652"/>
                </a:lnTo>
                <a:lnTo>
                  <a:pt x="3813437" y="2667652"/>
                </a:lnTo>
                <a:lnTo>
                  <a:pt x="3825354" y="2667652"/>
                </a:lnTo>
                <a:lnTo>
                  <a:pt x="3837271" y="2667652"/>
                </a:lnTo>
                <a:lnTo>
                  <a:pt x="3849188" y="2667652"/>
                </a:lnTo>
                <a:lnTo>
                  <a:pt x="3861105" y="2667652"/>
                </a:lnTo>
                <a:lnTo>
                  <a:pt x="3873022" y="2667652"/>
                </a:lnTo>
                <a:lnTo>
                  <a:pt x="3884939" y="2667652"/>
                </a:lnTo>
                <a:lnTo>
                  <a:pt x="3896856" y="2667652"/>
                </a:lnTo>
                <a:lnTo>
                  <a:pt x="3908773" y="2667652"/>
                </a:lnTo>
                <a:lnTo>
                  <a:pt x="3920690" y="2667652"/>
                </a:lnTo>
                <a:lnTo>
                  <a:pt x="3932607" y="2667652"/>
                </a:lnTo>
                <a:lnTo>
                  <a:pt x="3944524" y="2667652"/>
                </a:lnTo>
                <a:lnTo>
                  <a:pt x="3956441" y="2667652"/>
                </a:lnTo>
                <a:lnTo>
                  <a:pt x="3968358" y="2667652"/>
                </a:lnTo>
                <a:lnTo>
                  <a:pt x="3980275" y="2667652"/>
                </a:lnTo>
                <a:lnTo>
                  <a:pt x="3992192" y="2667652"/>
                </a:lnTo>
                <a:lnTo>
                  <a:pt x="4004109" y="2667652"/>
                </a:lnTo>
                <a:lnTo>
                  <a:pt x="4016026" y="2667652"/>
                </a:lnTo>
                <a:lnTo>
                  <a:pt x="4027943" y="2667652"/>
                </a:lnTo>
                <a:lnTo>
                  <a:pt x="4039860" y="2667652"/>
                </a:lnTo>
                <a:lnTo>
                  <a:pt x="4051777" y="2667652"/>
                </a:lnTo>
                <a:lnTo>
                  <a:pt x="4063694" y="2667652"/>
                </a:lnTo>
                <a:lnTo>
                  <a:pt x="4075611" y="2667652"/>
                </a:lnTo>
                <a:lnTo>
                  <a:pt x="4087528" y="2667652"/>
                </a:lnTo>
                <a:lnTo>
                  <a:pt x="4099445" y="2667652"/>
                </a:lnTo>
                <a:lnTo>
                  <a:pt x="4111362" y="2667652"/>
                </a:lnTo>
                <a:lnTo>
                  <a:pt x="4123279" y="2667652"/>
                </a:lnTo>
                <a:lnTo>
                  <a:pt x="4135196" y="2667652"/>
                </a:lnTo>
                <a:lnTo>
                  <a:pt x="4147113" y="2667652"/>
                </a:lnTo>
                <a:lnTo>
                  <a:pt x="4159030" y="2667652"/>
                </a:lnTo>
                <a:lnTo>
                  <a:pt x="4170947" y="2667652"/>
                </a:lnTo>
                <a:lnTo>
                  <a:pt x="4182864" y="2667652"/>
                </a:lnTo>
                <a:lnTo>
                  <a:pt x="4194781" y="2667652"/>
                </a:lnTo>
                <a:lnTo>
                  <a:pt x="4206698" y="2667652"/>
                </a:lnTo>
                <a:lnTo>
                  <a:pt x="4218615" y="2667652"/>
                </a:lnTo>
                <a:lnTo>
                  <a:pt x="4230532" y="2667652"/>
                </a:lnTo>
                <a:lnTo>
                  <a:pt x="4242449" y="2667652"/>
                </a:lnTo>
                <a:lnTo>
                  <a:pt x="4254366" y="2667652"/>
                </a:lnTo>
                <a:lnTo>
                  <a:pt x="4266283" y="2667652"/>
                </a:lnTo>
                <a:lnTo>
                  <a:pt x="4278200" y="2667652"/>
                </a:lnTo>
                <a:lnTo>
                  <a:pt x="4290117" y="2667652"/>
                </a:lnTo>
                <a:lnTo>
                  <a:pt x="4302034" y="2667652"/>
                </a:lnTo>
                <a:lnTo>
                  <a:pt x="4313951" y="2667652"/>
                </a:lnTo>
                <a:lnTo>
                  <a:pt x="4325868" y="2667652"/>
                </a:lnTo>
                <a:lnTo>
                  <a:pt x="4337785" y="2667652"/>
                </a:lnTo>
                <a:lnTo>
                  <a:pt x="4349702" y="2667652"/>
                </a:lnTo>
                <a:lnTo>
                  <a:pt x="4361619" y="2667652"/>
                </a:lnTo>
                <a:lnTo>
                  <a:pt x="4373536" y="2667652"/>
                </a:lnTo>
                <a:lnTo>
                  <a:pt x="4385453" y="2667652"/>
                </a:lnTo>
                <a:lnTo>
                  <a:pt x="4397370" y="2667652"/>
                </a:lnTo>
                <a:lnTo>
                  <a:pt x="4409287" y="2667652"/>
                </a:lnTo>
                <a:lnTo>
                  <a:pt x="4421204" y="2667652"/>
                </a:lnTo>
                <a:lnTo>
                  <a:pt x="4433121" y="2667652"/>
                </a:lnTo>
                <a:lnTo>
                  <a:pt x="4445038" y="2667652"/>
                </a:lnTo>
                <a:lnTo>
                  <a:pt x="4456955" y="2667652"/>
                </a:lnTo>
                <a:lnTo>
                  <a:pt x="4468872" y="2667652"/>
                </a:lnTo>
                <a:lnTo>
                  <a:pt x="4480789" y="2667652"/>
                </a:lnTo>
                <a:lnTo>
                  <a:pt x="4492706" y="2667652"/>
                </a:lnTo>
                <a:lnTo>
                  <a:pt x="4504623" y="2667652"/>
                </a:lnTo>
                <a:lnTo>
                  <a:pt x="4516540" y="2667652"/>
                </a:lnTo>
                <a:lnTo>
                  <a:pt x="4528457" y="2667652"/>
                </a:lnTo>
                <a:lnTo>
                  <a:pt x="4540374" y="2667652"/>
                </a:lnTo>
                <a:lnTo>
                  <a:pt x="4552291" y="2667652"/>
                </a:lnTo>
                <a:lnTo>
                  <a:pt x="4564208" y="2667652"/>
                </a:lnTo>
                <a:lnTo>
                  <a:pt x="4576125" y="2667652"/>
                </a:lnTo>
                <a:lnTo>
                  <a:pt x="4588042" y="2667652"/>
                </a:lnTo>
                <a:lnTo>
                  <a:pt x="4599959" y="2667652"/>
                </a:lnTo>
                <a:lnTo>
                  <a:pt x="4611876" y="2667652"/>
                </a:lnTo>
                <a:lnTo>
                  <a:pt x="4623793" y="2667652"/>
                </a:lnTo>
                <a:lnTo>
                  <a:pt x="4635710" y="2667652"/>
                </a:lnTo>
                <a:lnTo>
                  <a:pt x="4647627" y="2667652"/>
                </a:lnTo>
                <a:lnTo>
                  <a:pt x="4659544" y="2667652"/>
                </a:lnTo>
                <a:lnTo>
                  <a:pt x="4671461" y="2667652"/>
                </a:lnTo>
                <a:lnTo>
                  <a:pt x="4683378" y="2667652"/>
                </a:lnTo>
                <a:lnTo>
                  <a:pt x="4695295" y="2667652"/>
                </a:lnTo>
                <a:lnTo>
                  <a:pt x="4707212" y="2667652"/>
                </a:lnTo>
                <a:lnTo>
                  <a:pt x="4719129" y="2667652"/>
                </a:lnTo>
                <a:lnTo>
                  <a:pt x="4731046" y="2667652"/>
                </a:lnTo>
                <a:lnTo>
                  <a:pt x="4742963" y="2667652"/>
                </a:lnTo>
                <a:lnTo>
                  <a:pt x="4754880" y="2667652"/>
                </a:lnTo>
                <a:lnTo>
                  <a:pt x="4754880" y="2667652"/>
                </a:lnTo>
                <a:lnTo>
                  <a:pt x="4742963" y="2667652"/>
                </a:lnTo>
                <a:lnTo>
                  <a:pt x="4731046" y="2667652"/>
                </a:lnTo>
                <a:lnTo>
                  <a:pt x="4719129" y="2667652"/>
                </a:lnTo>
                <a:lnTo>
                  <a:pt x="4707212" y="2667652"/>
                </a:lnTo>
                <a:lnTo>
                  <a:pt x="4695295" y="2667652"/>
                </a:lnTo>
                <a:lnTo>
                  <a:pt x="4683378" y="2667652"/>
                </a:lnTo>
                <a:lnTo>
                  <a:pt x="4671461" y="2667652"/>
                </a:lnTo>
                <a:lnTo>
                  <a:pt x="4659544" y="2667652"/>
                </a:lnTo>
                <a:lnTo>
                  <a:pt x="4647627" y="2667652"/>
                </a:lnTo>
                <a:lnTo>
                  <a:pt x="4635710" y="2667652"/>
                </a:lnTo>
                <a:lnTo>
                  <a:pt x="4623793" y="2667652"/>
                </a:lnTo>
                <a:lnTo>
                  <a:pt x="4611876" y="2667652"/>
                </a:lnTo>
                <a:lnTo>
                  <a:pt x="4599959" y="2667652"/>
                </a:lnTo>
                <a:lnTo>
                  <a:pt x="4588042" y="2667652"/>
                </a:lnTo>
                <a:lnTo>
                  <a:pt x="4576125" y="2667652"/>
                </a:lnTo>
                <a:lnTo>
                  <a:pt x="4564208" y="2667652"/>
                </a:lnTo>
                <a:lnTo>
                  <a:pt x="4552291" y="2667652"/>
                </a:lnTo>
                <a:lnTo>
                  <a:pt x="4540374" y="2667652"/>
                </a:lnTo>
                <a:lnTo>
                  <a:pt x="4528457" y="2667652"/>
                </a:lnTo>
                <a:lnTo>
                  <a:pt x="4516540" y="2667652"/>
                </a:lnTo>
                <a:lnTo>
                  <a:pt x="4504623" y="2667652"/>
                </a:lnTo>
                <a:lnTo>
                  <a:pt x="4492706" y="2667652"/>
                </a:lnTo>
                <a:lnTo>
                  <a:pt x="4480789" y="2667652"/>
                </a:lnTo>
                <a:lnTo>
                  <a:pt x="4468872" y="2667652"/>
                </a:lnTo>
                <a:lnTo>
                  <a:pt x="4456955" y="2667652"/>
                </a:lnTo>
                <a:lnTo>
                  <a:pt x="4445038" y="2667652"/>
                </a:lnTo>
                <a:lnTo>
                  <a:pt x="4433121" y="2667652"/>
                </a:lnTo>
                <a:lnTo>
                  <a:pt x="4421204" y="2667652"/>
                </a:lnTo>
                <a:lnTo>
                  <a:pt x="4409287" y="2667652"/>
                </a:lnTo>
                <a:lnTo>
                  <a:pt x="4397370" y="2667652"/>
                </a:lnTo>
                <a:lnTo>
                  <a:pt x="4385453" y="2667652"/>
                </a:lnTo>
                <a:lnTo>
                  <a:pt x="4373536" y="2667652"/>
                </a:lnTo>
                <a:lnTo>
                  <a:pt x="4361619" y="2667652"/>
                </a:lnTo>
                <a:lnTo>
                  <a:pt x="4349702" y="2667652"/>
                </a:lnTo>
                <a:lnTo>
                  <a:pt x="4337785" y="2667652"/>
                </a:lnTo>
                <a:lnTo>
                  <a:pt x="4325868" y="2667652"/>
                </a:lnTo>
                <a:lnTo>
                  <a:pt x="4313951" y="2667652"/>
                </a:lnTo>
                <a:lnTo>
                  <a:pt x="4302034" y="2667652"/>
                </a:lnTo>
                <a:lnTo>
                  <a:pt x="4290117" y="2667652"/>
                </a:lnTo>
                <a:lnTo>
                  <a:pt x="4278200" y="2667652"/>
                </a:lnTo>
                <a:lnTo>
                  <a:pt x="4266283" y="2667652"/>
                </a:lnTo>
                <a:lnTo>
                  <a:pt x="4254366" y="2667652"/>
                </a:lnTo>
                <a:lnTo>
                  <a:pt x="4242449" y="2667652"/>
                </a:lnTo>
                <a:lnTo>
                  <a:pt x="4230532" y="2667652"/>
                </a:lnTo>
                <a:lnTo>
                  <a:pt x="4218615" y="2667652"/>
                </a:lnTo>
                <a:lnTo>
                  <a:pt x="4206698" y="2667652"/>
                </a:lnTo>
                <a:lnTo>
                  <a:pt x="4194781" y="2667652"/>
                </a:lnTo>
                <a:lnTo>
                  <a:pt x="4182864" y="2667652"/>
                </a:lnTo>
                <a:lnTo>
                  <a:pt x="4170947" y="2667652"/>
                </a:lnTo>
                <a:lnTo>
                  <a:pt x="4159030" y="2667652"/>
                </a:lnTo>
                <a:lnTo>
                  <a:pt x="4147113" y="2667652"/>
                </a:lnTo>
                <a:lnTo>
                  <a:pt x="4135196" y="2667652"/>
                </a:lnTo>
                <a:lnTo>
                  <a:pt x="4123279" y="2667652"/>
                </a:lnTo>
                <a:lnTo>
                  <a:pt x="4111362" y="2667652"/>
                </a:lnTo>
                <a:lnTo>
                  <a:pt x="4099445" y="2667652"/>
                </a:lnTo>
                <a:lnTo>
                  <a:pt x="4087528" y="2667652"/>
                </a:lnTo>
                <a:lnTo>
                  <a:pt x="4075611" y="2667652"/>
                </a:lnTo>
                <a:lnTo>
                  <a:pt x="4063694" y="2667652"/>
                </a:lnTo>
                <a:lnTo>
                  <a:pt x="4051777" y="2667652"/>
                </a:lnTo>
                <a:lnTo>
                  <a:pt x="4039860" y="2667652"/>
                </a:lnTo>
                <a:lnTo>
                  <a:pt x="4027943" y="2667652"/>
                </a:lnTo>
                <a:lnTo>
                  <a:pt x="4016026" y="2667652"/>
                </a:lnTo>
                <a:lnTo>
                  <a:pt x="4004109" y="2667652"/>
                </a:lnTo>
                <a:lnTo>
                  <a:pt x="3992192" y="2667652"/>
                </a:lnTo>
                <a:lnTo>
                  <a:pt x="3980275" y="2667652"/>
                </a:lnTo>
                <a:lnTo>
                  <a:pt x="3968358" y="2667652"/>
                </a:lnTo>
                <a:lnTo>
                  <a:pt x="3956441" y="2667652"/>
                </a:lnTo>
                <a:lnTo>
                  <a:pt x="3944524" y="2667652"/>
                </a:lnTo>
                <a:lnTo>
                  <a:pt x="3932607" y="2667652"/>
                </a:lnTo>
                <a:lnTo>
                  <a:pt x="3920690" y="2667652"/>
                </a:lnTo>
                <a:lnTo>
                  <a:pt x="3908773" y="2667652"/>
                </a:lnTo>
                <a:lnTo>
                  <a:pt x="3896856" y="2667652"/>
                </a:lnTo>
                <a:lnTo>
                  <a:pt x="3884939" y="2667652"/>
                </a:lnTo>
                <a:lnTo>
                  <a:pt x="3873022" y="2667652"/>
                </a:lnTo>
                <a:lnTo>
                  <a:pt x="3861105" y="2667652"/>
                </a:lnTo>
                <a:lnTo>
                  <a:pt x="3849188" y="2667652"/>
                </a:lnTo>
                <a:lnTo>
                  <a:pt x="3837271" y="2667652"/>
                </a:lnTo>
                <a:lnTo>
                  <a:pt x="3825354" y="2667652"/>
                </a:lnTo>
                <a:lnTo>
                  <a:pt x="3813437" y="2667652"/>
                </a:lnTo>
                <a:lnTo>
                  <a:pt x="3801520" y="2667652"/>
                </a:lnTo>
                <a:lnTo>
                  <a:pt x="3789603" y="2667652"/>
                </a:lnTo>
                <a:lnTo>
                  <a:pt x="3777686" y="2667652"/>
                </a:lnTo>
                <a:lnTo>
                  <a:pt x="3765769" y="2667652"/>
                </a:lnTo>
                <a:lnTo>
                  <a:pt x="3753852" y="2667652"/>
                </a:lnTo>
                <a:lnTo>
                  <a:pt x="3741935" y="2667652"/>
                </a:lnTo>
                <a:lnTo>
                  <a:pt x="3730018" y="2667652"/>
                </a:lnTo>
                <a:lnTo>
                  <a:pt x="3718101" y="2667652"/>
                </a:lnTo>
                <a:lnTo>
                  <a:pt x="3706184" y="2667652"/>
                </a:lnTo>
                <a:lnTo>
                  <a:pt x="3694267" y="2667652"/>
                </a:lnTo>
                <a:lnTo>
                  <a:pt x="3682350" y="2667652"/>
                </a:lnTo>
                <a:lnTo>
                  <a:pt x="3670433" y="2667652"/>
                </a:lnTo>
                <a:lnTo>
                  <a:pt x="3658516" y="2667652"/>
                </a:lnTo>
                <a:lnTo>
                  <a:pt x="3646599" y="2667652"/>
                </a:lnTo>
                <a:lnTo>
                  <a:pt x="3634682" y="2667652"/>
                </a:lnTo>
                <a:lnTo>
                  <a:pt x="3622765" y="2667652"/>
                </a:lnTo>
                <a:lnTo>
                  <a:pt x="3610848" y="2667652"/>
                </a:lnTo>
                <a:lnTo>
                  <a:pt x="3598931" y="2667652"/>
                </a:lnTo>
                <a:lnTo>
                  <a:pt x="3587014" y="2667652"/>
                </a:lnTo>
                <a:lnTo>
                  <a:pt x="3575097" y="2667652"/>
                </a:lnTo>
                <a:lnTo>
                  <a:pt x="3563180" y="2667652"/>
                </a:lnTo>
                <a:lnTo>
                  <a:pt x="3551263" y="2667652"/>
                </a:lnTo>
                <a:lnTo>
                  <a:pt x="3539346" y="2667652"/>
                </a:lnTo>
                <a:lnTo>
                  <a:pt x="3527429" y="2667652"/>
                </a:lnTo>
                <a:lnTo>
                  <a:pt x="3515512" y="2667652"/>
                </a:lnTo>
                <a:lnTo>
                  <a:pt x="3503595" y="2667652"/>
                </a:lnTo>
                <a:lnTo>
                  <a:pt x="3491678" y="2667652"/>
                </a:lnTo>
                <a:lnTo>
                  <a:pt x="3479761" y="2667652"/>
                </a:lnTo>
                <a:lnTo>
                  <a:pt x="3467844" y="2667652"/>
                </a:lnTo>
                <a:lnTo>
                  <a:pt x="3455927" y="2667652"/>
                </a:lnTo>
                <a:lnTo>
                  <a:pt x="3444010" y="2667652"/>
                </a:lnTo>
                <a:lnTo>
                  <a:pt x="3432093" y="2667652"/>
                </a:lnTo>
                <a:lnTo>
                  <a:pt x="3420176" y="2667652"/>
                </a:lnTo>
                <a:lnTo>
                  <a:pt x="3408259" y="2667652"/>
                </a:lnTo>
                <a:lnTo>
                  <a:pt x="3396342" y="2667652"/>
                </a:lnTo>
                <a:lnTo>
                  <a:pt x="3384425" y="2667652"/>
                </a:lnTo>
                <a:lnTo>
                  <a:pt x="3372508" y="2667652"/>
                </a:lnTo>
                <a:lnTo>
                  <a:pt x="3360591" y="2667652"/>
                </a:lnTo>
                <a:lnTo>
                  <a:pt x="3348674" y="2667652"/>
                </a:lnTo>
                <a:lnTo>
                  <a:pt x="3336757" y="2667652"/>
                </a:lnTo>
                <a:lnTo>
                  <a:pt x="3324840" y="2667652"/>
                </a:lnTo>
                <a:lnTo>
                  <a:pt x="3312923" y="2667652"/>
                </a:lnTo>
                <a:lnTo>
                  <a:pt x="3301006" y="2667652"/>
                </a:lnTo>
                <a:lnTo>
                  <a:pt x="3289089" y="2667652"/>
                </a:lnTo>
                <a:lnTo>
                  <a:pt x="3277172" y="2667652"/>
                </a:lnTo>
                <a:lnTo>
                  <a:pt x="3265255" y="2667652"/>
                </a:lnTo>
                <a:lnTo>
                  <a:pt x="3253338" y="2667652"/>
                </a:lnTo>
                <a:lnTo>
                  <a:pt x="3241421" y="2667652"/>
                </a:lnTo>
                <a:lnTo>
                  <a:pt x="3229504" y="2667652"/>
                </a:lnTo>
                <a:lnTo>
                  <a:pt x="3217587" y="2667652"/>
                </a:lnTo>
                <a:lnTo>
                  <a:pt x="3205670" y="2667652"/>
                </a:lnTo>
                <a:lnTo>
                  <a:pt x="3193753" y="2667652"/>
                </a:lnTo>
                <a:lnTo>
                  <a:pt x="3181836" y="2667652"/>
                </a:lnTo>
                <a:lnTo>
                  <a:pt x="3169920" y="2667652"/>
                </a:lnTo>
                <a:lnTo>
                  <a:pt x="3158003" y="2667652"/>
                </a:lnTo>
                <a:lnTo>
                  <a:pt x="3146086" y="2667652"/>
                </a:lnTo>
                <a:lnTo>
                  <a:pt x="3134169" y="2667652"/>
                </a:lnTo>
                <a:lnTo>
                  <a:pt x="3122252" y="2667652"/>
                </a:lnTo>
                <a:lnTo>
                  <a:pt x="3110335" y="2667652"/>
                </a:lnTo>
                <a:lnTo>
                  <a:pt x="3098418" y="2667652"/>
                </a:lnTo>
                <a:lnTo>
                  <a:pt x="3086501" y="2667652"/>
                </a:lnTo>
                <a:lnTo>
                  <a:pt x="3074584" y="2667652"/>
                </a:lnTo>
                <a:lnTo>
                  <a:pt x="3062667" y="2667652"/>
                </a:lnTo>
                <a:lnTo>
                  <a:pt x="3050750" y="2667652"/>
                </a:lnTo>
                <a:lnTo>
                  <a:pt x="3038833" y="2667652"/>
                </a:lnTo>
                <a:lnTo>
                  <a:pt x="3026916" y="2667652"/>
                </a:lnTo>
                <a:lnTo>
                  <a:pt x="3014999" y="2667652"/>
                </a:lnTo>
                <a:lnTo>
                  <a:pt x="3003082" y="2667652"/>
                </a:lnTo>
                <a:lnTo>
                  <a:pt x="2991165" y="2667652"/>
                </a:lnTo>
                <a:lnTo>
                  <a:pt x="2979248" y="2667652"/>
                </a:lnTo>
                <a:lnTo>
                  <a:pt x="2967331" y="2667652"/>
                </a:lnTo>
                <a:lnTo>
                  <a:pt x="2955414" y="2667652"/>
                </a:lnTo>
                <a:lnTo>
                  <a:pt x="2943497" y="2667652"/>
                </a:lnTo>
                <a:lnTo>
                  <a:pt x="2931580" y="2667652"/>
                </a:lnTo>
                <a:lnTo>
                  <a:pt x="2919663" y="2667652"/>
                </a:lnTo>
                <a:lnTo>
                  <a:pt x="2907746" y="2667652"/>
                </a:lnTo>
                <a:lnTo>
                  <a:pt x="2895829" y="2667652"/>
                </a:lnTo>
                <a:lnTo>
                  <a:pt x="2883912" y="2667652"/>
                </a:lnTo>
                <a:lnTo>
                  <a:pt x="2871995" y="2667652"/>
                </a:lnTo>
                <a:lnTo>
                  <a:pt x="2860078" y="2667652"/>
                </a:lnTo>
                <a:lnTo>
                  <a:pt x="2848161" y="2667652"/>
                </a:lnTo>
                <a:lnTo>
                  <a:pt x="2836244" y="2667652"/>
                </a:lnTo>
                <a:lnTo>
                  <a:pt x="2824327" y="2667652"/>
                </a:lnTo>
                <a:lnTo>
                  <a:pt x="2812410" y="2667652"/>
                </a:lnTo>
                <a:lnTo>
                  <a:pt x="2800493" y="2667652"/>
                </a:lnTo>
                <a:lnTo>
                  <a:pt x="2788576" y="2667652"/>
                </a:lnTo>
                <a:lnTo>
                  <a:pt x="2776659" y="2667652"/>
                </a:lnTo>
                <a:lnTo>
                  <a:pt x="2764742" y="2667652"/>
                </a:lnTo>
                <a:lnTo>
                  <a:pt x="2752825" y="2667652"/>
                </a:lnTo>
                <a:lnTo>
                  <a:pt x="2740908" y="2667652"/>
                </a:lnTo>
                <a:lnTo>
                  <a:pt x="2728991" y="2667652"/>
                </a:lnTo>
                <a:lnTo>
                  <a:pt x="2717074" y="2667652"/>
                </a:lnTo>
                <a:lnTo>
                  <a:pt x="2705157" y="2667652"/>
                </a:lnTo>
                <a:lnTo>
                  <a:pt x="2693240" y="2667652"/>
                </a:lnTo>
                <a:lnTo>
                  <a:pt x="2681323" y="2667652"/>
                </a:lnTo>
                <a:lnTo>
                  <a:pt x="2669406" y="2667652"/>
                </a:lnTo>
                <a:lnTo>
                  <a:pt x="2657489" y="2667652"/>
                </a:lnTo>
                <a:lnTo>
                  <a:pt x="2645572" y="2667652"/>
                </a:lnTo>
                <a:lnTo>
                  <a:pt x="2633655" y="2667652"/>
                </a:lnTo>
                <a:lnTo>
                  <a:pt x="2621738" y="2667652"/>
                </a:lnTo>
                <a:lnTo>
                  <a:pt x="2609821" y="2667652"/>
                </a:lnTo>
                <a:lnTo>
                  <a:pt x="2597904" y="2667652"/>
                </a:lnTo>
                <a:lnTo>
                  <a:pt x="2585987" y="2667652"/>
                </a:lnTo>
                <a:lnTo>
                  <a:pt x="2574070" y="2667652"/>
                </a:lnTo>
                <a:lnTo>
                  <a:pt x="2562153" y="2667652"/>
                </a:lnTo>
                <a:lnTo>
                  <a:pt x="2550236" y="2667652"/>
                </a:lnTo>
                <a:lnTo>
                  <a:pt x="2538319" y="2667652"/>
                </a:lnTo>
                <a:lnTo>
                  <a:pt x="2526402" y="2667652"/>
                </a:lnTo>
                <a:lnTo>
                  <a:pt x="2514485" y="2667652"/>
                </a:lnTo>
                <a:lnTo>
                  <a:pt x="2502568" y="2667652"/>
                </a:lnTo>
                <a:lnTo>
                  <a:pt x="2490651" y="2667652"/>
                </a:lnTo>
                <a:lnTo>
                  <a:pt x="2478734" y="2667652"/>
                </a:lnTo>
                <a:lnTo>
                  <a:pt x="2466817" y="2667652"/>
                </a:lnTo>
                <a:lnTo>
                  <a:pt x="2454900" y="2667652"/>
                </a:lnTo>
                <a:lnTo>
                  <a:pt x="2442983" y="2667652"/>
                </a:lnTo>
                <a:lnTo>
                  <a:pt x="2431066" y="2667652"/>
                </a:lnTo>
                <a:lnTo>
                  <a:pt x="2419149" y="2667652"/>
                </a:lnTo>
                <a:lnTo>
                  <a:pt x="2407232" y="2667652"/>
                </a:lnTo>
                <a:lnTo>
                  <a:pt x="2395315" y="2667652"/>
                </a:lnTo>
                <a:lnTo>
                  <a:pt x="2383398" y="2667652"/>
                </a:lnTo>
                <a:lnTo>
                  <a:pt x="2371481" y="2667652"/>
                </a:lnTo>
                <a:lnTo>
                  <a:pt x="2359564" y="2667652"/>
                </a:lnTo>
                <a:lnTo>
                  <a:pt x="2347647" y="2667652"/>
                </a:lnTo>
                <a:lnTo>
                  <a:pt x="2335730" y="2667652"/>
                </a:lnTo>
                <a:lnTo>
                  <a:pt x="2323813" y="2667652"/>
                </a:lnTo>
                <a:lnTo>
                  <a:pt x="2311896" y="2667652"/>
                </a:lnTo>
                <a:lnTo>
                  <a:pt x="2299979" y="2667652"/>
                </a:lnTo>
                <a:lnTo>
                  <a:pt x="2288062" y="2667652"/>
                </a:lnTo>
                <a:lnTo>
                  <a:pt x="2276145" y="2667652"/>
                </a:lnTo>
                <a:lnTo>
                  <a:pt x="2264228" y="2667652"/>
                </a:lnTo>
                <a:lnTo>
                  <a:pt x="2252311" y="2667652"/>
                </a:lnTo>
                <a:lnTo>
                  <a:pt x="2240394" y="2667652"/>
                </a:lnTo>
                <a:lnTo>
                  <a:pt x="2228477" y="2667652"/>
                </a:lnTo>
                <a:lnTo>
                  <a:pt x="2216560" y="2667652"/>
                </a:lnTo>
                <a:lnTo>
                  <a:pt x="2204643" y="2667652"/>
                </a:lnTo>
                <a:lnTo>
                  <a:pt x="2192726" y="2667652"/>
                </a:lnTo>
                <a:lnTo>
                  <a:pt x="2180809" y="2667652"/>
                </a:lnTo>
                <a:lnTo>
                  <a:pt x="2168892" y="2667652"/>
                </a:lnTo>
                <a:lnTo>
                  <a:pt x="2156975" y="2667652"/>
                </a:lnTo>
                <a:lnTo>
                  <a:pt x="2145058" y="2667652"/>
                </a:lnTo>
                <a:lnTo>
                  <a:pt x="2133141" y="2667652"/>
                </a:lnTo>
                <a:lnTo>
                  <a:pt x="2121224" y="2667652"/>
                </a:lnTo>
                <a:lnTo>
                  <a:pt x="2109307" y="2667652"/>
                </a:lnTo>
                <a:lnTo>
                  <a:pt x="2097390" y="2667652"/>
                </a:lnTo>
                <a:lnTo>
                  <a:pt x="2085473" y="2667652"/>
                </a:lnTo>
                <a:lnTo>
                  <a:pt x="2073556" y="2667652"/>
                </a:lnTo>
                <a:lnTo>
                  <a:pt x="2061639" y="2667652"/>
                </a:lnTo>
                <a:lnTo>
                  <a:pt x="2049722" y="2667652"/>
                </a:lnTo>
                <a:lnTo>
                  <a:pt x="2037805" y="2667652"/>
                </a:lnTo>
                <a:lnTo>
                  <a:pt x="2025888" y="2667652"/>
                </a:lnTo>
                <a:lnTo>
                  <a:pt x="2013971" y="2667652"/>
                </a:lnTo>
                <a:lnTo>
                  <a:pt x="2002054" y="2667652"/>
                </a:lnTo>
                <a:lnTo>
                  <a:pt x="1990137" y="2667652"/>
                </a:lnTo>
                <a:lnTo>
                  <a:pt x="1978220" y="2667652"/>
                </a:lnTo>
                <a:lnTo>
                  <a:pt x="1966303" y="2667652"/>
                </a:lnTo>
                <a:lnTo>
                  <a:pt x="1954386" y="2667652"/>
                </a:lnTo>
                <a:lnTo>
                  <a:pt x="1942469" y="2667652"/>
                </a:lnTo>
                <a:lnTo>
                  <a:pt x="1930552" y="2667652"/>
                </a:lnTo>
                <a:lnTo>
                  <a:pt x="1918635" y="2667652"/>
                </a:lnTo>
                <a:lnTo>
                  <a:pt x="1906718" y="2667652"/>
                </a:lnTo>
                <a:lnTo>
                  <a:pt x="1894801" y="2667652"/>
                </a:lnTo>
                <a:lnTo>
                  <a:pt x="1882884" y="2667652"/>
                </a:lnTo>
                <a:lnTo>
                  <a:pt x="1870967" y="2667652"/>
                </a:lnTo>
                <a:lnTo>
                  <a:pt x="1859050" y="2667652"/>
                </a:lnTo>
                <a:lnTo>
                  <a:pt x="1847133" y="2667652"/>
                </a:lnTo>
                <a:lnTo>
                  <a:pt x="1835216" y="2667652"/>
                </a:lnTo>
                <a:lnTo>
                  <a:pt x="1823299" y="2667652"/>
                </a:lnTo>
                <a:lnTo>
                  <a:pt x="1811382" y="2667652"/>
                </a:lnTo>
                <a:lnTo>
                  <a:pt x="1799465" y="2667652"/>
                </a:lnTo>
                <a:lnTo>
                  <a:pt x="1787548" y="2667652"/>
                </a:lnTo>
                <a:lnTo>
                  <a:pt x="1775631" y="2667652"/>
                </a:lnTo>
                <a:lnTo>
                  <a:pt x="1763714" y="2667652"/>
                </a:lnTo>
                <a:lnTo>
                  <a:pt x="1751797" y="2667652"/>
                </a:lnTo>
                <a:lnTo>
                  <a:pt x="1739880" y="2667652"/>
                </a:lnTo>
                <a:lnTo>
                  <a:pt x="1727963" y="2667652"/>
                </a:lnTo>
                <a:lnTo>
                  <a:pt x="1716046" y="2667652"/>
                </a:lnTo>
                <a:lnTo>
                  <a:pt x="1704129" y="2667652"/>
                </a:lnTo>
                <a:lnTo>
                  <a:pt x="1692212" y="2667652"/>
                </a:lnTo>
                <a:lnTo>
                  <a:pt x="1680295" y="2667652"/>
                </a:lnTo>
                <a:lnTo>
                  <a:pt x="1668378" y="2667652"/>
                </a:lnTo>
                <a:lnTo>
                  <a:pt x="1656461" y="2667652"/>
                </a:lnTo>
                <a:lnTo>
                  <a:pt x="1644544" y="2667652"/>
                </a:lnTo>
                <a:lnTo>
                  <a:pt x="1632627" y="2667652"/>
                </a:lnTo>
                <a:lnTo>
                  <a:pt x="1620710" y="2667652"/>
                </a:lnTo>
                <a:lnTo>
                  <a:pt x="1608793" y="2667652"/>
                </a:lnTo>
                <a:lnTo>
                  <a:pt x="1596876" y="2667652"/>
                </a:lnTo>
                <a:lnTo>
                  <a:pt x="1584960" y="2667652"/>
                </a:lnTo>
                <a:lnTo>
                  <a:pt x="1573043" y="2667652"/>
                </a:lnTo>
                <a:lnTo>
                  <a:pt x="1561126" y="2667652"/>
                </a:lnTo>
                <a:lnTo>
                  <a:pt x="1549209" y="2667652"/>
                </a:lnTo>
                <a:lnTo>
                  <a:pt x="1537292" y="2667652"/>
                </a:lnTo>
                <a:lnTo>
                  <a:pt x="1525375" y="2667652"/>
                </a:lnTo>
                <a:lnTo>
                  <a:pt x="1513458" y="2667652"/>
                </a:lnTo>
                <a:lnTo>
                  <a:pt x="1501541" y="2667652"/>
                </a:lnTo>
                <a:lnTo>
                  <a:pt x="1489624" y="2667652"/>
                </a:lnTo>
                <a:lnTo>
                  <a:pt x="1477707" y="2667652"/>
                </a:lnTo>
                <a:lnTo>
                  <a:pt x="1465790" y="2667652"/>
                </a:lnTo>
                <a:lnTo>
                  <a:pt x="1453873" y="2667652"/>
                </a:lnTo>
                <a:lnTo>
                  <a:pt x="1441956" y="2667652"/>
                </a:lnTo>
                <a:lnTo>
                  <a:pt x="1430039" y="2667652"/>
                </a:lnTo>
                <a:lnTo>
                  <a:pt x="1418122" y="2667652"/>
                </a:lnTo>
                <a:lnTo>
                  <a:pt x="1406205" y="2667652"/>
                </a:lnTo>
                <a:lnTo>
                  <a:pt x="1394288" y="2667652"/>
                </a:lnTo>
                <a:lnTo>
                  <a:pt x="1382371" y="2667652"/>
                </a:lnTo>
                <a:lnTo>
                  <a:pt x="1370454" y="2667652"/>
                </a:lnTo>
                <a:lnTo>
                  <a:pt x="1358537" y="2667652"/>
                </a:lnTo>
                <a:lnTo>
                  <a:pt x="1346620" y="2667652"/>
                </a:lnTo>
                <a:lnTo>
                  <a:pt x="1334703" y="2667652"/>
                </a:lnTo>
                <a:lnTo>
                  <a:pt x="1322786" y="2667652"/>
                </a:lnTo>
                <a:lnTo>
                  <a:pt x="1310869" y="2667652"/>
                </a:lnTo>
                <a:lnTo>
                  <a:pt x="1298952" y="2667652"/>
                </a:lnTo>
                <a:lnTo>
                  <a:pt x="1287035" y="2667652"/>
                </a:lnTo>
                <a:lnTo>
                  <a:pt x="1275118" y="2667652"/>
                </a:lnTo>
                <a:lnTo>
                  <a:pt x="1263201" y="2667652"/>
                </a:lnTo>
                <a:lnTo>
                  <a:pt x="1251284" y="2667652"/>
                </a:lnTo>
                <a:lnTo>
                  <a:pt x="1239367" y="2667652"/>
                </a:lnTo>
                <a:lnTo>
                  <a:pt x="1227450" y="2667652"/>
                </a:lnTo>
                <a:lnTo>
                  <a:pt x="1215533" y="2667652"/>
                </a:lnTo>
                <a:lnTo>
                  <a:pt x="1203616" y="2667652"/>
                </a:lnTo>
                <a:lnTo>
                  <a:pt x="1191699" y="2667652"/>
                </a:lnTo>
                <a:lnTo>
                  <a:pt x="1179782" y="2667652"/>
                </a:lnTo>
                <a:lnTo>
                  <a:pt x="1167865" y="2667652"/>
                </a:lnTo>
                <a:lnTo>
                  <a:pt x="1155948" y="2667652"/>
                </a:lnTo>
                <a:lnTo>
                  <a:pt x="1144031" y="2667652"/>
                </a:lnTo>
                <a:lnTo>
                  <a:pt x="1132114" y="2667652"/>
                </a:lnTo>
                <a:lnTo>
                  <a:pt x="1120197" y="2667652"/>
                </a:lnTo>
                <a:lnTo>
                  <a:pt x="1108280" y="2667652"/>
                </a:lnTo>
                <a:lnTo>
                  <a:pt x="1096363" y="2667652"/>
                </a:lnTo>
                <a:lnTo>
                  <a:pt x="1084446" y="2667652"/>
                </a:lnTo>
                <a:lnTo>
                  <a:pt x="1072529" y="2667652"/>
                </a:lnTo>
                <a:lnTo>
                  <a:pt x="1060612" y="2667652"/>
                </a:lnTo>
                <a:lnTo>
                  <a:pt x="1048695" y="2667652"/>
                </a:lnTo>
                <a:lnTo>
                  <a:pt x="1036778" y="2667652"/>
                </a:lnTo>
                <a:lnTo>
                  <a:pt x="1024861" y="2667652"/>
                </a:lnTo>
                <a:lnTo>
                  <a:pt x="1012944" y="2667652"/>
                </a:lnTo>
                <a:lnTo>
                  <a:pt x="1001027" y="2667652"/>
                </a:lnTo>
                <a:lnTo>
                  <a:pt x="989110" y="2667652"/>
                </a:lnTo>
                <a:lnTo>
                  <a:pt x="977193" y="2667652"/>
                </a:lnTo>
                <a:lnTo>
                  <a:pt x="965276" y="2667652"/>
                </a:lnTo>
                <a:lnTo>
                  <a:pt x="953359" y="2667652"/>
                </a:lnTo>
                <a:lnTo>
                  <a:pt x="941442" y="2667652"/>
                </a:lnTo>
                <a:lnTo>
                  <a:pt x="929525" y="2667652"/>
                </a:lnTo>
                <a:lnTo>
                  <a:pt x="917608" y="2667652"/>
                </a:lnTo>
                <a:lnTo>
                  <a:pt x="905691" y="2667652"/>
                </a:lnTo>
                <a:lnTo>
                  <a:pt x="893774" y="2667652"/>
                </a:lnTo>
                <a:lnTo>
                  <a:pt x="881857" y="2667652"/>
                </a:lnTo>
                <a:lnTo>
                  <a:pt x="869940" y="2667652"/>
                </a:lnTo>
                <a:lnTo>
                  <a:pt x="858023" y="2667652"/>
                </a:lnTo>
                <a:lnTo>
                  <a:pt x="846106" y="2667652"/>
                </a:lnTo>
                <a:lnTo>
                  <a:pt x="834189" y="2667652"/>
                </a:lnTo>
                <a:lnTo>
                  <a:pt x="822272" y="2667652"/>
                </a:lnTo>
                <a:lnTo>
                  <a:pt x="810355" y="2667652"/>
                </a:lnTo>
                <a:lnTo>
                  <a:pt x="798438" y="2667652"/>
                </a:lnTo>
                <a:lnTo>
                  <a:pt x="786521" y="2667652"/>
                </a:lnTo>
                <a:lnTo>
                  <a:pt x="774604" y="2667652"/>
                </a:lnTo>
                <a:lnTo>
                  <a:pt x="762687" y="2667652"/>
                </a:lnTo>
                <a:lnTo>
                  <a:pt x="750770" y="2667652"/>
                </a:lnTo>
                <a:lnTo>
                  <a:pt x="738853" y="2667652"/>
                </a:lnTo>
                <a:lnTo>
                  <a:pt x="726936" y="2667652"/>
                </a:lnTo>
                <a:lnTo>
                  <a:pt x="715019" y="2667652"/>
                </a:lnTo>
                <a:lnTo>
                  <a:pt x="703102" y="2667652"/>
                </a:lnTo>
                <a:lnTo>
                  <a:pt x="691185" y="2667652"/>
                </a:lnTo>
                <a:lnTo>
                  <a:pt x="679268" y="2667652"/>
                </a:lnTo>
                <a:lnTo>
                  <a:pt x="667351" y="2667652"/>
                </a:lnTo>
                <a:lnTo>
                  <a:pt x="655434" y="2667652"/>
                </a:lnTo>
                <a:lnTo>
                  <a:pt x="643517" y="2667652"/>
                </a:lnTo>
                <a:lnTo>
                  <a:pt x="631600" y="2667652"/>
                </a:lnTo>
                <a:lnTo>
                  <a:pt x="619683" y="2667652"/>
                </a:lnTo>
                <a:lnTo>
                  <a:pt x="607766" y="2667652"/>
                </a:lnTo>
                <a:lnTo>
                  <a:pt x="595849" y="2667652"/>
                </a:lnTo>
                <a:lnTo>
                  <a:pt x="583932" y="2667652"/>
                </a:lnTo>
                <a:lnTo>
                  <a:pt x="572015" y="2667652"/>
                </a:lnTo>
                <a:lnTo>
                  <a:pt x="560098" y="2667652"/>
                </a:lnTo>
                <a:lnTo>
                  <a:pt x="548181" y="2667652"/>
                </a:lnTo>
                <a:lnTo>
                  <a:pt x="536264" y="2667652"/>
                </a:lnTo>
                <a:lnTo>
                  <a:pt x="524347" y="2667652"/>
                </a:lnTo>
                <a:lnTo>
                  <a:pt x="512430" y="2667652"/>
                </a:lnTo>
                <a:lnTo>
                  <a:pt x="500513" y="2667652"/>
                </a:lnTo>
                <a:lnTo>
                  <a:pt x="488596" y="2667652"/>
                </a:lnTo>
                <a:lnTo>
                  <a:pt x="476679" y="2667652"/>
                </a:lnTo>
                <a:lnTo>
                  <a:pt x="464762" y="2667652"/>
                </a:lnTo>
                <a:lnTo>
                  <a:pt x="452845" y="2667652"/>
                </a:lnTo>
                <a:lnTo>
                  <a:pt x="440928" y="2667652"/>
                </a:lnTo>
                <a:lnTo>
                  <a:pt x="429011" y="2667652"/>
                </a:lnTo>
                <a:lnTo>
                  <a:pt x="417094" y="2667652"/>
                </a:lnTo>
                <a:lnTo>
                  <a:pt x="405177" y="2667652"/>
                </a:lnTo>
                <a:lnTo>
                  <a:pt x="393260" y="2667652"/>
                </a:lnTo>
                <a:lnTo>
                  <a:pt x="381343" y="2667652"/>
                </a:lnTo>
                <a:lnTo>
                  <a:pt x="369426" y="2667652"/>
                </a:lnTo>
                <a:lnTo>
                  <a:pt x="357509" y="2667652"/>
                </a:lnTo>
                <a:lnTo>
                  <a:pt x="345592" y="2667652"/>
                </a:lnTo>
                <a:lnTo>
                  <a:pt x="333675" y="2667652"/>
                </a:lnTo>
                <a:lnTo>
                  <a:pt x="321758" y="2667652"/>
                </a:lnTo>
                <a:lnTo>
                  <a:pt x="309841" y="2667652"/>
                </a:lnTo>
                <a:lnTo>
                  <a:pt x="297924" y="2667652"/>
                </a:lnTo>
                <a:lnTo>
                  <a:pt x="286007" y="2667652"/>
                </a:lnTo>
                <a:lnTo>
                  <a:pt x="274090" y="2667652"/>
                </a:lnTo>
                <a:lnTo>
                  <a:pt x="262173" y="2667652"/>
                </a:lnTo>
                <a:lnTo>
                  <a:pt x="250256" y="2667652"/>
                </a:lnTo>
                <a:lnTo>
                  <a:pt x="238339" y="2667652"/>
                </a:lnTo>
                <a:lnTo>
                  <a:pt x="226422" y="2667652"/>
                </a:lnTo>
                <a:lnTo>
                  <a:pt x="214505" y="2667652"/>
                </a:lnTo>
                <a:lnTo>
                  <a:pt x="202588" y="2667652"/>
                </a:lnTo>
                <a:lnTo>
                  <a:pt x="190671" y="2667652"/>
                </a:lnTo>
                <a:lnTo>
                  <a:pt x="178754" y="2667652"/>
                </a:lnTo>
                <a:lnTo>
                  <a:pt x="166837" y="2667652"/>
                </a:lnTo>
                <a:lnTo>
                  <a:pt x="154920" y="2667652"/>
                </a:lnTo>
                <a:lnTo>
                  <a:pt x="143003" y="2667652"/>
                </a:lnTo>
                <a:lnTo>
                  <a:pt x="131086" y="2667652"/>
                </a:lnTo>
                <a:lnTo>
                  <a:pt x="119169" y="2667652"/>
                </a:lnTo>
                <a:lnTo>
                  <a:pt x="107252" y="2667652"/>
                </a:lnTo>
                <a:lnTo>
                  <a:pt x="95335" y="2667652"/>
                </a:lnTo>
                <a:lnTo>
                  <a:pt x="83418" y="2667652"/>
                </a:lnTo>
                <a:lnTo>
                  <a:pt x="71501" y="2667652"/>
                </a:lnTo>
                <a:lnTo>
                  <a:pt x="59584" y="2667652"/>
                </a:lnTo>
                <a:lnTo>
                  <a:pt x="47667" y="2667652"/>
                </a:lnTo>
                <a:lnTo>
                  <a:pt x="35750" y="2667652"/>
                </a:lnTo>
                <a:lnTo>
                  <a:pt x="23833" y="2667652"/>
                </a:lnTo>
                <a:lnTo>
                  <a:pt x="11916" y="2667652"/>
                </a:lnTo>
                <a:lnTo>
                  <a:pt x="0" y="2667652"/>
                </a:lnTo>
                <a:close/>
              </a:path>
            </a:pathLst>
          </a:custGeom>
          <a:solidFill>
            <a:srgbClr val="8EDBD4">
              <a:alpha val="30000"/>
            </a:srgbClr>
          </a:solidFill>
          <a:ln w="10160">
            <a:solidFill>
              <a:srgbClr val="8EDBD4">
                <a:alpha val="3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C4-E38 polygon 22" descr="sci-ppt:o022"/>
          <p:cNvSpPr/>
          <p:nvPr/>
        </p:nvSpPr>
        <p:spPr>
          <a:xfrm>
            <a:off x="914400" y="2189089"/>
            <a:ext cx="4754880" cy="2657231"/>
          </a:xfrm>
          <a:custGeom>
            <a:avLst/>
            <a:gdLst/>
            <a:ahLst/>
            <a:cxnLst/>
            <a:rect l="l" t="t" r="r" b="b"/>
            <a:pathLst>
              <a:path w="4754880" h="2657231">
                <a:moveTo>
                  <a:pt x="0" y="2657231"/>
                </a:moveTo>
                <a:lnTo>
                  <a:pt x="23833" y="2469661"/>
                </a:lnTo>
                <a:lnTo>
                  <a:pt x="47667" y="2282092"/>
                </a:lnTo>
                <a:lnTo>
                  <a:pt x="71501" y="2094523"/>
                </a:lnTo>
                <a:lnTo>
                  <a:pt x="95335" y="1906954"/>
                </a:lnTo>
                <a:lnTo>
                  <a:pt x="119169" y="1719384"/>
                </a:lnTo>
                <a:lnTo>
                  <a:pt x="143003" y="1531815"/>
                </a:lnTo>
                <a:lnTo>
                  <a:pt x="166837" y="1344246"/>
                </a:lnTo>
                <a:lnTo>
                  <a:pt x="190671" y="1156677"/>
                </a:lnTo>
                <a:lnTo>
                  <a:pt x="214505" y="969107"/>
                </a:lnTo>
                <a:lnTo>
                  <a:pt x="238339" y="781538"/>
                </a:lnTo>
                <a:lnTo>
                  <a:pt x="262173" y="593969"/>
                </a:lnTo>
                <a:lnTo>
                  <a:pt x="286007" y="406400"/>
                </a:lnTo>
                <a:lnTo>
                  <a:pt x="309841" y="218830"/>
                </a:lnTo>
                <a:lnTo>
                  <a:pt x="333675" y="31261"/>
                </a:lnTo>
                <a:lnTo>
                  <a:pt x="357509" y="0"/>
                </a:lnTo>
                <a:lnTo>
                  <a:pt x="381343" y="20841"/>
                </a:lnTo>
                <a:lnTo>
                  <a:pt x="405177" y="41682"/>
                </a:lnTo>
                <a:lnTo>
                  <a:pt x="429011" y="62523"/>
                </a:lnTo>
                <a:lnTo>
                  <a:pt x="452845" y="83364"/>
                </a:lnTo>
                <a:lnTo>
                  <a:pt x="476679" y="104205"/>
                </a:lnTo>
                <a:lnTo>
                  <a:pt x="500513" y="125046"/>
                </a:lnTo>
                <a:lnTo>
                  <a:pt x="524347" y="145887"/>
                </a:lnTo>
                <a:lnTo>
                  <a:pt x="548181" y="166728"/>
                </a:lnTo>
                <a:lnTo>
                  <a:pt x="572015" y="187569"/>
                </a:lnTo>
                <a:lnTo>
                  <a:pt x="595849" y="208410"/>
                </a:lnTo>
                <a:lnTo>
                  <a:pt x="619683" y="229251"/>
                </a:lnTo>
                <a:lnTo>
                  <a:pt x="643517" y="250092"/>
                </a:lnTo>
                <a:lnTo>
                  <a:pt x="667351" y="270933"/>
                </a:lnTo>
                <a:lnTo>
                  <a:pt x="691185" y="291774"/>
                </a:lnTo>
                <a:lnTo>
                  <a:pt x="715019" y="312615"/>
                </a:lnTo>
                <a:lnTo>
                  <a:pt x="738853" y="333456"/>
                </a:lnTo>
                <a:lnTo>
                  <a:pt x="762687" y="354297"/>
                </a:lnTo>
                <a:lnTo>
                  <a:pt x="786521" y="375138"/>
                </a:lnTo>
                <a:lnTo>
                  <a:pt x="810355" y="395979"/>
                </a:lnTo>
                <a:lnTo>
                  <a:pt x="834189" y="416820"/>
                </a:lnTo>
                <a:lnTo>
                  <a:pt x="858023" y="437661"/>
                </a:lnTo>
                <a:lnTo>
                  <a:pt x="881857" y="458502"/>
                </a:lnTo>
                <a:lnTo>
                  <a:pt x="905691" y="479343"/>
                </a:lnTo>
                <a:lnTo>
                  <a:pt x="929525" y="500184"/>
                </a:lnTo>
                <a:lnTo>
                  <a:pt x="953359" y="521025"/>
                </a:lnTo>
                <a:lnTo>
                  <a:pt x="977193" y="541866"/>
                </a:lnTo>
                <a:lnTo>
                  <a:pt x="1001027" y="562707"/>
                </a:lnTo>
                <a:lnTo>
                  <a:pt x="1024861" y="583548"/>
                </a:lnTo>
                <a:lnTo>
                  <a:pt x="1048695" y="604389"/>
                </a:lnTo>
                <a:lnTo>
                  <a:pt x="1072529" y="625230"/>
                </a:lnTo>
                <a:lnTo>
                  <a:pt x="1096363" y="646072"/>
                </a:lnTo>
                <a:lnTo>
                  <a:pt x="1120197" y="666913"/>
                </a:lnTo>
                <a:lnTo>
                  <a:pt x="1144031" y="687754"/>
                </a:lnTo>
                <a:lnTo>
                  <a:pt x="1167865" y="708595"/>
                </a:lnTo>
                <a:lnTo>
                  <a:pt x="1191699" y="729436"/>
                </a:lnTo>
                <a:lnTo>
                  <a:pt x="1215533" y="750277"/>
                </a:lnTo>
                <a:lnTo>
                  <a:pt x="1239367" y="771118"/>
                </a:lnTo>
                <a:lnTo>
                  <a:pt x="1263201" y="791959"/>
                </a:lnTo>
                <a:lnTo>
                  <a:pt x="1287035" y="812800"/>
                </a:lnTo>
                <a:lnTo>
                  <a:pt x="1310869" y="833641"/>
                </a:lnTo>
                <a:lnTo>
                  <a:pt x="1334703" y="854482"/>
                </a:lnTo>
                <a:lnTo>
                  <a:pt x="1358537" y="875323"/>
                </a:lnTo>
                <a:lnTo>
                  <a:pt x="1382371" y="896164"/>
                </a:lnTo>
                <a:lnTo>
                  <a:pt x="1406205" y="917005"/>
                </a:lnTo>
                <a:lnTo>
                  <a:pt x="1430039" y="937846"/>
                </a:lnTo>
                <a:lnTo>
                  <a:pt x="1453873" y="958687"/>
                </a:lnTo>
                <a:lnTo>
                  <a:pt x="1477707" y="979528"/>
                </a:lnTo>
                <a:lnTo>
                  <a:pt x="1501541" y="1000369"/>
                </a:lnTo>
                <a:lnTo>
                  <a:pt x="1525375" y="1021210"/>
                </a:lnTo>
                <a:lnTo>
                  <a:pt x="1549209" y="1042051"/>
                </a:lnTo>
                <a:lnTo>
                  <a:pt x="1573043" y="1062892"/>
                </a:lnTo>
                <a:lnTo>
                  <a:pt x="1596876" y="1083733"/>
                </a:lnTo>
                <a:lnTo>
                  <a:pt x="1620710" y="1104574"/>
                </a:lnTo>
                <a:lnTo>
                  <a:pt x="1644544" y="1125415"/>
                </a:lnTo>
                <a:lnTo>
                  <a:pt x="1668378" y="1146256"/>
                </a:lnTo>
                <a:lnTo>
                  <a:pt x="1692212" y="1167097"/>
                </a:lnTo>
                <a:lnTo>
                  <a:pt x="1716046" y="1187938"/>
                </a:lnTo>
                <a:lnTo>
                  <a:pt x="1739880" y="1208779"/>
                </a:lnTo>
                <a:lnTo>
                  <a:pt x="1763714" y="1229620"/>
                </a:lnTo>
                <a:lnTo>
                  <a:pt x="1787548" y="1250461"/>
                </a:lnTo>
                <a:lnTo>
                  <a:pt x="1811382" y="1271302"/>
                </a:lnTo>
                <a:lnTo>
                  <a:pt x="1835216" y="1292143"/>
                </a:lnTo>
                <a:lnTo>
                  <a:pt x="1859050" y="1312984"/>
                </a:lnTo>
                <a:lnTo>
                  <a:pt x="1882884" y="1333825"/>
                </a:lnTo>
                <a:lnTo>
                  <a:pt x="1906718" y="1354666"/>
                </a:lnTo>
                <a:lnTo>
                  <a:pt x="1930552" y="1375507"/>
                </a:lnTo>
                <a:lnTo>
                  <a:pt x="1954386" y="1396348"/>
                </a:lnTo>
                <a:lnTo>
                  <a:pt x="1978220" y="1417189"/>
                </a:lnTo>
                <a:lnTo>
                  <a:pt x="2002054" y="1438031"/>
                </a:lnTo>
                <a:lnTo>
                  <a:pt x="2025888" y="1458872"/>
                </a:lnTo>
                <a:lnTo>
                  <a:pt x="2049722" y="1479713"/>
                </a:lnTo>
                <a:lnTo>
                  <a:pt x="2073556" y="1500554"/>
                </a:lnTo>
                <a:lnTo>
                  <a:pt x="2097390" y="1521395"/>
                </a:lnTo>
                <a:lnTo>
                  <a:pt x="2121224" y="1542236"/>
                </a:lnTo>
                <a:lnTo>
                  <a:pt x="2145058" y="1563077"/>
                </a:lnTo>
                <a:lnTo>
                  <a:pt x="2168892" y="1583918"/>
                </a:lnTo>
                <a:lnTo>
                  <a:pt x="2192726" y="1604759"/>
                </a:lnTo>
                <a:lnTo>
                  <a:pt x="2216560" y="1625600"/>
                </a:lnTo>
                <a:lnTo>
                  <a:pt x="2240394" y="1646441"/>
                </a:lnTo>
                <a:lnTo>
                  <a:pt x="2264228" y="1667282"/>
                </a:lnTo>
                <a:lnTo>
                  <a:pt x="2288062" y="1688123"/>
                </a:lnTo>
                <a:lnTo>
                  <a:pt x="2311896" y="1708964"/>
                </a:lnTo>
                <a:lnTo>
                  <a:pt x="2335730" y="1729805"/>
                </a:lnTo>
                <a:lnTo>
                  <a:pt x="2359564" y="1750646"/>
                </a:lnTo>
                <a:lnTo>
                  <a:pt x="2383398" y="1771487"/>
                </a:lnTo>
                <a:lnTo>
                  <a:pt x="2407232" y="1792328"/>
                </a:lnTo>
                <a:lnTo>
                  <a:pt x="2431066" y="1813169"/>
                </a:lnTo>
                <a:lnTo>
                  <a:pt x="2454900" y="1834010"/>
                </a:lnTo>
                <a:lnTo>
                  <a:pt x="2478734" y="1854851"/>
                </a:lnTo>
                <a:lnTo>
                  <a:pt x="2502568" y="1875692"/>
                </a:lnTo>
                <a:lnTo>
                  <a:pt x="2526402" y="1896533"/>
                </a:lnTo>
                <a:lnTo>
                  <a:pt x="2550236" y="1917374"/>
                </a:lnTo>
                <a:lnTo>
                  <a:pt x="2574070" y="1938215"/>
                </a:lnTo>
                <a:lnTo>
                  <a:pt x="2597904" y="1959056"/>
                </a:lnTo>
                <a:lnTo>
                  <a:pt x="2621738" y="1979897"/>
                </a:lnTo>
                <a:lnTo>
                  <a:pt x="2645572" y="2000738"/>
                </a:lnTo>
                <a:lnTo>
                  <a:pt x="2669406" y="2021579"/>
                </a:lnTo>
                <a:lnTo>
                  <a:pt x="2693240" y="2042420"/>
                </a:lnTo>
                <a:lnTo>
                  <a:pt x="2717074" y="2063261"/>
                </a:lnTo>
                <a:lnTo>
                  <a:pt x="2740908" y="2084102"/>
                </a:lnTo>
                <a:lnTo>
                  <a:pt x="2764742" y="2104943"/>
                </a:lnTo>
                <a:lnTo>
                  <a:pt x="2788576" y="2125784"/>
                </a:lnTo>
                <a:lnTo>
                  <a:pt x="2812410" y="2146625"/>
                </a:lnTo>
                <a:lnTo>
                  <a:pt x="2836244" y="2167466"/>
                </a:lnTo>
                <a:lnTo>
                  <a:pt x="2860078" y="2188307"/>
                </a:lnTo>
                <a:lnTo>
                  <a:pt x="2883912" y="2209148"/>
                </a:lnTo>
                <a:lnTo>
                  <a:pt x="2907746" y="2229989"/>
                </a:lnTo>
                <a:lnTo>
                  <a:pt x="2931580" y="2250831"/>
                </a:lnTo>
                <a:lnTo>
                  <a:pt x="2955414" y="2271672"/>
                </a:lnTo>
                <a:lnTo>
                  <a:pt x="2979248" y="2292513"/>
                </a:lnTo>
                <a:lnTo>
                  <a:pt x="3003082" y="2313354"/>
                </a:lnTo>
                <a:lnTo>
                  <a:pt x="3026916" y="2334195"/>
                </a:lnTo>
                <a:lnTo>
                  <a:pt x="3050750" y="2355036"/>
                </a:lnTo>
                <a:lnTo>
                  <a:pt x="3074584" y="2375877"/>
                </a:lnTo>
                <a:lnTo>
                  <a:pt x="3098418" y="2396718"/>
                </a:lnTo>
                <a:lnTo>
                  <a:pt x="3122252" y="2417559"/>
                </a:lnTo>
                <a:lnTo>
                  <a:pt x="3146086" y="2438400"/>
                </a:lnTo>
                <a:lnTo>
                  <a:pt x="3169920" y="2459241"/>
                </a:lnTo>
                <a:lnTo>
                  <a:pt x="3193753" y="2480082"/>
                </a:lnTo>
                <a:lnTo>
                  <a:pt x="3217587" y="2500923"/>
                </a:lnTo>
                <a:lnTo>
                  <a:pt x="3241421" y="2521764"/>
                </a:lnTo>
                <a:lnTo>
                  <a:pt x="3265255" y="2542605"/>
                </a:lnTo>
                <a:lnTo>
                  <a:pt x="3289089" y="2563446"/>
                </a:lnTo>
                <a:lnTo>
                  <a:pt x="3312923" y="2584287"/>
                </a:lnTo>
                <a:lnTo>
                  <a:pt x="3336757" y="2605128"/>
                </a:lnTo>
                <a:lnTo>
                  <a:pt x="3360591" y="2625969"/>
                </a:lnTo>
                <a:lnTo>
                  <a:pt x="3384425" y="2646810"/>
                </a:lnTo>
                <a:lnTo>
                  <a:pt x="3408259" y="2657231"/>
                </a:lnTo>
                <a:lnTo>
                  <a:pt x="3432093" y="2657231"/>
                </a:lnTo>
                <a:lnTo>
                  <a:pt x="3455927" y="2657231"/>
                </a:lnTo>
                <a:lnTo>
                  <a:pt x="3479761" y="2657231"/>
                </a:lnTo>
                <a:lnTo>
                  <a:pt x="3503595" y="2657231"/>
                </a:lnTo>
                <a:lnTo>
                  <a:pt x="3527429" y="2657231"/>
                </a:lnTo>
                <a:lnTo>
                  <a:pt x="3551263" y="2657231"/>
                </a:lnTo>
                <a:lnTo>
                  <a:pt x="3575097" y="2657231"/>
                </a:lnTo>
                <a:lnTo>
                  <a:pt x="3598931" y="2657231"/>
                </a:lnTo>
                <a:lnTo>
                  <a:pt x="3622765" y="2657231"/>
                </a:lnTo>
                <a:lnTo>
                  <a:pt x="3646599" y="2657231"/>
                </a:lnTo>
                <a:lnTo>
                  <a:pt x="3670433" y="2657231"/>
                </a:lnTo>
                <a:lnTo>
                  <a:pt x="3694267" y="2657231"/>
                </a:lnTo>
                <a:lnTo>
                  <a:pt x="3718101" y="2657231"/>
                </a:lnTo>
                <a:lnTo>
                  <a:pt x="3741935" y="2657231"/>
                </a:lnTo>
                <a:lnTo>
                  <a:pt x="3765769" y="2657231"/>
                </a:lnTo>
                <a:lnTo>
                  <a:pt x="3789603" y="2657231"/>
                </a:lnTo>
                <a:lnTo>
                  <a:pt x="3813437" y="2657231"/>
                </a:lnTo>
                <a:lnTo>
                  <a:pt x="3837271" y="2657231"/>
                </a:lnTo>
                <a:lnTo>
                  <a:pt x="3861105" y="2657231"/>
                </a:lnTo>
                <a:lnTo>
                  <a:pt x="3884939" y="2657231"/>
                </a:lnTo>
                <a:lnTo>
                  <a:pt x="3908773" y="2657231"/>
                </a:lnTo>
                <a:lnTo>
                  <a:pt x="3932607" y="2657231"/>
                </a:lnTo>
                <a:lnTo>
                  <a:pt x="3956441" y="2657231"/>
                </a:lnTo>
                <a:lnTo>
                  <a:pt x="3980275" y="2657231"/>
                </a:lnTo>
                <a:lnTo>
                  <a:pt x="4004109" y="2657231"/>
                </a:lnTo>
                <a:lnTo>
                  <a:pt x="4027943" y="2657231"/>
                </a:lnTo>
                <a:lnTo>
                  <a:pt x="4051777" y="2657231"/>
                </a:lnTo>
                <a:lnTo>
                  <a:pt x="4075611" y="2657231"/>
                </a:lnTo>
                <a:lnTo>
                  <a:pt x="4099445" y="2657231"/>
                </a:lnTo>
                <a:lnTo>
                  <a:pt x="4123279" y="2657231"/>
                </a:lnTo>
                <a:lnTo>
                  <a:pt x="4147113" y="2657231"/>
                </a:lnTo>
                <a:lnTo>
                  <a:pt x="4170947" y="2657231"/>
                </a:lnTo>
                <a:lnTo>
                  <a:pt x="4194781" y="2657231"/>
                </a:lnTo>
                <a:lnTo>
                  <a:pt x="4218615" y="2657231"/>
                </a:lnTo>
                <a:lnTo>
                  <a:pt x="4242449" y="2657231"/>
                </a:lnTo>
                <a:lnTo>
                  <a:pt x="4266283" y="2657231"/>
                </a:lnTo>
                <a:lnTo>
                  <a:pt x="4290117" y="2657231"/>
                </a:lnTo>
                <a:lnTo>
                  <a:pt x="4313951" y="2657231"/>
                </a:lnTo>
                <a:lnTo>
                  <a:pt x="4337785" y="2657231"/>
                </a:lnTo>
                <a:lnTo>
                  <a:pt x="4361619" y="2657231"/>
                </a:lnTo>
                <a:lnTo>
                  <a:pt x="4385453" y="2657231"/>
                </a:lnTo>
                <a:lnTo>
                  <a:pt x="4409287" y="2657231"/>
                </a:lnTo>
                <a:lnTo>
                  <a:pt x="4433121" y="2657231"/>
                </a:lnTo>
                <a:lnTo>
                  <a:pt x="4456955" y="2657231"/>
                </a:lnTo>
                <a:lnTo>
                  <a:pt x="4480789" y="2657231"/>
                </a:lnTo>
                <a:lnTo>
                  <a:pt x="4504623" y="2657231"/>
                </a:lnTo>
                <a:lnTo>
                  <a:pt x="4528457" y="2657231"/>
                </a:lnTo>
                <a:lnTo>
                  <a:pt x="4552291" y="2657231"/>
                </a:lnTo>
                <a:lnTo>
                  <a:pt x="4576125" y="2657231"/>
                </a:lnTo>
                <a:lnTo>
                  <a:pt x="4599959" y="2657231"/>
                </a:lnTo>
                <a:lnTo>
                  <a:pt x="4623793" y="2657231"/>
                </a:lnTo>
                <a:lnTo>
                  <a:pt x="4647627" y="2657231"/>
                </a:lnTo>
                <a:lnTo>
                  <a:pt x="4671461" y="2657231"/>
                </a:lnTo>
                <a:lnTo>
                  <a:pt x="4695295" y="2657231"/>
                </a:lnTo>
                <a:lnTo>
                  <a:pt x="4719129" y="2657231"/>
                </a:lnTo>
                <a:lnTo>
                  <a:pt x="4742963" y="2657231"/>
                </a:lnTo>
                <a:lnTo>
                  <a:pt x="4754880" y="2657231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C4-E38 text 23" descr="sci-ppt:o023"/>
          <p:cNvSpPr txBox="1"/>
          <p:nvPr/>
        </p:nvSpPr>
        <p:spPr>
          <a:xfrm>
            <a:off x="3534809" y="2440744"/>
            <a:ext cx="20116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Γ = ½ Tₘₐₓ δ_c</a:t>
            </a:r>
          </a:p>
        </p:txBody>
      </p:sp>
      <p:sp>
        <p:nvSpPr>
          <p:cNvPr id="26" name="C4-E38 round_rect 24" descr="sci-ppt:o024"/>
          <p:cNvSpPr/>
          <p:nvPr/>
        </p:nvSpPr>
        <p:spPr>
          <a:xfrm>
            <a:off x="5943600" y="1371600"/>
            <a:ext cx="5897880" cy="34747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C4-E38 text 25" descr="sci-ppt:o025"/>
          <p:cNvSpPr txBox="1"/>
          <p:nvPr/>
        </p:nvSpPr>
        <p:spPr>
          <a:xfrm>
            <a:off x="6053328" y="1426464"/>
            <a:ext cx="567842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Two conditions together</a:t>
            </a:r>
          </a:p>
        </p:txBody>
      </p:sp>
      <p:sp>
        <p:nvSpPr>
          <p:cNvPr id="28" name="C4-E38 text 26" descr="sci-ppt:o026"/>
          <p:cNvSpPr txBox="1"/>
          <p:nvPr/>
        </p:nvSpPr>
        <p:spPr>
          <a:xfrm>
            <a:off x="6080760" y="1828800"/>
            <a:ext cx="566928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Γ = ∫₀^δ_c tₙ dδ = ½ Tₘₐₓ δ_c</a:t>
            </a:r>
          </a:p>
        </p:txBody>
      </p:sp>
      <p:sp>
        <p:nvSpPr>
          <p:cNvPr id="29" name="C4-E38 text 27" descr="sci-ppt:o027"/>
          <p:cNvSpPr txBox="1"/>
          <p:nvPr/>
        </p:nvSpPr>
        <p:spPr>
          <a:xfrm>
            <a:off x="6080760" y="2377440"/>
            <a:ext cx="566928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G ≥ Γ(ψ, Tᵢ, v_c)</a:t>
            </a:r>
          </a:p>
        </p:txBody>
      </p:sp>
      <p:sp>
        <p:nvSpPr>
          <p:cNvPr id="30" name="C4-E38 text 28" descr="sci-ppt:o028"/>
          <p:cNvSpPr txBox="1"/>
          <p:nvPr/>
        </p:nvSpPr>
        <p:spPr>
          <a:xfrm>
            <a:off x="6281928" y="2926080"/>
            <a:ext cx="5468112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Initiation: peak traction Tₘₐₓ must be reached.</a:t>
            </a:r>
          </a:p>
        </p:txBody>
      </p:sp>
      <p:sp>
        <p:nvSpPr>
          <p:cNvPr id="31" name="C4-E38 ellipse 29" descr="sci-ppt:o029"/>
          <p:cNvSpPr/>
          <p:nvPr/>
        </p:nvSpPr>
        <p:spPr>
          <a:xfrm>
            <a:off x="6112764" y="2979420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C4-E38 text 30" descr="sci-ppt:o030"/>
          <p:cNvSpPr txBox="1"/>
          <p:nvPr/>
        </p:nvSpPr>
        <p:spPr>
          <a:xfrm>
            <a:off x="6281928" y="3203448"/>
            <a:ext cx="5468112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Separation: the area Γ must be supplied over the full opening δ_c.</a:t>
            </a:r>
          </a:p>
        </p:txBody>
      </p:sp>
      <p:sp>
        <p:nvSpPr>
          <p:cNvPr id="33" name="C4-E38 ellipse 31" descr="sci-ppt:o031"/>
          <p:cNvSpPr/>
          <p:nvPr/>
        </p:nvSpPr>
        <p:spPr>
          <a:xfrm>
            <a:off x="6112764" y="3256788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C4-E38 text 32" descr="sci-ppt:o032"/>
          <p:cNvSpPr txBox="1"/>
          <p:nvPr/>
        </p:nvSpPr>
        <p:spPr>
          <a:xfrm>
            <a:off x="6281928" y="3480816"/>
            <a:ext cx="5468112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Both must refer to the interface that actually fails.</a:t>
            </a:r>
          </a:p>
        </p:txBody>
      </p:sp>
      <p:sp>
        <p:nvSpPr>
          <p:cNvPr id="35" name="C4-E38 ellipse 33" descr="sci-ppt:o033"/>
          <p:cNvSpPr/>
          <p:nvPr/>
        </p:nvSpPr>
        <p:spPr>
          <a:xfrm>
            <a:off x="6112764" y="3534156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C4-E38 text 34" descr="sci-ppt:o034"/>
          <p:cNvSpPr txBox="1"/>
          <p:nvPr/>
        </p:nvSpPr>
        <p:spPr>
          <a:xfrm>
            <a:off x="914400" y="5486400"/>
            <a:ext cx="10972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Defence 3: release succeeds only if both initiation and separation work are provided at the correct interface.</a:t>
            </a:r>
          </a:p>
        </p:txBody>
      </p:sp>
      <p:sp>
        <p:nvSpPr>
          <p:cNvPr id="37" name="C4-E38 text 35" descr="sci-ppt:o035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Reference formulas of the Defence 3 answer: Eqs. C4-E11, E25, E26.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