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C3-E25 · Finite momentum and early-impact duration conditions</a:t>
            </a:r>
          </a:p>
        </p:txBody>
      </p:sp>
      <p:cxnSp>
        <p:nvCxnSpPr>
          <p:cNvPr id="3" name="C3-E25 line 1" descr="sci-ppt:o001"/>
          <p:cNvCxnSpPr/>
          <p:nvPr/>
        </p:nvCxnSpPr>
        <p:spPr>
          <a:xfrm>
            <a:off x="914400" y="493776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5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5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5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5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3-E25 line 6" descr="sci-ppt:o006"/>
          <p:cNvCxnSpPr/>
          <p:nvPr/>
        </p:nvCxnSpPr>
        <p:spPr>
          <a:xfrm>
            <a:off x="23368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5 line 7" descr="sci-ppt:o007"/>
          <p:cNvCxnSpPr/>
          <p:nvPr/>
        </p:nvCxnSpPr>
        <p:spPr>
          <a:xfrm>
            <a:off x="23368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5 text 8" descr="sci-ppt:o008"/>
          <p:cNvSpPr txBox="1"/>
          <p:nvPr/>
        </p:nvSpPr>
        <p:spPr>
          <a:xfrm>
            <a:off x="18795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3-E25 line 9" descr="sci-ppt:o009"/>
          <p:cNvCxnSpPr/>
          <p:nvPr/>
        </p:nvCxnSpPr>
        <p:spPr>
          <a:xfrm>
            <a:off x="37591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5 line 10" descr="sci-ppt:o010"/>
          <p:cNvCxnSpPr/>
          <p:nvPr/>
        </p:nvCxnSpPr>
        <p:spPr>
          <a:xfrm>
            <a:off x="37591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5 text 11" descr="sci-ppt:o011"/>
          <p:cNvSpPr txBox="1"/>
          <p:nvPr/>
        </p:nvSpPr>
        <p:spPr>
          <a:xfrm>
            <a:off x="33019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3-E25 line 12" descr="sci-ppt:o012"/>
          <p:cNvCxnSpPr/>
          <p:nvPr/>
        </p:nvCxnSpPr>
        <p:spPr>
          <a:xfrm>
            <a:off x="51815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5 line 13" descr="sci-ppt:o013"/>
          <p:cNvCxnSpPr/>
          <p:nvPr/>
        </p:nvCxnSpPr>
        <p:spPr>
          <a:xfrm>
            <a:off x="51815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5 text 14" descr="sci-ppt:o014"/>
          <p:cNvSpPr txBox="1"/>
          <p:nvPr/>
        </p:nvSpPr>
        <p:spPr>
          <a:xfrm>
            <a:off x="47243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17" name="C3-E25 line 15" descr="sci-ppt:o015"/>
          <p:cNvCxnSpPr/>
          <p:nvPr/>
        </p:nvCxnSpPr>
        <p:spPr>
          <a:xfrm>
            <a:off x="66039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5 line 16" descr="sci-ppt:o016"/>
          <p:cNvCxnSpPr/>
          <p:nvPr/>
        </p:nvCxnSpPr>
        <p:spPr>
          <a:xfrm>
            <a:off x="66039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5 text 17" descr="sci-ppt:o017"/>
          <p:cNvSpPr txBox="1"/>
          <p:nvPr/>
        </p:nvSpPr>
        <p:spPr>
          <a:xfrm>
            <a:off x="61467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0" name="C3-E25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5 line 19" descr="sci-ppt:o019"/>
          <p:cNvCxnSpPr/>
          <p:nvPr/>
        </p:nvCxnSpPr>
        <p:spPr>
          <a:xfrm>
            <a:off x="850392" y="34518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25 line 20" descr="sci-ppt:o020"/>
          <p:cNvCxnSpPr/>
          <p:nvPr/>
        </p:nvCxnSpPr>
        <p:spPr>
          <a:xfrm>
            <a:off x="914400" y="345186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25 text 21" descr="sci-ppt:o021"/>
          <p:cNvSpPr txBox="1"/>
          <p:nvPr/>
        </p:nvSpPr>
        <p:spPr>
          <a:xfrm>
            <a:off x="45720" y="33695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3-E25 line 22" descr="sci-ppt:o022"/>
          <p:cNvCxnSpPr/>
          <p:nvPr/>
        </p:nvCxnSpPr>
        <p:spPr>
          <a:xfrm>
            <a:off x="850392" y="1965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25 line 23" descr="sci-ppt:o023"/>
          <p:cNvCxnSpPr/>
          <p:nvPr/>
        </p:nvCxnSpPr>
        <p:spPr>
          <a:xfrm>
            <a:off x="914400" y="196596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25 text 24" descr="sci-ppt:o024"/>
          <p:cNvSpPr txBox="1"/>
          <p:nvPr/>
        </p:nvSpPr>
        <p:spPr>
          <a:xfrm>
            <a:off x="45720" y="1883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3-E25 text 25" descr="sci-ppt:o025"/>
          <p:cNvSpPr txBox="1"/>
          <p:nvPr/>
        </p:nvSpPr>
        <p:spPr>
          <a:xfrm>
            <a:off x="914400" y="522122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from first contact  (ns)</a:t>
            </a:r>
          </a:p>
        </p:txBody>
      </p:sp>
      <p:sp>
        <p:nvSpPr>
          <p:cNvPr id="28" name="C3-E25 text 26" descr="sci-ppt:o026"/>
          <p:cNvSpPr txBox="1"/>
          <p:nvPr/>
        </p:nvSpPr>
        <p:spPr>
          <a:xfrm>
            <a:off x="365760" y="10241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 / (ρ c Uⱼ)</a:t>
            </a:r>
          </a:p>
        </p:txBody>
      </p:sp>
      <p:sp>
        <p:nvSpPr>
          <p:cNvPr id="29" name="C3-E25 polygon 27" descr="sci-ppt:o027"/>
          <p:cNvSpPr/>
          <p:nvPr/>
        </p:nvSpPr>
        <p:spPr>
          <a:xfrm>
            <a:off x="914400" y="1965960"/>
            <a:ext cx="6400800" cy="2971800"/>
          </a:xfrm>
          <a:custGeom>
            <a:avLst/>
            <a:gdLst/>
            <a:ahLst/>
            <a:cxnLst/>
            <a:rect l="l" t="t" r="r" b="b"/>
            <a:pathLst>
              <a:path w="6400800" h="2971800">
                <a:moveTo>
                  <a:pt x="0" y="0"/>
                </a:moveTo>
                <a:lnTo>
                  <a:pt x="10685" y="0"/>
                </a:lnTo>
                <a:lnTo>
                  <a:pt x="21371" y="0"/>
                </a:lnTo>
                <a:lnTo>
                  <a:pt x="32057" y="0"/>
                </a:lnTo>
                <a:lnTo>
                  <a:pt x="42743" y="0"/>
                </a:lnTo>
                <a:lnTo>
                  <a:pt x="53429" y="0"/>
                </a:lnTo>
                <a:lnTo>
                  <a:pt x="64114" y="0"/>
                </a:lnTo>
                <a:lnTo>
                  <a:pt x="74800" y="0"/>
                </a:lnTo>
                <a:lnTo>
                  <a:pt x="85486" y="0"/>
                </a:lnTo>
                <a:lnTo>
                  <a:pt x="96172" y="0"/>
                </a:lnTo>
                <a:lnTo>
                  <a:pt x="106858" y="0"/>
                </a:lnTo>
                <a:lnTo>
                  <a:pt x="117543" y="0"/>
                </a:lnTo>
                <a:lnTo>
                  <a:pt x="128229" y="0"/>
                </a:lnTo>
                <a:lnTo>
                  <a:pt x="138915" y="0"/>
                </a:lnTo>
                <a:lnTo>
                  <a:pt x="149601" y="0"/>
                </a:lnTo>
                <a:lnTo>
                  <a:pt x="160287" y="0"/>
                </a:lnTo>
                <a:lnTo>
                  <a:pt x="170972" y="0"/>
                </a:lnTo>
                <a:lnTo>
                  <a:pt x="181658" y="0"/>
                </a:lnTo>
                <a:lnTo>
                  <a:pt x="192344" y="0"/>
                </a:lnTo>
                <a:lnTo>
                  <a:pt x="203030" y="0"/>
                </a:lnTo>
                <a:lnTo>
                  <a:pt x="213716" y="0"/>
                </a:lnTo>
                <a:lnTo>
                  <a:pt x="224402" y="0"/>
                </a:lnTo>
                <a:lnTo>
                  <a:pt x="235087" y="0"/>
                </a:lnTo>
                <a:lnTo>
                  <a:pt x="245773" y="0"/>
                </a:lnTo>
                <a:lnTo>
                  <a:pt x="256459" y="0"/>
                </a:lnTo>
                <a:lnTo>
                  <a:pt x="267145" y="0"/>
                </a:lnTo>
                <a:lnTo>
                  <a:pt x="277831" y="0"/>
                </a:lnTo>
                <a:lnTo>
                  <a:pt x="288516" y="0"/>
                </a:lnTo>
                <a:lnTo>
                  <a:pt x="299202" y="0"/>
                </a:lnTo>
                <a:lnTo>
                  <a:pt x="309888" y="0"/>
                </a:lnTo>
                <a:lnTo>
                  <a:pt x="320574" y="0"/>
                </a:lnTo>
                <a:lnTo>
                  <a:pt x="331260" y="0"/>
                </a:lnTo>
                <a:lnTo>
                  <a:pt x="341945" y="0"/>
                </a:lnTo>
                <a:lnTo>
                  <a:pt x="352631" y="0"/>
                </a:lnTo>
                <a:lnTo>
                  <a:pt x="363317" y="0"/>
                </a:lnTo>
                <a:lnTo>
                  <a:pt x="374003" y="0"/>
                </a:lnTo>
                <a:lnTo>
                  <a:pt x="384689" y="0"/>
                </a:lnTo>
                <a:lnTo>
                  <a:pt x="395374" y="0"/>
                </a:lnTo>
                <a:lnTo>
                  <a:pt x="406060" y="0"/>
                </a:lnTo>
                <a:lnTo>
                  <a:pt x="416746" y="0"/>
                </a:lnTo>
                <a:lnTo>
                  <a:pt x="427432" y="0"/>
                </a:lnTo>
                <a:lnTo>
                  <a:pt x="438118" y="0"/>
                </a:lnTo>
                <a:lnTo>
                  <a:pt x="448804" y="0"/>
                </a:lnTo>
                <a:lnTo>
                  <a:pt x="459489" y="0"/>
                </a:lnTo>
                <a:lnTo>
                  <a:pt x="470175" y="0"/>
                </a:lnTo>
                <a:lnTo>
                  <a:pt x="480861" y="0"/>
                </a:lnTo>
                <a:lnTo>
                  <a:pt x="491547" y="0"/>
                </a:lnTo>
                <a:lnTo>
                  <a:pt x="502233" y="0"/>
                </a:lnTo>
                <a:lnTo>
                  <a:pt x="512918" y="0"/>
                </a:lnTo>
                <a:lnTo>
                  <a:pt x="523604" y="0"/>
                </a:lnTo>
                <a:lnTo>
                  <a:pt x="534290" y="0"/>
                </a:lnTo>
                <a:lnTo>
                  <a:pt x="544976" y="0"/>
                </a:lnTo>
                <a:lnTo>
                  <a:pt x="555662" y="0"/>
                </a:lnTo>
                <a:lnTo>
                  <a:pt x="566347" y="0"/>
                </a:lnTo>
                <a:lnTo>
                  <a:pt x="577033" y="0"/>
                </a:lnTo>
                <a:lnTo>
                  <a:pt x="587719" y="0"/>
                </a:lnTo>
                <a:lnTo>
                  <a:pt x="598405" y="0"/>
                </a:lnTo>
                <a:lnTo>
                  <a:pt x="609091" y="0"/>
                </a:lnTo>
                <a:lnTo>
                  <a:pt x="619776" y="0"/>
                </a:lnTo>
                <a:lnTo>
                  <a:pt x="630462" y="0"/>
                </a:lnTo>
                <a:lnTo>
                  <a:pt x="641148" y="0"/>
                </a:lnTo>
                <a:lnTo>
                  <a:pt x="651834" y="0"/>
                </a:lnTo>
                <a:lnTo>
                  <a:pt x="662520" y="0"/>
                </a:lnTo>
                <a:lnTo>
                  <a:pt x="673206" y="0"/>
                </a:lnTo>
                <a:lnTo>
                  <a:pt x="683891" y="0"/>
                </a:lnTo>
                <a:lnTo>
                  <a:pt x="694577" y="0"/>
                </a:lnTo>
                <a:lnTo>
                  <a:pt x="705263" y="0"/>
                </a:lnTo>
                <a:lnTo>
                  <a:pt x="715949" y="0"/>
                </a:lnTo>
                <a:lnTo>
                  <a:pt x="726635" y="0"/>
                </a:lnTo>
                <a:lnTo>
                  <a:pt x="737320" y="0"/>
                </a:lnTo>
                <a:lnTo>
                  <a:pt x="748006" y="0"/>
                </a:lnTo>
                <a:lnTo>
                  <a:pt x="758692" y="0"/>
                </a:lnTo>
                <a:lnTo>
                  <a:pt x="769378" y="0"/>
                </a:lnTo>
                <a:lnTo>
                  <a:pt x="780064" y="0"/>
                </a:lnTo>
                <a:lnTo>
                  <a:pt x="790749" y="0"/>
                </a:lnTo>
                <a:lnTo>
                  <a:pt x="801435" y="0"/>
                </a:lnTo>
                <a:lnTo>
                  <a:pt x="812121" y="0"/>
                </a:lnTo>
                <a:lnTo>
                  <a:pt x="822807" y="0"/>
                </a:lnTo>
                <a:lnTo>
                  <a:pt x="833493" y="0"/>
                </a:lnTo>
                <a:lnTo>
                  <a:pt x="844178" y="0"/>
                </a:lnTo>
                <a:lnTo>
                  <a:pt x="854864" y="0"/>
                </a:lnTo>
                <a:lnTo>
                  <a:pt x="865550" y="0"/>
                </a:lnTo>
                <a:lnTo>
                  <a:pt x="876236" y="0"/>
                </a:lnTo>
                <a:lnTo>
                  <a:pt x="886922" y="0"/>
                </a:lnTo>
                <a:lnTo>
                  <a:pt x="897608" y="0"/>
                </a:lnTo>
                <a:lnTo>
                  <a:pt x="908293" y="0"/>
                </a:lnTo>
                <a:lnTo>
                  <a:pt x="918979" y="0"/>
                </a:lnTo>
                <a:lnTo>
                  <a:pt x="929665" y="0"/>
                </a:lnTo>
                <a:lnTo>
                  <a:pt x="940351" y="0"/>
                </a:lnTo>
                <a:lnTo>
                  <a:pt x="951037" y="0"/>
                </a:lnTo>
                <a:lnTo>
                  <a:pt x="961722" y="0"/>
                </a:lnTo>
                <a:lnTo>
                  <a:pt x="972408" y="0"/>
                </a:lnTo>
                <a:lnTo>
                  <a:pt x="983094" y="0"/>
                </a:lnTo>
                <a:lnTo>
                  <a:pt x="993780" y="0"/>
                </a:lnTo>
                <a:lnTo>
                  <a:pt x="1004466" y="0"/>
                </a:lnTo>
                <a:lnTo>
                  <a:pt x="1015151" y="0"/>
                </a:lnTo>
                <a:lnTo>
                  <a:pt x="1025837" y="0"/>
                </a:lnTo>
                <a:lnTo>
                  <a:pt x="1036523" y="0"/>
                </a:lnTo>
                <a:lnTo>
                  <a:pt x="1047209" y="0"/>
                </a:lnTo>
                <a:lnTo>
                  <a:pt x="1057895" y="0"/>
                </a:lnTo>
                <a:lnTo>
                  <a:pt x="1068580" y="0"/>
                </a:lnTo>
                <a:lnTo>
                  <a:pt x="1079266" y="0"/>
                </a:lnTo>
                <a:lnTo>
                  <a:pt x="1089952" y="0"/>
                </a:lnTo>
                <a:lnTo>
                  <a:pt x="1100638" y="0"/>
                </a:lnTo>
                <a:lnTo>
                  <a:pt x="1111324" y="0"/>
                </a:lnTo>
                <a:lnTo>
                  <a:pt x="1122010" y="0"/>
                </a:lnTo>
                <a:lnTo>
                  <a:pt x="1132695" y="0"/>
                </a:lnTo>
                <a:lnTo>
                  <a:pt x="1143381" y="0"/>
                </a:lnTo>
                <a:lnTo>
                  <a:pt x="1154067" y="0"/>
                </a:lnTo>
                <a:lnTo>
                  <a:pt x="1164753" y="0"/>
                </a:lnTo>
                <a:lnTo>
                  <a:pt x="1175439" y="0"/>
                </a:lnTo>
                <a:lnTo>
                  <a:pt x="1186124" y="0"/>
                </a:lnTo>
                <a:lnTo>
                  <a:pt x="1196810" y="0"/>
                </a:lnTo>
                <a:lnTo>
                  <a:pt x="1207496" y="0"/>
                </a:lnTo>
                <a:lnTo>
                  <a:pt x="1218182" y="0"/>
                </a:lnTo>
                <a:lnTo>
                  <a:pt x="1228868" y="0"/>
                </a:lnTo>
                <a:lnTo>
                  <a:pt x="1239553" y="0"/>
                </a:lnTo>
                <a:lnTo>
                  <a:pt x="1250239" y="0"/>
                </a:lnTo>
                <a:lnTo>
                  <a:pt x="1260925" y="0"/>
                </a:lnTo>
                <a:lnTo>
                  <a:pt x="1271611" y="0"/>
                </a:lnTo>
                <a:lnTo>
                  <a:pt x="1282297" y="0"/>
                </a:lnTo>
                <a:lnTo>
                  <a:pt x="1292982" y="0"/>
                </a:lnTo>
                <a:lnTo>
                  <a:pt x="1303668" y="0"/>
                </a:lnTo>
                <a:lnTo>
                  <a:pt x="1314354" y="0"/>
                </a:lnTo>
                <a:lnTo>
                  <a:pt x="1325040" y="0"/>
                </a:lnTo>
                <a:lnTo>
                  <a:pt x="1335726" y="0"/>
                </a:lnTo>
                <a:lnTo>
                  <a:pt x="1346412" y="0"/>
                </a:lnTo>
                <a:lnTo>
                  <a:pt x="1357097" y="0"/>
                </a:lnTo>
                <a:lnTo>
                  <a:pt x="1367783" y="0"/>
                </a:lnTo>
                <a:lnTo>
                  <a:pt x="1378469" y="0"/>
                </a:lnTo>
                <a:lnTo>
                  <a:pt x="1389155" y="0"/>
                </a:lnTo>
                <a:lnTo>
                  <a:pt x="1399841" y="0"/>
                </a:lnTo>
                <a:lnTo>
                  <a:pt x="1410526" y="0"/>
                </a:lnTo>
                <a:lnTo>
                  <a:pt x="1421212" y="0"/>
                </a:lnTo>
                <a:lnTo>
                  <a:pt x="1431898" y="0"/>
                </a:lnTo>
                <a:lnTo>
                  <a:pt x="1442584" y="0"/>
                </a:lnTo>
                <a:lnTo>
                  <a:pt x="1453270" y="0"/>
                </a:lnTo>
                <a:lnTo>
                  <a:pt x="1463955" y="0"/>
                </a:lnTo>
                <a:lnTo>
                  <a:pt x="1474641" y="0"/>
                </a:lnTo>
                <a:lnTo>
                  <a:pt x="1485327" y="0"/>
                </a:lnTo>
                <a:lnTo>
                  <a:pt x="1496013" y="0"/>
                </a:lnTo>
                <a:lnTo>
                  <a:pt x="1506699" y="0"/>
                </a:lnTo>
                <a:lnTo>
                  <a:pt x="1517384" y="0"/>
                </a:lnTo>
                <a:lnTo>
                  <a:pt x="1528070" y="0"/>
                </a:lnTo>
                <a:lnTo>
                  <a:pt x="1538756" y="0"/>
                </a:lnTo>
                <a:lnTo>
                  <a:pt x="1549442" y="0"/>
                </a:lnTo>
                <a:lnTo>
                  <a:pt x="1560128" y="0"/>
                </a:lnTo>
                <a:lnTo>
                  <a:pt x="1570814" y="0"/>
                </a:lnTo>
                <a:lnTo>
                  <a:pt x="1581499" y="0"/>
                </a:lnTo>
                <a:lnTo>
                  <a:pt x="1592185" y="0"/>
                </a:lnTo>
                <a:lnTo>
                  <a:pt x="1602871" y="0"/>
                </a:lnTo>
                <a:lnTo>
                  <a:pt x="1613557" y="0"/>
                </a:lnTo>
                <a:lnTo>
                  <a:pt x="1624243" y="0"/>
                </a:lnTo>
                <a:lnTo>
                  <a:pt x="1634928" y="0"/>
                </a:lnTo>
                <a:lnTo>
                  <a:pt x="1645614" y="0"/>
                </a:lnTo>
                <a:lnTo>
                  <a:pt x="1656300" y="0"/>
                </a:lnTo>
                <a:lnTo>
                  <a:pt x="1666986" y="0"/>
                </a:lnTo>
                <a:lnTo>
                  <a:pt x="1677672" y="0"/>
                </a:lnTo>
                <a:lnTo>
                  <a:pt x="1688357" y="0"/>
                </a:lnTo>
                <a:lnTo>
                  <a:pt x="1699043" y="0"/>
                </a:lnTo>
                <a:lnTo>
                  <a:pt x="1709729" y="0"/>
                </a:lnTo>
                <a:lnTo>
                  <a:pt x="1720415" y="0"/>
                </a:lnTo>
                <a:lnTo>
                  <a:pt x="1731101" y="0"/>
                </a:lnTo>
                <a:lnTo>
                  <a:pt x="1741786" y="0"/>
                </a:lnTo>
                <a:lnTo>
                  <a:pt x="1752472" y="0"/>
                </a:lnTo>
                <a:lnTo>
                  <a:pt x="1763158" y="0"/>
                </a:lnTo>
                <a:lnTo>
                  <a:pt x="1773844" y="0"/>
                </a:lnTo>
                <a:lnTo>
                  <a:pt x="1784530" y="0"/>
                </a:lnTo>
                <a:lnTo>
                  <a:pt x="1795216" y="0"/>
                </a:lnTo>
                <a:lnTo>
                  <a:pt x="1805901" y="0"/>
                </a:lnTo>
                <a:lnTo>
                  <a:pt x="1816587" y="0"/>
                </a:lnTo>
                <a:lnTo>
                  <a:pt x="1827273" y="0"/>
                </a:lnTo>
                <a:lnTo>
                  <a:pt x="1837959" y="0"/>
                </a:lnTo>
                <a:lnTo>
                  <a:pt x="1848645" y="0"/>
                </a:lnTo>
                <a:lnTo>
                  <a:pt x="1859330" y="0"/>
                </a:lnTo>
                <a:lnTo>
                  <a:pt x="1870016" y="0"/>
                </a:lnTo>
                <a:lnTo>
                  <a:pt x="1880702" y="0"/>
                </a:lnTo>
                <a:lnTo>
                  <a:pt x="1891388" y="0"/>
                </a:lnTo>
                <a:lnTo>
                  <a:pt x="1902074" y="0"/>
                </a:lnTo>
                <a:lnTo>
                  <a:pt x="1912759" y="0"/>
                </a:lnTo>
                <a:lnTo>
                  <a:pt x="1923445" y="0"/>
                </a:lnTo>
                <a:lnTo>
                  <a:pt x="1934131" y="0"/>
                </a:lnTo>
                <a:lnTo>
                  <a:pt x="1944817" y="0"/>
                </a:lnTo>
                <a:lnTo>
                  <a:pt x="1955503" y="0"/>
                </a:lnTo>
                <a:lnTo>
                  <a:pt x="1966188" y="0"/>
                </a:lnTo>
                <a:lnTo>
                  <a:pt x="1976874" y="0"/>
                </a:lnTo>
                <a:lnTo>
                  <a:pt x="1987560" y="0"/>
                </a:lnTo>
                <a:lnTo>
                  <a:pt x="1998246" y="0"/>
                </a:lnTo>
                <a:lnTo>
                  <a:pt x="2008932" y="0"/>
                </a:lnTo>
                <a:lnTo>
                  <a:pt x="2019618" y="0"/>
                </a:lnTo>
                <a:lnTo>
                  <a:pt x="2030303" y="0"/>
                </a:lnTo>
                <a:lnTo>
                  <a:pt x="2040989" y="0"/>
                </a:lnTo>
                <a:lnTo>
                  <a:pt x="2051675" y="0"/>
                </a:lnTo>
                <a:lnTo>
                  <a:pt x="2062361" y="0"/>
                </a:lnTo>
                <a:lnTo>
                  <a:pt x="2073047" y="0"/>
                </a:lnTo>
                <a:lnTo>
                  <a:pt x="2083732" y="0"/>
                </a:lnTo>
                <a:lnTo>
                  <a:pt x="2094418" y="0"/>
                </a:lnTo>
                <a:lnTo>
                  <a:pt x="2105104" y="0"/>
                </a:lnTo>
                <a:lnTo>
                  <a:pt x="2115790" y="0"/>
                </a:lnTo>
                <a:lnTo>
                  <a:pt x="2126476" y="0"/>
                </a:lnTo>
                <a:lnTo>
                  <a:pt x="2137161" y="0"/>
                </a:lnTo>
                <a:lnTo>
                  <a:pt x="2147847" y="0"/>
                </a:lnTo>
                <a:lnTo>
                  <a:pt x="2158533" y="0"/>
                </a:lnTo>
                <a:lnTo>
                  <a:pt x="2169219" y="0"/>
                </a:lnTo>
                <a:lnTo>
                  <a:pt x="2179905" y="0"/>
                </a:lnTo>
                <a:lnTo>
                  <a:pt x="2190590" y="0"/>
                </a:lnTo>
                <a:lnTo>
                  <a:pt x="2201276" y="0"/>
                </a:lnTo>
                <a:lnTo>
                  <a:pt x="2211962" y="0"/>
                </a:lnTo>
                <a:lnTo>
                  <a:pt x="2222648" y="0"/>
                </a:lnTo>
                <a:lnTo>
                  <a:pt x="2233334" y="0"/>
                </a:lnTo>
                <a:lnTo>
                  <a:pt x="2244020" y="0"/>
                </a:lnTo>
                <a:lnTo>
                  <a:pt x="2254705" y="0"/>
                </a:lnTo>
                <a:lnTo>
                  <a:pt x="2265391" y="0"/>
                </a:lnTo>
                <a:lnTo>
                  <a:pt x="2276077" y="0"/>
                </a:lnTo>
                <a:lnTo>
                  <a:pt x="2286763" y="0"/>
                </a:lnTo>
                <a:lnTo>
                  <a:pt x="2297449" y="0"/>
                </a:lnTo>
                <a:lnTo>
                  <a:pt x="2308134" y="0"/>
                </a:lnTo>
                <a:lnTo>
                  <a:pt x="2318820" y="0"/>
                </a:lnTo>
                <a:lnTo>
                  <a:pt x="2329506" y="0"/>
                </a:lnTo>
                <a:lnTo>
                  <a:pt x="2340192" y="0"/>
                </a:lnTo>
                <a:lnTo>
                  <a:pt x="2350878" y="0"/>
                </a:lnTo>
                <a:lnTo>
                  <a:pt x="2361563" y="0"/>
                </a:lnTo>
                <a:lnTo>
                  <a:pt x="2372249" y="0"/>
                </a:lnTo>
                <a:lnTo>
                  <a:pt x="2382935" y="0"/>
                </a:lnTo>
                <a:lnTo>
                  <a:pt x="2393621" y="0"/>
                </a:lnTo>
                <a:lnTo>
                  <a:pt x="2404307" y="0"/>
                </a:lnTo>
                <a:lnTo>
                  <a:pt x="2414992" y="0"/>
                </a:lnTo>
                <a:lnTo>
                  <a:pt x="2425678" y="0"/>
                </a:lnTo>
                <a:lnTo>
                  <a:pt x="2436364" y="0"/>
                </a:lnTo>
                <a:lnTo>
                  <a:pt x="2447050" y="0"/>
                </a:lnTo>
                <a:lnTo>
                  <a:pt x="2457736" y="0"/>
                </a:lnTo>
                <a:lnTo>
                  <a:pt x="2468422" y="0"/>
                </a:lnTo>
                <a:lnTo>
                  <a:pt x="2479107" y="0"/>
                </a:lnTo>
                <a:lnTo>
                  <a:pt x="2489793" y="0"/>
                </a:lnTo>
                <a:lnTo>
                  <a:pt x="2500479" y="0"/>
                </a:lnTo>
                <a:lnTo>
                  <a:pt x="2511165" y="0"/>
                </a:lnTo>
                <a:lnTo>
                  <a:pt x="2521851" y="0"/>
                </a:lnTo>
                <a:lnTo>
                  <a:pt x="2532536" y="0"/>
                </a:lnTo>
                <a:lnTo>
                  <a:pt x="2543222" y="0"/>
                </a:lnTo>
                <a:lnTo>
                  <a:pt x="2553908" y="0"/>
                </a:lnTo>
                <a:lnTo>
                  <a:pt x="2564594" y="0"/>
                </a:lnTo>
                <a:lnTo>
                  <a:pt x="2575280" y="0"/>
                </a:lnTo>
                <a:lnTo>
                  <a:pt x="2585965" y="0"/>
                </a:lnTo>
                <a:lnTo>
                  <a:pt x="2596651" y="0"/>
                </a:lnTo>
                <a:lnTo>
                  <a:pt x="2607337" y="0"/>
                </a:lnTo>
                <a:lnTo>
                  <a:pt x="2618023" y="0"/>
                </a:lnTo>
                <a:lnTo>
                  <a:pt x="2628709" y="0"/>
                </a:lnTo>
                <a:lnTo>
                  <a:pt x="2639394" y="0"/>
                </a:lnTo>
                <a:lnTo>
                  <a:pt x="2650080" y="0"/>
                </a:lnTo>
                <a:lnTo>
                  <a:pt x="2660766" y="0"/>
                </a:lnTo>
                <a:lnTo>
                  <a:pt x="2671452" y="0"/>
                </a:lnTo>
                <a:lnTo>
                  <a:pt x="2682138" y="0"/>
                </a:lnTo>
                <a:lnTo>
                  <a:pt x="2692824" y="0"/>
                </a:lnTo>
                <a:lnTo>
                  <a:pt x="2703509" y="0"/>
                </a:lnTo>
                <a:lnTo>
                  <a:pt x="2714195" y="0"/>
                </a:lnTo>
                <a:lnTo>
                  <a:pt x="2724881" y="0"/>
                </a:lnTo>
                <a:lnTo>
                  <a:pt x="2735567" y="0"/>
                </a:lnTo>
                <a:lnTo>
                  <a:pt x="2746253" y="0"/>
                </a:lnTo>
                <a:lnTo>
                  <a:pt x="2756938" y="0"/>
                </a:lnTo>
                <a:lnTo>
                  <a:pt x="2767624" y="0"/>
                </a:lnTo>
                <a:lnTo>
                  <a:pt x="2778310" y="0"/>
                </a:lnTo>
                <a:lnTo>
                  <a:pt x="2788996" y="0"/>
                </a:lnTo>
                <a:lnTo>
                  <a:pt x="2799682" y="0"/>
                </a:lnTo>
                <a:lnTo>
                  <a:pt x="2810367" y="0"/>
                </a:lnTo>
                <a:lnTo>
                  <a:pt x="2821053" y="0"/>
                </a:lnTo>
                <a:lnTo>
                  <a:pt x="2831739" y="0"/>
                </a:lnTo>
                <a:lnTo>
                  <a:pt x="2842425" y="0"/>
                </a:lnTo>
                <a:lnTo>
                  <a:pt x="2853111" y="0"/>
                </a:lnTo>
                <a:lnTo>
                  <a:pt x="2863796" y="0"/>
                </a:lnTo>
                <a:lnTo>
                  <a:pt x="2874482" y="0"/>
                </a:lnTo>
                <a:lnTo>
                  <a:pt x="2885168" y="0"/>
                </a:lnTo>
                <a:lnTo>
                  <a:pt x="2895854" y="0"/>
                </a:lnTo>
                <a:lnTo>
                  <a:pt x="2906540" y="0"/>
                </a:lnTo>
                <a:lnTo>
                  <a:pt x="2917226" y="0"/>
                </a:lnTo>
                <a:lnTo>
                  <a:pt x="2927911" y="0"/>
                </a:lnTo>
                <a:lnTo>
                  <a:pt x="2938597" y="0"/>
                </a:lnTo>
                <a:lnTo>
                  <a:pt x="2949283" y="0"/>
                </a:lnTo>
                <a:lnTo>
                  <a:pt x="2959969" y="0"/>
                </a:lnTo>
                <a:lnTo>
                  <a:pt x="2970655" y="0"/>
                </a:lnTo>
                <a:lnTo>
                  <a:pt x="2981340" y="0"/>
                </a:lnTo>
                <a:lnTo>
                  <a:pt x="2992026" y="0"/>
                </a:lnTo>
                <a:lnTo>
                  <a:pt x="3002712" y="0"/>
                </a:lnTo>
                <a:lnTo>
                  <a:pt x="3013398" y="0"/>
                </a:lnTo>
                <a:lnTo>
                  <a:pt x="3024084" y="0"/>
                </a:lnTo>
                <a:lnTo>
                  <a:pt x="3034769" y="0"/>
                </a:lnTo>
                <a:lnTo>
                  <a:pt x="3045455" y="0"/>
                </a:lnTo>
                <a:lnTo>
                  <a:pt x="3056141" y="0"/>
                </a:lnTo>
                <a:lnTo>
                  <a:pt x="3066827" y="0"/>
                </a:lnTo>
                <a:lnTo>
                  <a:pt x="3077513" y="0"/>
                </a:lnTo>
                <a:lnTo>
                  <a:pt x="3088198" y="0"/>
                </a:lnTo>
                <a:lnTo>
                  <a:pt x="3098884" y="0"/>
                </a:lnTo>
                <a:lnTo>
                  <a:pt x="3109570" y="0"/>
                </a:lnTo>
                <a:lnTo>
                  <a:pt x="3120256" y="0"/>
                </a:lnTo>
                <a:lnTo>
                  <a:pt x="3130942" y="0"/>
                </a:lnTo>
                <a:lnTo>
                  <a:pt x="3141628" y="0"/>
                </a:lnTo>
                <a:lnTo>
                  <a:pt x="3152313" y="0"/>
                </a:lnTo>
                <a:lnTo>
                  <a:pt x="3162999" y="0"/>
                </a:lnTo>
                <a:lnTo>
                  <a:pt x="3173685" y="0"/>
                </a:lnTo>
                <a:lnTo>
                  <a:pt x="3184371" y="0"/>
                </a:lnTo>
                <a:lnTo>
                  <a:pt x="3195057" y="0"/>
                </a:lnTo>
                <a:lnTo>
                  <a:pt x="3205742" y="0"/>
                </a:lnTo>
                <a:lnTo>
                  <a:pt x="3216428" y="0"/>
                </a:lnTo>
                <a:lnTo>
                  <a:pt x="3227114" y="0"/>
                </a:lnTo>
                <a:lnTo>
                  <a:pt x="3237800" y="0"/>
                </a:lnTo>
                <a:lnTo>
                  <a:pt x="3248486" y="0"/>
                </a:lnTo>
                <a:lnTo>
                  <a:pt x="3259171" y="0"/>
                </a:lnTo>
                <a:lnTo>
                  <a:pt x="3269857" y="0"/>
                </a:lnTo>
                <a:lnTo>
                  <a:pt x="3280543" y="0"/>
                </a:lnTo>
                <a:lnTo>
                  <a:pt x="3291229" y="0"/>
                </a:lnTo>
                <a:lnTo>
                  <a:pt x="3301915" y="0"/>
                </a:lnTo>
                <a:lnTo>
                  <a:pt x="3312601" y="0"/>
                </a:lnTo>
                <a:lnTo>
                  <a:pt x="3323286" y="0"/>
                </a:lnTo>
                <a:lnTo>
                  <a:pt x="3333972" y="0"/>
                </a:lnTo>
                <a:lnTo>
                  <a:pt x="3344658" y="0"/>
                </a:lnTo>
                <a:lnTo>
                  <a:pt x="3355344" y="0"/>
                </a:lnTo>
                <a:lnTo>
                  <a:pt x="3366030" y="0"/>
                </a:lnTo>
                <a:lnTo>
                  <a:pt x="3376715" y="0"/>
                </a:lnTo>
                <a:lnTo>
                  <a:pt x="3387401" y="0"/>
                </a:lnTo>
                <a:lnTo>
                  <a:pt x="3398087" y="0"/>
                </a:lnTo>
                <a:lnTo>
                  <a:pt x="3408773" y="0"/>
                </a:lnTo>
                <a:lnTo>
                  <a:pt x="3419459" y="0"/>
                </a:lnTo>
                <a:lnTo>
                  <a:pt x="3430144" y="0"/>
                </a:lnTo>
                <a:lnTo>
                  <a:pt x="3440830" y="0"/>
                </a:lnTo>
                <a:lnTo>
                  <a:pt x="3451516" y="0"/>
                </a:lnTo>
                <a:lnTo>
                  <a:pt x="3462202" y="0"/>
                </a:lnTo>
                <a:lnTo>
                  <a:pt x="3472888" y="0"/>
                </a:lnTo>
                <a:lnTo>
                  <a:pt x="3483573" y="0"/>
                </a:lnTo>
                <a:lnTo>
                  <a:pt x="3494259" y="0"/>
                </a:lnTo>
                <a:lnTo>
                  <a:pt x="3504945" y="0"/>
                </a:lnTo>
                <a:lnTo>
                  <a:pt x="3515631" y="0"/>
                </a:lnTo>
                <a:lnTo>
                  <a:pt x="3526317" y="0"/>
                </a:lnTo>
                <a:lnTo>
                  <a:pt x="3537003" y="0"/>
                </a:lnTo>
                <a:lnTo>
                  <a:pt x="3547688" y="0"/>
                </a:lnTo>
                <a:lnTo>
                  <a:pt x="3558374" y="0"/>
                </a:lnTo>
                <a:lnTo>
                  <a:pt x="3569060" y="0"/>
                </a:lnTo>
                <a:lnTo>
                  <a:pt x="3579746" y="0"/>
                </a:lnTo>
                <a:lnTo>
                  <a:pt x="3590432" y="0"/>
                </a:lnTo>
                <a:lnTo>
                  <a:pt x="3601117" y="0"/>
                </a:lnTo>
                <a:lnTo>
                  <a:pt x="3611803" y="0"/>
                </a:lnTo>
                <a:lnTo>
                  <a:pt x="3622489" y="0"/>
                </a:lnTo>
                <a:lnTo>
                  <a:pt x="3633175" y="0"/>
                </a:lnTo>
                <a:lnTo>
                  <a:pt x="3643861" y="0"/>
                </a:lnTo>
                <a:lnTo>
                  <a:pt x="3654546" y="0"/>
                </a:lnTo>
                <a:lnTo>
                  <a:pt x="3665232" y="0"/>
                </a:lnTo>
                <a:lnTo>
                  <a:pt x="3675918" y="0"/>
                </a:lnTo>
                <a:lnTo>
                  <a:pt x="3686604" y="0"/>
                </a:lnTo>
                <a:lnTo>
                  <a:pt x="3697290" y="0"/>
                </a:lnTo>
                <a:lnTo>
                  <a:pt x="3707975" y="0"/>
                </a:lnTo>
                <a:lnTo>
                  <a:pt x="3718661" y="0"/>
                </a:lnTo>
                <a:lnTo>
                  <a:pt x="3729347" y="0"/>
                </a:lnTo>
                <a:lnTo>
                  <a:pt x="3740033" y="0"/>
                </a:lnTo>
                <a:lnTo>
                  <a:pt x="3750719" y="0"/>
                </a:lnTo>
                <a:lnTo>
                  <a:pt x="3761405" y="0"/>
                </a:lnTo>
                <a:lnTo>
                  <a:pt x="3772090" y="0"/>
                </a:lnTo>
                <a:lnTo>
                  <a:pt x="3782776" y="0"/>
                </a:lnTo>
                <a:lnTo>
                  <a:pt x="3793462" y="0"/>
                </a:lnTo>
                <a:lnTo>
                  <a:pt x="3804148" y="0"/>
                </a:lnTo>
                <a:lnTo>
                  <a:pt x="3814834" y="0"/>
                </a:lnTo>
                <a:lnTo>
                  <a:pt x="3825519" y="0"/>
                </a:lnTo>
                <a:lnTo>
                  <a:pt x="3836205" y="0"/>
                </a:lnTo>
                <a:lnTo>
                  <a:pt x="3846891" y="0"/>
                </a:lnTo>
                <a:lnTo>
                  <a:pt x="3857577" y="0"/>
                </a:lnTo>
                <a:lnTo>
                  <a:pt x="3868263" y="0"/>
                </a:lnTo>
                <a:lnTo>
                  <a:pt x="3878948" y="0"/>
                </a:lnTo>
                <a:lnTo>
                  <a:pt x="3889634" y="0"/>
                </a:lnTo>
                <a:lnTo>
                  <a:pt x="3900320" y="0"/>
                </a:lnTo>
                <a:lnTo>
                  <a:pt x="3911006" y="0"/>
                </a:lnTo>
                <a:lnTo>
                  <a:pt x="3921692" y="0"/>
                </a:lnTo>
                <a:lnTo>
                  <a:pt x="3932377" y="0"/>
                </a:lnTo>
                <a:lnTo>
                  <a:pt x="3943063" y="0"/>
                </a:lnTo>
                <a:lnTo>
                  <a:pt x="3953749" y="0"/>
                </a:lnTo>
                <a:lnTo>
                  <a:pt x="3964435" y="0"/>
                </a:lnTo>
                <a:lnTo>
                  <a:pt x="3975121" y="0"/>
                </a:lnTo>
                <a:lnTo>
                  <a:pt x="3985807" y="0"/>
                </a:lnTo>
                <a:lnTo>
                  <a:pt x="3996492" y="0"/>
                </a:lnTo>
                <a:lnTo>
                  <a:pt x="4007178" y="0"/>
                </a:lnTo>
                <a:lnTo>
                  <a:pt x="4017864" y="0"/>
                </a:lnTo>
                <a:lnTo>
                  <a:pt x="4028550" y="0"/>
                </a:lnTo>
                <a:lnTo>
                  <a:pt x="4039236" y="0"/>
                </a:lnTo>
                <a:lnTo>
                  <a:pt x="4049921" y="0"/>
                </a:lnTo>
                <a:lnTo>
                  <a:pt x="4060607" y="0"/>
                </a:lnTo>
                <a:lnTo>
                  <a:pt x="4071293" y="0"/>
                </a:lnTo>
                <a:lnTo>
                  <a:pt x="4081979" y="0"/>
                </a:lnTo>
                <a:lnTo>
                  <a:pt x="4092665" y="0"/>
                </a:lnTo>
                <a:lnTo>
                  <a:pt x="4103350" y="0"/>
                </a:lnTo>
                <a:lnTo>
                  <a:pt x="4114036" y="0"/>
                </a:lnTo>
                <a:lnTo>
                  <a:pt x="4124722" y="0"/>
                </a:lnTo>
                <a:lnTo>
                  <a:pt x="4135408" y="0"/>
                </a:lnTo>
                <a:lnTo>
                  <a:pt x="4146094" y="0"/>
                </a:lnTo>
                <a:lnTo>
                  <a:pt x="4156779" y="0"/>
                </a:lnTo>
                <a:lnTo>
                  <a:pt x="4167465" y="0"/>
                </a:lnTo>
                <a:lnTo>
                  <a:pt x="4178151" y="0"/>
                </a:lnTo>
                <a:lnTo>
                  <a:pt x="4188837" y="0"/>
                </a:lnTo>
                <a:lnTo>
                  <a:pt x="4199523" y="0"/>
                </a:lnTo>
                <a:lnTo>
                  <a:pt x="4210209" y="0"/>
                </a:lnTo>
                <a:lnTo>
                  <a:pt x="4220894" y="0"/>
                </a:lnTo>
                <a:lnTo>
                  <a:pt x="4231580" y="0"/>
                </a:lnTo>
                <a:lnTo>
                  <a:pt x="4242266" y="0"/>
                </a:lnTo>
                <a:lnTo>
                  <a:pt x="4252952" y="0"/>
                </a:lnTo>
                <a:lnTo>
                  <a:pt x="4263638" y="0"/>
                </a:lnTo>
                <a:lnTo>
                  <a:pt x="4274323" y="0"/>
                </a:lnTo>
                <a:lnTo>
                  <a:pt x="4285009" y="0"/>
                </a:lnTo>
                <a:lnTo>
                  <a:pt x="4295695" y="0"/>
                </a:lnTo>
                <a:lnTo>
                  <a:pt x="4306381" y="0"/>
                </a:lnTo>
                <a:lnTo>
                  <a:pt x="4317067" y="0"/>
                </a:lnTo>
                <a:lnTo>
                  <a:pt x="4327752" y="0"/>
                </a:lnTo>
                <a:lnTo>
                  <a:pt x="4338438" y="0"/>
                </a:lnTo>
                <a:lnTo>
                  <a:pt x="4349124" y="0"/>
                </a:lnTo>
                <a:lnTo>
                  <a:pt x="4359810" y="0"/>
                </a:lnTo>
                <a:lnTo>
                  <a:pt x="4370496" y="0"/>
                </a:lnTo>
                <a:lnTo>
                  <a:pt x="4381181" y="0"/>
                </a:lnTo>
                <a:lnTo>
                  <a:pt x="4391867" y="0"/>
                </a:lnTo>
                <a:lnTo>
                  <a:pt x="4402553" y="0"/>
                </a:lnTo>
                <a:lnTo>
                  <a:pt x="4413239" y="0"/>
                </a:lnTo>
                <a:lnTo>
                  <a:pt x="4423925" y="0"/>
                </a:lnTo>
                <a:lnTo>
                  <a:pt x="4434611" y="0"/>
                </a:lnTo>
                <a:lnTo>
                  <a:pt x="4445296" y="0"/>
                </a:lnTo>
                <a:lnTo>
                  <a:pt x="4455982" y="0"/>
                </a:lnTo>
                <a:lnTo>
                  <a:pt x="4466668" y="0"/>
                </a:lnTo>
                <a:lnTo>
                  <a:pt x="4477354" y="0"/>
                </a:lnTo>
                <a:lnTo>
                  <a:pt x="4488040" y="0"/>
                </a:lnTo>
                <a:lnTo>
                  <a:pt x="4498725" y="0"/>
                </a:lnTo>
                <a:lnTo>
                  <a:pt x="4509411" y="0"/>
                </a:lnTo>
                <a:lnTo>
                  <a:pt x="4520097" y="0"/>
                </a:lnTo>
                <a:lnTo>
                  <a:pt x="4530783" y="0"/>
                </a:lnTo>
                <a:lnTo>
                  <a:pt x="4541469" y="0"/>
                </a:lnTo>
                <a:lnTo>
                  <a:pt x="4552154" y="0"/>
                </a:lnTo>
                <a:lnTo>
                  <a:pt x="4562840" y="0"/>
                </a:lnTo>
                <a:lnTo>
                  <a:pt x="4573526" y="0"/>
                </a:lnTo>
                <a:lnTo>
                  <a:pt x="4584212" y="0"/>
                </a:lnTo>
                <a:lnTo>
                  <a:pt x="4594898" y="0"/>
                </a:lnTo>
                <a:lnTo>
                  <a:pt x="4605583" y="0"/>
                </a:lnTo>
                <a:lnTo>
                  <a:pt x="4616269" y="0"/>
                </a:lnTo>
                <a:lnTo>
                  <a:pt x="4626955" y="0"/>
                </a:lnTo>
                <a:lnTo>
                  <a:pt x="4637641" y="0"/>
                </a:lnTo>
                <a:lnTo>
                  <a:pt x="4648327" y="0"/>
                </a:lnTo>
                <a:lnTo>
                  <a:pt x="4659013" y="0"/>
                </a:lnTo>
                <a:lnTo>
                  <a:pt x="4669698" y="0"/>
                </a:lnTo>
                <a:lnTo>
                  <a:pt x="4680384" y="0"/>
                </a:lnTo>
                <a:lnTo>
                  <a:pt x="4691070" y="0"/>
                </a:lnTo>
                <a:lnTo>
                  <a:pt x="4701756" y="0"/>
                </a:lnTo>
                <a:lnTo>
                  <a:pt x="4712442" y="0"/>
                </a:lnTo>
                <a:lnTo>
                  <a:pt x="4723127" y="0"/>
                </a:lnTo>
                <a:lnTo>
                  <a:pt x="4733813" y="0"/>
                </a:lnTo>
                <a:lnTo>
                  <a:pt x="4744499" y="0"/>
                </a:lnTo>
                <a:lnTo>
                  <a:pt x="4755185" y="0"/>
                </a:lnTo>
                <a:lnTo>
                  <a:pt x="4765871" y="0"/>
                </a:lnTo>
                <a:lnTo>
                  <a:pt x="4776556" y="0"/>
                </a:lnTo>
                <a:lnTo>
                  <a:pt x="4787242" y="0"/>
                </a:lnTo>
                <a:lnTo>
                  <a:pt x="4797928" y="0"/>
                </a:lnTo>
                <a:lnTo>
                  <a:pt x="4808614" y="2971800"/>
                </a:lnTo>
                <a:lnTo>
                  <a:pt x="4819300" y="2971800"/>
                </a:lnTo>
                <a:lnTo>
                  <a:pt x="4829985" y="2971800"/>
                </a:lnTo>
                <a:lnTo>
                  <a:pt x="4840671" y="2971800"/>
                </a:lnTo>
                <a:lnTo>
                  <a:pt x="4851357" y="2971800"/>
                </a:lnTo>
                <a:lnTo>
                  <a:pt x="4862043" y="2971800"/>
                </a:lnTo>
                <a:lnTo>
                  <a:pt x="4872729" y="2971800"/>
                </a:lnTo>
                <a:lnTo>
                  <a:pt x="4883415" y="2971800"/>
                </a:lnTo>
                <a:lnTo>
                  <a:pt x="4894100" y="2971800"/>
                </a:lnTo>
                <a:lnTo>
                  <a:pt x="4904786" y="2971800"/>
                </a:lnTo>
                <a:lnTo>
                  <a:pt x="4915472" y="2971800"/>
                </a:lnTo>
                <a:lnTo>
                  <a:pt x="4926158" y="2971800"/>
                </a:lnTo>
                <a:lnTo>
                  <a:pt x="4936844" y="2971800"/>
                </a:lnTo>
                <a:lnTo>
                  <a:pt x="4947529" y="2971800"/>
                </a:lnTo>
                <a:lnTo>
                  <a:pt x="4958215" y="2971800"/>
                </a:lnTo>
                <a:lnTo>
                  <a:pt x="4968901" y="2971800"/>
                </a:lnTo>
                <a:lnTo>
                  <a:pt x="4979587" y="2971800"/>
                </a:lnTo>
                <a:lnTo>
                  <a:pt x="4990273" y="2971800"/>
                </a:lnTo>
                <a:lnTo>
                  <a:pt x="5000958" y="2971800"/>
                </a:lnTo>
                <a:lnTo>
                  <a:pt x="5011644" y="2971800"/>
                </a:lnTo>
                <a:lnTo>
                  <a:pt x="5022330" y="2971800"/>
                </a:lnTo>
                <a:lnTo>
                  <a:pt x="5033016" y="2971800"/>
                </a:lnTo>
                <a:lnTo>
                  <a:pt x="5043702" y="2971800"/>
                </a:lnTo>
                <a:lnTo>
                  <a:pt x="5054387" y="2971800"/>
                </a:lnTo>
                <a:lnTo>
                  <a:pt x="5065073" y="2971800"/>
                </a:lnTo>
                <a:lnTo>
                  <a:pt x="5075759" y="2971800"/>
                </a:lnTo>
                <a:lnTo>
                  <a:pt x="5086445" y="2971800"/>
                </a:lnTo>
                <a:lnTo>
                  <a:pt x="5097131" y="2971800"/>
                </a:lnTo>
                <a:lnTo>
                  <a:pt x="5107817" y="2971800"/>
                </a:lnTo>
                <a:lnTo>
                  <a:pt x="5118502" y="2971800"/>
                </a:lnTo>
                <a:lnTo>
                  <a:pt x="5129188" y="2971800"/>
                </a:lnTo>
                <a:lnTo>
                  <a:pt x="5139874" y="2971800"/>
                </a:lnTo>
                <a:lnTo>
                  <a:pt x="5150560" y="2971800"/>
                </a:lnTo>
                <a:lnTo>
                  <a:pt x="5161246" y="2971800"/>
                </a:lnTo>
                <a:lnTo>
                  <a:pt x="5171931" y="2971800"/>
                </a:lnTo>
                <a:lnTo>
                  <a:pt x="5182617" y="2971800"/>
                </a:lnTo>
                <a:lnTo>
                  <a:pt x="5193303" y="2971800"/>
                </a:lnTo>
                <a:lnTo>
                  <a:pt x="5203989" y="2971800"/>
                </a:lnTo>
                <a:lnTo>
                  <a:pt x="5214675" y="2971800"/>
                </a:lnTo>
                <a:lnTo>
                  <a:pt x="5225360" y="2971800"/>
                </a:lnTo>
                <a:lnTo>
                  <a:pt x="5236046" y="2971800"/>
                </a:lnTo>
                <a:lnTo>
                  <a:pt x="5246732" y="2971800"/>
                </a:lnTo>
                <a:lnTo>
                  <a:pt x="5257418" y="2971800"/>
                </a:lnTo>
                <a:lnTo>
                  <a:pt x="5268104" y="2971800"/>
                </a:lnTo>
                <a:lnTo>
                  <a:pt x="5278789" y="2971800"/>
                </a:lnTo>
                <a:lnTo>
                  <a:pt x="5289475" y="2971800"/>
                </a:lnTo>
                <a:lnTo>
                  <a:pt x="5300161" y="2971800"/>
                </a:lnTo>
                <a:lnTo>
                  <a:pt x="5310847" y="2971800"/>
                </a:lnTo>
                <a:lnTo>
                  <a:pt x="5321533" y="2971800"/>
                </a:lnTo>
                <a:lnTo>
                  <a:pt x="5332219" y="2971800"/>
                </a:lnTo>
                <a:lnTo>
                  <a:pt x="5342904" y="2971800"/>
                </a:lnTo>
                <a:lnTo>
                  <a:pt x="5353590" y="2971800"/>
                </a:lnTo>
                <a:lnTo>
                  <a:pt x="5364276" y="2971800"/>
                </a:lnTo>
                <a:lnTo>
                  <a:pt x="5374962" y="2971800"/>
                </a:lnTo>
                <a:lnTo>
                  <a:pt x="5385648" y="2971800"/>
                </a:lnTo>
                <a:lnTo>
                  <a:pt x="5396333" y="2971800"/>
                </a:lnTo>
                <a:lnTo>
                  <a:pt x="5407019" y="2971800"/>
                </a:lnTo>
                <a:lnTo>
                  <a:pt x="5417705" y="2971800"/>
                </a:lnTo>
                <a:lnTo>
                  <a:pt x="5428391" y="2971800"/>
                </a:lnTo>
                <a:lnTo>
                  <a:pt x="5439077" y="2971800"/>
                </a:lnTo>
                <a:lnTo>
                  <a:pt x="5449762" y="2971800"/>
                </a:lnTo>
                <a:lnTo>
                  <a:pt x="5460448" y="2971800"/>
                </a:lnTo>
                <a:lnTo>
                  <a:pt x="5471134" y="2971800"/>
                </a:lnTo>
                <a:lnTo>
                  <a:pt x="5481820" y="2971800"/>
                </a:lnTo>
                <a:lnTo>
                  <a:pt x="5492506" y="2971800"/>
                </a:lnTo>
                <a:lnTo>
                  <a:pt x="5503191" y="2971800"/>
                </a:lnTo>
                <a:lnTo>
                  <a:pt x="5513877" y="2971800"/>
                </a:lnTo>
                <a:lnTo>
                  <a:pt x="5524563" y="2971800"/>
                </a:lnTo>
                <a:lnTo>
                  <a:pt x="5535249" y="2971800"/>
                </a:lnTo>
                <a:lnTo>
                  <a:pt x="5545935" y="2971800"/>
                </a:lnTo>
                <a:lnTo>
                  <a:pt x="5556621" y="2971800"/>
                </a:lnTo>
                <a:lnTo>
                  <a:pt x="5567306" y="2971800"/>
                </a:lnTo>
                <a:lnTo>
                  <a:pt x="5577992" y="2971800"/>
                </a:lnTo>
                <a:lnTo>
                  <a:pt x="5588678" y="2971800"/>
                </a:lnTo>
                <a:lnTo>
                  <a:pt x="5599364" y="2971800"/>
                </a:lnTo>
                <a:lnTo>
                  <a:pt x="5610050" y="2971800"/>
                </a:lnTo>
                <a:lnTo>
                  <a:pt x="5620735" y="2971800"/>
                </a:lnTo>
                <a:lnTo>
                  <a:pt x="5631421" y="2971800"/>
                </a:lnTo>
                <a:lnTo>
                  <a:pt x="5642107" y="2971800"/>
                </a:lnTo>
                <a:lnTo>
                  <a:pt x="5652793" y="2971800"/>
                </a:lnTo>
                <a:lnTo>
                  <a:pt x="5663479" y="2971800"/>
                </a:lnTo>
                <a:lnTo>
                  <a:pt x="5674164" y="2971800"/>
                </a:lnTo>
                <a:lnTo>
                  <a:pt x="5684850" y="2971800"/>
                </a:lnTo>
                <a:lnTo>
                  <a:pt x="5695536" y="2971800"/>
                </a:lnTo>
                <a:lnTo>
                  <a:pt x="5706222" y="2971800"/>
                </a:lnTo>
                <a:lnTo>
                  <a:pt x="5716908" y="2971800"/>
                </a:lnTo>
                <a:lnTo>
                  <a:pt x="5727593" y="2971800"/>
                </a:lnTo>
                <a:lnTo>
                  <a:pt x="5738279" y="2971800"/>
                </a:lnTo>
                <a:lnTo>
                  <a:pt x="5748965" y="2971800"/>
                </a:lnTo>
                <a:lnTo>
                  <a:pt x="5759651" y="2971800"/>
                </a:lnTo>
                <a:lnTo>
                  <a:pt x="5770337" y="2971800"/>
                </a:lnTo>
                <a:lnTo>
                  <a:pt x="5781023" y="2971800"/>
                </a:lnTo>
                <a:lnTo>
                  <a:pt x="5791708" y="2971800"/>
                </a:lnTo>
                <a:lnTo>
                  <a:pt x="5802394" y="2971800"/>
                </a:lnTo>
                <a:lnTo>
                  <a:pt x="5813080" y="2971800"/>
                </a:lnTo>
                <a:lnTo>
                  <a:pt x="5823766" y="2971800"/>
                </a:lnTo>
                <a:lnTo>
                  <a:pt x="5834452" y="2971800"/>
                </a:lnTo>
                <a:lnTo>
                  <a:pt x="5845137" y="2971800"/>
                </a:lnTo>
                <a:lnTo>
                  <a:pt x="5855823" y="2971800"/>
                </a:lnTo>
                <a:lnTo>
                  <a:pt x="5866509" y="2971800"/>
                </a:lnTo>
                <a:lnTo>
                  <a:pt x="5877195" y="2971800"/>
                </a:lnTo>
                <a:lnTo>
                  <a:pt x="5887881" y="2971800"/>
                </a:lnTo>
                <a:lnTo>
                  <a:pt x="5898566" y="2971800"/>
                </a:lnTo>
                <a:lnTo>
                  <a:pt x="5909252" y="2971800"/>
                </a:lnTo>
                <a:lnTo>
                  <a:pt x="5919938" y="2971800"/>
                </a:lnTo>
                <a:lnTo>
                  <a:pt x="5930624" y="2971800"/>
                </a:lnTo>
                <a:lnTo>
                  <a:pt x="5941310" y="2971800"/>
                </a:lnTo>
                <a:lnTo>
                  <a:pt x="5951995" y="2971800"/>
                </a:lnTo>
                <a:lnTo>
                  <a:pt x="5962681" y="2971800"/>
                </a:lnTo>
                <a:lnTo>
                  <a:pt x="5973367" y="2971800"/>
                </a:lnTo>
                <a:lnTo>
                  <a:pt x="5984053" y="2971800"/>
                </a:lnTo>
                <a:lnTo>
                  <a:pt x="5994739" y="2971800"/>
                </a:lnTo>
                <a:lnTo>
                  <a:pt x="6005425" y="2971800"/>
                </a:lnTo>
                <a:lnTo>
                  <a:pt x="6016110" y="2971800"/>
                </a:lnTo>
                <a:lnTo>
                  <a:pt x="6026796" y="2971800"/>
                </a:lnTo>
                <a:lnTo>
                  <a:pt x="6037482" y="2971800"/>
                </a:lnTo>
                <a:lnTo>
                  <a:pt x="6048168" y="2971800"/>
                </a:lnTo>
                <a:lnTo>
                  <a:pt x="6058854" y="2971800"/>
                </a:lnTo>
                <a:lnTo>
                  <a:pt x="6069539" y="2971800"/>
                </a:lnTo>
                <a:lnTo>
                  <a:pt x="6080225" y="2971800"/>
                </a:lnTo>
                <a:lnTo>
                  <a:pt x="6090911" y="2971800"/>
                </a:lnTo>
                <a:lnTo>
                  <a:pt x="6101597" y="2971800"/>
                </a:lnTo>
                <a:lnTo>
                  <a:pt x="6112283" y="2971800"/>
                </a:lnTo>
                <a:lnTo>
                  <a:pt x="6122968" y="2971800"/>
                </a:lnTo>
                <a:lnTo>
                  <a:pt x="6133654" y="2971800"/>
                </a:lnTo>
                <a:lnTo>
                  <a:pt x="6144340" y="2971800"/>
                </a:lnTo>
                <a:lnTo>
                  <a:pt x="6155026" y="2971800"/>
                </a:lnTo>
                <a:lnTo>
                  <a:pt x="6165712" y="2971800"/>
                </a:lnTo>
                <a:lnTo>
                  <a:pt x="6176397" y="2971800"/>
                </a:lnTo>
                <a:lnTo>
                  <a:pt x="6187083" y="2971800"/>
                </a:lnTo>
                <a:lnTo>
                  <a:pt x="6197769" y="2971800"/>
                </a:lnTo>
                <a:lnTo>
                  <a:pt x="6208455" y="2971800"/>
                </a:lnTo>
                <a:lnTo>
                  <a:pt x="6219141" y="2971800"/>
                </a:lnTo>
                <a:lnTo>
                  <a:pt x="6229827" y="2971800"/>
                </a:lnTo>
                <a:lnTo>
                  <a:pt x="6240512" y="2971800"/>
                </a:lnTo>
                <a:lnTo>
                  <a:pt x="6251198" y="2971800"/>
                </a:lnTo>
                <a:lnTo>
                  <a:pt x="6261884" y="2971800"/>
                </a:lnTo>
                <a:lnTo>
                  <a:pt x="6272570" y="2971800"/>
                </a:lnTo>
                <a:lnTo>
                  <a:pt x="6283256" y="2971800"/>
                </a:lnTo>
                <a:lnTo>
                  <a:pt x="6293941" y="2971800"/>
                </a:lnTo>
                <a:lnTo>
                  <a:pt x="6304627" y="2971800"/>
                </a:lnTo>
                <a:lnTo>
                  <a:pt x="6315313" y="2971800"/>
                </a:lnTo>
                <a:lnTo>
                  <a:pt x="6325999" y="2971800"/>
                </a:lnTo>
                <a:lnTo>
                  <a:pt x="6336685" y="2971800"/>
                </a:lnTo>
                <a:lnTo>
                  <a:pt x="6347370" y="2971800"/>
                </a:lnTo>
                <a:lnTo>
                  <a:pt x="6358056" y="2971800"/>
                </a:lnTo>
                <a:lnTo>
                  <a:pt x="6368742" y="2971800"/>
                </a:lnTo>
                <a:lnTo>
                  <a:pt x="6379428" y="2971800"/>
                </a:lnTo>
                <a:lnTo>
                  <a:pt x="6390114" y="2971800"/>
                </a:lnTo>
                <a:lnTo>
                  <a:pt x="6400800" y="2971800"/>
                </a:lnTo>
                <a:lnTo>
                  <a:pt x="6400800" y="2971800"/>
                </a:lnTo>
                <a:lnTo>
                  <a:pt x="6390114" y="2971800"/>
                </a:lnTo>
                <a:lnTo>
                  <a:pt x="6379428" y="2971800"/>
                </a:lnTo>
                <a:lnTo>
                  <a:pt x="6368742" y="2971800"/>
                </a:lnTo>
                <a:lnTo>
                  <a:pt x="6358056" y="2971800"/>
                </a:lnTo>
                <a:lnTo>
                  <a:pt x="6347370" y="2971800"/>
                </a:lnTo>
                <a:lnTo>
                  <a:pt x="6336685" y="2971800"/>
                </a:lnTo>
                <a:lnTo>
                  <a:pt x="6325999" y="2971800"/>
                </a:lnTo>
                <a:lnTo>
                  <a:pt x="6315313" y="2971800"/>
                </a:lnTo>
                <a:lnTo>
                  <a:pt x="6304627" y="2971800"/>
                </a:lnTo>
                <a:lnTo>
                  <a:pt x="6293941" y="2971800"/>
                </a:lnTo>
                <a:lnTo>
                  <a:pt x="6283256" y="2971800"/>
                </a:lnTo>
                <a:lnTo>
                  <a:pt x="6272570" y="2971800"/>
                </a:lnTo>
                <a:lnTo>
                  <a:pt x="6261884" y="2971800"/>
                </a:lnTo>
                <a:lnTo>
                  <a:pt x="6251198" y="2971800"/>
                </a:lnTo>
                <a:lnTo>
                  <a:pt x="6240512" y="2971800"/>
                </a:lnTo>
                <a:lnTo>
                  <a:pt x="6229827" y="2971800"/>
                </a:lnTo>
                <a:lnTo>
                  <a:pt x="6219141" y="2971800"/>
                </a:lnTo>
                <a:lnTo>
                  <a:pt x="6208455" y="2971800"/>
                </a:lnTo>
                <a:lnTo>
                  <a:pt x="6197769" y="2971800"/>
                </a:lnTo>
                <a:lnTo>
                  <a:pt x="6187083" y="2971800"/>
                </a:lnTo>
                <a:lnTo>
                  <a:pt x="6176397" y="2971800"/>
                </a:lnTo>
                <a:lnTo>
                  <a:pt x="6165712" y="2971800"/>
                </a:lnTo>
                <a:lnTo>
                  <a:pt x="6155026" y="2971800"/>
                </a:lnTo>
                <a:lnTo>
                  <a:pt x="6144340" y="2971800"/>
                </a:lnTo>
                <a:lnTo>
                  <a:pt x="6133654" y="2971800"/>
                </a:lnTo>
                <a:lnTo>
                  <a:pt x="6122968" y="2971800"/>
                </a:lnTo>
                <a:lnTo>
                  <a:pt x="6112283" y="2971800"/>
                </a:lnTo>
                <a:lnTo>
                  <a:pt x="6101597" y="2971800"/>
                </a:lnTo>
                <a:lnTo>
                  <a:pt x="6090911" y="2971800"/>
                </a:lnTo>
                <a:lnTo>
                  <a:pt x="6080225" y="2971800"/>
                </a:lnTo>
                <a:lnTo>
                  <a:pt x="6069539" y="2971800"/>
                </a:lnTo>
                <a:lnTo>
                  <a:pt x="6058854" y="2971800"/>
                </a:lnTo>
                <a:lnTo>
                  <a:pt x="6048168" y="2971800"/>
                </a:lnTo>
                <a:lnTo>
                  <a:pt x="6037482" y="2971800"/>
                </a:lnTo>
                <a:lnTo>
                  <a:pt x="6026796" y="2971800"/>
                </a:lnTo>
                <a:lnTo>
                  <a:pt x="6016110" y="2971800"/>
                </a:lnTo>
                <a:lnTo>
                  <a:pt x="6005425" y="2971800"/>
                </a:lnTo>
                <a:lnTo>
                  <a:pt x="5994739" y="2971800"/>
                </a:lnTo>
                <a:lnTo>
                  <a:pt x="5984053" y="2971800"/>
                </a:lnTo>
                <a:lnTo>
                  <a:pt x="5973367" y="2971800"/>
                </a:lnTo>
                <a:lnTo>
                  <a:pt x="5962681" y="2971800"/>
                </a:lnTo>
                <a:lnTo>
                  <a:pt x="5951995" y="2971800"/>
                </a:lnTo>
                <a:lnTo>
                  <a:pt x="5941310" y="2971800"/>
                </a:lnTo>
                <a:lnTo>
                  <a:pt x="5930624" y="2971800"/>
                </a:lnTo>
                <a:lnTo>
                  <a:pt x="5919938" y="2971800"/>
                </a:lnTo>
                <a:lnTo>
                  <a:pt x="5909252" y="2971800"/>
                </a:lnTo>
                <a:lnTo>
                  <a:pt x="5898566" y="2971800"/>
                </a:lnTo>
                <a:lnTo>
                  <a:pt x="5887881" y="2971800"/>
                </a:lnTo>
                <a:lnTo>
                  <a:pt x="5877195" y="2971800"/>
                </a:lnTo>
                <a:lnTo>
                  <a:pt x="5866509" y="2971800"/>
                </a:lnTo>
                <a:lnTo>
                  <a:pt x="5855823" y="2971800"/>
                </a:lnTo>
                <a:lnTo>
                  <a:pt x="5845137" y="2971800"/>
                </a:lnTo>
                <a:lnTo>
                  <a:pt x="5834452" y="2971800"/>
                </a:lnTo>
                <a:lnTo>
                  <a:pt x="5823766" y="2971800"/>
                </a:lnTo>
                <a:lnTo>
                  <a:pt x="5813080" y="2971800"/>
                </a:lnTo>
                <a:lnTo>
                  <a:pt x="5802394" y="2971800"/>
                </a:lnTo>
                <a:lnTo>
                  <a:pt x="5791708" y="2971800"/>
                </a:lnTo>
                <a:lnTo>
                  <a:pt x="5781023" y="2971800"/>
                </a:lnTo>
                <a:lnTo>
                  <a:pt x="5770337" y="2971800"/>
                </a:lnTo>
                <a:lnTo>
                  <a:pt x="5759651" y="2971800"/>
                </a:lnTo>
                <a:lnTo>
                  <a:pt x="5748965" y="2971800"/>
                </a:lnTo>
                <a:lnTo>
                  <a:pt x="5738279" y="2971800"/>
                </a:lnTo>
                <a:lnTo>
                  <a:pt x="5727593" y="2971800"/>
                </a:lnTo>
                <a:lnTo>
                  <a:pt x="5716908" y="2971800"/>
                </a:lnTo>
                <a:lnTo>
                  <a:pt x="5706222" y="2971800"/>
                </a:lnTo>
                <a:lnTo>
                  <a:pt x="5695536" y="2971800"/>
                </a:lnTo>
                <a:lnTo>
                  <a:pt x="5684850" y="2971800"/>
                </a:lnTo>
                <a:lnTo>
                  <a:pt x="5674164" y="2971800"/>
                </a:lnTo>
                <a:lnTo>
                  <a:pt x="5663479" y="2971800"/>
                </a:lnTo>
                <a:lnTo>
                  <a:pt x="5652793" y="2971800"/>
                </a:lnTo>
                <a:lnTo>
                  <a:pt x="5642107" y="2971800"/>
                </a:lnTo>
                <a:lnTo>
                  <a:pt x="5631421" y="2971800"/>
                </a:lnTo>
                <a:lnTo>
                  <a:pt x="5620735" y="2971800"/>
                </a:lnTo>
                <a:lnTo>
                  <a:pt x="5610050" y="2971800"/>
                </a:lnTo>
                <a:lnTo>
                  <a:pt x="5599364" y="2971800"/>
                </a:lnTo>
                <a:lnTo>
                  <a:pt x="5588678" y="2971800"/>
                </a:lnTo>
                <a:lnTo>
                  <a:pt x="5577992" y="2971800"/>
                </a:lnTo>
                <a:lnTo>
                  <a:pt x="5567306" y="2971800"/>
                </a:lnTo>
                <a:lnTo>
                  <a:pt x="5556621" y="2971800"/>
                </a:lnTo>
                <a:lnTo>
                  <a:pt x="5545935" y="2971800"/>
                </a:lnTo>
                <a:lnTo>
                  <a:pt x="5535249" y="2971800"/>
                </a:lnTo>
                <a:lnTo>
                  <a:pt x="5524563" y="2971800"/>
                </a:lnTo>
                <a:lnTo>
                  <a:pt x="5513877" y="2971800"/>
                </a:lnTo>
                <a:lnTo>
                  <a:pt x="5503191" y="2971800"/>
                </a:lnTo>
                <a:lnTo>
                  <a:pt x="5492506" y="2971800"/>
                </a:lnTo>
                <a:lnTo>
                  <a:pt x="5481820" y="2971800"/>
                </a:lnTo>
                <a:lnTo>
                  <a:pt x="5471134" y="2971800"/>
                </a:lnTo>
                <a:lnTo>
                  <a:pt x="5460448" y="2971800"/>
                </a:lnTo>
                <a:lnTo>
                  <a:pt x="5449762" y="2971800"/>
                </a:lnTo>
                <a:lnTo>
                  <a:pt x="5439077" y="2971800"/>
                </a:lnTo>
                <a:lnTo>
                  <a:pt x="5428391" y="2971800"/>
                </a:lnTo>
                <a:lnTo>
                  <a:pt x="5417705" y="2971800"/>
                </a:lnTo>
                <a:lnTo>
                  <a:pt x="5407019" y="2971800"/>
                </a:lnTo>
                <a:lnTo>
                  <a:pt x="5396333" y="2971800"/>
                </a:lnTo>
                <a:lnTo>
                  <a:pt x="5385648" y="2971800"/>
                </a:lnTo>
                <a:lnTo>
                  <a:pt x="5374962" y="2971800"/>
                </a:lnTo>
                <a:lnTo>
                  <a:pt x="5364276" y="2971800"/>
                </a:lnTo>
                <a:lnTo>
                  <a:pt x="5353590" y="2971800"/>
                </a:lnTo>
                <a:lnTo>
                  <a:pt x="5342904" y="2971800"/>
                </a:lnTo>
                <a:lnTo>
                  <a:pt x="5332219" y="2971800"/>
                </a:lnTo>
                <a:lnTo>
                  <a:pt x="5321533" y="2971800"/>
                </a:lnTo>
                <a:lnTo>
                  <a:pt x="5310847" y="2971800"/>
                </a:lnTo>
                <a:lnTo>
                  <a:pt x="5300161" y="2971800"/>
                </a:lnTo>
                <a:lnTo>
                  <a:pt x="5289475" y="2971800"/>
                </a:lnTo>
                <a:lnTo>
                  <a:pt x="5278789" y="2971800"/>
                </a:lnTo>
                <a:lnTo>
                  <a:pt x="5268104" y="2971800"/>
                </a:lnTo>
                <a:lnTo>
                  <a:pt x="5257418" y="2971800"/>
                </a:lnTo>
                <a:lnTo>
                  <a:pt x="5246732" y="2971800"/>
                </a:lnTo>
                <a:lnTo>
                  <a:pt x="5236046" y="2971800"/>
                </a:lnTo>
                <a:lnTo>
                  <a:pt x="5225360" y="2971800"/>
                </a:lnTo>
                <a:lnTo>
                  <a:pt x="5214675" y="2971800"/>
                </a:lnTo>
                <a:lnTo>
                  <a:pt x="5203989" y="2971800"/>
                </a:lnTo>
                <a:lnTo>
                  <a:pt x="5193303" y="2971800"/>
                </a:lnTo>
                <a:lnTo>
                  <a:pt x="5182617" y="2971800"/>
                </a:lnTo>
                <a:lnTo>
                  <a:pt x="5171931" y="2971800"/>
                </a:lnTo>
                <a:lnTo>
                  <a:pt x="5161246" y="2971800"/>
                </a:lnTo>
                <a:lnTo>
                  <a:pt x="5150560" y="2971800"/>
                </a:lnTo>
                <a:lnTo>
                  <a:pt x="5139874" y="2971800"/>
                </a:lnTo>
                <a:lnTo>
                  <a:pt x="5129188" y="2971800"/>
                </a:lnTo>
                <a:lnTo>
                  <a:pt x="5118502" y="2971800"/>
                </a:lnTo>
                <a:lnTo>
                  <a:pt x="5107817" y="2971800"/>
                </a:lnTo>
                <a:lnTo>
                  <a:pt x="5097131" y="2971800"/>
                </a:lnTo>
                <a:lnTo>
                  <a:pt x="5086445" y="2971800"/>
                </a:lnTo>
                <a:lnTo>
                  <a:pt x="5075759" y="2971800"/>
                </a:lnTo>
                <a:lnTo>
                  <a:pt x="5065073" y="2971800"/>
                </a:lnTo>
                <a:lnTo>
                  <a:pt x="5054387" y="2971800"/>
                </a:lnTo>
                <a:lnTo>
                  <a:pt x="5043702" y="2971800"/>
                </a:lnTo>
                <a:lnTo>
                  <a:pt x="5033016" y="2971800"/>
                </a:lnTo>
                <a:lnTo>
                  <a:pt x="5022330" y="2971800"/>
                </a:lnTo>
                <a:lnTo>
                  <a:pt x="5011644" y="2971800"/>
                </a:lnTo>
                <a:lnTo>
                  <a:pt x="5000958" y="2971800"/>
                </a:lnTo>
                <a:lnTo>
                  <a:pt x="4990273" y="2971800"/>
                </a:lnTo>
                <a:lnTo>
                  <a:pt x="4979587" y="2971800"/>
                </a:lnTo>
                <a:lnTo>
                  <a:pt x="4968901" y="2971800"/>
                </a:lnTo>
                <a:lnTo>
                  <a:pt x="4958215" y="2971800"/>
                </a:lnTo>
                <a:lnTo>
                  <a:pt x="4947529" y="2971800"/>
                </a:lnTo>
                <a:lnTo>
                  <a:pt x="4936844" y="2971800"/>
                </a:lnTo>
                <a:lnTo>
                  <a:pt x="4926158" y="2971800"/>
                </a:lnTo>
                <a:lnTo>
                  <a:pt x="4915472" y="2971800"/>
                </a:lnTo>
                <a:lnTo>
                  <a:pt x="4904786" y="2971800"/>
                </a:lnTo>
                <a:lnTo>
                  <a:pt x="4894100" y="2971800"/>
                </a:lnTo>
                <a:lnTo>
                  <a:pt x="4883415" y="2971800"/>
                </a:lnTo>
                <a:lnTo>
                  <a:pt x="4872729" y="2971800"/>
                </a:lnTo>
                <a:lnTo>
                  <a:pt x="4862043" y="2971800"/>
                </a:lnTo>
                <a:lnTo>
                  <a:pt x="4851357" y="2971800"/>
                </a:lnTo>
                <a:lnTo>
                  <a:pt x="4840671" y="2971800"/>
                </a:lnTo>
                <a:lnTo>
                  <a:pt x="4829985" y="2971800"/>
                </a:lnTo>
                <a:lnTo>
                  <a:pt x="4819300" y="2971800"/>
                </a:lnTo>
                <a:lnTo>
                  <a:pt x="4808614" y="2971800"/>
                </a:lnTo>
                <a:lnTo>
                  <a:pt x="4797928" y="2971800"/>
                </a:lnTo>
                <a:lnTo>
                  <a:pt x="4787242" y="2971800"/>
                </a:lnTo>
                <a:lnTo>
                  <a:pt x="4776556" y="2971800"/>
                </a:lnTo>
                <a:lnTo>
                  <a:pt x="4765871" y="2971800"/>
                </a:lnTo>
                <a:lnTo>
                  <a:pt x="4755185" y="2971800"/>
                </a:lnTo>
                <a:lnTo>
                  <a:pt x="4744499" y="2971800"/>
                </a:lnTo>
                <a:lnTo>
                  <a:pt x="4733813" y="2971800"/>
                </a:lnTo>
                <a:lnTo>
                  <a:pt x="4723127" y="2971800"/>
                </a:lnTo>
                <a:lnTo>
                  <a:pt x="4712442" y="2971800"/>
                </a:lnTo>
                <a:lnTo>
                  <a:pt x="4701756" y="2971800"/>
                </a:lnTo>
                <a:lnTo>
                  <a:pt x="4691070" y="2971800"/>
                </a:lnTo>
                <a:lnTo>
                  <a:pt x="4680384" y="2971800"/>
                </a:lnTo>
                <a:lnTo>
                  <a:pt x="4669698" y="2971800"/>
                </a:lnTo>
                <a:lnTo>
                  <a:pt x="4659013" y="2971800"/>
                </a:lnTo>
                <a:lnTo>
                  <a:pt x="4648327" y="2971800"/>
                </a:lnTo>
                <a:lnTo>
                  <a:pt x="4637641" y="2971800"/>
                </a:lnTo>
                <a:lnTo>
                  <a:pt x="4626955" y="2971800"/>
                </a:lnTo>
                <a:lnTo>
                  <a:pt x="4616269" y="2971800"/>
                </a:lnTo>
                <a:lnTo>
                  <a:pt x="4605583" y="2971800"/>
                </a:lnTo>
                <a:lnTo>
                  <a:pt x="4594898" y="2971800"/>
                </a:lnTo>
                <a:lnTo>
                  <a:pt x="4584212" y="2971800"/>
                </a:lnTo>
                <a:lnTo>
                  <a:pt x="4573526" y="2971800"/>
                </a:lnTo>
                <a:lnTo>
                  <a:pt x="4562840" y="2971800"/>
                </a:lnTo>
                <a:lnTo>
                  <a:pt x="4552154" y="2971800"/>
                </a:lnTo>
                <a:lnTo>
                  <a:pt x="4541469" y="2971800"/>
                </a:lnTo>
                <a:lnTo>
                  <a:pt x="4530783" y="2971800"/>
                </a:lnTo>
                <a:lnTo>
                  <a:pt x="4520097" y="2971800"/>
                </a:lnTo>
                <a:lnTo>
                  <a:pt x="4509411" y="2971800"/>
                </a:lnTo>
                <a:lnTo>
                  <a:pt x="4498725" y="2971800"/>
                </a:lnTo>
                <a:lnTo>
                  <a:pt x="4488040" y="2971800"/>
                </a:lnTo>
                <a:lnTo>
                  <a:pt x="4477354" y="2971800"/>
                </a:lnTo>
                <a:lnTo>
                  <a:pt x="4466668" y="2971800"/>
                </a:lnTo>
                <a:lnTo>
                  <a:pt x="4455982" y="2971800"/>
                </a:lnTo>
                <a:lnTo>
                  <a:pt x="4445296" y="2971800"/>
                </a:lnTo>
                <a:lnTo>
                  <a:pt x="4434611" y="2971800"/>
                </a:lnTo>
                <a:lnTo>
                  <a:pt x="4423925" y="2971800"/>
                </a:lnTo>
                <a:lnTo>
                  <a:pt x="4413239" y="2971800"/>
                </a:lnTo>
                <a:lnTo>
                  <a:pt x="4402553" y="2971800"/>
                </a:lnTo>
                <a:lnTo>
                  <a:pt x="4391867" y="2971800"/>
                </a:lnTo>
                <a:lnTo>
                  <a:pt x="4381181" y="2971800"/>
                </a:lnTo>
                <a:lnTo>
                  <a:pt x="4370496" y="2971800"/>
                </a:lnTo>
                <a:lnTo>
                  <a:pt x="4359810" y="2971800"/>
                </a:lnTo>
                <a:lnTo>
                  <a:pt x="4349124" y="2971800"/>
                </a:lnTo>
                <a:lnTo>
                  <a:pt x="4338438" y="2971800"/>
                </a:lnTo>
                <a:lnTo>
                  <a:pt x="4327752" y="2971800"/>
                </a:lnTo>
                <a:lnTo>
                  <a:pt x="4317067" y="2971800"/>
                </a:lnTo>
                <a:lnTo>
                  <a:pt x="4306381" y="2971800"/>
                </a:lnTo>
                <a:lnTo>
                  <a:pt x="4295695" y="2971800"/>
                </a:lnTo>
                <a:lnTo>
                  <a:pt x="4285009" y="2971800"/>
                </a:lnTo>
                <a:lnTo>
                  <a:pt x="4274323" y="2971800"/>
                </a:lnTo>
                <a:lnTo>
                  <a:pt x="4263638" y="2971800"/>
                </a:lnTo>
                <a:lnTo>
                  <a:pt x="4252952" y="2971800"/>
                </a:lnTo>
                <a:lnTo>
                  <a:pt x="4242266" y="2971800"/>
                </a:lnTo>
                <a:lnTo>
                  <a:pt x="4231580" y="2971800"/>
                </a:lnTo>
                <a:lnTo>
                  <a:pt x="4220894" y="2971800"/>
                </a:lnTo>
                <a:lnTo>
                  <a:pt x="4210209" y="2971800"/>
                </a:lnTo>
                <a:lnTo>
                  <a:pt x="4199523" y="2971800"/>
                </a:lnTo>
                <a:lnTo>
                  <a:pt x="4188837" y="2971800"/>
                </a:lnTo>
                <a:lnTo>
                  <a:pt x="4178151" y="2971800"/>
                </a:lnTo>
                <a:lnTo>
                  <a:pt x="4167465" y="2971800"/>
                </a:lnTo>
                <a:lnTo>
                  <a:pt x="4156779" y="2971800"/>
                </a:lnTo>
                <a:lnTo>
                  <a:pt x="4146094" y="2971800"/>
                </a:lnTo>
                <a:lnTo>
                  <a:pt x="4135408" y="2971800"/>
                </a:lnTo>
                <a:lnTo>
                  <a:pt x="4124722" y="2971800"/>
                </a:lnTo>
                <a:lnTo>
                  <a:pt x="4114036" y="2971800"/>
                </a:lnTo>
                <a:lnTo>
                  <a:pt x="4103350" y="2971800"/>
                </a:lnTo>
                <a:lnTo>
                  <a:pt x="4092665" y="2971800"/>
                </a:lnTo>
                <a:lnTo>
                  <a:pt x="4081979" y="2971800"/>
                </a:lnTo>
                <a:lnTo>
                  <a:pt x="4071293" y="2971800"/>
                </a:lnTo>
                <a:lnTo>
                  <a:pt x="4060607" y="2971800"/>
                </a:lnTo>
                <a:lnTo>
                  <a:pt x="4049921" y="2971800"/>
                </a:lnTo>
                <a:lnTo>
                  <a:pt x="4039236" y="2971800"/>
                </a:lnTo>
                <a:lnTo>
                  <a:pt x="4028550" y="2971800"/>
                </a:lnTo>
                <a:lnTo>
                  <a:pt x="4017864" y="2971800"/>
                </a:lnTo>
                <a:lnTo>
                  <a:pt x="4007178" y="2971800"/>
                </a:lnTo>
                <a:lnTo>
                  <a:pt x="3996492" y="2971800"/>
                </a:lnTo>
                <a:lnTo>
                  <a:pt x="3985807" y="2971800"/>
                </a:lnTo>
                <a:lnTo>
                  <a:pt x="3975121" y="2971800"/>
                </a:lnTo>
                <a:lnTo>
                  <a:pt x="3964435" y="2971800"/>
                </a:lnTo>
                <a:lnTo>
                  <a:pt x="3953749" y="2971800"/>
                </a:lnTo>
                <a:lnTo>
                  <a:pt x="3943063" y="2971800"/>
                </a:lnTo>
                <a:lnTo>
                  <a:pt x="3932377" y="2971800"/>
                </a:lnTo>
                <a:lnTo>
                  <a:pt x="3921692" y="2971800"/>
                </a:lnTo>
                <a:lnTo>
                  <a:pt x="3911006" y="2971800"/>
                </a:lnTo>
                <a:lnTo>
                  <a:pt x="3900320" y="2971800"/>
                </a:lnTo>
                <a:lnTo>
                  <a:pt x="3889634" y="2971800"/>
                </a:lnTo>
                <a:lnTo>
                  <a:pt x="3878948" y="2971800"/>
                </a:lnTo>
                <a:lnTo>
                  <a:pt x="3868263" y="2971800"/>
                </a:lnTo>
                <a:lnTo>
                  <a:pt x="3857577" y="2971800"/>
                </a:lnTo>
                <a:lnTo>
                  <a:pt x="3846891" y="2971800"/>
                </a:lnTo>
                <a:lnTo>
                  <a:pt x="3836205" y="2971800"/>
                </a:lnTo>
                <a:lnTo>
                  <a:pt x="3825519" y="2971800"/>
                </a:lnTo>
                <a:lnTo>
                  <a:pt x="3814834" y="2971800"/>
                </a:lnTo>
                <a:lnTo>
                  <a:pt x="3804148" y="2971800"/>
                </a:lnTo>
                <a:lnTo>
                  <a:pt x="3793462" y="2971800"/>
                </a:lnTo>
                <a:lnTo>
                  <a:pt x="3782776" y="2971800"/>
                </a:lnTo>
                <a:lnTo>
                  <a:pt x="3772090" y="2971800"/>
                </a:lnTo>
                <a:lnTo>
                  <a:pt x="3761405" y="2971800"/>
                </a:lnTo>
                <a:lnTo>
                  <a:pt x="3750719" y="2971800"/>
                </a:lnTo>
                <a:lnTo>
                  <a:pt x="3740033" y="2971800"/>
                </a:lnTo>
                <a:lnTo>
                  <a:pt x="3729347" y="2971800"/>
                </a:lnTo>
                <a:lnTo>
                  <a:pt x="3718661" y="2971800"/>
                </a:lnTo>
                <a:lnTo>
                  <a:pt x="3707975" y="2971800"/>
                </a:lnTo>
                <a:lnTo>
                  <a:pt x="3697290" y="2971800"/>
                </a:lnTo>
                <a:lnTo>
                  <a:pt x="3686604" y="2971800"/>
                </a:lnTo>
                <a:lnTo>
                  <a:pt x="3675918" y="2971800"/>
                </a:lnTo>
                <a:lnTo>
                  <a:pt x="3665232" y="2971800"/>
                </a:lnTo>
                <a:lnTo>
                  <a:pt x="3654546" y="2971800"/>
                </a:lnTo>
                <a:lnTo>
                  <a:pt x="3643861" y="2971800"/>
                </a:lnTo>
                <a:lnTo>
                  <a:pt x="3633175" y="2971800"/>
                </a:lnTo>
                <a:lnTo>
                  <a:pt x="3622489" y="2971800"/>
                </a:lnTo>
                <a:lnTo>
                  <a:pt x="3611803" y="2971800"/>
                </a:lnTo>
                <a:lnTo>
                  <a:pt x="3601117" y="2971800"/>
                </a:lnTo>
                <a:lnTo>
                  <a:pt x="3590432" y="2971800"/>
                </a:lnTo>
                <a:lnTo>
                  <a:pt x="3579746" y="2971800"/>
                </a:lnTo>
                <a:lnTo>
                  <a:pt x="3569060" y="2971800"/>
                </a:lnTo>
                <a:lnTo>
                  <a:pt x="3558374" y="2971800"/>
                </a:lnTo>
                <a:lnTo>
                  <a:pt x="3547688" y="2971800"/>
                </a:lnTo>
                <a:lnTo>
                  <a:pt x="3537003" y="2971800"/>
                </a:lnTo>
                <a:lnTo>
                  <a:pt x="3526317" y="2971800"/>
                </a:lnTo>
                <a:lnTo>
                  <a:pt x="3515631" y="2971800"/>
                </a:lnTo>
                <a:lnTo>
                  <a:pt x="3504945" y="2971800"/>
                </a:lnTo>
                <a:lnTo>
                  <a:pt x="3494259" y="2971800"/>
                </a:lnTo>
                <a:lnTo>
                  <a:pt x="3483573" y="2971800"/>
                </a:lnTo>
                <a:lnTo>
                  <a:pt x="3472888" y="2971800"/>
                </a:lnTo>
                <a:lnTo>
                  <a:pt x="3462202" y="2971800"/>
                </a:lnTo>
                <a:lnTo>
                  <a:pt x="3451516" y="2971800"/>
                </a:lnTo>
                <a:lnTo>
                  <a:pt x="3440830" y="2971800"/>
                </a:lnTo>
                <a:lnTo>
                  <a:pt x="3430144" y="2971800"/>
                </a:lnTo>
                <a:lnTo>
                  <a:pt x="3419459" y="2971800"/>
                </a:lnTo>
                <a:lnTo>
                  <a:pt x="3408773" y="2971800"/>
                </a:lnTo>
                <a:lnTo>
                  <a:pt x="3398087" y="2971800"/>
                </a:lnTo>
                <a:lnTo>
                  <a:pt x="3387401" y="2971800"/>
                </a:lnTo>
                <a:lnTo>
                  <a:pt x="3376715" y="2971800"/>
                </a:lnTo>
                <a:lnTo>
                  <a:pt x="3366030" y="2971800"/>
                </a:lnTo>
                <a:lnTo>
                  <a:pt x="3355344" y="2971800"/>
                </a:lnTo>
                <a:lnTo>
                  <a:pt x="3344658" y="2971800"/>
                </a:lnTo>
                <a:lnTo>
                  <a:pt x="3333972" y="2971800"/>
                </a:lnTo>
                <a:lnTo>
                  <a:pt x="3323286" y="2971800"/>
                </a:lnTo>
                <a:lnTo>
                  <a:pt x="3312601" y="2971800"/>
                </a:lnTo>
                <a:lnTo>
                  <a:pt x="3301915" y="2971800"/>
                </a:lnTo>
                <a:lnTo>
                  <a:pt x="3291229" y="2971800"/>
                </a:lnTo>
                <a:lnTo>
                  <a:pt x="3280543" y="2971800"/>
                </a:lnTo>
                <a:lnTo>
                  <a:pt x="3269857" y="2971800"/>
                </a:lnTo>
                <a:lnTo>
                  <a:pt x="3259171" y="2971800"/>
                </a:lnTo>
                <a:lnTo>
                  <a:pt x="3248486" y="2971800"/>
                </a:lnTo>
                <a:lnTo>
                  <a:pt x="3237800" y="2971800"/>
                </a:lnTo>
                <a:lnTo>
                  <a:pt x="3227114" y="2971800"/>
                </a:lnTo>
                <a:lnTo>
                  <a:pt x="3216428" y="2971800"/>
                </a:lnTo>
                <a:lnTo>
                  <a:pt x="3205742" y="2971800"/>
                </a:lnTo>
                <a:lnTo>
                  <a:pt x="3195057" y="2971800"/>
                </a:lnTo>
                <a:lnTo>
                  <a:pt x="3184371" y="2971800"/>
                </a:lnTo>
                <a:lnTo>
                  <a:pt x="3173685" y="2971800"/>
                </a:lnTo>
                <a:lnTo>
                  <a:pt x="3162999" y="2971800"/>
                </a:lnTo>
                <a:lnTo>
                  <a:pt x="3152313" y="2971800"/>
                </a:lnTo>
                <a:lnTo>
                  <a:pt x="3141628" y="2971800"/>
                </a:lnTo>
                <a:lnTo>
                  <a:pt x="3130942" y="2971800"/>
                </a:lnTo>
                <a:lnTo>
                  <a:pt x="3120256" y="2971800"/>
                </a:lnTo>
                <a:lnTo>
                  <a:pt x="3109570" y="2971800"/>
                </a:lnTo>
                <a:lnTo>
                  <a:pt x="3098884" y="2971800"/>
                </a:lnTo>
                <a:lnTo>
                  <a:pt x="3088198" y="2971800"/>
                </a:lnTo>
                <a:lnTo>
                  <a:pt x="3077513" y="2971800"/>
                </a:lnTo>
                <a:lnTo>
                  <a:pt x="3066827" y="2971800"/>
                </a:lnTo>
                <a:lnTo>
                  <a:pt x="3056141" y="2971800"/>
                </a:lnTo>
                <a:lnTo>
                  <a:pt x="3045455" y="2971800"/>
                </a:lnTo>
                <a:lnTo>
                  <a:pt x="3034769" y="2971800"/>
                </a:lnTo>
                <a:lnTo>
                  <a:pt x="3024084" y="2971800"/>
                </a:lnTo>
                <a:lnTo>
                  <a:pt x="3013398" y="2971800"/>
                </a:lnTo>
                <a:lnTo>
                  <a:pt x="3002712" y="2971800"/>
                </a:lnTo>
                <a:lnTo>
                  <a:pt x="2992026" y="2971800"/>
                </a:lnTo>
                <a:lnTo>
                  <a:pt x="2981340" y="2971800"/>
                </a:lnTo>
                <a:lnTo>
                  <a:pt x="2970655" y="2971800"/>
                </a:lnTo>
                <a:lnTo>
                  <a:pt x="2959969" y="2971800"/>
                </a:lnTo>
                <a:lnTo>
                  <a:pt x="2949283" y="2971800"/>
                </a:lnTo>
                <a:lnTo>
                  <a:pt x="2938597" y="2971800"/>
                </a:lnTo>
                <a:lnTo>
                  <a:pt x="2927911" y="2971800"/>
                </a:lnTo>
                <a:lnTo>
                  <a:pt x="2917226" y="2971800"/>
                </a:lnTo>
                <a:lnTo>
                  <a:pt x="2906540" y="2971800"/>
                </a:lnTo>
                <a:lnTo>
                  <a:pt x="2895854" y="2971800"/>
                </a:lnTo>
                <a:lnTo>
                  <a:pt x="2885168" y="2971800"/>
                </a:lnTo>
                <a:lnTo>
                  <a:pt x="2874482" y="2971800"/>
                </a:lnTo>
                <a:lnTo>
                  <a:pt x="2863796" y="2971800"/>
                </a:lnTo>
                <a:lnTo>
                  <a:pt x="2853111" y="2971800"/>
                </a:lnTo>
                <a:lnTo>
                  <a:pt x="2842425" y="2971800"/>
                </a:lnTo>
                <a:lnTo>
                  <a:pt x="2831739" y="2971800"/>
                </a:lnTo>
                <a:lnTo>
                  <a:pt x="2821053" y="2971800"/>
                </a:lnTo>
                <a:lnTo>
                  <a:pt x="2810367" y="2971800"/>
                </a:lnTo>
                <a:lnTo>
                  <a:pt x="2799682" y="2971800"/>
                </a:lnTo>
                <a:lnTo>
                  <a:pt x="2788996" y="2971800"/>
                </a:lnTo>
                <a:lnTo>
                  <a:pt x="2778310" y="2971800"/>
                </a:lnTo>
                <a:lnTo>
                  <a:pt x="2767624" y="2971800"/>
                </a:lnTo>
                <a:lnTo>
                  <a:pt x="2756938" y="2971800"/>
                </a:lnTo>
                <a:lnTo>
                  <a:pt x="2746253" y="2971800"/>
                </a:lnTo>
                <a:lnTo>
                  <a:pt x="2735567" y="2971800"/>
                </a:lnTo>
                <a:lnTo>
                  <a:pt x="2724881" y="2971800"/>
                </a:lnTo>
                <a:lnTo>
                  <a:pt x="2714195" y="2971800"/>
                </a:lnTo>
                <a:lnTo>
                  <a:pt x="2703509" y="2971800"/>
                </a:lnTo>
                <a:lnTo>
                  <a:pt x="2692824" y="2971800"/>
                </a:lnTo>
                <a:lnTo>
                  <a:pt x="2682138" y="2971800"/>
                </a:lnTo>
                <a:lnTo>
                  <a:pt x="2671452" y="2971800"/>
                </a:lnTo>
                <a:lnTo>
                  <a:pt x="2660766" y="2971800"/>
                </a:lnTo>
                <a:lnTo>
                  <a:pt x="2650080" y="2971800"/>
                </a:lnTo>
                <a:lnTo>
                  <a:pt x="2639394" y="2971800"/>
                </a:lnTo>
                <a:lnTo>
                  <a:pt x="2628709" y="2971800"/>
                </a:lnTo>
                <a:lnTo>
                  <a:pt x="2618023" y="2971800"/>
                </a:lnTo>
                <a:lnTo>
                  <a:pt x="2607337" y="2971800"/>
                </a:lnTo>
                <a:lnTo>
                  <a:pt x="2596651" y="2971800"/>
                </a:lnTo>
                <a:lnTo>
                  <a:pt x="2585965" y="2971800"/>
                </a:lnTo>
                <a:lnTo>
                  <a:pt x="2575280" y="2971800"/>
                </a:lnTo>
                <a:lnTo>
                  <a:pt x="2564594" y="2971800"/>
                </a:lnTo>
                <a:lnTo>
                  <a:pt x="2553908" y="2971800"/>
                </a:lnTo>
                <a:lnTo>
                  <a:pt x="2543222" y="2971800"/>
                </a:lnTo>
                <a:lnTo>
                  <a:pt x="2532536" y="2971800"/>
                </a:lnTo>
                <a:lnTo>
                  <a:pt x="2521851" y="2971800"/>
                </a:lnTo>
                <a:lnTo>
                  <a:pt x="2511165" y="2971800"/>
                </a:lnTo>
                <a:lnTo>
                  <a:pt x="2500479" y="2971800"/>
                </a:lnTo>
                <a:lnTo>
                  <a:pt x="2489793" y="2971800"/>
                </a:lnTo>
                <a:lnTo>
                  <a:pt x="2479107" y="2971800"/>
                </a:lnTo>
                <a:lnTo>
                  <a:pt x="2468422" y="2971800"/>
                </a:lnTo>
                <a:lnTo>
                  <a:pt x="2457736" y="2971800"/>
                </a:lnTo>
                <a:lnTo>
                  <a:pt x="2447050" y="2971800"/>
                </a:lnTo>
                <a:lnTo>
                  <a:pt x="2436364" y="2971800"/>
                </a:lnTo>
                <a:lnTo>
                  <a:pt x="2425678" y="2971800"/>
                </a:lnTo>
                <a:lnTo>
                  <a:pt x="2414992" y="2971800"/>
                </a:lnTo>
                <a:lnTo>
                  <a:pt x="2404307" y="2971800"/>
                </a:lnTo>
                <a:lnTo>
                  <a:pt x="2393621" y="2971800"/>
                </a:lnTo>
                <a:lnTo>
                  <a:pt x="2382935" y="2971800"/>
                </a:lnTo>
                <a:lnTo>
                  <a:pt x="2372249" y="2971800"/>
                </a:lnTo>
                <a:lnTo>
                  <a:pt x="2361563" y="2971800"/>
                </a:lnTo>
                <a:lnTo>
                  <a:pt x="2350878" y="2971800"/>
                </a:lnTo>
                <a:lnTo>
                  <a:pt x="2340192" y="2971800"/>
                </a:lnTo>
                <a:lnTo>
                  <a:pt x="2329506" y="2971800"/>
                </a:lnTo>
                <a:lnTo>
                  <a:pt x="2318820" y="2971800"/>
                </a:lnTo>
                <a:lnTo>
                  <a:pt x="2308134" y="2971800"/>
                </a:lnTo>
                <a:lnTo>
                  <a:pt x="2297449" y="2971800"/>
                </a:lnTo>
                <a:lnTo>
                  <a:pt x="2286763" y="2971800"/>
                </a:lnTo>
                <a:lnTo>
                  <a:pt x="2276077" y="2971800"/>
                </a:lnTo>
                <a:lnTo>
                  <a:pt x="2265391" y="2971800"/>
                </a:lnTo>
                <a:lnTo>
                  <a:pt x="2254705" y="2971800"/>
                </a:lnTo>
                <a:lnTo>
                  <a:pt x="2244020" y="2971800"/>
                </a:lnTo>
                <a:lnTo>
                  <a:pt x="2233334" y="2971800"/>
                </a:lnTo>
                <a:lnTo>
                  <a:pt x="2222648" y="2971800"/>
                </a:lnTo>
                <a:lnTo>
                  <a:pt x="2211962" y="2971800"/>
                </a:lnTo>
                <a:lnTo>
                  <a:pt x="2201276" y="2971800"/>
                </a:lnTo>
                <a:lnTo>
                  <a:pt x="2190590" y="2971800"/>
                </a:lnTo>
                <a:lnTo>
                  <a:pt x="2179905" y="2971800"/>
                </a:lnTo>
                <a:lnTo>
                  <a:pt x="2169219" y="2971800"/>
                </a:lnTo>
                <a:lnTo>
                  <a:pt x="2158533" y="2971800"/>
                </a:lnTo>
                <a:lnTo>
                  <a:pt x="2147847" y="2971800"/>
                </a:lnTo>
                <a:lnTo>
                  <a:pt x="2137161" y="2971800"/>
                </a:lnTo>
                <a:lnTo>
                  <a:pt x="2126476" y="2971800"/>
                </a:lnTo>
                <a:lnTo>
                  <a:pt x="2115790" y="2971800"/>
                </a:lnTo>
                <a:lnTo>
                  <a:pt x="2105104" y="2971800"/>
                </a:lnTo>
                <a:lnTo>
                  <a:pt x="2094418" y="2971800"/>
                </a:lnTo>
                <a:lnTo>
                  <a:pt x="2083732" y="2971800"/>
                </a:lnTo>
                <a:lnTo>
                  <a:pt x="2073047" y="2971800"/>
                </a:lnTo>
                <a:lnTo>
                  <a:pt x="2062361" y="2971800"/>
                </a:lnTo>
                <a:lnTo>
                  <a:pt x="2051675" y="2971800"/>
                </a:lnTo>
                <a:lnTo>
                  <a:pt x="2040989" y="2971800"/>
                </a:lnTo>
                <a:lnTo>
                  <a:pt x="2030303" y="2971800"/>
                </a:lnTo>
                <a:lnTo>
                  <a:pt x="2019618" y="2971800"/>
                </a:lnTo>
                <a:lnTo>
                  <a:pt x="2008932" y="2971800"/>
                </a:lnTo>
                <a:lnTo>
                  <a:pt x="1998246" y="2971800"/>
                </a:lnTo>
                <a:lnTo>
                  <a:pt x="1987560" y="2971800"/>
                </a:lnTo>
                <a:lnTo>
                  <a:pt x="1976874" y="2971800"/>
                </a:lnTo>
                <a:lnTo>
                  <a:pt x="1966188" y="2971800"/>
                </a:lnTo>
                <a:lnTo>
                  <a:pt x="1955503" y="2971800"/>
                </a:lnTo>
                <a:lnTo>
                  <a:pt x="1944817" y="2971800"/>
                </a:lnTo>
                <a:lnTo>
                  <a:pt x="1934131" y="2971800"/>
                </a:lnTo>
                <a:lnTo>
                  <a:pt x="1923445" y="2971800"/>
                </a:lnTo>
                <a:lnTo>
                  <a:pt x="1912759" y="2971800"/>
                </a:lnTo>
                <a:lnTo>
                  <a:pt x="1902074" y="2971800"/>
                </a:lnTo>
                <a:lnTo>
                  <a:pt x="1891388" y="2971800"/>
                </a:lnTo>
                <a:lnTo>
                  <a:pt x="1880702" y="2971800"/>
                </a:lnTo>
                <a:lnTo>
                  <a:pt x="1870016" y="2971800"/>
                </a:lnTo>
                <a:lnTo>
                  <a:pt x="1859330" y="2971800"/>
                </a:lnTo>
                <a:lnTo>
                  <a:pt x="1848645" y="2971800"/>
                </a:lnTo>
                <a:lnTo>
                  <a:pt x="1837959" y="2971800"/>
                </a:lnTo>
                <a:lnTo>
                  <a:pt x="1827273" y="2971800"/>
                </a:lnTo>
                <a:lnTo>
                  <a:pt x="1816587" y="2971800"/>
                </a:lnTo>
                <a:lnTo>
                  <a:pt x="1805901" y="2971800"/>
                </a:lnTo>
                <a:lnTo>
                  <a:pt x="1795216" y="2971800"/>
                </a:lnTo>
                <a:lnTo>
                  <a:pt x="1784530" y="2971800"/>
                </a:lnTo>
                <a:lnTo>
                  <a:pt x="1773844" y="2971800"/>
                </a:lnTo>
                <a:lnTo>
                  <a:pt x="1763158" y="2971800"/>
                </a:lnTo>
                <a:lnTo>
                  <a:pt x="1752472" y="2971800"/>
                </a:lnTo>
                <a:lnTo>
                  <a:pt x="1741786" y="2971800"/>
                </a:lnTo>
                <a:lnTo>
                  <a:pt x="1731101" y="2971800"/>
                </a:lnTo>
                <a:lnTo>
                  <a:pt x="1720415" y="2971800"/>
                </a:lnTo>
                <a:lnTo>
                  <a:pt x="1709729" y="2971800"/>
                </a:lnTo>
                <a:lnTo>
                  <a:pt x="1699043" y="2971800"/>
                </a:lnTo>
                <a:lnTo>
                  <a:pt x="1688357" y="2971800"/>
                </a:lnTo>
                <a:lnTo>
                  <a:pt x="1677672" y="2971800"/>
                </a:lnTo>
                <a:lnTo>
                  <a:pt x="1666986" y="2971800"/>
                </a:lnTo>
                <a:lnTo>
                  <a:pt x="1656300" y="2971800"/>
                </a:lnTo>
                <a:lnTo>
                  <a:pt x="1645614" y="2971800"/>
                </a:lnTo>
                <a:lnTo>
                  <a:pt x="1634928" y="2971800"/>
                </a:lnTo>
                <a:lnTo>
                  <a:pt x="1624243" y="2971800"/>
                </a:lnTo>
                <a:lnTo>
                  <a:pt x="1613557" y="2971800"/>
                </a:lnTo>
                <a:lnTo>
                  <a:pt x="1602871" y="2971800"/>
                </a:lnTo>
                <a:lnTo>
                  <a:pt x="1592185" y="2971800"/>
                </a:lnTo>
                <a:lnTo>
                  <a:pt x="1581499" y="2971800"/>
                </a:lnTo>
                <a:lnTo>
                  <a:pt x="1570814" y="2971800"/>
                </a:lnTo>
                <a:lnTo>
                  <a:pt x="1560128" y="2971800"/>
                </a:lnTo>
                <a:lnTo>
                  <a:pt x="1549442" y="2971800"/>
                </a:lnTo>
                <a:lnTo>
                  <a:pt x="1538756" y="2971800"/>
                </a:lnTo>
                <a:lnTo>
                  <a:pt x="1528070" y="2971800"/>
                </a:lnTo>
                <a:lnTo>
                  <a:pt x="1517384" y="2971800"/>
                </a:lnTo>
                <a:lnTo>
                  <a:pt x="1506699" y="2971800"/>
                </a:lnTo>
                <a:lnTo>
                  <a:pt x="1496013" y="2971800"/>
                </a:lnTo>
                <a:lnTo>
                  <a:pt x="1485327" y="2971800"/>
                </a:lnTo>
                <a:lnTo>
                  <a:pt x="1474641" y="2971800"/>
                </a:lnTo>
                <a:lnTo>
                  <a:pt x="1463955" y="2971800"/>
                </a:lnTo>
                <a:lnTo>
                  <a:pt x="1453270" y="2971800"/>
                </a:lnTo>
                <a:lnTo>
                  <a:pt x="1442584" y="2971800"/>
                </a:lnTo>
                <a:lnTo>
                  <a:pt x="1431898" y="2971800"/>
                </a:lnTo>
                <a:lnTo>
                  <a:pt x="1421212" y="2971800"/>
                </a:lnTo>
                <a:lnTo>
                  <a:pt x="1410526" y="2971800"/>
                </a:lnTo>
                <a:lnTo>
                  <a:pt x="1399841" y="2971800"/>
                </a:lnTo>
                <a:lnTo>
                  <a:pt x="1389155" y="2971800"/>
                </a:lnTo>
                <a:lnTo>
                  <a:pt x="1378469" y="2971800"/>
                </a:lnTo>
                <a:lnTo>
                  <a:pt x="1367783" y="2971800"/>
                </a:lnTo>
                <a:lnTo>
                  <a:pt x="1357097" y="2971800"/>
                </a:lnTo>
                <a:lnTo>
                  <a:pt x="1346412" y="2971800"/>
                </a:lnTo>
                <a:lnTo>
                  <a:pt x="1335726" y="2971800"/>
                </a:lnTo>
                <a:lnTo>
                  <a:pt x="1325040" y="2971800"/>
                </a:lnTo>
                <a:lnTo>
                  <a:pt x="1314354" y="2971800"/>
                </a:lnTo>
                <a:lnTo>
                  <a:pt x="1303668" y="2971800"/>
                </a:lnTo>
                <a:lnTo>
                  <a:pt x="1292982" y="2971800"/>
                </a:lnTo>
                <a:lnTo>
                  <a:pt x="1282297" y="2971800"/>
                </a:lnTo>
                <a:lnTo>
                  <a:pt x="1271611" y="2971800"/>
                </a:lnTo>
                <a:lnTo>
                  <a:pt x="1260925" y="2971800"/>
                </a:lnTo>
                <a:lnTo>
                  <a:pt x="1250239" y="2971800"/>
                </a:lnTo>
                <a:lnTo>
                  <a:pt x="1239553" y="2971800"/>
                </a:lnTo>
                <a:lnTo>
                  <a:pt x="1228868" y="2971800"/>
                </a:lnTo>
                <a:lnTo>
                  <a:pt x="1218182" y="2971800"/>
                </a:lnTo>
                <a:lnTo>
                  <a:pt x="1207496" y="2971800"/>
                </a:lnTo>
                <a:lnTo>
                  <a:pt x="1196810" y="2971800"/>
                </a:lnTo>
                <a:lnTo>
                  <a:pt x="1186124" y="2971800"/>
                </a:lnTo>
                <a:lnTo>
                  <a:pt x="1175439" y="2971800"/>
                </a:lnTo>
                <a:lnTo>
                  <a:pt x="1164753" y="2971800"/>
                </a:lnTo>
                <a:lnTo>
                  <a:pt x="1154067" y="2971800"/>
                </a:lnTo>
                <a:lnTo>
                  <a:pt x="1143381" y="2971800"/>
                </a:lnTo>
                <a:lnTo>
                  <a:pt x="1132695" y="2971800"/>
                </a:lnTo>
                <a:lnTo>
                  <a:pt x="1122010" y="2971800"/>
                </a:lnTo>
                <a:lnTo>
                  <a:pt x="1111324" y="2971800"/>
                </a:lnTo>
                <a:lnTo>
                  <a:pt x="1100638" y="2971800"/>
                </a:lnTo>
                <a:lnTo>
                  <a:pt x="1089952" y="2971800"/>
                </a:lnTo>
                <a:lnTo>
                  <a:pt x="1079266" y="2971800"/>
                </a:lnTo>
                <a:lnTo>
                  <a:pt x="1068580" y="2971800"/>
                </a:lnTo>
                <a:lnTo>
                  <a:pt x="1057895" y="2971800"/>
                </a:lnTo>
                <a:lnTo>
                  <a:pt x="1047209" y="2971800"/>
                </a:lnTo>
                <a:lnTo>
                  <a:pt x="1036523" y="2971800"/>
                </a:lnTo>
                <a:lnTo>
                  <a:pt x="1025837" y="2971800"/>
                </a:lnTo>
                <a:lnTo>
                  <a:pt x="1015151" y="2971800"/>
                </a:lnTo>
                <a:lnTo>
                  <a:pt x="1004466" y="2971800"/>
                </a:lnTo>
                <a:lnTo>
                  <a:pt x="993780" y="2971800"/>
                </a:lnTo>
                <a:lnTo>
                  <a:pt x="983094" y="2971800"/>
                </a:lnTo>
                <a:lnTo>
                  <a:pt x="972408" y="2971800"/>
                </a:lnTo>
                <a:lnTo>
                  <a:pt x="961722" y="2971800"/>
                </a:lnTo>
                <a:lnTo>
                  <a:pt x="951037" y="2971800"/>
                </a:lnTo>
                <a:lnTo>
                  <a:pt x="940351" y="2971800"/>
                </a:lnTo>
                <a:lnTo>
                  <a:pt x="929665" y="2971800"/>
                </a:lnTo>
                <a:lnTo>
                  <a:pt x="918979" y="2971800"/>
                </a:lnTo>
                <a:lnTo>
                  <a:pt x="908293" y="2971800"/>
                </a:lnTo>
                <a:lnTo>
                  <a:pt x="897608" y="2971800"/>
                </a:lnTo>
                <a:lnTo>
                  <a:pt x="886922" y="2971800"/>
                </a:lnTo>
                <a:lnTo>
                  <a:pt x="876236" y="2971800"/>
                </a:lnTo>
                <a:lnTo>
                  <a:pt x="865550" y="2971800"/>
                </a:lnTo>
                <a:lnTo>
                  <a:pt x="854864" y="2971800"/>
                </a:lnTo>
                <a:lnTo>
                  <a:pt x="844178" y="2971800"/>
                </a:lnTo>
                <a:lnTo>
                  <a:pt x="833493" y="2971800"/>
                </a:lnTo>
                <a:lnTo>
                  <a:pt x="822807" y="2971800"/>
                </a:lnTo>
                <a:lnTo>
                  <a:pt x="812121" y="2971800"/>
                </a:lnTo>
                <a:lnTo>
                  <a:pt x="801435" y="2971800"/>
                </a:lnTo>
                <a:lnTo>
                  <a:pt x="790749" y="2971800"/>
                </a:lnTo>
                <a:lnTo>
                  <a:pt x="780064" y="2971800"/>
                </a:lnTo>
                <a:lnTo>
                  <a:pt x="769378" y="2971800"/>
                </a:lnTo>
                <a:lnTo>
                  <a:pt x="758692" y="2971800"/>
                </a:lnTo>
                <a:lnTo>
                  <a:pt x="748006" y="2971800"/>
                </a:lnTo>
                <a:lnTo>
                  <a:pt x="737320" y="2971800"/>
                </a:lnTo>
                <a:lnTo>
                  <a:pt x="726635" y="2971800"/>
                </a:lnTo>
                <a:lnTo>
                  <a:pt x="715949" y="2971800"/>
                </a:lnTo>
                <a:lnTo>
                  <a:pt x="705263" y="2971800"/>
                </a:lnTo>
                <a:lnTo>
                  <a:pt x="694577" y="2971800"/>
                </a:lnTo>
                <a:lnTo>
                  <a:pt x="683891" y="2971800"/>
                </a:lnTo>
                <a:lnTo>
                  <a:pt x="673206" y="2971800"/>
                </a:lnTo>
                <a:lnTo>
                  <a:pt x="662520" y="2971800"/>
                </a:lnTo>
                <a:lnTo>
                  <a:pt x="651834" y="2971800"/>
                </a:lnTo>
                <a:lnTo>
                  <a:pt x="641148" y="2971800"/>
                </a:lnTo>
                <a:lnTo>
                  <a:pt x="630462" y="2971800"/>
                </a:lnTo>
                <a:lnTo>
                  <a:pt x="619776" y="2971800"/>
                </a:lnTo>
                <a:lnTo>
                  <a:pt x="609091" y="2971800"/>
                </a:lnTo>
                <a:lnTo>
                  <a:pt x="598405" y="2971800"/>
                </a:lnTo>
                <a:lnTo>
                  <a:pt x="587719" y="2971800"/>
                </a:lnTo>
                <a:lnTo>
                  <a:pt x="577033" y="2971800"/>
                </a:lnTo>
                <a:lnTo>
                  <a:pt x="566347" y="2971800"/>
                </a:lnTo>
                <a:lnTo>
                  <a:pt x="555662" y="2971800"/>
                </a:lnTo>
                <a:lnTo>
                  <a:pt x="544976" y="2971800"/>
                </a:lnTo>
                <a:lnTo>
                  <a:pt x="534290" y="2971800"/>
                </a:lnTo>
                <a:lnTo>
                  <a:pt x="523604" y="2971800"/>
                </a:lnTo>
                <a:lnTo>
                  <a:pt x="512918" y="2971800"/>
                </a:lnTo>
                <a:lnTo>
                  <a:pt x="502233" y="2971800"/>
                </a:lnTo>
                <a:lnTo>
                  <a:pt x="491547" y="2971800"/>
                </a:lnTo>
                <a:lnTo>
                  <a:pt x="480861" y="2971800"/>
                </a:lnTo>
                <a:lnTo>
                  <a:pt x="470175" y="2971800"/>
                </a:lnTo>
                <a:lnTo>
                  <a:pt x="459489" y="2971800"/>
                </a:lnTo>
                <a:lnTo>
                  <a:pt x="448804" y="2971800"/>
                </a:lnTo>
                <a:lnTo>
                  <a:pt x="438118" y="2971800"/>
                </a:lnTo>
                <a:lnTo>
                  <a:pt x="427432" y="2971800"/>
                </a:lnTo>
                <a:lnTo>
                  <a:pt x="416746" y="2971800"/>
                </a:lnTo>
                <a:lnTo>
                  <a:pt x="406060" y="2971800"/>
                </a:lnTo>
                <a:lnTo>
                  <a:pt x="395374" y="2971800"/>
                </a:lnTo>
                <a:lnTo>
                  <a:pt x="384689" y="2971800"/>
                </a:lnTo>
                <a:lnTo>
                  <a:pt x="374003" y="2971800"/>
                </a:lnTo>
                <a:lnTo>
                  <a:pt x="363317" y="2971800"/>
                </a:lnTo>
                <a:lnTo>
                  <a:pt x="352631" y="2971800"/>
                </a:lnTo>
                <a:lnTo>
                  <a:pt x="341945" y="2971800"/>
                </a:lnTo>
                <a:lnTo>
                  <a:pt x="331260" y="2971800"/>
                </a:lnTo>
                <a:lnTo>
                  <a:pt x="320574" y="2971800"/>
                </a:lnTo>
                <a:lnTo>
                  <a:pt x="309888" y="2971800"/>
                </a:lnTo>
                <a:lnTo>
                  <a:pt x="299202" y="2971800"/>
                </a:lnTo>
                <a:lnTo>
                  <a:pt x="288516" y="2971800"/>
                </a:lnTo>
                <a:lnTo>
                  <a:pt x="277831" y="2971800"/>
                </a:lnTo>
                <a:lnTo>
                  <a:pt x="267145" y="2971800"/>
                </a:lnTo>
                <a:lnTo>
                  <a:pt x="256459" y="2971800"/>
                </a:lnTo>
                <a:lnTo>
                  <a:pt x="245773" y="2971800"/>
                </a:lnTo>
                <a:lnTo>
                  <a:pt x="235087" y="2971800"/>
                </a:lnTo>
                <a:lnTo>
                  <a:pt x="224402" y="2971800"/>
                </a:lnTo>
                <a:lnTo>
                  <a:pt x="213716" y="2971800"/>
                </a:lnTo>
                <a:lnTo>
                  <a:pt x="203030" y="2971800"/>
                </a:lnTo>
                <a:lnTo>
                  <a:pt x="192344" y="2971800"/>
                </a:lnTo>
                <a:lnTo>
                  <a:pt x="181658" y="2971800"/>
                </a:lnTo>
                <a:lnTo>
                  <a:pt x="170972" y="2971800"/>
                </a:lnTo>
                <a:lnTo>
                  <a:pt x="160287" y="2971800"/>
                </a:lnTo>
                <a:lnTo>
                  <a:pt x="149601" y="2971800"/>
                </a:lnTo>
                <a:lnTo>
                  <a:pt x="138915" y="2971800"/>
                </a:lnTo>
                <a:lnTo>
                  <a:pt x="128229" y="2971800"/>
                </a:lnTo>
                <a:lnTo>
                  <a:pt x="117543" y="2971800"/>
                </a:lnTo>
                <a:lnTo>
                  <a:pt x="106858" y="2971800"/>
                </a:lnTo>
                <a:lnTo>
                  <a:pt x="96172" y="2971800"/>
                </a:lnTo>
                <a:lnTo>
                  <a:pt x="85486" y="2971800"/>
                </a:lnTo>
                <a:lnTo>
                  <a:pt x="74800" y="2971800"/>
                </a:lnTo>
                <a:lnTo>
                  <a:pt x="64114" y="2971800"/>
                </a:lnTo>
                <a:lnTo>
                  <a:pt x="53429" y="2971800"/>
                </a:lnTo>
                <a:lnTo>
                  <a:pt x="42743" y="2971800"/>
                </a:lnTo>
                <a:lnTo>
                  <a:pt x="32057" y="2971800"/>
                </a:lnTo>
                <a:lnTo>
                  <a:pt x="21371" y="2971800"/>
                </a:lnTo>
                <a:lnTo>
                  <a:pt x="10685" y="2971800"/>
                </a:lnTo>
                <a:lnTo>
                  <a:pt x="0" y="2971800"/>
                </a:lnTo>
                <a:close/>
              </a:path>
            </a:pathLst>
          </a:custGeom>
          <a:solidFill>
            <a:srgbClr val="8EDBD4">
              <a:alpha val="22000"/>
            </a:srgbClr>
          </a:solidFill>
          <a:ln w="10160">
            <a:solidFill>
              <a:srgbClr val="8EDBD4">
                <a:alpha val="2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3-E25 polygon 28" descr="sci-ppt:o028"/>
          <p:cNvSpPr/>
          <p:nvPr/>
        </p:nvSpPr>
        <p:spPr>
          <a:xfrm>
            <a:off x="914400" y="1965960"/>
            <a:ext cx="6400800" cy="2971800"/>
          </a:xfrm>
          <a:custGeom>
            <a:avLst/>
            <a:gdLst/>
            <a:ahLst/>
            <a:cxnLst/>
            <a:rect l="l" t="t" r="r" b="b"/>
            <a:pathLst>
              <a:path w="6400800" h="2971800">
                <a:moveTo>
                  <a:pt x="0" y="2971800"/>
                </a:moveTo>
                <a:lnTo>
                  <a:pt x="0" y="0"/>
                </a:lnTo>
                <a:lnTo>
                  <a:pt x="4805405" y="0"/>
                </a:lnTo>
                <a:lnTo>
                  <a:pt x="4805405" y="2971800"/>
                </a:lnTo>
                <a:lnTo>
                  <a:pt x="6400800" y="29718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3-E25 line 29" descr="sci-ppt:o029"/>
          <p:cNvCxnSpPr/>
          <p:nvPr/>
        </p:nvCxnSpPr>
        <p:spPr>
          <a:xfrm>
            <a:off x="1394940" y="1371600"/>
            <a:ext cx="0" cy="356616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cxnSp>
        <p:nvCxnSpPr>
          <p:cNvPr id="32" name="C3-E25 line 30" descr="sci-ppt:o030"/>
          <p:cNvCxnSpPr/>
          <p:nvPr/>
        </p:nvCxnSpPr>
        <p:spPr>
          <a:xfrm>
            <a:off x="957072" y="1371600"/>
            <a:ext cx="0" cy="356616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3" name="C3-E25 text 31" descr="sci-ppt:o031"/>
          <p:cNvSpPr txBox="1"/>
          <p:nvPr/>
        </p:nvSpPr>
        <p:spPr>
          <a:xfrm>
            <a:off x="1532100" y="1428750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t_side = aⱼ/c = 3.38 ns</a:t>
            </a:r>
          </a:p>
        </p:txBody>
      </p:sp>
      <p:sp>
        <p:nvSpPr>
          <p:cNvPr id="34" name="C3-E25 text 32" descr="sci-ppt:o032"/>
          <p:cNvSpPr txBox="1"/>
          <p:nvPr/>
        </p:nvSpPr>
        <p:spPr>
          <a:xfrm>
            <a:off x="2702285" y="3154680"/>
            <a:ext cx="2926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τ_eq = Lⱼ/c = 33.78 ns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(impulse-equivalent)</a:t>
            </a:r>
          </a:p>
        </p:txBody>
      </p:sp>
      <p:sp>
        <p:nvSpPr>
          <p:cNvPr id="35" name="C3-E25 text 33" descr="sci-ppt:o033"/>
          <p:cNvSpPr txBox="1"/>
          <p:nvPr/>
        </p:nvSpPr>
        <p:spPr>
          <a:xfrm>
            <a:off x="1048512" y="3657600"/>
            <a:ext cx="11887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early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observation</a:t>
            </a:r>
          </a:p>
        </p:txBody>
      </p:sp>
      <p:sp>
        <p:nvSpPr>
          <p:cNvPr id="36" name="C3-E25 round_rect 34" descr="sci-ppt:o034"/>
          <p:cNvSpPr/>
          <p:nvPr/>
        </p:nvSpPr>
        <p:spPr>
          <a:xfrm>
            <a:off x="7589520" y="1371600"/>
            <a:ext cx="425196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25 text 35" descr="sci-ppt:o035"/>
          <p:cNvSpPr txBox="1"/>
          <p:nvPr/>
        </p:nvSpPr>
        <p:spPr>
          <a:xfrm>
            <a:off x="7699248" y="1426464"/>
            <a:ext cx="40325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Finite momentum, finite duration</a:t>
            </a:r>
          </a:p>
        </p:txBody>
      </p:sp>
      <p:sp>
        <p:nvSpPr>
          <p:cNvPr id="38" name="C3-E25 text 36" descr="sci-ppt:o036"/>
          <p:cNvSpPr txBox="1"/>
          <p:nvPr/>
        </p:nvSpPr>
        <p:spPr>
          <a:xfrm>
            <a:off x="7726679" y="1828800"/>
            <a:ext cx="4023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Pᵢₙ = mⱼ Uⱼ = ρA_jL_jUⱼ = 1.2533×10⁻¹⁰ N s</a:t>
            </a:r>
          </a:p>
        </p:txBody>
      </p:sp>
      <p:sp>
        <p:nvSpPr>
          <p:cNvPr id="39" name="C3-E25 text 37" descr="sci-ppt:o037"/>
          <p:cNvSpPr txBox="1"/>
          <p:nvPr/>
        </p:nvSpPr>
        <p:spPr>
          <a:xfrm>
            <a:off x="7726679" y="2468880"/>
            <a:ext cx="4023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(ρcUⱼ) Aⱼ τ_eq = mⱼ Uⱼ ⇒ τ_eq = Lⱼ / c</a:t>
            </a:r>
          </a:p>
        </p:txBody>
      </p:sp>
      <p:sp>
        <p:nvSpPr>
          <p:cNvPr id="40" name="C3-E25 text 38" descr="sci-ppt:o038"/>
          <p:cNvSpPr txBox="1"/>
          <p:nvPr/>
        </p:nvSpPr>
        <p:spPr>
          <a:xfrm>
            <a:off x="7927848" y="3108960"/>
            <a:ext cx="3822192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A side-release wave reaches the centre after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t_side, 10 times sooner than τ_eq.</a:t>
            </a:r>
          </a:p>
        </p:txBody>
      </p:sp>
      <p:sp>
        <p:nvSpPr>
          <p:cNvPr id="41" name="C3-E25 ellipse 39" descr="sci-ppt:o039"/>
          <p:cNvSpPr/>
          <p:nvPr/>
        </p:nvSpPr>
        <p:spPr>
          <a:xfrm>
            <a:off x="7758683" y="3158363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25 text 40" descr="sci-ppt:o040"/>
          <p:cNvSpPr txBox="1"/>
          <p:nvPr/>
        </p:nvSpPr>
        <p:spPr>
          <a:xfrm>
            <a:off x="7927848" y="3556761"/>
            <a:ext cx="3822192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The 47 MPa scale only holds for t_early ≪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min(t_side, tₐₓᵢₐₗ, tᵣₑₜᵤᵣₙ).</a:t>
            </a:r>
          </a:p>
        </p:txBody>
      </p:sp>
      <p:sp>
        <p:nvSpPr>
          <p:cNvPr id="43" name="C3-E25 ellipse 41" descr="sci-ppt:o041"/>
          <p:cNvSpPr/>
          <p:nvPr/>
        </p:nvSpPr>
        <p:spPr>
          <a:xfrm>
            <a:off x="7758683" y="3606164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3-E25 text 42" descr="sci-ppt:o042"/>
          <p:cNvSpPr txBox="1"/>
          <p:nvPr/>
        </p:nvSpPr>
        <p:spPr>
          <a:xfrm>
            <a:off x="914400" y="5486400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very large early pressure belongs to a rectangle of equal impulse that the real jet cannot sustain: its duration is limited by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finite length and free sides.</a:t>
            </a:r>
          </a:p>
        </p:txBody>
      </p:sp>
      <p:sp>
        <p:nvSpPr>
          <p:cNvPr id="45" name="C3-E25 text 43" descr="sci-ppt:o04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Early-impact duration conditions of Eq. C3-E25 (c = 1480 m/s, Lⱼ = 50 µm, aⱼ = 5 µm).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