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7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C4-E17 · Governing-equation and boundary verification</a:t>
            </a:r>
          </a:p>
        </p:txBody>
      </p:sp>
      <p:cxnSp>
        <p:nvCxnSpPr>
          <p:cNvPr id="3" name="C4-E17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17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17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17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17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17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17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17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17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17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17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17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17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17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17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17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17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17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17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17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17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17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17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17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17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17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17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17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17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17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17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17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17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17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17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17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17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17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17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17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17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17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17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17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17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17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17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17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17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17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17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17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17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17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17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17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17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17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17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17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17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17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17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17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17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17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17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17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17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17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17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17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17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17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17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17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17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17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17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17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17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17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17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17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17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17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17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17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17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17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17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17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17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17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17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17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17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17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— radial coordinate</a:t>
            </a:r>
          </a:p>
        </p:txBody>
      </p:sp>
      <p:sp>
        <p:nvSpPr>
          <p:cNvPr id="101" name="C4-E17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 — crack edge</a:t>
            </a:r>
          </a:p>
        </p:txBody>
      </p:sp>
      <p:sp>
        <p:nvSpPr>
          <p:cNvPr id="102" name="C4-E17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w, w′ — opening and slope</a:t>
            </a:r>
          </a:p>
        </p:txBody>
      </p:sp>
      <p:sp>
        <p:nvSpPr>
          <p:cNvPr id="103" name="C4-E17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 L_r²w = p₀ — equation residual</a:t>
            </a:r>
          </a:p>
        </p:txBody>
      </p:sp>
      <p:sp>
        <p:nvSpPr>
          <p:cNvPr id="104" name="C4-E17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= 0 and b → zero slope</a:t>
            </a:r>
          </a:p>
        </p:txBody>
      </p:sp>
      <p:sp>
        <p:nvSpPr>
          <p:cNvPr id="105" name="C4-E17 text 103" descr="sci-ppt:o103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L_r r² = 4</a:t>
            </a:r>
          </a:p>
        </p:txBody>
      </p:sp>
      <p:sp>
        <p:nvSpPr>
          <p:cNvPr id="106" name="C4-E17 text 104" descr="sci-ppt:o104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L_r r⁴ = 16r²</a:t>
            </a:r>
          </a:p>
        </p:txBody>
      </p:sp>
      <p:sp>
        <p:nvSpPr>
          <p:cNvPr id="107" name="C4-E17 text 105" descr="sci-ppt:o105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