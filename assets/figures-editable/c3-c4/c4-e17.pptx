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C4-E17 · Governing-equation and boundary verification</a:t>
            </a:r>
          </a:p>
        </p:txBody>
      </p:sp>
      <p:cxnSp>
        <p:nvCxnSpPr>
          <p:cNvPr id="3" name="C4-E17 line 1" descr="sci-ppt:o001"/>
          <p:cNvCxnSpPr/>
          <p:nvPr/>
        </p:nvCxnSpPr>
        <p:spPr>
          <a:xfrm>
            <a:off x="914400" y="493776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17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17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17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17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4-E17 line 6" descr="sci-ppt:o006"/>
          <p:cNvCxnSpPr/>
          <p:nvPr/>
        </p:nvCxnSpPr>
        <p:spPr>
          <a:xfrm>
            <a:off x="23317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17 line 7" descr="sci-ppt:o007"/>
          <p:cNvCxnSpPr/>
          <p:nvPr/>
        </p:nvCxnSpPr>
        <p:spPr>
          <a:xfrm>
            <a:off x="23317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17 text 8" descr="sci-ppt:o008"/>
          <p:cNvSpPr txBox="1"/>
          <p:nvPr/>
        </p:nvSpPr>
        <p:spPr>
          <a:xfrm>
            <a:off x="187451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4-E17 line 9" descr="sci-ppt:o009"/>
          <p:cNvCxnSpPr/>
          <p:nvPr/>
        </p:nvCxnSpPr>
        <p:spPr>
          <a:xfrm>
            <a:off x="374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17 line 10" descr="sci-ppt:o010"/>
          <p:cNvCxnSpPr/>
          <p:nvPr/>
        </p:nvCxnSpPr>
        <p:spPr>
          <a:xfrm>
            <a:off x="374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17 text 11" descr="sci-ppt:o011"/>
          <p:cNvSpPr txBox="1"/>
          <p:nvPr/>
        </p:nvSpPr>
        <p:spPr>
          <a:xfrm>
            <a:off x="329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4-E17 line 12" descr="sci-ppt:o012"/>
          <p:cNvCxnSpPr/>
          <p:nvPr/>
        </p:nvCxnSpPr>
        <p:spPr>
          <a:xfrm>
            <a:off x="51663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17 line 13" descr="sci-ppt:o013"/>
          <p:cNvCxnSpPr/>
          <p:nvPr/>
        </p:nvCxnSpPr>
        <p:spPr>
          <a:xfrm>
            <a:off x="51663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17 text 14" descr="sci-ppt:o014"/>
          <p:cNvSpPr txBox="1"/>
          <p:nvPr/>
        </p:nvSpPr>
        <p:spPr>
          <a:xfrm>
            <a:off x="47091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4-E17 line 15" descr="sci-ppt:o015"/>
          <p:cNvCxnSpPr/>
          <p:nvPr/>
        </p:nvCxnSpPr>
        <p:spPr>
          <a:xfrm>
            <a:off x="6583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17 line 16" descr="sci-ppt:o016"/>
          <p:cNvCxnSpPr/>
          <p:nvPr/>
        </p:nvCxnSpPr>
        <p:spPr>
          <a:xfrm>
            <a:off x="6583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17 text 17" descr="sci-ppt:o017"/>
          <p:cNvSpPr txBox="1"/>
          <p:nvPr/>
        </p:nvSpPr>
        <p:spPr>
          <a:xfrm>
            <a:off x="61264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4-E17 line 18" descr="sci-ppt:o018"/>
          <p:cNvCxnSpPr/>
          <p:nvPr/>
        </p:nvCxnSpPr>
        <p:spPr>
          <a:xfrm>
            <a:off x="850392" y="481039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17 line 19" descr="sci-ppt:o019"/>
          <p:cNvCxnSpPr/>
          <p:nvPr/>
        </p:nvCxnSpPr>
        <p:spPr>
          <a:xfrm>
            <a:off x="914400" y="4810397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4-E17 text 20" descr="sci-ppt:o020"/>
          <p:cNvSpPr txBox="1"/>
          <p:nvPr/>
        </p:nvSpPr>
        <p:spPr>
          <a:xfrm>
            <a:off x="45720" y="472810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-1.5</a:t>
            </a:r>
          </a:p>
        </p:txBody>
      </p:sp>
      <p:cxnSp>
        <p:nvCxnSpPr>
          <p:cNvPr id="23" name="C4-E17 line 21" descr="sci-ppt:o021"/>
          <p:cNvCxnSpPr/>
          <p:nvPr/>
        </p:nvCxnSpPr>
        <p:spPr>
          <a:xfrm>
            <a:off x="850392" y="417358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4-E17 line 22" descr="sci-ppt:o022"/>
          <p:cNvCxnSpPr/>
          <p:nvPr/>
        </p:nvCxnSpPr>
        <p:spPr>
          <a:xfrm>
            <a:off x="914400" y="4173582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4-E17 text 23" descr="sci-ppt:o023"/>
          <p:cNvSpPr txBox="1"/>
          <p:nvPr/>
        </p:nvSpPr>
        <p:spPr>
          <a:xfrm>
            <a:off x="45720" y="409128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6" name="C4-E17 line 24" descr="sci-ppt:o024"/>
          <p:cNvCxnSpPr/>
          <p:nvPr/>
        </p:nvCxnSpPr>
        <p:spPr>
          <a:xfrm>
            <a:off x="850392" y="353676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4-E17 line 25" descr="sci-ppt:o025"/>
          <p:cNvCxnSpPr/>
          <p:nvPr/>
        </p:nvCxnSpPr>
        <p:spPr>
          <a:xfrm>
            <a:off x="914400" y="3536768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4-E17 text 26" descr="sci-ppt:o026"/>
          <p:cNvSpPr txBox="1"/>
          <p:nvPr/>
        </p:nvSpPr>
        <p:spPr>
          <a:xfrm>
            <a:off x="45720" y="345447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-0.5</a:t>
            </a:r>
          </a:p>
        </p:txBody>
      </p:sp>
      <p:cxnSp>
        <p:nvCxnSpPr>
          <p:cNvPr id="29" name="C4-E17 line 27" descr="sci-ppt:o027"/>
          <p:cNvCxnSpPr/>
          <p:nvPr/>
        </p:nvCxnSpPr>
        <p:spPr>
          <a:xfrm>
            <a:off x="850392" y="289995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4-E17 line 28" descr="sci-ppt:o028"/>
          <p:cNvCxnSpPr/>
          <p:nvPr/>
        </p:nvCxnSpPr>
        <p:spPr>
          <a:xfrm>
            <a:off x="914400" y="2899954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4-E17 text 29" descr="sci-ppt:o029"/>
          <p:cNvSpPr txBox="1"/>
          <p:nvPr/>
        </p:nvSpPr>
        <p:spPr>
          <a:xfrm>
            <a:off x="45720" y="281765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2" name="C4-E17 line 30" descr="sci-ppt:o030"/>
          <p:cNvCxnSpPr/>
          <p:nvPr/>
        </p:nvCxnSpPr>
        <p:spPr>
          <a:xfrm>
            <a:off x="850392" y="22631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4-E17 line 31" descr="sci-ppt:o031"/>
          <p:cNvCxnSpPr/>
          <p:nvPr/>
        </p:nvCxnSpPr>
        <p:spPr>
          <a:xfrm>
            <a:off x="914400" y="226314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4-E17 text 32" descr="sci-ppt:o032"/>
          <p:cNvSpPr txBox="1"/>
          <p:nvPr/>
        </p:nvSpPr>
        <p:spPr>
          <a:xfrm>
            <a:off x="45720" y="21808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35" name="C4-E17 line 33" descr="sci-ppt:o033"/>
          <p:cNvCxnSpPr/>
          <p:nvPr/>
        </p:nvCxnSpPr>
        <p:spPr>
          <a:xfrm>
            <a:off x="850392" y="162632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4-E17 line 34" descr="sci-ppt:o034"/>
          <p:cNvCxnSpPr/>
          <p:nvPr/>
        </p:nvCxnSpPr>
        <p:spPr>
          <a:xfrm>
            <a:off x="914400" y="1626325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4-E17 text 35" descr="sci-ppt:o035"/>
          <p:cNvSpPr txBox="1"/>
          <p:nvPr/>
        </p:nvSpPr>
        <p:spPr>
          <a:xfrm>
            <a:off x="45720" y="154402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8" name="C4-E17 text 36" descr="sci-ppt:o036"/>
          <p:cNvSpPr txBox="1"/>
          <p:nvPr/>
        </p:nvSpPr>
        <p:spPr>
          <a:xfrm>
            <a:off x="914400" y="522122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b</a:t>
            </a:r>
          </a:p>
        </p:txBody>
      </p:sp>
      <p:sp>
        <p:nvSpPr>
          <p:cNvPr id="39" name="C4-E17 text 37" descr="sci-ppt:o037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w/w(0)  and  w′ b/w(0)</a:t>
            </a:r>
          </a:p>
        </p:txBody>
      </p:sp>
      <p:sp>
        <p:nvSpPr>
          <p:cNvPr id="40" name="C4-E17 polygon 38" descr="sci-ppt:o038"/>
          <p:cNvSpPr/>
          <p:nvPr/>
        </p:nvSpPr>
        <p:spPr>
          <a:xfrm>
            <a:off x="914400" y="1626325"/>
            <a:ext cx="5669280" cy="1273629"/>
          </a:xfrm>
          <a:custGeom>
            <a:avLst/>
            <a:gdLst/>
            <a:ahLst/>
            <a:cxnLst/>
            <a:rect l="l" t="t" r="r" b="b"/>
            <a:pathLst>
              <a:path w="5669280" h="1273629">
                <a:moveTo>
                  <a:pt x="0" y="0"/>
                </a:moveTo>
                <a:lnTo>
                  <a:pt x="28488" y="65"/>
                </a:lnTo>
                <a:lnTo>
                  <a:pt x="56977" y="257"/>
                </a:lnTo>
                <a:lnTo>
                  <a:pt x="85466" y="579"/>
                </a:lnTo>
                <a:lnTo>
                  <a:pt x="113955" y="1029"/>
                </a:lnTo>
                <a:lnTo>
                  <a:pt x="142444" y="1608"/>
                </a:lnTo>
                <a:lnTo>
                  <a:pt x="170933" y="2315"/>
                </a:lnTo>
                <a:lnTo>
                  <a:pt x="199421" y="3150"/>
                </a:lnTo>
                <a:lnTo>
                  <a:pt x="227910" y="4114"/>
                </a:lnTo>
                <a:lnTo>
                  <a:pt x="256399" y="5205"/>
                </a:lnTo>
                <a:lnTo>
                  <a:pt x="284888" y="6424"/>
                </a:lnTo>
                <a:lnTo>
                  <a:pt x="313377" y="7771"/>
                </a:lnTo>
                <a:lnTo>
                  <a:pt x="341866" y="9246"/>
                </a:lnTo>
                <a:lnTo>
                  <a:pt x="370354" y="10848"/>
                </a:lnTo>
                <a:lnTo>
                  <a:pt x="398843" y="12576"/>
                </a:lnTo>
                <a:lnTo>
                  <a:pt x="427332" y="14432"/>
                </a:lnTo>
                <a:lnTo>
                  <a:pt x="455821" y="16414"/>
                </a:lnTo>
                <a:lnTo>
                  <a:pt x="484310" y="18522"/>
                </a:lnTo>
                <a:lnTo>
                  <a:pt x="512799" y="20756"/>
                </a:lnTo>
                <a:lnTo>
                  <a:pt x="541288" y="23115"/>
                </a:lnTo>
                <a:lnTo>
                  <a:pt x="569776" y="25599"/>
                </a:lnTo>
                <a:lnTo>
                  <a:pt x="598265" y="28209"/>
                </a:lnTo>
                <a:lnTo>
                  <a:pt x="626754" y="30942"/>
                </a:lnTo>
                <a:lnTo>
                  <a:pt x="655243" y="33800"/>
                </a:lnTo>
                <a:lnTo>
                  <a:pt x="683732" y="36781"/>
                </a:lnTo>
                <a:lnTo>
                  <a:pt x="712221" y="39885"/>
                </a:lnTo>
                <a:lnTo>
                  <a:pt x="740709" y="43111"/>
                </a:lnTo>
                <a:lnTo>
                  <a:pt x="769198" y="46460"/>
                </a:lnTo>
                <a:lnTo>
                  <a:pt x="797687" y="49930"/>
                </a:lnTo>
                <a:lnTo>
                  <a:pt x="826176" y="53521"/>
                </a:lnTo>
                <a:lnTo>
                  <a:pt x="854665" y="57233"/>
                </a:lnTo>
                <a:lnTo>
                  <a:pt x="883154" y="61065"/>
                </a:lnTo>
                <a:lnTo>
                  <a:pt x="911643" y="65015"/>
                </a:lnTo>
                <a:lnTo>
                  <a:pt x="940131" y="69085"/>
                </a:lnTo>
                <a:lnTo>
                  <a:pt x="968620" y="73272"/>
                </a:lnTo>
                <a:lnTo>
                  <a:pt x="997109" y="77577"/>
                </a:lnTo>
                <a:lnTo>
                  <a:pt x="1025598" y="81999"/>
                </a:lnTo>
                <a:lnTo>
                  <a:pt x="1054087" y="86536"/>
                </a:lnTo>
                <a:lnTo>
                  <a:pt x="1082576" y="91189"/>
                </a:lnTo>
                <a:lnTo>
                  <a:pt x="1111064" y="95957"/>
                </a:lnTo>
                <a:lnTo>
                  <a:pt x="1139553" y="100838"/>
                </a:lnTo>
                <a:lnTo>
                  <a:pt x="1168042" y="105832"/>
                </a:lnTo>
                <a:lnTo>
                  <a:pt x="1196531" y="110939"/>
                </a:lnTo>
                <a:lnTo>
                  <a:pt x="1225020" y="116157"/>
                </a:lnTo>
                <a:lnTo>
                  <a:pt x="1253509" y="121486"/>
                </a:lnTo>
                <a:lnTo>
                  <a:pt x="1281997" y="126924"/>
                </a:lnTo>
                <a:lnTo>
                  <a:pt x="1310486" y="132471"/>
                </a:lnTo>
                <a:lnTo>
                  <a:pt x="1338975" y="138127"/>
                </a:lnTo>
                <a:lnTo>
                  <a:pt x="1367464" y="143889"/>
                </a:lnTo>
                <a:lnTo>
                  <a:pt x="1395953" y="149758"/>
                </a:lnTo>
                <a:lnTo>
                  <a:pt x="1424442" y="155732"/>
                </a:lnTo>
                <a:lnTo>
                  <a:pt x="1452931" y="161810"/>
                </a:lnTo>
                <a:lnTo>
                  <a:pt x="1481419" y="167992"/>
                </a:lnTo>
                <a:lnTo>
                  <a:pt x="1509908" y="174275"/>
                </a:lnTo>
                <a:lnTo>
                  <a:pt x="1538397" y="180661"/>
                </a:lnTo>
                <a:lnTo>
                  <a:pt x="1566886" y="187146"/>
                </a:lnTo>
                <a:lnTo>
                  <a:pt x="1595375" y="193730"/>
                </a:lnTo>
                <a:lnTo>
                  <a:pt x="1623864" y="200413"/>
                </a:lnTo>
                <a:lnTo>
                  <a:pt x="1652352" y="207192"/>
                </a:lnTo>
                <a:lnTo>
                  <a:pt x="1680841" y="214068"/>
                </a:lnTo>
                <a:lnTo>
                  <a:pt x="1709330" y="221038"/>
                </a:lnTo>
                <a:lnTo>
                  <a:pt x="1737819" y="228102"/>
                </a:lnTo>
                <a:lnTo>
                  <a:pt x="1766308" y="235258"/>
                </a:lnTo>
                <a:lnTo>
                  <a:pt x="1794797" y="242505"/>
                </a:lnTo>
                <a:lnTo>
                  <a:pt x="1823286" y="249842"/>
                </a:lnTo>
                <a:lnTo>
                  <a:pt x="1851774" y="257268"/>
                </a:lnTo>
                <a:lnTo>
                  <a:pt x="1880263" y="264781"/>
                </a:lnTo>
                <a:lnTo>
                  <a:pt x="1908752" y="272381"/>
                </a:lnTo>
                <a:lnTo>
                  <a:pt x="1937241" y="280065"/>
                </a:lnTo>
                <a:lnTo>
                  <a:pt x="1965730" y="287833"/>
                </a:lnTo>
                <a:lnTo>
                  <a:pt x="1994219" y="295684"/>
                </a:lnTo>
                <a:lnTo>
                  <a:pt x="2022707" y="303615"/>
                </a:lnTo>
                <a:lnTo>
                  <a:pt x="2051196" y="311626"/>
                </a:lnTo>
                <a:lnTo>
                  <a:pt x="2079685" y="319714"/>
                </a:lnTo>
                <a:lnTo>
                  <a:pt x="2108174" y="327880"/>
                </a:lnTo>
                <a:lnTo>
                  <a:pt x="2136663" y="336121"/>
                </a:lnTo>
                <a:lnTo>
                  <a:pt x="2165152" y="344435"/>
                </a:lnTo>
                <a:lnTo>
                  <a:pt x="2193641" y="352822"/>
                </a:lnTo>
                <a:lnTo>
                  <a:pt x="2222129" y="361280"/>
                </a:lnTo>
                <a:lnTo>
                  <a:pt x="2250618" y="369807"/>
                </a:lnTo>
                <a:lnTo>
                  <a:pt x="2279107" y="378403"/>
                </a:lnTo>
                <a:lnTo>
                  <a:pt x="2307596" y="387064"/>
                </a:lnTo>
                <a:lnTo>
                  <a:pt x="2336085" y="395790"/>
                </a:lnTo>
                <a:lnTo>
                  <a:pt x="2364574" y="404579"/>
                </a:lnTo>
                <a:lnTo>
                  <a:pt x="2393062" y="413430"/>
                </a:lnTo>
                <a:lnTo>
                  <a:pt x="2421551" y="422340"/>
                </a:lnTo>
                <a:lnTo>
                  <a:pt x="2450040" y="431309"/>
                </a:lnTo>
                <a:lnTo>
                  <a:pt x="2478529" y="440334"/>
                </a:lnTo>
                <a:lnTo>
                  <a:pt x="2507018" y="449414"/>
                </a:lnTo>
                <a:lnTo>
                  <a:pt x="2535507" y="458548"/>
                </a:lnTo>
                <a:lnTo>
                  <a:pt x="2563995" y="467732"/>
                </a:lnTo>
                <a:lnTo>
                  <a:pt x="2592484" y="476967"/>
                </a:lnTo>
                <a:lnTo>
                  <a:pt x="2620973" y="486249"/>
                </a:lnTo>
                <a:lnTo>
                  <a:pt x="2649462" y="495578"/>
                </a:lnTo>
                <a:lnTo>
                  <a:pt x="2677951" y="504951"/>
                </a:lnTo>
                <a:lnTo>
                  <a:pt x="2706440" y="514367"/>
                </a:lnTo>
                <a:lnTo>
                  <a:pt x="2734929" y="523823"/>
                </a:lnTo>
                <a:lnTo>
                  <a:pt x="2763417" y="533318"/>
                </a:lnTo>
                <a:lnTo>
                  <a:pt x="2791906" y="542850"/>
                </a:lnTo>
                <a:lnTo>
                  <a:pt x="2820395" y="552417"/>
                </a:lnTo>
                <a:lnTo>
                  <a:pt x="2848884" y="562017"/>
                </a:lnTo>
                <a:lnTo>
                  <a:pt x="2877373" y="571648"/>
                </a:lnTo>
                <a:lnTo>
                  <a:pt x="2905862" y="581309"/>
                </a:lnTo>
                <a:lnTo>
                  <a:pt x="2934350" y="590996"/>
                </a:lnTo>
                <a:lnTo>
                  <a:pt x="2962839" y="600710"/>
                </a:lnTo>
                <a:lnTo>
                  <a:pt x="2991328" y="610446"/>
                </a:lnTo>
                <a:lnTo>
                  <a:pt x="3019817" y="620203"/>
                </a:lnTo>
                <a:lnTo>
                  <a:pt x="3048306" y="629980"/>
                </a:lnTo>
                <a:lnTo>
                  <a:pt x="3076795" y="639774"/>
                </a:lnTo>
                <a:lnTo>
                  <a:pt x="3105284" y="649582"/>
                </a:lnTo>
                <a:lnTo>
                  <a:pt x="3133772" y="659404"/>
                </a:lnTo>
                <a:lnTo>
                  <a:pt x="3162261" y="669236"/>
                </a:lnTo>
                <a:lnTo>
                  <a:pt x="3190750" y="679077"/>
                </a:lnTo>
                <a:lnTo>
                  <a:pt x="3219239" y="688924"/>
                </a:lnTo>
                <a:lnTo>
                  <a:pt x="3247728" y="698776"/>
                </a:lnTo>
                <a:lnTo>
                  <a:pt x="3276217" y="708629"/>
                </a:lnTo>
                <a:lnTo>
                  <a:pt x="3304705" y="718482"/>
                </a:lnTo>
                <a:lnTo>
                  <a:pt x="3333194" y="728333"/>
                </a:lnTo>
                <a:lnTo>
                  <a:pt x="3361683" y="738179"/>
                </a:lnTo>
                <a:lnTo>
                  <a:pt x="3390172" y="748017"/>
                </a:lnTo>
                <a:lnTo>
                  <a:pt x="3418661" y="757847"/>
                </a:lnTo>
                <a:lnTo>
                  <a:pt x="3447150" y="767665"/>
                </a:lnTo>
                <a:lnTo>
                  <a:pt x="3475638" y="777468"/>
                </a:lnTo>
                <a:lnTo>
                  <a:pt x="3504127" y="787256"/>
                </a:lnTo>
                <a:lnTo>
                  <a:pt x="3532616" y="797024"/>
                </a:lnTo>
                <a:lnTo>
                  <a:pt x="3561105" y="806772"/>
                </a:lnTo>
                <a:lnTo>
                  <a:pt x="3589594" y="816495"/>
                </a:lnTo>
                <a:lnTo>
                  <a:pt x="3618083" y="826193"/>
                </a:lnTo>
                <a:lnTo>
                  <a:pt x="3646572" y="835862"/>
                </a:lnTo>
                <a:lnTo>
                  <a:pt x="3675060" y="845500"/>
                </a:lnTo>
                <a:lnTo>
                  <a:pt x="3703549" y="855105"/>
                </a:lnTo>
                <a:lnTo>
                  <a:pt x="3732038" y="864673"/>
                </a:lnTo>
                <a:lnTo>
                  <a:pt x="3760527" y="874203"/>
                </a:lnTo>
                <a:lnTo>
                  <a:pt x="3789016" y="883692"/>
                </a:lnTo>
                <a:lnTo>
                  <a:pt x="3817505" y="893137"/>
                </a:lnTo>
                <a:lnTo>
                  <a:pt x="3845993" y="902535"/>
                </a:lnTo>
                <a:lnTo>
                  <a:pt x="3874482" y="911885"/>
                </a:lnTo>
                <a:lnTo>
                  <a:pt x="3902971" y="921183"/>
                </a:lnTo>
                <a:lnTo>
                  <a:pt x="3931460" y="930427"/>
                </a:lnTo>
                <a:lnTo>
                  <a:pt x="3959949" y="939613"/>
                </a:lnTo>
                <a:lnTo>
                  <a:pt x="3988438" y="948741"/>
                </a:lnTo>
                <a:lnTo>
                  <a:pt x="4016927" y="957805"/>
                </a:lnTo>
                <a:lnTo>
                  <a:pt x="4045415" y="966805"/>
                </a:lnTo>
                <a:lnTo>
                  <a:pt x="4073904" y="975737"/>
                </a:lnTo>
                <a:lnTo>
                  <a:pt x="4102393" y="984598"/>
                </a:lnTo>
                <a:lnTo>
                  <a:pt x="4130882" y="993386"/>
                </a:lnTo>
                <a:lnTo>
                  <a:pt x="4159371" y="1002097"/>
                </a:lnTo>
                <a:lnTo>
                  <a:pt x="4187860" y="1010730"/>
                </a:lnTo>
                <a:lnTo>
                  <a:pt x="4216348" y="1019280"/>
                </a:lnTo>
                <a:lnTo>
                  <a:pt x="4244837" y="1027746"/>
                </a:lnTo>
                <a:lnTo>
                  <a:pt x="4273326" y="1036123"/>
                </a:lnTo>
                <a:lnTo>
                  <a:pt x="4301815" y="1044411"/>
                </a:lnTo>
                <a:lnTo>
                  <a:pt x="4330304" y="1052604"/>
                </a:lnTo>
                <a:lnTo>
                  <a:pt x="4358793" y="1060701"/>
                </a:lnTo>
                <a:lnTo>
                  <a:pt x="4387282" y="1068699"/>
                </a:lnTo>
                <a:lnTo>
                  <a:pt x="4415770" y="1076594"/>
                </a:lnTo>
                <a:lnTo>
                  <a:pt x="4444259" y="1084384"/>
                </a:lnTo>
                <a:lnTo>
                  <a:pt x="4472748" y="1092065"/>
                </a:lnTo>
                <a:lnTo>
                  <a:pt x="4501237" y="1099635"/>
                </a:lnTo>
                <a:lnTo>
                  <a:pt x="4529726" y="1107090"/>
                </a:lnTo>
                <a:lnTo>
                  <a:pt x="4558215" y="1114427"/>
                </a:lnTo>
                <a:lnTo>
                  <a:pt x="4586703" y="1121643"/>
                </a:lnTo>
                <a:lnTo>
                  <a:pt x="4615192" y="1128735"/>
                </a:lnTo>
                <a:lnTo>
                  <a:pt x="4643681" y="1135701"/>
                </a:lnTo>
                <a:lnTo>
                  <a:pt x="4672170" y="1142536"/>
                </a:lnTo>
                <a:lnTo>
                  <a:pt x="4700659" y="1149237"/>
                </a:lnTo>
                <a:lnTo>
                  <a:pt x="4729148" y="1155802"/>
                </a:lnTo>
                <a:lnTo>
                  <a:pt x="4757636" y="1162227"/>
                </a:lnTo>
                <a:lnTo>
                  <a:pt x="4786125" y="1168509"/>
                </a:lnTo>
                <a:lnTo>
                  <a:pt x="4814614" y="1174644"/>
                </a:lnTo>
                <a:lnTo>
                  <a:pt x="4843103" y="1180630"/>
                </a:lnTo>
                <a:lnTo>
                  <a:pt x="4871592" y="1186462"/>
                </a:lnTo>
                <a:lnTo>
                  <a:pt x="4900081" y="1192139"/>
                </a:lnTo>
                <a:lnTo>
                  <a:pt x="4928570" y="1197655"/>
                </a:lnTo>
                <a:lnTo>
                  <a:pt x="4957058" y="1203009"/>
                </a:lnTo>
                <a:lnTo>
                  <a:pt x="4985547" y="1208196"/>
                </a:lnTo>
                <a:lnTo>
                  <a:pt x="5014036" y="1213213"/>
                </a:lnTo>
                <a:lnTo>
                  <a:pt x="5042525" y="1218057"/>
                </a:lnTo>
                <a:lnTo>
                  <a:pt x="5071014" y="1222725"/>
                </a:lnTo>
                <a:lnTo>
                  <a:pt x="5099503" y="1227212"/>
                </a:lnTo>
                <a:lnTo>
                  <a:pt x="5127991" y="1231516"/>
                </a:lnTo>
                <a:lnTo>
                  <a:pt x="5156480" y="1235632"/>
                </a:lnTo>
                <a:lnTo>
                  <a:pt x="5184969" y="1239558"/>
                </a:lnTo>
                <a:lnTo>
                  <a:pt x="5213458" y="1243290"/>
                </a:lnTo>
                <a:lnTo>
                  <a:pt x="5241947" y="1246824"/>
                </a:lnTo>
                <a:lnTo>
                  <a:pt x="5270436" y="1250157"/>
                </a:lnTo>
                <a:lnTo>
                  <a:pt x="5298925" y="1253285"/>
                </a:lnTo>
                <a:lnTo>
                  <a:pt x="5327413" y="1256204"/>
                </a:lnTo>
                <a:lnTo>
                  <a:pt x="5355902" y="1258911"/>
                </a:lnTo>
                <a:lnTo>
                  <a:pt x="5384391" y="1261403"/>
                </a:lnTo>
                <a:lnTo>
                  <a:pt x="5412880" y="1263674"/>
                </a:lnTo>
                <a:lnTo>
                  <a:pt x="5441369" y="1265723"/>
                </a:lnTo>
                <a:lnTo>
                  <a:pt x="5469858" y="1267545"/>
                </a:lnTo>
                <a:lnTo>
                  <a:pt x="5498346" y="1269136"/>
                </a:lnTo>
                <a:lnTo>
                  <a:pt x="5526835" y="1270493"/>
                </a:lnTo>
                <a:lnTo>
                  <a:pt x="5555324" y="1271612"/>
                </a:lnTo>
                <a:lnTo>
                  <a:pt x="5583813" y="1272488"/>
                </a:lnTo>
                <a:lnTo>
                  <a:pt x="5612302" y="1273119"/>
                </a:lnTo>
                <a:lnTo>
                  <a:pt x="5640791" y="1273501"/>
                </a:lnTo>
                <a:lnTo>
                  <a:pt x="5669280" y="127362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4-E17 polygon 39" descr="sci-ppt:o039"/>
          <p:cNvSpPr/>
          <p:nvPr/>
        </p:nvSpPr>
        <p:spPr>
          <a:xfrm>
            <a:off x="914400" y="2899954"/>
            <a:ext cx="5669280" cy="1960877"/>
          </a:xfrm>
          <a:custGeom>
            <a:avLst/>
            <a:gdLst/>
            <a:ahLst/>
            <a:cxnLst/>
            <a:rect l="l" t="t" r="r" b="b"/>
            <a:pathLst>
              <a:path w="5669280" h="1960877">
                <a:moveTo>
                  <a:pt x="0" y="0"/>
                </a:moveTo>
                <a:lnTo>
                  <a:pt x="28488" y="25600"/>
                </a:lnTo>
                <a:lnTo>
                  <a:pt x="56977" y="51196"/>
                </a:lnTo>
                <a:lnTo>
                  <a:pt x="85466" y="76784"/>
                </a:lnTo>
                <a:lnTo>
                  <a:pt x="113955" y="102361"/>
                </a:lnTo>
                <a:lnTo>
                  <a:pt x="142444" y="127922"/>
                </a:lnTo>
                <a:lnTo>
                  <a:pt x="170933" y="153464"/>
                </a:lnTo>
                <a:lnTo>
                  <a:pt x="199421" y="178982"/>
                </a:lnTo>
                <a:lnTo>
                  <a:pt x="227910" y="204473"/>
                </a:lnTo>
                <a:lnTo>
                  <a:pt x="256399" y="229934"/>
                </a:lnTo>
                <a:lnTo>
                  <a:pt x="284888" y="255359"/>
                </a:lnTo>
                <a:lnTo>
                  <a:pt x="313377" y="280746"/>
                </a:lnTo>
                <a:lnTo>
                  <a:pt x="341866" y="306090"/>
                </a:lnTo>
                <a:lnTo>
                  <a:pt x="370354" y="331387"/>
                </a:lnTo>
                <a:lnTo>
                  <a:pt x="398843" y="356634"/>
                </a:lnTo>
                <a:lnTo>
                  <a:pt x="427332" y="381827"/>
                </a:lnTo>
                <a:lnTo>
                  <a:pt x="455821" y="406961"/>
                </a:lnTo>
                <a:lnTo>
                  <a:pt x="484310" y="432033"/>
                </a:lnTo>
                <a:lnTo>
                  <a:pt x="512799" y="457040"/>
                </a:lnTo>
                <a:lnTo>
                  <a:pt x="541288" y="481977"/>
                </a:lnTo>
                <a:lnTo>
                  <a:pt x="569776" y="506840"/>
                </a:lnTo>
                <a:lnTo>
                  <a:pt x="598265" y="531625"/>
                </a:lnTo>
                <a:lnTo>
                  <a:pt x="626754" y="556329"/>
                </a:lnTo>
                <a:lnTo>
                  <a:pt x="655243" y="580947"/>
                </a:lnTo>
                <a:lnTo>
                  <a:pt x="683732" y="605477"/>
                </a:lnTo>
                <a:lnTo>
                  <a:pt x="712221" y="629913"/>
                </a:lnTo>
                <a:lnTo>
                  <a:pt x="740709" y="654252"/>
                </a:lnTo>
                <a:lnTo>
                  <a:pt x="769198" y="678491"/>
                </a:lnTo>
                <a:lnTo>
                  <a:pt x="797687" y="702625"/>
                </a:lnTo>
                <a:lnTo>
                  <a:pt x="826176" y="726650"/>
                </a:lnTo>
                <a:lnTo>
                  <a:pt x="854665" y="750563"/>
                </a:lnTo>
                <a:lnTo>
                  <a:pt x="883154" y="774359"/>
                </a:lnTo>
                <a:lnTo>
                  <a:pt x="911643" y="798035"/>
                </a:lnTo>
                <a:lnTo>
                  <a:pt x="940131" y="821587"/>
                </a:lnTo>
                <a:lnTo>
                  <a:pt x="968620" y="845011"/>
                </a:lnTo>
                <a:lnTo>
                  <a:pt x="997109" y="868303"/>
                </a:lnTo>
                <a:lnTo>
                  <a:pt x="1025598" y="891459"/>
                </a:lnTo>
                <a:lnTo>
                  <a:pt x="1054087" y="914476"/>
                </a:lnTo>
                <a:lnTo>
                  <a:pt x="1082576" y="937349"/>
                </a:lnTo>
                <a:lnTo>
                  <a:pt x="1111064" y="960075"/>
                </a:lnTo>
                <a:lnTo>
                  <a:pt x="1139553" y="982649"/>
                </a:lnTo>
                <a:lnTo>
                  <a:pt x="1168042" y="1005068"/>
                </a:lnTo>
                <a:lnTo>
                  <a:pt x="1196531" y="1027329"/>
                </a:lnTo>
                <a:lnTo>
                  <a:pt x="1225020" y="1049426"/>
                </a:lnTo>
                <a:lnTo>
                  <a:pt x="1253509" y="1071357"/>
                </a:lnTo>
                <a:lnTo>
                  <a:pt x="1281997" y="1093117"/>
                </a:lnTo>
                <a:lnTo>
                  <a:pt x="1310486" y="1114702"/>
                </a:lnTo>
                <a:lnTo>
                  <a:pt x="1338975" y="1136109"/>
                </a:lnTo>
                <a:lnTo>
                  <a:pt x="1367464" y="1157334"/>
                </a:lnTo>
                <a:lnTo>
                  <a:pt x="1395953" y="1178372"/>
                </a:lnTo>
                <a:lnTo>
                  <a:pt x="1424442" y="1199221"/>
                </a:lnTo>
                <a:lnTo>
                  <a:pt x="1452931" y="1219875"/>
                </a:lnTo>
                <a:lnTo>
                  <a:pt x="1481419" y="1240332"/>
                </a:lnTo>
                <a:lnTo>
                  <a:pt x="1509908" y="1260587"/>
                </a:lnTo>
                <a:lnTo>
                  <a:pt x="1538397" y="1280636"/>
                </a:lnTo>
                <a:lnTo>
                  <a:pt x="1566886" y="1300476"/>
                </a:lnTo>
                <a:lnTo>
                  <a:pt x="1595375" y="1320103"/>
                </a:lnTo>
                <a:lnTo>
                  <a:pt x="1623864" y="1339512"/>
                </a:lnTo>
                <a:lnTo>
                  <a:pt x="1652352" y="1358700"/>
                </a:lnTo>
                <a:lnTo>
                  <a:pt x="1680841" y="1377664"/>
                </a:lnTo>
                <a:lnTo>
                  <a:pt x="1709330" y="1396398"/>
                </a:lnTo>
                <a:lnTo>
                  <a:pt x="1737819" y="1414900"/>
                </a:lnTo>
                <a:lnTo>
                  <a:pt x="1766308" y="1433165"/>
                </a:lnTo>
                <a:lnTo>
                  <a:pt x="1794797" y="1451190"/>
                </a:lnTo>
                <a:lnTo>
                  <a:pt x="1823286" y="1468970"/>
                </a:lnTo>
                <a:lnTo>
                  <a:pt x="1851774" y="1486502"/>
                </a:lnTo>
                <a:lnTo>
                  <a:pt x="1880263" y="1503782"/>
                </a:lnTo>
                <a:lnTo>
                  <a:pt x="1908752" y="1520806"/>
                </a:lnTo>
                <a:lnTo>
                  <a:pt x="1937241" y="1537570"/>
                </a:lnTo>
                <a:lnTo>
                  <a:pt x="1965730" y="1554071"/>
                </a:lnTo>
                <a:lnTo>
                  <a:pt x="1994219" y="1570303"/>
                </a:lnTo>
                <a:lnTo>
                  <a:pt x="2022707" y="1586264"/>
                </a:lnTo>
                <a:lnTo>
                  <a:pt x="2051196" y="1601950"/>
                </a:lnTo>
                <a:lnTo>
                  <a:pt x="2079685" y="1617357"/>
                </a:lnTo>
                <a:lnTo>
                  <a:pt x="2108174" y="1632480"/>
                </a:lnTo>
                <a:lnTo>
                  <a:pt x="2136663" y="1647316"/>
                </a:lnTo>
                <a:lnTo>
                  <a:pt x="2165152" y="1661862"/>
                </a:lnTo>
                <a:lnTo>
                  <a:pt x="2193641" y="1676112"/>
                </a:lnTo>
                <a:lnTo>
                  <a:pt x="2222129" y="1690064"/>
                </a:lnTo>
                <a:lnTo>
                  <a:pt x="2250618" y="1703714"/>
                </a:lnTo>
                <a:lnTo>
                  <a:pt x="2279107" y="1717057"/>
                </a:lnTo>
                <a:lnTo>
                  <a:pt x="2307596" y="1730089"/>
                </a:lnTo>
                <a:lnTo>
                  <a:pt x="2336085" y="1742808"/>
                </a:lnTo>
                <a:lnTo>
                  <a:pt x="2364574" y="1755208"/>
                </a:lnTo>
                <a:lnTo>
                  <a:pt x="2393062" y="1767287"/>
                </a:lnTo>
                <a:lnTo>
                  <a:pt x="2421551" y="1779040"/>
                </a:lnTo>
                <a:lnTo>
                  <a:pt x="2450040" y="1790463"/>
                </a:lnTo>
                <a:lnTo>
                  <a:pt x="2478529" y="1801552"/>
                </a:lnTo>
                <a:lnTo>
                  <a:pt x="2507018" y="1812304"/>
                </a:lnTo>
                <a:lnTo>
                  <a:pt x="2535507" y="1822715"/>
                </a:lnTo>
                <a:lnTo>
                  <a:pt x="2563995" y="1832780"/>
                </a:lnTo>
                <a:lnTo>
                  <a:pt x="2592484" y="1842496"/>
                </a:lnTo>
                <a:lnTo>
                  <a:pt x="2620973" y="1851860"/>
                </a:lnTo>
                <a:lnTo>
                  <a:pt x="2649462" y="1860866"/>
                </a:lnTo>
                <a:lnTo>
                  <a:pt x="2677951" y="1869512"/>
                </a:lnTo>
                <a:lnTo>
                  <a:pt x="2706440" y="1877793"/>
                </a:lnTo>
                <a:lnTo>
                  <a:pt x="2734929" y="1885706"/>
                </a:lnTo>
                <a:lnTo>
                  <a:pt x="2763417" y="1893246"/>
                </a:lnTo>
                <a:lnTo>
                  <a:pt x="2791906" y="1900410"/>
                </a:lnTo>
                <a:lnTo>
                  <a:pt x="2820395" y="1907194"/>
                </a:lnTo>
                <a:lnTo>
                  <a:pt x="2848884" y="1913594"/>
                </a:lnTo>
                <a:lnTo>
                  <a:pt x="2877373" y="1919606"/>
                </a:lnTo>
                <a:lnTo>
                  <a:pt x="2905862" y="1925227"/>
                </a:lnTo>
                <a:lnTo>
                  <a:pt x="2934350" y="1930452"/>
                </a:lnTo>
                <a:lnTo>
                  <a:pt x="2962839" y="1935277"/>
                </a:lnTo>
                <a:lnTo>
                  <a:pt x="2991328" y="1939699"/>
                </a:lnTo>
                <a:lnTo>
                  <a:pt x="3019817" y="1943713"/>
                </a:lnTo>
                <a:lnTo>
                  <a:pt x="3048306" y="1947316"/>
                </a:lnTo>
                <a:lnTo>
                  <a:pt x="3076795" y="1950505"/>
                </a:lnTo>
                <a:lnTo>
                  <a:pt x="3105284" y="1953274"/>
                </a:lnTo>
                <a:lnTo>
                  <a:pt x="3133772" y="1955621"/>
                </a:lnTo>
                <a:lnTo>
                  <a:pt x="3162261" y="1957541"/>
                </a:lnTo>
                <a:lnTo>
                  <a:pt x="3190750" y="1959030"/>
                </a:lnTo>
                <a:lnTo>
                  <a:pt x="3219239" y="1960085"/>
                </a:lnTo>
                <a:lnTo>
                  <a:pt x="3247728" y="1960702"/>
                </a:lnTo>
                <a:lnTo>
                  <a:pt x="3276217" y="1960877"/>
                </a:lnTo>
                <a:lnTo>
                  <a:pt x="3304705" y="1960605"/>
                </a:lnTo>
                <a:lnTo>
                  <a:pt x="3333194" y="1959884"/>
                </a:lnTo>
                <a:lnTo>
                  <a:pt x="3361683" y="1958708"/>
                </a:lnTo>
                <a:lnTo>
                  <a:pt x="3390172" y="1957075"/>
                </a:lnTo>
                <a:lnTo>
                  <a:pt x="3418661" y="1954981"/>
                </a:lnTo>
                <a:lnTo>
                  <a:pt x="3447150" y="1952421"/>
                </a:lnTo>
                <a:lnTo>
                  <a:pt x="3475638" y="1949392"/>
                </a:lnTo>
                <a:lnTo>
                  <a:pt x="3504127" y="1945889"/>
                </a:lnTo>
                <a:lnTo>
                  <a:pt x="3532616" y="1941909"/>
                </a:lnTo>
                <a:lnTo>
                  <a:pt x="3561105" y="1937449"/>
                </a:lnTo>
                <a:lnTo>
                  <a:pt x="3589594" y="1932503"/>
                </a:lnTo>
                <a:lnTo>
                  <a:pt x="3618083" y="1927069"/>
                </a:lnTo>
                <a:lnTo>
                  <a:pt x="3646572" y="1921142"/>
                </a:lnTo>
                <a:lnTo>
                  <a:pt x="3675060" y="1914719"/>
                </a:lnTo>
                <a:lnTo>
                  <a:pt x="3703549" y="1907796"/>
                </a:lnTo>
                <a:lnTo>
                  <a:pt x="3732038" y="1900368"/>
                </a:lnTo>
                <a:lnTo>
                  <a:pt x="3760527" y="1892432"/>
                </a:lnTo>
                <a:lnTo>
                  <a:pt x="3789016" y="1883984"/>
                </a:lnTo>
                <a:lnTo>
                  <a:pt x="3817505" y="1875020"/>
                </a:lnTo>
                <a:lnTo>
                  <a:pt x="3845993" y="1865536"/>
                </a:lnTo>
                <a:lnTo>
                  <a:pt x="3874482" y="1855529"/>
                </a:lnTo>
                <a:lnTo>
                  <a:pt x="3902971" y="1844994"/>
                </a:lnTo>
                <a:lnTo>
                  <a:pt x="3931460" y="1833928"/>
                </a:lnTo>
                <a:lnTo>
                  <a:pt x="3959949" y="1822327"/>
                </a:lnTo>
                <a:lnTo>
                  <a:pt x="3988438" y="1810186"/>
                </a:lnTo>
                <a:lnTo>
                  <a:pt x="4016927" y="1797503"/>
                </a:lnTo>
                <a:lnTo>
                  <a:pt x="4045415" y="1784272"/>
                </a:lnTo>
                <a:lnTo>
                  <a:pt x="4073904" y="1770491"/>
                </a:lnTo>
                <a:lnTo>
                  <a:pt x="4102393" y="1756155"/>
                </a:lnTo>
                <a:lnTo>
                  <a:pt x="4130882" y="1741260"/>
                </a:lnTo>
                <a:lnTo>
                  <a:pt x="4159371" y="1725803"/>
                </a:lnTo>
                <a:lnTo>
                  <a:pt x="4187860" y="1709780"/>
                </a:lnTo>
                <a:lnTo>
                  <a:pt x="4216348" y="1693187"/>
                </a:lnTo>
                <a:lnTo>
                  <a:pt x="4244837" y="1676019"/>
                </a:lnTo>
                <a:lnTo>
                  <a:pt x="4273326" y="1658274"/>
                </a:lnTo>
                <a:lnTo>
                  <a:pt x="4301815" y="1639947"/>
                </a:lnTo>
                <a:lnTo>
                  <a:pt x="4330304" y="1621034"/>
                </a:lnTo>
                <a:lnTo>
                  <a:pt x="4358793" y="1601531"/>
                </a:lnTo>
                <a:lnTo>
                  <a:pt x="4387282" y="1581435"/>
                </a:lnTo>
                <a:lnTo>
                  <a:pt x="4415770" y="1560742"/>
                </a:lnTo>
                <a:lnTo>
                  <a:pt x="4444259" y="1539448"/>
                </a:lnTo>
                <a:lnTo>
                  <a:pt x="4472748" y="1517548"/>
                </a:lnTo>
                <a:lnTo>
                  <a:pt x="4501237" y="1495039"/>
                </a:lnTo>
                <a:lnTo>
                  <a:pt x="4529726" y="1471918"/>
                </a:lnTo>
                <a:lnTo>
                  <a:pt x="4558215" y="1448180"/>
                </a:lnTo>
                <a:lnTo>
                  <a:pt x="4586703" y="1423821"/>
                </a:lnTo>
                <a:lnTo>
                  <a:pt x="4615192" y="1398838"/>
                </a:lnTo>
                <a:lnTo>
                  <a:pt x="4643681" y="1373226"/>
                </a:lnTo>
                <a:lnTo>
                  <a:pt x="4672170" y="1346983"/>
                </a:lnTo>
                <a:lnTo>
                  <a:pt x="4700659" y="1320103"/>
                </a:lnTo>
                <a:lnTo>
                  <a:pt x="4729148" y="1292583"/>
                </a:lnTo>
                <a:lnTo>
                  <a:pt x="4757636" y="1264419"/>
                </a:lnTo>
                <a:lnTo>
                  <a:pt x="4786125" y="1235607"/>
                </a:lnTo>
                <a:lnTo>
                  <a:pt x="4814614" y="1206144"/>
                </a:lnTo>
                <a:lnTo>
                  <a:pt x="4843103" y="1176026"/>
                </a:lnTo>
                <a:lnTo>
                  <a:pt x="4871592" y="1145247"/>
                </a:lnTo>
                <a:lnTo>
                  <a:pt x="4900081" y="1113806"/>
                </a:lnTo>
                <a:lnTo>
                  <a:pt x="4928570" y="1081698"/>
                </a:lnTo>
                <a:lnTo>
                  <a:pt x="4957058" y="1048918"/>
                </a:lnTo>
                <a:lnTo>
                  <a:pt x="4985547" y="1015464"/>
                </a:lnTo>
                <a:lnTo>
                  <a:pt x="5014036" y="981330"/>
                </a:lnTo>
                <a:lnTo>
                  <a:pt x="5042525" y="946514"/>
                </a:lnTo>
                <a:lnTo>
                  <a:pt x="5071014" y="911012"/>
                </a:lnTo>
                <a:lnTo>
                  <a:pt x="5099503" y="874819"/>
                </a:lnTo>
                <a:lnTo>
                  <a:pt x="5127991" y="837932"/>
                </a:lnTo>
                <a:lnTo>
                  <a:pt x="5156480" y="800347"/>
                </a:lnTo>
                <a:lnTo>
                  <a:pt x="5184969" y="762059"/>
                </a:lnTo>
                <a:lnTo>
                  <a:pt x="5213458" y="723066"/>
                </a:lnTo>
                <a:lnTo>
                  <a:pt x="5241947" y="683363"/>
                </a:lnTo>
                <a:lnTo>
                  <a:pt x="5270436" y="642946"/>
                </a:lnTo>
                <a:lnTo>
                  <a:pt x="5298925" y="601811"/>
                </a:lnTo>
                <a:lnTo>
                  <a:pt x="5327413" y="559956"/>
                </a:lnTo>
                <a:lnTo>
                  <a:pt x="5355902" y="517374"/>
                </a:lnTo>
                <a:lnTo>
                  <a:pt x="5384391" y="474064"/>
                </a:lnTo>
                <a:lnTo>
                  <a:pt x="5412880" y="430020"/>
                </a:lnTo>
                <a:lnTo>
                  <a:pt x="5441369" y="385240"/>
                </a:lnTo>
                <a:lnTo>
                  <a:pt x="5469858" y="339719"/>
                </a:lnTo>
                <a:lnTo>
                  <a:pt x="5498346" y="293453"/>
                </a:lnTo>
                <a:lnTo>
                  <a:pt x="5526835" y="246438"/>
                </a:lnTo>
                <a:lnTo>
                  <a:pt x="5555324" y="198671"/>
                </a:lnTo>
                <a:lnTo>
                  <a:pt x="5583813" y="150147"/>
                </a:lnTo>
                <a:lnTo>
                  <a:pt x="5612302" y="100864"/>
                </a:lnTo>
                <a:lnTo>
                  <a:pt x="5640791" y="50816"/>
                </a:lnTo>
                <a:lnTo>
                  <a:pt x="566928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4-E17 text 40" descr="sci-ppt:o040"/>
          <p:cNvSpPr txBox="1"/>
          <p:nvPr/>
        </p:nvSpPr>
        <p:spPr>
          <a:xfrm>
            <a:off x="1655064" y="1789611"/>
            <a:ext cx="5486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w</a:t>
            </a:r>
          </a:p>
        </p:txBody>
      </p:sp>
      <p:sp>
        <p:nvSpPr>
          <p:cNvPr id="43" name="C4-E17 text 41" descr="sci-ppt:o041"/>
          <p:cNvSpPr txBox="1"/>
          <p:nvPr/>
        </p:nvSpPr>
        <p:spPr>
          <a:xfrm>
            <a:off x="3935577" y="3473087"/>
            <a:ext cx="164592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w′ = p₀r(r²−b²)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/(16D_f)</a:t>
            </a:r>
          </a:p>
        </p:txBody>
      </p:sp>
      <p:sp>
        <p:nvSpPr>
          <p:cNvPr id="44" name="C4-E17 round_rect 42" descr="sci-ppt:o042"/>
          <p:cNvSpPr/>
          <p:nvPr/>
        </p:nvSpPr>
        <p:spPr>
          <a:xfrm>
            <a:off x="6858000" y="1371600"/>
            <a:ext cx="498348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4-E17 text 43" descr="sci-ppt:o043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Direct verification</a:t>
            </a:r>
          </a:p>
        </p:txBody>
      </p:sp>
      <p:sp>
        <p:nvSpPr>
          <p:cNvPr id="46" name="C4-E17 text 44" descr="sci-ppt:o044"/>
          <p:cNvSpPr txBox="1"/>
          <p:nvPr/>
        </p:nvSpPr>
        <p:spPr>
          <a:xfrm>
            <a:off x="6995160" y="182880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𝓛ᵣ(r²) = 4,   𝓛ᵣ(r⁴) = 16 r²</a:t>
            </a:r>
          </a:p>
        </p:txBody>
      </p:sp>
      <p:sp>
        <p:nvSpPr>
          <p:cNvPr id="47" name="C4-E17 text 45" descr="sci-ppt:o045"/>
          <p:cNvSpPr txBox="1"/>
          <p:nvPr/>
        </p:nvSpPr>
        <p:spPr>
          <a:xfrm>
            <a:off x="6995160" y="233172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𝓛ᵣ w ∝ −8 + 16 r²,  𝓛ᵣ²w ∝ 64  ⇒  D_f 𝓛ᵣ²w = p₀</a:t>
            </a:r>
          </a:p>
        </p:txBody>
      </p:sp>
      <p:sp>
        <p:nvSpPr>
          <p:cNvPr id="48" name="C4-E17 text 46" descr="sci-ppt:o046"/>
          <p:cNvSpPr txBox="1"/>
          <p:nvPr/>
        </p:nvSpPr>
        <p:spPr>
          <a:xfrm>
            <a:off x="6995160" y="283464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w′(r) = p₀ r (r² − b²) / (16D_f)</a:t>
            </a:r>
          </a:p>
        </p:txBody>
      </p:sp>
      <p:sp>
        <p:nvSpPr>
          <p:cNvPr id="49" name="C4-E17 text 47" descr="sci-ppt:o047"/>
          <p:cNvSpPr txBox="1"/>
          <p:nvPr/>
        </p:nvSpPr>
        <p:spPr>
          <a:xfrm>
            <a:off x="6995160" y="347472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Slope zero at r = 0 and r = b; steepest between.</a:t>
            </a:r>
          </a:p>
        </p:txBody>
      </p:sp>
      <p:sp>
        <p:nvSpPr>
          <p:cNvPr id="50" name="C4-E17 text 48" descr="sci-ppt:o048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Differentiating the answer back reproduces the governing equation, so the solution is verified, not assumed.</a:t>
            </a:r>
          </a:p>
        </p:txBody>
      </p:sp>
      <p:sp>
        <p:nvSpPr>
          <p:cNvPr id="51" name="C4-E17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Verification of Eq. C4-E17.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