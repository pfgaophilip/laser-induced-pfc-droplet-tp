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3-E21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C3-E21 · Inviscid-cylinder instability derivation</a:t>
            </a:r>
          </a:p>
        </p:txBody>
      </p:sp>
      <p:cxnSp>
        <p:nvCxnSpPr>
          <p:cNvPr id="3" name="C3-E21 line 1" descr="sci-ppt:o001"/>
          <p:cNvCxnSpPr/>
          <p:nvPr/>
        </p:nvCxnSpPr>
        <p:spPr>
          <a:xfrm>
            <a:off x="914400" y="5029200"/>
            <a:ext cx="585216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C3-E21 line 2" descr="sci-ppt:o002"/>
          <p:cNvCxnSpPr/>
          <p:nvPr/>
        </p:nvCxnSpPr>
        <p:spPr>
          <a:xfrm>
            <a:off x="914400" y="1371600"/>
            <a:ext cx="0" cy="365760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C3-E21 line 3" descr="sci-ppt:o003"/>
          <p:cNvCxnSpPr/>
          <p:nvPr/>
        </p:nvCxnSpPr>
        <p:spPr>
          <a:xfrm>
            <a:off x="91440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C3-E21 line 4" descr="sci-ppt:o004"/>
          <p:cNvCxnSpPr/>
          <p:nvPr/>
        </p:nvCxnSpPr>
        <p:spPr>
          <a:xfrm>
            <a:off x="91440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C3-E21 text 5" descr="sci-ppt:o005"/>
          <p:cNvSpPr txBox="1"/>
          <p:nvPr/>
        </p:nvSpPr>
        <p:spPr>
          <a:xfrm>
            <a:off x="45720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0.00</a:t>
            </a:r>
          </a:p>
        </p:txBody>
      </p:sp>
      <p:cxnSp>
        <p:nvCxnSpPr>
          <p:cNvPr id="8" name="C3-E21 line 6" descr="sci-ppt:o006"/>
          <p:cNvCxnSpPr/>
          <p:nvPr/>
        </p:nvCxnSpPr>
        <p:spPr>
          <a:xfrm>
            <a:off x="237744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C3-E21 line 7" descr="sci-ppt:o007"/>
          <p:cNvCxnSpPr/>
          <p:nvPr/>
        </p:nvCxnSpPr>
        <p:spPr>
          <a:xfrm>
            <a:off x="237744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C3-E21 text 8" descr="sci-ppt:o008"/>
          <p:cNvSpPr txBox="1"/>
          <p:nvPr/>
        </p:nvSpPr>
        <p:spPr>
          <a:xfrm>
            <a:off x="192024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0.25</a:t>
            </a:r>
          </a:p>
        </p:txBody>
      </p:sp>
      <p:cxnSp>
        <p:nvCxnSpPr>
          <p:cNvPr id="11" name="C3-E21 line 9" descr="sci-ppt:o009"/>
          <p:cNvCxnSpPr/>
          <p:nvPr/>
        </p:nvCxnSpPr>
        <p:spPr>
          <a:xfrm>
            <a:off x="384048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C3-E21 line 10" descr="sci-ppt:o010"/>
          <p:cNvCxnSpPr/>
          <p:nvPr/>
        </p:nvCxnSpPr>
        <p:spPr>
          <a:xfrm>
            <a:off x="384048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C3-E21 text 11" descr="sci-ppt:o011"/>
          <p:cNvSpPr txBox="1"/>
          <p:nvPr/>
        </p:nvSpPr>
        <p:spPr>
          <a:xfrm>
            <a:off x="338328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0.50</a:t>
            </a:r>
          </a:p>
        </p:txBody>
      </p:sp>
      <p:cxnSp>
        <p:nvCxnSpPr>
          <p:cNvPr id="14" name="C3-E21 line 12" descr="sci-ppt:o012"/>
          <p:cNvCxnSpPr/>
          <p:nvPr/>
        </p:nvCxnSpPr>
        <p:spPr>
          <a:xfrm>
            <a:off x="530352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C3-E21 line 13" descr="sci-ppt:o013"/>
          <p:cNvCxnSpPr/>
          <p:nvPr/>
        </p:nvCxnSpPr>
        <p:spPr>
          <a:xfrm>
            <a:off x="530352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6" name="C3-E21 text 14" descr="sci-ppt:o014"/>
          <p:cNvSpPr txBox="1"/>
          <p:nvPr/>
        </p:nvSpPr>
        <p:spPr>
          <a:xfrm>
            <a:off x="484632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0.75</a:t>
            </a:r>
          </a:p>
        </p:txBody>
      </p:sp>
      <p:cxnSp>
        <p:nvCxnSpPr>
          <p:cNvPr id="17" name="C3-E21 line 15" descr="sci-ppt:o015"/>
          <p:cNvCxnSpPr/>
          <p:nvPr/>
        </p:nvCxnSpPr>
        <p:spPr>
          <a:xfrm>
            <a:off x="676656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C3-E21 line 16" descr="sci-ppt:o016"/>
          <p:cNvCxnSpPr/>
          <p:nvPr/>
        </p:nvCxnSpPr>
        <p:spPr>
          <a:xfrm>
            <a:off x="676656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9" name="C3-E21 text 17" descr="sci-ppt:o017"/>
          <p:cNvSpPr txBox="1"/>
          <p:nvPr/>
        </p:nvSpPr>
        <p:spPr>
          <a:xfrm>
            <a:off x="630936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1.00</a:t>
            </a:r>
          </a:p>
        </p:txBody>
      </p:sp>
      <p:cxnSp>
        <p:nvCxnSpPr>
          <p:cNvPr id="20" name="C3-E21 line 18" descr="sci-ppt:o018"/>
          <p:cNvCxnSpPr/>
          <p:nvPr/>
        </p:nvCxnSpPr>
        <p:spPr>
          <a:xfrm>
            <a:off x="850392" y="50292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1" name="C3-E21 line 19" descr="sci-ppt:o019"/>
          <p:cNvCxnSpPr/>
          <p:nvPr/>
        </p:nvCxnSpPr>
        <p:spPr>
          <a:xfrm>
            <a:off x="850392" y="41148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2" name="C3-E21 line 20" descr="sci-ppt:o020"/>
          <p:cNvCxnSpPr/>
          <p:nvPr/>
        </p:nvCxnSpPr>
        <p:spPr>
          <a:xfrm>
            <a:off x="914400" y="4114800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3" name="C3-E21 text 21" descr="sci-ppt:o021"/>
          <p:cNvSpPr txBox="1"/>
          <p:nvPr/>
        </p:nvSpPr>
        <p:spPr>
          <a:xfrm>
            <a:off x="45720" y="40325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0.1</a:t>
            </a:r>
          </a:p>
        </p:txBody>
      </p:sp>
      <p:cxnSp>
        <p:nvCxnSpPr>
          <p:cNvPr id="24" name="C3-E21 line 22" descr="sci-ppt:o022"/>
          <p:cNvCxnSpPr/>
          <p:nvPr/>
        </p:nvCxnSpPr>
        <p:spPr>
          <a:xfrm>
            <a:off x="850392" y="32004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5" name="C3-E21 line 23" descr="sci-ppt:o023"/>
          <p:cNvCxnSpPr/>
          <p:nvPr/>
        </p:nvCxnSpPr>
        <p:spPr>
          <a:xfrm>
            <a:off x="914400" y="3200400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6" name="C3-E21 text 24" descr="sci-ppt:o024"/>
          <p:cNvSpPr txBox="1"/>
          <p:nvPr/>
        </p:nvSpPr>
        <p:spPr>
          <a:xfrm>
            <a:off x="45720" y="31181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0.2</a:t>
            </a:r>
          </a:p>
        </p:txBody>
      </p:sp>
      <p:cxnSp>
        <p:nvCxnSpPr>
          <p:cNvPr id="27" name="C3-E21 line 25" descr="sci-ppt:o025"/>
          <p:cNvCxnSpPr/>
          <p:nvPr/>
        </p:nvCxnSpPr>
        <p:spPr>
          <a:xfrm>
            <a:off x="850392" y="22860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8" name="C3-E21 line 26" descr="sci-ppt:o026"/>
          <p:cNvCxnSpPr/>
          <p:nvPr/>
        </p:nvCxnSpPr>
        <p:spPr>
          <a:xfrm>
            <a:off x="914400" y="2286000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9" name="C3-E21 text 27" descr="sci-ppt:o027"/>
          <p:cNvSpPr txBox="1"/>
          <p:nvPr/>
        </p:nvSpPr>
        <p:spPr>
          <a:xfrm>
            <a:off x="45720" y="22037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0.3</a:t>
            </a:r>
          </a:p>
        </p:txBody>
      </p:sp>
      <p:cxnSp>
        <p:nvCxnSpPr>
          <p:cNvPr id="30" name="C3-E21 line 28" descr="sci-ppt:o028"/>
          <p:cNvCxnSpPr/>
          <p:nvPr/>
        </p:nvCxnSpPr>
        <p:spPr>
          <a:xfrm>
            <a:off x="850392" y="13716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1" name="C3-E21 line 29" descr="sci-ppt:o029"/>
          <p:cNvCxnSpPr/>
          <p:nvPr/>
        </p:nvCxnSpPr>
        <p:spPr>
          <a:xfrm>
            <a:off x="914400" y="1371600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2" name="C3-E21 text 30" descr="sci-ppt:o030"/>
          <p:cNvSpPr txBox="1"/>
          <p:nvPr/>
        </p:nvSpPr>
        <p:spPr>
          <a:xfrm>
            <a:off x="45720" y="12893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0.4</a:t>
            </a:r>
          </a:p>
        </p:txBody>
      </p:sp>
      <p:sp>
        <p:nvSpPr>
          <p:cNvPr id="33" name="C3-E21 text 31" descr="sci-ppt:o031"/>
          <p:cNvSpPr txBox="1"/>
          <p:nvPr/>
        </p:nvSpPr>
        <p:spPr>
          <a:xfrm>
            <a:off x="914400" y="5312664"/>
            <a:ext cx="58521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dimensionless wavenumber q = k a₀</a:t>
            </a:r>
          </a:p>
        </p:txBody>
      </p:sp>
      <p:sp>
        <p:nvSpPr>
          <p:cNvPr id="34" name="C3-E21 text 32" descr="sci-ppt:o032"/>
          <p:cNvSpPr txBox="1"/>
          <p:nvPr/>
        </p:nvSpPr>
        <p:spPr>
          <a:xfrm>
            <a:off x="365760" y="1024128"/>
            <a:ext cx="58521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growth rate g t_σ</a:t>
            </a:r>
          </a:p>
        </p:txBody>
      </p:sp>
      <p:sp>
        <p:nvSpPr>
          <p:cNvPr id="35" name="C3-E21 polygon 33" descr="sci-ppt:o033"/>
          <p:cNvSpPr/>
          <p:nvPr/>
        </p:nvSpPr>
        <p:spPr>
          <a:xfrm>
            <a:off x="914400" y="1889832"/>
            <a:ext cx="5852160" cy="3139368"/>
          </a:xfrm>
          <a:custGeom>
            <a:avLst/>
            <a:gdLst/>
            <a:ahLst/>
            <a:cxnLst/>
            <a:rect l="l" t="t" r="r" b="b"/>
            <a:pathLst>
              <a:path w="5852160" h="3139368">
                <a:moveTo>
                  <a:pt x="0" y="3139368"/>
                </a:moveTo>
                <a:lnTo>
                  <a:pt x="40975" y="3094097"/>
                </a:lnTo>
                <a:lnTo>
                  <a:pt x="81950" y="3048834"/>
                </a:lnTo>
                <a:lnTo>
                  <a:pt x="122926" y="3003586"/>
                </a:lnTo>
                <a:lnTo>
                  <a:pt x="163901" y="2958360"/>
                </a:lnTo>
                <a:lnTo>
                  <a:pt x="204876" y="2913165"/>
                </a:lnTo>
                <a:lnTo>
                  <a:pt x="245852" y="2868006"/>
                </a:lnTo>
                <a:lnTo>
                  <a:pt x="286827" y="2822893"/>
                </a:lnTo>
                <a:lnTo>
                  <a:pt x="327802" y="2777833"/>
                </a:lnTo>
                <a:lnTo>
                  <a:pt x="368778" y="2732832"/>
                </a:lnTo>
                <a:lnTo>
                  <a:pt x="409753" y="2687899"/>
                </a:lnTo>
                <a:lnTo>
                  <a:pt x="450729" y="2643041"/>
                </a:lnTo>
                <a:lnTo>
                  <a:pt x="491704" y="2598265"/>
                </a:lnTo>
                <a:lnTo>
                  <a:pt x="532679" y="2553580"/>
                </a:lnTo>
                <a:lnTo>
                  <a:pt x="573655" y="2508993"/>
                </a:lnTo>
                <a:lnTo>
                  <a:pt x="614630" y="2464511"/>
                </a:lnTo>
                <a:lnTo>
                  <a:pt x="655605" y="2420142"/>
                </a:lnTo>
                <a:lnTo>
                  <a:pt x="696581" y="2375894"/>
                </a:lnTo>
                <a:lnTo>
                  <a:pt x="737556" y="2331774"/>
                </a:lnTo>
                <a:lnTo>
                  <a:pt x="778531" y="2287789"/>
                </a:lnTo>
                <a:lnTo>
                  <a:pt x="819507" y="2243949"/>
                </a:lnTo>
                <a:lnTo>
                  <a:pt x="860482" y="2200260"/>
                </a:lnTo>
                <a:lnTo>
                  <a:pt x="901458" y="2156730"/>
                </a:lnTo>
                <a:lnTo>
                  <a:pt x="942433" y="2113366"/>
                </a:lnTo>
                <a:lnTo>
                  <a:pt x="983408" y="2070178"/>
                </a:lnTo>
                <a:lnTo>
                  <a:pt x="1024384" y="2027172"/>
                </a:lnTo>
                <a:lnTo>
                  <a:pt x="1065359" y="1984356"/>
                </a:lnTo>
                <a:lnTo>
                  <a:pt x="1106334" y="1941738"/>
                </a:lnTo>
                <a:lnTo>
                  <a:pt x="1147310" y="1899326"/>
                </a:lnTo>
                <a:lnTo>
                  <a:pt x="1188285" y="1857129"/>
                </a:lnTo>
                <a:lnTo>
                  <a:pt x="1229260" y="1815154"/>
                </a:lnTo>
                <a:lnTo>
                  <a:pt x="1270236" y="1773408"/>
                </a:lnTo>
                <a:lnTo>
                  <a:pt x="1311211" y="1731901"/>
                </a:lnTo>
                <a:lnTo>
                  <a:pt x="1352187" y="1690640"/>
                </a:lnTo>
                <a:lnTo>
                  <a:pt x="1393162" y="1649633"/>
                </a:lnTo>
                <a:lnTo>
                  <a:pt x="1434137" y="1608889"/>
                </a:lnTo>
                <a:lnTo>
                  <a:pt x="1475113" y="1568416"/>
                </a:lnTo>
                <a:lnTo>
                  <a:pt x="1516088" y="1528222"/>
                </a:lnTo>
                <a:lnTo>
                  <a:pt x="1557063" y="1488316"/>
                </a:lnTo>
                <a:lnTo>
                  <a:pt x="1598039" y="1448706"/>
                </a:lnTo>
                <a:lnTo>
                  <a:pt x="1639014" y="1409400"/>
                </a:lnTo>
                <a:lnTo>
                  <a:pt x="1679989" y="1370407"/>
                </a:lnTo>
                <a:lnTo>
                  <a:pt x="1720965" y="1331736"/>
                </a:lnTo>
                <a:lnTo>
                  <a:pt x="1761940" y="1293395"/>
                </a:lnTo>
                <a:lnTo>
                  <a:pt x="1802916" y="1255393"/>
                </a:lnTo>
                <a:lnTo>
                  <a:pt x="1843891" y="1217739"/>
                </a:lnTo>
                <a:lnTo>
                  <a:pt x="1884866" y="1180442"/>
                </a:lnTo>
                <a:lnTo>
                  <a:pt x="1925842" y="1143510"/>
                </a:lnTo>
                <a:lnTo>
                  <a:pt x="1966817" y="1106953"/>
                </a:lnTo>
                <a:lnTo>
                  <a:pt x="2007792" y="1070781"/>
                </a:lnTo>
                <a:lnTo>
                  <a:pt x="2048768" y="1035001"/>
                </a:lnTo>
                <a:lnTo>
                  <a:pt x="2089743" y="999624"/>
                </a:lnTo>
                <a:lnTo>
                  <a:pt x="2130718" y="964659"/>
                </a:lnTo>
                <a:lnTo>
                  <a:pt x="2171694" y="930116"/>
                </a:lnTo>
                <a:lnTo>
                  <a:pt x="2212669" y="896003"/>
                </a:lnTo>
                <a:lnTo>
                  <a:pt x="2253645" y="862332"/>
                </a:lnTo>
                <a:lnTo>
                  <a:pt x="2294620" y="829112"/>
                </a:lnTo>
                <a:lnTo>
                  <a:pt x="2335595" y="796352"/>
                </a:lnTo>
                <a:lnTo>
                  <a:pt x="2376571" y="764064"/>
                </a:lnTo>
                <a:lnTo>
                  <a:pt x="2417546" y="732256"/>
                </a:lnTo>
                <a:lnTo>
                  <a:pt x="2458521" y="700941"/>
                </a:lnTo>
                <a:lnTo>
                  <a:pt x="2499497" y="670128"/>
                </a:lnTo>
                <a:lnTo>
                  <a:pt x="2540472" y="639828"/>
                </a:lnTo>
                <a:lnTo>
                  <a:pt x="2581447" y="610052"/>
                </a:lnTo>
                <a:lnTo>
                  <a:pt x="2622423" y="580811"/>
                </a:lnTo>
                <a:lnTo>
                  <a:pt x="2663398" y="552116"/>
                </a:lnTo>
                <a:lnTo>
                  <a:pt x="2704374" y="523979"/>
                </a:lnTo>
                <a:lnTo>
                  <a:pt x="2745349" y="496411"/>
                </a:lnTo>
                <a:lnTo>
                  <a:pt x="2786324" y="469425"/>
                </a:lnTo>
                <a:lnTo>
                  <a:pt x="2827300" y="443032"/>
                </a:lnTo>
                <a:lnTo>
                  <a:pt x="2868275" y="417244"/>
                </a:lnTo>
                <a:lnTo>
                  <a:pt x="2909250" y="392075"/>
                </a:lnTo>
                <a:lnTo>
                  <a:pt x="2950226" y="367536"/>
                </a:lnTo>
                <a:lnTo>
                  <a:pt x="2991201" y="343641"/>
                </a:lnTo>
                <a:lnTo>
                  <a:pt x="3032176" y="320404"/>
                </a:lnTo>
                <a:lnTo>
                  <a:pt x="3073152" y="297838"/>
                </a:lnTo>
                <a:lnTo>
                  <a:pt x="3114127" y="275956"/>
                </a:lnTo>
                <a:lnTo>
                  <a:pt x="3155103" y="254773"/>
                </a:lnTo>
                <a:lnTo>
                  <a:pt x="3196078" y="234304"/>
                </a:lnTo>
                <a:lnTo>
                  <a:pt x="3237053" y="214564"/>
                </a:lnTo>
                <a:lnTo>
                  <a:pt x="3278029" y="195568"/>
                </a:lnTo>
                <a:lnTo>
                  <a:pt x="3319004" y="177331"/>
                </a:lnTo>
                <a:lnTo>
                  <a:pt x="3359979" y="159870"/>
                </a:lnTo>
                <a:lnTo>
                  <a:pt x="3400955" y="143202"/>
                </a:lnTo>
                <a:lnTo>
                  <a:pt x="3441930" y="127343"/>
                </a:lnTo>
                <a:lnTo>
                  <a:pt x="3482905" y="112311"/>
                </a:lnTo>
                <a:lnTo>
                  <a:pt x="3523881" y="98124"/>
                </a:lnTo>
                <a:lnTo>
                  <a:pt x="3564856" y="84801"/>
                </a:lnTo>
                <a:lnTo>
                  <a:pt x="3605832" y="72362"/>
                </a:lnTo>
                <a:lnTo>
                  <a:pt x="3646807" y="60825"/>
                </a:lnTo>
                <a:lnTo>
                  <a:pt x="3687782" y="50212"/>
                </a:lnTo>
                <a:lnTo>
                  <a:pt x="3728758" y="40544"/>
                </a:lnTo>
                <a:lnTo>
                  <a:pt x="3769733" y="31843"/>
                </a:lnTo>
                <a:lnTo>
                  <a:pt x="3810708" y="24132"/>
                </a:lnTo>
                <a:lnTo>
                  <a:pt x="3851684" y="17435"/>
                </a:lnTo>
                <a:lnTo>
                  <a:pt x="3892659" y="11777"/>
                </a:lnTo>
                <a:lnTo>
                  <a:pt x="3933634" y="7182"/>
                </a:lnTo>
                <a:lnTo>
                  <a:pt x="3974610" y="3679"/>
                </a:lnTo>
                <a:lnTo>
                  <a:pt x="4015585" y="1294"/>
                </a:lnTo>
                <a:lnTo>
                  <a:pt x="4056561" y="58"/>
                </a:lnTo>
                <a:lnTo>
                  <a:pt x="4097536" y="0"/>
                </a:lnTo>
                <a:lnTo>
                  <a:pt x="4138511" y="1154"/>
                </a:lnTo>
                <a:lnTo>
                  <a:pt x="4179487" y="3551"/>
                </a:lnTo>
                <a:lnTo>
                  <a:pt x="4220462" y="7229"/>
                </a:lnTo>
                <a:lnTo>
                  <a:pt x="4261437" y="12223"/>
                </a:lnTo>
                <a:lnTo>
                  <a:pt x="4302413" y="18573"/>
                </a:lnTo>
                <a:lnTo>
                  <a:pt x="4343388" y="26320"/>
                </a:lnTo>
                <a:lnTo>
                  <a:pt x="4384363" y="35508"/>
                </a:lnTo>
                <a:lnTo>
                  <a:pt x="4425339" y="46183"/>
                </a:lnTo>
                <a:lnTo>
                  <a:pt x="4466314" y="58395"/>
                </a:lnTo>
                <a:lnTo>
                  <a:pt x="4507290" y="72196"/>
                </a:lnTo>
                <a:lnTo>
                  <a:pt x="4548265" y="87642"/>
                </a:lnTo>
                <a:lnTo>
                  <a:pt x="4589240" y="104792"/>
                </a:lnTo>
                <a:lnTo>
                  <a:pt x="4630216" y="123710"/>
                </a:lnTo>
                <a:lnTo>
                  <a:pt x="4671191" y="144466"/>
                </a:lnTo>
                <a:lnTo>
                  <a:pt x="4712166" y="167133"/>
                </a:lnTo>
                <a:lnTo>
                  <a:pt x="4753142" y="191792"/>
                </a:lnTo>
                <a:lnTo>
                  <a:pt x="4794117" y="218529"/>
                </a:lnTo>
                <a:lnTo>
                  <a:pt x="4835092" y="247440"/>
                </a:lnTo>
                <a:lnTo>
                  <a:pt x="4876068" y="278627"/>
                </a:lnTo>
                <a:lnTo>
                  <a:pt x="4917043" y="312203"/>
                </a:lnTo>
                <a:lnTo>
                  <a:pt x="4958019" y="348294"/>
                </a:lnTo>
                <a:lnTo>
                  <a:pt x="4998994" y="387038"/>
                </a:lnTo>
                <a:lnTo>
                  <a:pt x="5039969" y="428588"/>
                </a:lnTo>
                <a:lnTo>
                  <a:pt x="5080945" y="473116"/>
                </a:lnTo>
                <a:lnTo>
                  <a:pt x="5121920" y="520815"/>
                </a:lnTo>
                <a:lnTo>
                  <a:pt x="5162895" y="571905"/>
                </a:lnTo>
                <a:lnTo>
                  <a:pt x="5203871" y="626635"/>
                </a:lnTo>
                <a:lnTo>
                  <a:pt x="5244846" y="685293"/>
                </a:lnTo>
                <a:lnTo>
                  <a:pt x="5285821" y="748215"/>
                </a:lnTo>
                <a:lnTo>
                  <a:pt x="5326797" y="815794"/>
                </a:lnTo>
                <a:lnTo>
                  <a:pt x="5367772" y="888497"/>
                </a:lnTo>
                <a:lnTo>
                  <a:pt x="5408748" y="966890"/>
                </a:lnTo>
                <a:lnTo>
                  <a:pt x="5449723" y="1051665"/>
                </a:lnTo>
                <a:lnTo>
                  <a:pt x="5490698" y="1143692"/>
                </a:lnTo>
                <a:lnTo>
                  <a:pt x="5531674" y="1244084"/>
                </a:lnTo>
                <a:lnTo>
                  <a:pt x="5572649" y="1354314"/>
                </a:lnTo>
                <a:lnTo>
                  <a:pt x="5613624" y="1476402"/>
                </a:lnTo>
                <a:lnTo>
                  <a:pt x="5654600" y="1613265"/>
                </a:lnTo>
                <a:lnTo>
                  <a:pt x="5695575" y="1769404"/>
                </a:lnTo>
                <a:lnTo>
                  <a:pt x="5736550" y="1952494"/>
                </a:lnTo>
                <a:lnTo>
                  <a:pt x="5777526" y="2177925"/>
                </a:lnTo>
                <a:lnTo>
                  <a:pt x="5818501" y="2488454"/>
                </a:lnTo>
                <a:lnTo>
                  <a:pt x="5852160" y="3139368"/>
                </a:lnTo>
              </a:path>
            </a:pathLst>
          </a:custGeom>
          <a:noFill/>
          <a:ln w="381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C3-E21 polygon 34" descr="sci-ppt:o034"/>
          <p:cNvSpPr/>
          <p:nvPr/>
        </p:nvSpPr>
        <p:spPr>
          <a:xfrm>
            <a:off x="914400" y="1889711"/>
            <a:ext cx="5852160" cy="3139489"/>
          </a:xfrm>
          <a:custGeom>
            <a:avLst/>
            <a:gdLst/>
            <a:ahLst/>
            <a:cxnLst/>
            <a:rect l="l" t="t" r="r" b="b"/>
            <a:pathLst>
              <a:path w="5852160" h="3139489">
                <a:moveTo>
                  <a:pt x="0" y="3139489"/>
                </a:moveTo>
                <a:lnTo>
                  <a:pt x="1463" y="3137872"/>
                </a:lnTo>
                <a:lnTo>
                  <a:pt x="2926" y="3136255"/>
                </a:lnTo>
                <a:lnTo>
                  <a:pt x="4390" y="3134638"/>
                </a:lnTo>
                <a:lnTo>
                  <a:pt x="5853" y="3133021"/>
                </a:lnTo>
                <a:lnTo>
                  <a:pt x="7317" y="3131404"/>
                </a:lnTo>
                <a:lnTo>
                  <a:pt x="8780" y="3129787"/>
                </a:lnTo>
                <a:lnTo>
                  <a:pt x="10243" y="3128171"/>
                </a:lnTo>
                <a:lnTo>
                  <a:pt x="11707" y="3126554"/>
                </a:lnTo>
                <a:lnTo>
                  <a:pt x="13170" y="3124937"/>
                </a:lnTo>
                <a:lnTo>
                  <a:pt x="14634" y="3123320"/>
                </a:lnTo>
                <a:lnTo>
                  <a:pt x="16097" y="3121703"/>
                </a:lnTo>
                <a:lnTo>
                  <a:pt x="17560" y="3120086"/>
                </a:lnTo>
                <a:lnTo>
                  <a:pt x="19024" y="3118470"/>
                </a:lnTo>
                <a:lnTo>
                  <a:pt x="20487" y="3116853"/>
                </a:lnTo>
                <a:lnTo>
                  <a:pt x="21951" y="3115236"/>
                </a:lnTo>
                <a:lnTo>
                  <a:pt x="23414" y="3113619"/>
                </a:lnTo>
                <a:lnTo>
                  <a:pt x="24877" y="3112002"/>
                </a:lnTo>
                <a:lnTo>
                  <a:pt x="26341" y="3110386"/>
                </a:lnTo>
                <a:lnTo>
                  <a:pt x="27804" y="3108769"/>
                </a:lnTo>
                <a:lnTo>
                  <a:pt x="29268" y="3107152"/>
                </a:lnTo>
                <a:lnTo>
                  <a:pt x="30731" y="3105535"/>
                </a:lnTo>
                <a:lnTo>
                  <a:pt x="32194" y="3103918"/>
                </a:lnTo>
                <a:lnTo>
                  <a:pt x="33658" y="3102302"/>
                </a:lnTo>
                <a:lnTo>
                  <a:pt x="35121" y="3100685"/>
                </a:lnTo>
                <a:lnTo>
                  <a:pt x="36585" y="3099068"/>
                </a:lnTo>
                <a:lnTo>
                  <a:pt x="38048" y="3097451"/>
                </a:lnTo>
                <a:lnTo>
                  <a:pt x="39511" y="3095835"/>
                </a:lnTo>
                <a:lnTo>
                  <a:pt x="40975" y="3094218"/>
                </a:lnTo>
                <a:lnTo>
                  <a:pt x="42438" y="3092601"/>
                </a:lnTo>
                <a:lnTo>
                  <a:pt x="43902" y="3090985"/>
                </a:lnTo>
                <a:lnTo>
                  <a:pt x="45365" y="3089368"/>
                </a:lnTo>
                <a:lnTo>
                  <a:pt x="46828" y="3087751"/>
                </a:lnTo>
                <a:lnTo>
                  <a:pt x="48292" y="3086134"/>
                </a:lnTo>
                <a:lnTo>
                  <a:pt x="49755" y="3084518"/>
                </a:lnTo>
                <a:lnTo>
                  <a:pt x="51219" y="3082901"/>
                </a:lnTo>
                <a:lnTo>
                  <a:pt x="52682" y="3081285"/>
                </a:lnTo>
                <a:lnTo>
                  <a:pt x="54146" y="3079668"/>
                </a:lnTo>
                <a:lnTo>
                  <a:pt x="55609" y="3078051"/>
                </a:lnTo>
                <a:lnTo>
                  <a:pt x="57072" y="3076435"/>
                </a:lnTo>
                <a:lnTo>
                  <a:pt x="58536" y="3074818"/>
                </a:lnTo>
                <a:lnTo>
                  <a:pt x="59999" y="3073202"/>
                </a:lnTo>
                <a:lnTo>
                  <a:pt x="61463" y="3071585"/>
                </a:lnTo>
                <a:lnTo>
                  <a:pt x="62926" y="3069968"/>
                </a:lnTo>
                <a:lnTo>
                  <a:pt x="64389" y="3068352"/>
                </a:lnTo>
                <a:lnTo>
                  <a:pt x="65853" y="3066735"/>
                </a:lnTo>
                <a:lnTo>
                  <a:pt x="67316" y="3065119"/>
                </a:lnTo>
                <a:lnTo>
                  <a:pt x="68780" y="3063502"/>
                </a:lnTo>
                <a:lnTo>
                  <a:pt x="70243" y="3061886"/>
                </a:lnTo>
                <a:lnTo>
                  <a:pt x="71706" y="3060270"/>
                </a:lnTo>
                <a:lnTo>
                  <a:pt x="73170" y="3058653"/>
                </a:lnTo>
                <a:lnTo>
                  <a:pt x="74633" y="3057037"/>
                </a:lnTo>
                <a:lnTo>
                  <a:pt x="76097" y="3055420"/>
                </a:lnTo>
                <a:lnTo>
                  <a:pt x="77560" y="3053804"/>
                </a:lnTo>
                <a:lnTo>
                  <a:pt x="79023" y="3052188"/>
                </a:lnTo>
                <a:lnTo>
                  <a:pt x="80487" y="3050571"/>
                </a:lnTo>
                <a:lnTo>
                  <a:pt x="81950" y="3048955"/>
                </a:lnTo>
                <a:lnTo>
                  <a:pt x="83414" y="3047339"/>
                </a:lnTo>
                <a:lnTo>
                  <a:pt x="84877" y="3045722"/>
                </a:lnTo>
                <a:lnTo>
                  <a:pt x="86340" y="3044106"/>
                </a:lnTo>
                <a:lnTo>
                  <a:pt x="87804" y="3042490"/>
                </a:lnTo>
                <a:lnTo>
                  <a:pt x="89267" y="3040874"/>
                </a:lnTo>
                <a:lnTo>
                  <a:pt x="90731" y="3039257"/>
                </a:lnTo>
                <a:lnTo>
                  <a:pt x="92194" y="3037641"/>
                </a:lnTo>
                <a:lnTo>
                  <a:pt x="93657" y="3036025"/>
                </a:lnTo>
                <a:lnTo>
                  <a:pt x="95121" y="3034409"/>
                </a:lnTo>
                <a:lnTo>
                  <a:pt x="96584" y="3032793"/>
                </a:lnTo>
                <a:lnTo>
                  <a:pt x="98048" y="3031177"/>
                </a:lnTo>
                <a:lnTo>
                  <a:pt x="99511" y="3029561"/>
                </a:lnTo>
                <a:lnTo>
                  <a:pt x="100975" y="3027945"/>
                </a:lnTo>
                <a:lnTo>
                  <a:pt x="102438" y="3026328"/>
                </a:lnTo>
                <a:lnTo>
                  <a:pt x="103901" y="3024712"/>
                </a:lnTo>
                <a:lnTo>
                  <a:pt x="105365" y="3023097"/>
                </a:lnTo>
                <a:lnTo>
                  <a:pt x="106828" y="3021481"/>
                </a:lnTo>
                <a:lnTo>
                  <a:pt x="108292" y="3019865"/>
                </a:lnTo>
                <a:lnTo>
                  <a:pt x="109755" y="3018249"/>
                </a:lnTo>
                <a:lnTo>
                  <a:pt x="111218" y="3016633"/>
                </a:lnTo>
                <a:lnTo>
                  <a:pt x="112682" y="3015017"/>
                </a:lnTo>
                <a:lnTo>
                  <a:pt x="114145" y="3013401"/>
                </a:lnTo>
                <a:lnTo>
                  <a:pt x="115609" y="3011785"/>
                </a:lnTo>
                <a:lnTo>
                  <a:pt x="117072" y="3010170"/>
                </a:lnTo>
                <a:lnTo>
                  <a:pt x="118535" y="3008554"/>
                </a:lnTo>
                <a:lnTo>
                  <a:pt x="119999" y="3006938"/>
                </a:lnTo>
                <a:lnTo>
                  <a:pt x="121462" y="3005322"/>
                </a:lnTo>
                <a:lnTo>
                  <a:pt x="122926" y="3003707"/>
                </a:lnTo>
                <a:lnTo>
                  <a:pt x="124389" y="3002091"/>
                </a:lnTo>
                <a:lnTo>
                  <a:pt x="125852" y="3000476"/>
                </a:lnTo>
                <a:lnTo>
                  <a:pt x="127316" y="2998860"/>
                </a:lnTo>
                <a:lnTo>
                  <a:pt x="128779" y="2997244"/>
                </a:lnTo>
                <a:lnTo>
                  <a:pt x="130243" y="2995629"/>
                </a:lnTo>
                <a:lnTo>
                  <a:pt x="131706" y="2994013"/>
                </a:lnTo>
                <a:lnTo>
                  <a:pt x="133169" y="2992398"/>
                </a:lnTo>
                <a:lnTo>
                  <a:pt x="134633" y="2990783"/>
                </a:lnTo>
                <a:lnTo>
                  <a:pt x="136096" y="2989167"/>
                </a:lnTo>
                <a:lnTo>
                  <a:pt x="137560" y="2987552"/>
                </a:lnTo>
                <a:lnTo>
                  <a:pt x="139023" y="2985936"/>
                </a:lnTo>
                <a:lnTo>
                  <a:pt x="140486" y="2984321"/>
                </a:lnTo>
                <a:lnTo>
                  <a:pt x="141950" y="2982706"/>
                </a:lnTo>
                <a:lnTo>
                  <a:pt x="143413" y="2981091"/>
                </a:lnTo>
                <a:lnTo>
                  <a:pt x="144877" y="2979476"/>
                </a:lnTo>
                <a:lnTo>
                  <a:pt x="146340" y="2977860"/>
                </a:lnTo>
                <a:lnTo>
                  <a:pt x="147803" y="2976245"/>
                </a:lnTo>
                <a:lnTo>
                  <a:pt x="149267" y="2974630"/>
                </a:lnTo>
                <a:lnTo>
                  <a:pt x="150730" y="2973015"/>
                </a:lnTo>
                <a:lnTo>
                  <a:pt x="152194" y="2971400"/>
                </a:lnTo>
                <a:lnTo>
                  <a:pt x="153657" y="2969785"/>
                </a:lnTo>
                <a:lnTo>
                  <a:pt x="155121" y="2968170"/>
                </a:lnTo>
                <a:lnTo>
                  <a:pt x="156584" y="2966555"/>
                </a:lnTo>
                <a:lnTo>
                  <a:pt x="158047" y="2964940"/>
                </a:lnTo>
                <a:lnTo>
                  <a:pt x="159511" y="2963325"/>
                </a:lnTo>
                <a:lnTo>
                  <a:pt x="160974" y="2961711"/>
                </a:lnTo>
                <a:lnTo>
                  <a:pt x="162438" y="2960096"/>
                </a:lnTo>
                <a:lnTo>
                  <a:pt x="163901" y="2958481"/>
                </a:lnTo>
                <a:lnTo>
                  <a:pt x="165364" y="2956866"/>
                </a:lnTo>
                <a:lnTo>
                  <a:pt x="166828" y="2955252"/>
                </a:lnTo>
                <a:lnTo>
                  <a:pt x="168291" y="2953637"/>
                </a:lnTo>
                <a:lnTo>
                  <a:pt x="169755" y="2952023"/>
                </a:lnTo>
                <a:lnTo>
                  <a:pt x="171218" y="2950408"/>
                </a:lnTo>
                <a:lnTo>
                  <a:pt x="172681" y="2948794"/>
                </a:lnTo>
                <a:lnTo>
                  <a:pt x="174145" y="2947179"/>
                </a:lnTo>
                <a:lnTo>
                  <a:pt x="175608" y="2945565"/>
                </a:lnTo>
                <a:lnTo>
                  <a:pt x="177072" y="2943950"/>
                </a:lnTo>
                <a:lnTo>
                  <a:pt x="178535" y="2942336"/>
                </a:lnTo>
                <a:lnTo>
                  <a:pt x="179998" y="2940722"/>
                </a:lnTo>
                <a:lnTo>
                  <a:pt x="181462" y="2939108"/>
                </a:lnTo>
                <a:lnTo>
                  <a:pt x="182925" y="2937493"/>
                </a:lnTo>
                <a:lnTo>
                  <a:pt x="184389" y="2935879"/>
                </a:lnTo>
                <a:lnTo>
                  <a:pt x="185852" y="2934265"/>
                </a:lnTo>
                <a:lnTo>
                  <a:pt x="187315" y="2932651"/>
                </a:lnTo>
                <a:lnTo>
                  <a:pt x="188779" y="2931037"/>
                </a:lnTo>
                <a:lnTo>
                  <a:pt x="190242" y="2929423"/>
                </a:lnTo>
                <a:lnTo>
                  <a:pt x="191706" y="2927809"/>
                </a:lnTo>
                <a:lnTo>
                  <a:pt x="193169" y="2926195"/>
                </a:lnTo>
                <a:lnTo>
                  <a:pt x="194632" y="2924581"/>
                </a:lnTo>
                <a:lnTo>
                  <a:pt x="196096" y="2922967"/>
                </a:lnTo>
                <a:lnTo>
                  <a:pt x="197559" y="2921354"/>
                </a:lnTo>
                <a:lnTo>
                  <a:pt x="199023" y="2919740"/>
                </a:lnTo>
                <a:lnTo>
                  <a:pt x="200486" y="2918126"/>
                </a:lnTo>
                <a:lnTo>
                  <a:pt x="201950" y="2916513"/>
                </a:lnTo>
                <a:lnTo>
                  <a:pt x="203413" y="2914899"/>
                </a:lnTo>
                <a:lnTo>
                  <a:pt x="204876" y="2913286"/>
                </a:lnTo>
                <a:lnTo>
                  <a:pt x="206340" y="2911672"/>
                </a:lnTo>
                <a:lnTo>
                  <a:pt x="207803" y="2910059"/>
                </a:lnTo>
                <a:lnTo>
                  <a:pt x="209267" y="2908445"/>
                </a:lnTo>
                <a:lnTo>
                  <a:pt x="210730" y="2906832"/>
                </a:lnTo>
                <a:lnTo>
                  <a:pt x="212193" y="2905219"/>
                </a:lnTo>
                <a:lnTo>
                  <a:pt x="213657" y="2903605"/>
                </a:lnTo>
                <a:lnTo>
                  <a:pt x="215120" y="2901992"/>
                </a:lnTo>
                <a:lnTo>
                  <a:pt x="216584" y="2900379"/>
                </a:lnTo>
                <a:lnTo>
                  <a:pt x="218047" y="2898766"/>
                </a:lnTo>
                <a:lnTo>
                  <a:pt x="219510" y="2897153"/>
                </a:lnTo>
                <a:lnTo>
                  <a:pt x="220974" y="2895540"/>
                </a:lnTo>
                <a:lnTo>
                  <a:pt x="222437" y="2893927"/>
                </a:lnTo>
                <a:lnTo>
                  <a:pt x="223901" y="2892314"/>
                </a:lnTo>
                <a:lnTo>
                  <a:pt x="225364" y="2890701"/>
                </a:lnTo>
                <a:lnTo>
                  <a:pt x="226827" y="2889089"/>
                </a:lnTo>
                <a:lnTo>
                  <a:pt x="228291" y="2887476"/>
                </a:lnTo>
                <a:lnTo>
                  <a:pt x="229754" y="2885863"/>
                </a:lnTo>
                <a:lnTo>
                  <a:pt x="231218" y="2884251"/>
                </a:lnTo>
                <a:lnTo>
                  <a:pt x="232681" y="2882638"/>
                </a:lnTo>
                <a:lnTo>
                  <a:pt x="234144" y="2881025"/>
                </a:lnTo>
                <a:lnTo>
                  <a:pt x="235608" y="2879413"/>
                </a:lnTo>
                <a:lnTo>
                  <a:pt x="237071" y="2877801"/>
                </a:lnTo>
                <a:lnTo>
                  <a:pt x="238535" y="2876188"/>
                </a:lnTo>
                <a:lnTo>
                  <a:pt x="239998" y="2874576"/>
                </a:lnTo>
                <a:lnTo>
                  <a:pt x="241461" y="2872964"/>
                </a:lnTo>
                <a:lnTo>
                  <a:pt x="242925" y="2871352"/>
                </a:lnTo>
                <a:lnTo>
                  <a:pt x="244388" y="2869739"/>
                </a:lnTo>
                <a:lnTo>
                  <a:pt x="245852" y="2868127"/>
                </a:lnTo>
                <a:lnTo>
                  <a:pt x="247315" y="2866515"/>
                </a:lnTo>
                <a:lnTo>
                  <a:pt x="248778" y="2864903"/>
                </a:lnTo>
                <a:lnTo>
                  <a:pt x="250242" y="2863292"/>
                </a:lnTo>
                <a:lnTo>
                  <a:pt x="251705" y="2861680"/>
                </a:lnTo>
                <a:lnTo>
                  <a:pt x="253169" y="2860068"/>
                </a:lnTo>
                <a:lnTo>
                  <a:pt x="254632" y="2858456"/>
                </a:lnTo>
                <a:lnTo>
                  <a:pt x="256096" y="2856845"/>
                </a:lnTo>
                <a:lnTo>
                  <a:pt x="257559" y="2855233"/>
                </a:lnTo>
                <a:lnTo>
                  <a:pt x="259022" y="2853621"/>
                </a:lnTo>
                <a:lnTo>
                  <a:pt x="260486" y="2852010"/>
                </a:lnTo>
                <a:lnTo>
                  <a:pt x="261949" y="2850399"/>
                </a:lnTo>
                <a:lnTo>
                  <a:pt x="263413" y="2848787"/>
                </a:lnTo>
                <a:lnTo>
                  <a:pt x="264876" y="2847176"/>
                </a:lnTo>
                <a:lnTo>
                  <a:pt x="266339" y="2845565"/>
                </a:lnTo>
                <a:lnTo>
                  <a:pt x="267803" y="2843954"/>
                </a:lnTo>
                <a:lnTo>
                  <a:pt x="269266" y="2842342"/>
                </a:lnTo>
                <a:lnTo>
                  <a:pt x="270730" y="2840731"/>
                </a:lnTo>
                <a:lnTo>
                  <a:pt x="272193" y="2839120"/>
                </a:lnTo>
                <a:lnTo>
                  <a:pt x="273656" y="2837510"/>
                </a:lnTo>
                <a:lnTo>
                  <a:pt x="275120" y="2835899"/>
                </a:lnTo>
                <a:lnTo>
                  <a:pt x="276583" y="2834288"/>
                </a:lnTo>
                <a:lnTo>
                  <a:pt x="278047" y="2832677"/>
                </a:lnTo>
                <a:lnTo>
                  <a:pt x="279510" y="2831066"/>
                </a:lnTo>
                <a:lnTo>
                  <a:pt x="280973" y="2829456"/>
                </a:lnTo>
                <a:lnTo>
                  <a:pt x="282437" y="2827845"/>
                </a:lnTo>
                <a:lnTo>
                  <a:pt x="283900" y="2826235"/>
                </a:lnTo>
                <a:lnTo>
                  <a:pt x="285364" y="2824625"/>
                </a:lnTo>
                <a:lnTo>
                  <a:pt x="286827" y="2823014"/>
                </a:lnTo>
                <a:lnTo>
                  <a:pt x="288290" y="2821404"/>
                </a:lnTo>
                <a:lnTo>
                  <a:pt x="289754" y="2819794"/>
                </a:lnTo>
                <a:lnTo>
                  <a:pt x="291217" y="2818184"/>
                </a:lnTo>
                <a:lnTo>
                  <a:pt x="292681" y="2816574"/>
                </a:lnTo>
                <a:lnTo>
                  <a:pt x="294144" y="2814964"/>
                </a:lnTo>
                <a:lnTo>
                  <a:pt x="295607" y="2813354"/>
                </a:lnTo>
                <a:lnTo>
                  <a:pt x="297071" y="2811744"/>
                </a:lnTo>
                <a:lnTo>
                  <a:pt x="298534" y="2810134"/>
                </a:lnTo>
                <a:lnTo>
                  <a:pt x="299998" y="2808524"/>
                </a:lnTo>
                <a:lnTo>
                  <a:pt x="301461" y="2806915"/>
                </a:lnTo>
                <a:lnTo>
                  <a:pt x="302925" y="2805305"/>
                </a:lnTo>
                <a:lnTo>
                  <a:pt x="304388" y="2803696"/>
                </a:lnTo>
                <a:lnTo>
                  <a:pt x="305851" y="2802086"/>
                </a:lnTo>
                <a:lnTo>
                  <a:pt x="307315" y="2800477"/>
                </a:lnTo>
                <a:lnTo>
                  <a:pt x="308778" y="2798868"/>
                </a:lnTo>
                <a:lnTo>
                  <a:pt x="310242" y="2797258"/>
                </a:lnTo>
                <a:lnTo>
                  <a:pt x="311705" y="2795649"/>
                </a:lnTo>
                <a:lnTo>
                  <a:pt x="313168" y="2794040"/>
                </a:lnTo>
                <a:lnTo>
                  <a:pt x="314632" y="2792431"/>
                </a:lnTo>
                <a:lnTo>
                  <a:pt x="316095" y="2790822"/>
                </a:lnTo>
                <a:lnTo>
                  <a:pt x="317559" y="2789213"/>
                </a:lnTo>
                <a:lnTo>
                  <a:pt x="319022" y="2787605"/>
                </a:lnTo>
                <a:lnTo>
                  <a:pt x="320485" y="2785996"/>
                </a:lnTo>
                <a:lnTo>
                  <a:pt x="321949" y="2784387"/>
                </a:lnTo>
                <a:lnTo>
                  <a:pt x="323412" y="2782779"/>
                </a:lnTo>
                <a:lnTo>
                  <a:pt x="324876" y="2781170"/>
                </a:lnTo>
                <a:lnTo>
                  <a:pt x="326339" y="2779562"/>
                </a:lnTo>
                <a:lnTo>
                  <a:pt x="327802" y="2777954"/>
                </a:lnTo>
                <a:lnTo>
                  <a:pt x="329266" y="2776345"/>
                </a:lnTo>
                <a:lnTo>
                  <a:pt x="330729" y="2774737"/>
                </a:lnTo>
                <a:lnTo>
                  <a:pt x="332193" y="2773129"/>
                </a:lnTo>
                <a:lnTo>
                  <a:pt x="333656" y="2771521"/>
                </a:lnTo>
                <a:lnTo>
                  <a:pt x="335119" y="2769913"/>
                </a:lnTo>
                <a:lnTo>
                  <a:pt x="336583" y="2768305"/>
                </a:lnTo>
                <a:lnTo>
                  <a:pt x="338046" y="2766697"/>
                </a:lnTo>
                <a:lnTo>
                  <a:pt x="339510" y="2765090"/>
                </a:lnTo>
                <a:lnTo>
                  <a:pt x="340973" y="2763482"/>
                </a:lnTo>
                <a:lnTo>
                  <a:pt x="342436" y="2761875"/>
                </a:lnTo>
                <a:lnTo>
                  <a:pt x="343900" y="2760267"/>
                </a:lnTo>
                <a:lnTo>
                  <a:pt x="345363" y="2758660"/>
                </a:lnTo>
                <a:lnTo>
                  <a:pt x="346827" y="2757052"/>
                </a:lnTo>
                <a:lnTo>
                  <a:pt x="348290" y="2755445"/>
                </a:lnTo>
                <a:lnTo>
                  <a:pt x="349753" y="2753838"/>
                </a:lnTo>
                <a:lnTo>
                  <a:pt x="351217" y="2752231"/>
                </a:lnTo>
                <a:lnTo>
                  <a:pt x="352680" y="2750624"/>
                </a:lnTo>
                <a:lnTo>
                  <a:pt x="354144" y="2749017"/>
                </a:lnTo>
                <a:lnTo>
                  <a:pt x="355607" y="2747410"/>
                </a:lnTo>
                <a:lnTo>
                  <a:pt x="357071" y="2745804"/>
                </a:lnTo>
                <a:lnTo>
                  <a:pt x="358534" y="2744197"/>
                </a:lnTo>
                <a:lnTo>
                  <a:pt x="359997" y="2742590"/>
                </a:lnTo>
                <a:lnTo>
                  <a:pt x="361461" y="2740984"/>
                </a:lnTo>
                <a:lnTo>
                  <a:pt x="362924" y="2739378"/>
                </a:lnTo>
                <a:lnTo>
                  <a:pt x="364388" y="2737771"/>
                </a:lnTo>
                <a:lnTo>
                  <a:pt x="365851" y="2736165"/>
                </a:lnTo>
                <a:lnTo>
                  <a:pt x="367314" y="2734559"/>
                </a:lnTo>
                <a:lnTo>
                  <a:pt x="368778" y="2732953"/>
                </a:lnTo>
                <a:lnTo>
                  <a:pt x="370241" y="2731347"/>
                </a:lnTo>
                <a:lnTo>
                  <a:pt x="371705" y="2729741"/>
                </a:lnTo>
                <a:lnTo>
                  <a:pt x="373168" y="2728135"/>
                </a:lnTo>
                <a:lnTo>
                  <a:pt x="374631" y="2726530"/>
                </a:lnTo>
                <a:lnTo>
                  <a:pt x="376095" y="2724924"/>
                </a:lnTo>
                <a:lnTo>
                  <a:pt x="377558" y="2723318"/>
                </a:lnTo>
                <a:lnTo>
                  <a:pt x="379022" y="2721713"/>
                </a:lnTo>
                <a:lnTo>
                  <a:pt x="380485" y="2720108"/>
                </a:lnTo>
                <a:lnTo>
                  <a:pt x="381948" y="2718502"/>
                </a:lnTo>
                <a:lnTo>
                  <a:pt x="383412" y="2716897"/>
                </a:lnTo>
                <a:lnTo>
                  <a:pt x="384875" y="2715292"/>
                </a:lnTo>
                <a:lnTo>
                  <a:pt x="386339" y="2713687"/>
                </a:lnTo>
                <a:lnTo>
                  <a:pt x="387802" y="2712082"/>
                </a:lnTo>
                <a:lnTo>
                  <a:pt x="389265" y="2710477"/>
                </a:lnTo>
                <a:lnTo>
                  <a:pt x="390729" y="2708873"/>
                </a:lnTo>
                <a:lnTo>
                  <a:pt x="392192" y="2707268"/>
                </a:lnTo>
                <a:lnTo>
                  <a:pt x="393656" y="2705664"/>
                </a:lnTo>
                <a:lnTo>
                  <a:pt x="395119" y="2704059"/>
                </a:lnTo>
                <a:lnTo>
                  <a:pt x="396582" y="2702455"/>
                </a:lnTo>
                <a:lnTo>
                  <a:pt x="398046" y="2700850"/>
                </a:lnTo>
                <a:lnTo>
                  <a:pt x="399509" y="2699246"/>
                </a:lnTo>
                <a:lnTo>
                  <a:pt x="400973" y="2697642"/>
                </a:lnTo>
                <a:lnTo>
                  <a:pt x="402436" y="2696038"/>
                </a:lnTo>
                <a:lnTo>
                  <a:pt x="403900" y="2694434"/>
                </a:lnTo>
                <a:lnTo>
                  <a:pt x="405363" y="2692831"/>
                </a:lnTo>
                <a:lnTo>
                  <a:pt x="406826" y="2691227"/>
                </a:lnTo>
                <a:lnTo>
                  <a:pt x="408290" y="2689623"/>
                </a:lnTo>
                <a:lnTo>
                  <a:pt x="409753" y="2688020"/>
                </a:lnTo>
                <a:lnTo>
                  <a:pt x="411217" y="2686416"/>
                </a:lnTo>
                <a:lnTo>
                  <a:pt x="412680" y="2684813"/>
                </a:lnTo>
                <a:lnTo>
                  <a:pt x="414143" y="2683210"/>
                </a:lnTo>
                <a:lnTo>
                  <a:pt x="415607" y="2681607"/>
                </a:lnTo>
                <a:lnTo>
                  <a:pt x="417070" y="2680004"/>
                </a:lnTo>
                <a:lnTo>
                  <a:pt x="418534" y="2678401"/>
                </a:lnTo>
                <a:lnTo>
                  <a:pt x="419997" y="2676798"/>
                </a:lnTo>
                <a:lnTo>
                  <a:pt x="421460" y="2675195"/>
                </a:lnTo>
                <a:lnTo>
                  <a:pt x="422924" y="2673593"/>
                </a:lnTo>
                <a:lnTo>
                  <a:pt x="424387" y="2671990"/>
                </a:lnTo>
                <a:lnTo>
                  <a:pt x="425851" y="2670388"/>
                </a:lnTo>
                <a:lnTo>
                  <a:pt x="427314" y="2668785"/>
                </a:lnTo>
                <a:lnTo>
                  <a:pt x="428777" y="2667183"/>
                </a:lnTo>
                <a:lnTo>
                  <a:pt x="430241" y="2665581"/>
                </a:lnTo>
                <a:lnTo>
                  <a:pt x="431704" y="2663979"/>
                </a:lnTo>
                <a:lnTo>
                  <a:pt x="433168" y="2662377"/>
                </a:lnTo>
                <a:lnTo>
                  <a:pt x="434631" y="2660775"/>
                </a:lnTo>
                <a:lnTo>
                  <a:pt x="436094" y="2659173"/>
                </a:lnTo>
                <a:lnTo>
                  <a:pt x="437558" y="2657572"/>
                </a:lnTo>
                <a:lnTo>
                  <a:pt x="439021" y="2655970"/>
                </a:lnTo>
                <a:lnTo>
                  <a:pt x="440485" y="2654369"/>
                </a:lnTo>
                <a:lnTo>
                  <a:pt x="441948" y="2652767"/>
                </a:lnTo>
                <a:lnTo>
                  <a:pt x="443411" y="2651166"/>
                </a:lnTo>
                <a:lnTo>
                  <a:pt x="444875" y="2649565"/>
                </a:lnTo>
                <a:lnTo>
                  <a:pt x="446338" y="2647964"/>
                </a:lnTo>
                <a:lnTo>
                  <a:pt x="447802" y="2646363"/>
                </a:lnTo>
                <a:lnTo>
                  <a:pt x="449265" y="2644762"/>
                </a:lnTo>
                <a:lnTo>
                  <a:pt x="450729" y="2643162"/>
                </a:lnTo>
                <a:lnTo>
                  <a:pt x="452192" y="2641561"/>
                </a:lnTo>
                <a:lnTo>
                  <a:pt x="453655" y="2639961"/>
                </a:lnTo>
                <a:lnTo>
                  <a:pt x="455119" y="2638360"/>
                </a:lnTo>
                <a:lnTo>
                  <a:pt x="456582" y="2636760"/>
                </a:lnTo>
                <a:lnTo>
                  <a:pt x="458046" y="2635160"/>
                </a:lnTo>
                <a:lnTo>
                  <a:pt x="459509" y="2633560"/>
                </a:lnTo>
                <a:lnTo>
                  <a:pt x="460972" y="2631960"/>
                </a:lnTo>
                <a:lnTo>
                  <a:pt x="462436" y="2630360"/>
                </a:lnTo>
                <a:lnTo>
                  <a:pt x="463899" y="2628760"/>
                </a:lnTo>
                <a:lnTo>
                  <a:pt x="465363" y="2627161"/>
                </a:lnTo>
                <a:lnTo>
                  <a:pt x="466826" y="2625561"/>
                </a:lnTo>
                <a:lnTo>
                  <a:pt x="468289" y="2623962"/>
                </a:lnTo>
                <a:lnTo>
                  <a:pt x="469753" y="2622362"/>
                </a:lnTo>
                <a:lnTo>
                  <a:pt x="471216" y="2620763"/>
                </a:lnTo>
                <a:lnTo>
                  <a:pt x="472680" y="2619164"/>
                </a:lnTo>
                <a:lnTo>
                  <a:pt x="474143" y="2617565"/>
                </a:lnTo>
                <a:lnTo>
                  <a:pt x="475606" y="2615966"/>
                </a:lnTo>
                <a:lnTo>
                  <a:pt x="477070" y="2614368"/>
                </a:lnTo>
                <a:lnTo>
                  <a:pt x="478533" y="2612769"/>
                </a:lnTo>
                <a:lnTo>
                  <a:pt x="479997" y="2611170"/>
                </a:lnTo>
                <a:lnTo>
                  <a:pt x="481460" y="2609572"/>
                </a:lnTo>
                <a:lnTo>
                  <a:pt x="482923" y="2607974"/>
                </a:lnTo>
                <a:lnTo>
                  <a:pt x="484387" y="2606376"/>
                </a:lnTo>
                <a:lnTo>
                  <a:pt x="485850" y="2604778"/>
                </a:lnTo>
                <a:lnTo>
                  <a:pt x="487314" y="2603180"/>
                </a:lnTo>
                <a:lnTo>
                  <a:pt x="488777" y="2601582"/>
                </a:lnTo>
                <a:lnTo>
                  <a:pt x="490240" y="2599984"/>
                </a:lnTo>
                <a:lnTo>
                  <a:pt x="491704" y="2598386"/>
                </a:lnTo>
                <a:lnTo>
                  <a:pt x="493167" y="2596789"/>
                </a:lnTo>
                <a:lnTo>
                  <a:pt x="494631" y="2595192"/>
                </a:lnTo>
                <a:lnTo>
                  <a:pt x="496094" y="2593594"/>
                </a:lnTo>
                <a:lnTo>
                  <a:pt x="497557" y="2591997"/>
                </a:lnTo>
                <a:lnTo>
                  <a:pt x="499021" y="2590400"/>
                </a:lnTo>
                <a:lnTo>
                  <a:pt x="500484" y="2588803"/>
                </a:lnTo>
                <a:lnTo>
                  <a:pt x="501948" y="2587206"/>
                </a:lnTo>
                <a:lnTo>
                  <a:pt x="503411" y="2585610"/>
                </a:lnTo>
                <a:lnTo>
                  <a:pt x="504875" y="2584013"/>
                </a:lnTo>
                <a:lnTo>
                  <a:pt x="506338" y="2582417"/>
                </a:lnTo>
                <a:lnTo>
                  <a:pt x="507801" y="2580820"/>
                </a:lnTo>
                <a:lnTo>
                  <a:pt x="509265" y="2579224"/>
                </a:lnTo>
                <a:lnTo>
                  <a:pt x="510728" y="2577628"/>
                </a:lnTo>
                <a:lnTo>
                  <a:pt x="512192" y="2576032"/>
                </a:lnTo>
                <a:lnTo>
                  <a:pt x="513655" y="2574436"/>
                </a:lnTo>
                <a:lnTo>
                  <a:pt x="515118" y="2572840"/>
                </a:lnTo>
                <a:lnTo>
                  <a:pt x="516582" y="2571245"/>
                </a:lnTo>
                <a:lnTo>
                  <a:pt x="518045" y="2569649"/>
                </a:lnTo>
                <a:lnTo>
                  <a:pt x="519509" y="2568054"/>
                </a:lnTo>
                <a:lnTo>
                  <a:pt x="520972" y="2566459"/>
                </a:lnTo>
                <a:lnTo>
                  <a:pt x="522435" y="2564864"/>
                </a:lnTo>
                <a:lnTo>
                  <a:pt x="523899" y="2563269"/>
                </a:lnTo>
                <a:lnTo>
                  <a:pt x="525362" y="2561674"/>
                </a:lnTo>
                <a:lnTo>
                  <a:pt x="526826" y="2560079"/>
                </a:lnTo>
                <a:lnTo>
                  <a:pt x="528289" y="2558484"/>
                </a:lnTo>
                <a:lnTo>
                  <a:pt x="529752" y="2556890"/>
                </a:lnTo>
                <a:lnTo>
                  <a:pt x="531216" y="2555296"/>
                </a:lnTo>
                <a:lnTo>
                  <a:pt x="532679" y="2553701"/>
                </a:lnTo>
                <a:lnTo>
                  <a:pt x="534143" y="2552107"/>
                </a:lnTo>
                <a:lnTo>
                  <a:pt x="535606" y="2550513"/>
                </a:lnTo>
                <a:lnTo>
                  <a:pt x="537069" y="2548919"/>
                </a:lnTo>
                <a:lnTo>
                  <a:pt x="538533" y="2547325"/>
                </a:lnTo>
                <a:lnTo>
                  <a:pt x="539996" y="2545732"/>
                </a:lnTo>
                <a:lnTo>
                  <a:pt x="541460" y="2544138"/>
                </a:lnTo>
                <a:lnTo>
                  <a:pt x="542923" y="2542545"/>
                </a:lnTo>
                <a:lnTo>
                  <a:pt x="544386" y="2540952"/>
                </a:lnTo>
                <a:lnTo>
                  <a:pt x="545850" y="2539359"/>
                </a:lnTo>
                <a:lnTo>
                  <a:pt x="547313" y="2537766"/>
                </a:lnTo>
                <a:lnTo>
                  <a:pt x="548777" y="2536173"/>
                </a:lnTo>
                <a:lnTo>
                  <a:pt x="550240" y="2534580"/>
                </a:lnTo>
                <a:lnTo>
                  <a:pt x="551704" y="2532987"/>
                </a:lnTo>
                <a:lnTo>
                  <a:pt x="553167" y="2531395"/>
                </a:lnTo>
                <a:lnTo>
                  <a:pt x="554630" y="2529803"/>
                </a:lnTo>
                <a:lnTo>
                  <a:pt x="556094" y="2528210"/>
                </a:lnTo>
                <a:lnTo>
                  <a:pt x="557557" y="2526618"/>
                </a:lnTo>
                <a:lnTo>
                  <a:pt x="559021" y="2525026"/>
                </a:lnTo>
                <a:lnTo>
                  <a:pt x="560484" y="2523434"/>
                </a:lnTo>
                <a:lnTo>
                  <a:pt x="561947" y="2521843"/>
                </a:lnTo>
                <a:lnTo>
                  <a:pt x="563411" y="2520251"/>
                </a:lnTo>
                <a:lnTo>
                  <a:pt x="564874" y="2518660"/>
                </a:lnTo>
                <a:lnTo>
                  <a:pt x="566338" y="2517068"/>
                </a:lnTo>
                <a:lnTo>
                  <a:pt x="567801" y="2515477"/>
                </a:lnTo>
                <a:lnTo>
                  <a:pt x="569264" y="2513886"/>
                </a:lnTo>
                <a:lnTo>
                  <a:pt x="570728" y="2512295"/>
                </a:lnTo>
                <a:lnTo>
                  <a:pt x="572191" y="2510705"/>
                </a:lnTo>
                <a:lnTo>
                  <a:pt x="573655" y="2509114"/>
                </a:lnTo>
                <a:lnTo>
                  <a:pt x="575118" y="2507523"/>
                </a:lnTo>
                <a:lnTo>
                  <a:pt x="576581" y="2505933"/>
                </a:lnTo>
                <a:lnTo>
                  <a:pt x="578045" y="2504343"/>
                </a:lnTo>
                <a:lnTo>
                  <a:pt x="579508" y="2502753"/>
                </a:lnTo>
                <a:lnTo>
                  <a:pt x="580972" y="2501163"/>
                </a:lnTo>
                <a:lnTo>
                  <a:pt x="582435" y="2499573"/>
                </a:lnTo>
                <a:lnTo>
                  <a:pt x="583898" y="2497983"/>
                </a:lnTo>
                <a:lnTo>
                  <a:pt x="585362" y="2496394"/>
                </a:lnTo>
                <a:lnTo>
                  <a:pt x="586825" y="2494804"/>
                </a:lnTo>
                <a:lnTo>
                  <a:pt x="588289" y="2493215"/>
                </a:lnTo>
                <a:lnTo>
                  <a:pt x="589752" y="2491626"/>
                </a:lnTo>
                <a:lnTo>
                  <a:pt x="591215" y="2490037"/>
                </a:lnTo>
                <a:lnTo>
                  <a:pt x="592679" y="2488448"/>
                </a:lnTo>
                <a:lnTo>
                  <a:pt x="594142" y="2486859"/>
                </a:lnTo>
                <a:lnTo>
                  <a:pt x="595606" y="2485271"/>
                </a:lnTo>
                <a:lnTo>
                  <a:pt x="597069" y="2483682"/>
                </a:lnTo>
                <a:lnTo>
                  <a:pt x="598532" y="2482094"/>
                </a:lnTo>
                <a:lnTo>
                  <a:pt x="599996" y="2480506"/>
                </a:lnTo>
                <a:lnTo>
                  <a:pt x="601459" y="2478918"/>
                </a:lnTo>
                <a:lnTo>
                  <a:pt x="602923" y="2477330"/>
                </a:lnTo>
                <a:lnTo>
                  <a:pt x="604386" y="2475742"/>
                </a:lnTo>
                <a:lnTo>
                  <a:pt x="605850" y="2474155"/>
                </a:lnTo>
                <a:lnTo>
                  <a:pt x="607313" y="2472567"/>
                </a:lnTo>
                <a:lnTo>
                  <a:pt x="608776" y="2470980"/>
                </a:lnTo>
                <a:lnTo>
                  <a:pt x="610240" y="2469393"/>
                </a:lnTo>
                <a:lnTo>
                  <a:pt x="611703" y="2467806"/>
                </a:lnTo>
                <a:lnTo>
                  <a:pt x="613167" y="2466219"/>
                </a:lnTo>
                <a:lnTo>
                  <a:pt x="614630" y="2464632"/>
                </a:lnTo>
                <a:lnTo>
                  <a:pt x="616093" y="2463045"/>
                </a:lnTo>
                <a:lnTo>
                  <a:pt x="617557" y="2461459"/>
                </a:lnTo>
                <a:lnTo>
                  <a:pt x="619020" y="2459873"/>
                </a:lnTo>
                <a:lnTo>
                  <a:pt x="620484" y="2458286"/>
                </a:lnTo>
                <a:lnTo>
                  <a:pt x="621947" y="2456700"/>
                </a:lnTo>
                <a:lnTo>
                  <a:pt x="623410" y="2455115"/>
                </a:lnTo>
                <a:lnTo>
                  <a:pt x="624874" y="2453529"/>
                </a:lnTo>
                <a:lnTo>
                  <a:pt x="626337" y="2451943"/>
                </a:lnTo>
                <a:lnTo>
                  <a:pt x="627801" y="2450358"/>
                </a:lnTo>
                <a:lnTo>
                  <a:pt x="629264" y="2448772"/>
                </a:lnTo>
                <a:lnTo>
                  <a:pt x="630727" y="2447187"/>
                </a:lnTo>
                <a:lnTo>
                  <a:pt x="632191" y="2445602"/>
                </a:lnTo>
                <a:lnTo>
                  <a:pt x="633654" y="2444018"/>
                </a:lnTo>
                <a:lnTo>
                  <a:pt x="635118" y="2442433"/>
                </a:lnTo>
                <a:lnTo>
                  <a:pt x="636581" y="2440848"/>
                </a:lnTo>
                <a:lnTo>
                  <a:pt x="638044" y="2439264"/>
                </a:lnTo>
                <a:lnTo>
                  <a:pt x="639508" y="2437680"/>
                </a:lnTo>
                <a:lnTo>
                  <a:pt x="640971" y="2436096"/>
                </a:lnTo>
                <a:lnTo>
                  <a:pt x="642435" y="2434512"/>
                </a:lnTo>
                <a:lnTo>
                  <a:pt x="643898" y="2432928"/>
                </a:lnTo>
                <a:lnTo>
                  <a:pt x="645361" y="2431344"/>
                </a:lnTo>
                <a:lnTo>
                  <a:pt x="646825" y="2429761"/>
                </a:lnTo>
                <a:lnTo>
                  <a:pt x="648288" y="2428177"/>
                </a:lnTo>
                <a:lnTo>
                  <a:pt x="649752" y="2426594"/>
                </a:lnTo>
                <a:lnTo>
                  <a:pt x="651215" y="2425011"/>
                </a:lnTo>
                <a:lnTo>
                  <a:pt x="652679" y="2423428"/>
                </a:lnTo>
                <a:lnTo>
                  <a:pt x="654142" y="2421846"/>
                </a:lnTo>
                <a:lnTo>
                  <a:pt x="655605" y="2420263"/>
                </a:lnTo>
                <a:lnTo>
                  <a:pt x="657069" y="2418681"/>
                </a:lnTo>
                <a:lnTo>
                  <a:pt x="658532" y="2417098"/>
                </a:lnTo>
                <a:lnTo>
                  <a:pt x="659996" y="2415516"/>
                </a:lnTo>
                <a:lnTo>
                  <a:pt x="661459" y="2413934"/>
                </a:lnTo>
                <a:lnTo>
                  <a:pt x="662922" y="2412352"/>
                </a:lnTo>
                <a:lnTo>
                  <a:pt x="664386" y="2410771"/>
                </a:lnTo>
                <a:lnTo>
                  <a:pt x="665849" y="2409189"/>
                </a:lnTo>
                <a:lnTo>
                  <a:pt x="667313" y="2407608"/>
                </a:lnTo>
                <a:lnTo>
                  <a:pt x="668776" y="2406027"/>
                </a:lnTo>
                <a:lnTo>
                  <a:pt x="670239" y="2404446"/>
                </a:lnTo>
                <a:lnTo>
                  <a:pt x="671703" y="2402865"/>
                </a:lnTo>
                <a:lnTo>
                  <a:pt x="673166" y="2401284"/>
                </a:lnTo>
                <a:lnTo>
                  <a:pt x="674630" y="2399704"/>
                </a:lnTo>
                <a:lnTo>
                  <a:pt x="676093" y="2398123"/>
                </a:lnTo>
                <a:lnTo>
                  <a:pt x="677556" y="2396543"/>
                </a:lnTo>
                <a:lnTo>
                  <a:pt x="679020" y="2394963"/>
                </a:lnTo>
                <a:lnTo>
                  <a:pt x="680483" y="2393383"/>
                </a:lnTo>
                <a:lnTo>
                  <a:pt x="681947" y="2391803"/>
                </a:lnTo>
                <a:lnTo>
                  <a:pt x="683410" y="2390224"/>
                </a:lnTo>
                <a:lnTo>
                  <a:pt x="684873" y="2388644"/>
                </a:lnTo>
                <a:lnTo>
                  <a:pt x="686337" y="2387065"/>
                </a:lnTo>
                <a:lnTo>
                  <a:pt x="687800" y="2385486"/>
                </a:lnTo>
                <a:lnTo>
                  <a:pt x="689264" y="2383907"/>
                </a:lnTo>
                <a:lnTo>
                  <a:pt x="690727" y="2382328"/>
                </a:lnTo>
                <a:lnTo>
                  <a:pt x="692190" y="2380749"/>
                </a:lnTo>
                <a:lnTo>
                  <a:pt x="693654" y="2379171"/>
                </a:lnTo>
                <a:lnTo>
                  <a:pt x="695117" y="2377593"/>
                </a:lnTo>
                <a:lnTo>
                  <a:pt x="696581" y="2376015"/>
                </a:lnTo>
                <a:lnTo>
                  <a:pt x="698044" y="2374437"/>
                </a:lnTo>
                <a:lnTo>
                  <a:pt x="699507" y="2372859"/>
                </a:lnTo>
                <a:lnTo>
                  <a:pt x="700971" y="2371281"/>
                </a:lnTo>
                <a:lnTo>
                  <a:pt x="702434" y="2369704"/>
                </a:lnTo>
                <a:lnTo>
                  <a:pt x="703898" y="2368126"/>
                </a:lnTo>
                <a:lnTo>
                  <a:pt x="705361" y="2366549"/>
                </a:lnTo>
                <a:lnTo>
                  <a:pt x="706825" y="2364972"/>
                </a:lnTo>
                <a:lnTo>
                  <a:pt x="708288" y="2363395"/>
                </a:lnTo>
                <a:lnTo>
                  <a:pt x="709751" y="2361819"/>
                </a:lnTo>
                <a:lnTo>
                  <a:pt x="711215" y="2360242"/>
                </a:lnTo>
                <a:lnTo>
                  <a:pt x="712678" y="2358666"/>
                </a:lnTo>
                <a:lnTo>
                  <a:pt x="714142" y="2357090"/>
                </a:lnTo>
                <a:lnTo>
                  <a:pt x="715605" y="2355514"/>
                </a:lnTo>
                <a:lnTo>
                  <a:pt x="717068" y="2353938"/>
                </a:lnTo>
                <a:lnTo>
                  <a:pt x="718532" y="2352362"/>
                </a:lnTo>
                <a:lnTo>
                  <a:pt x="719995" y="2350787"/>
                </a:lnTo>
                <a:lnTo>
                  <a:pt x="721459" y="2349212"/>
                </a:lnTo>
                <a:lnTo>
                  <a:pt x="722922" y="2347636"/>
                </a:lnTo>
                <a:lnTo>
                  <a:pt x="724385" y="2346062"/>
                </a:lnTo>
                <a:lnTo>
                  <a:pt x="725849" y="2344487"/>
                </a:lnTo>
                <a:lnTo>
                  <a:pt x="727312" y="2342912"/>
                </a:lnTo>
                <a:lnTo>
                  <a:pt x="728776" y="2341338"/>
                </a:lnTo>
                <a:lnTo>
                  <a:pt x="730239" y="2339763"/>
                </a:lnTo>
                <a:lnTo>
                  <a:pt x="731702" y="2338189"/>
                </a:lnTo>
                <a:lnTo>
                  <a:pt x="733166" y="2336615"/>
                </a:lnTo>
                <a:lnTo>
                  <a:pt x="734629" y="2335042"/>
                </a:lnTo>
                <a:lnTo>
                  <a:pt x="736093" y="2333468"/>
                </a:lnTo>
                <a:lnTo>
                  <a:pt x="737556" y="2331895"/>
                </a:lnTo>
                <a:lnTo>
                  <a:pt x="739019" y="2330321"/>
                </a:lnTo>
                <a:lnTo>
                  <a:pt x="740483" y="2328748"/>
                </a:lnTo>
                <a:lnTo>
                  <a:pt x="741946" y="2327175"/>
                </a:lnTo>
                <a:lnTo>
                  <a:pt x="743410" y="2325603"/>
                </a:lnTo>
                <a:lnTo>
                  <a:pt x="744873" y="2324030"/>
                </a:lnTo>
                <a:lnTo>
                  <a:pt x="746336" y="2322458"/>
                </a:lnTo>
                <a:lnTo>
                  <a:pt x="747800" y="2320885"/>
                </a:lnTo>
                <a:lnTo>
                  <a:pt x="749263" y="2319313"/>
                </a:lnTo>
                <a:lnTo>
                  <a:pt x="750727" y="2317742"/>
                </a:lnTo>
                <a:lnTo>
                  <a:pt x="752190" y="2316170"/>
                </a:lnTo>
                <a:lnTo>
                  <a:pt x="753654" y="2314598"/>
                </a:lnTo>
                <a:lnTo>
                  <a:pt x="755117" y="2313027"/>
                </a:lnTo>
                <a:lnTo>
                  <a:pt x="756580" y="2311456"/>
                </a:lnTo>
                <a:lnTo>
                  <a:pt x="758044" y="2309885"/>
                </a:lnTo>
                <a:lnTo>
                  <a:pt x="759507" y="2308314"/>
                </a:lnTo>
                <a:lnTo>
                  <a:pt x="760971" y="2306744"/>
                </a:lnTo>
                <a:lnTo>
                  <a:pt x="762434" y="2305173"/>
                </a:lnTo>
                <a:lnTo>
                  <a:pt x="763897" y="2303603"/>
                </a:lnTo>
                <a:lnTo>
                  <a:pt x="765361" y="2302033"/>
                </a:lnTo>
                <a:lnTo>
                  <a:pt x="766824" y="2300463"/>
                </a:lnTo>
                <a:lnTo>
                  <a:pt x="768288" y="2298893"/>
                </a:lnTo>
                <a:lnTo>
                  <a:pt x="769751" y="2297324"/>
                </a:lnTo>
                <a:lnTo>
                  <a:pt x="771214" y="2295754"/>
                </a:lnTo>
                <a:lnTo>
                  <a:pt x="772678" y="2294185"/>
                </a:lnTo>
                <a:lnTo>
                  <a:pt x="774141" y="2292616"/>
                </a:lnTo>
                <a:lnTo>
                  <a:pt x="775605" y="2291047"/>
                </a:lnTo>
                <a:lnTo>
                  <a:pt x="777068" y="2289479"/>
                </a:lnTo>
                <a:lnTo>
                  <a:pt x="778531" y="2287910"/>
                </a:lnTo>
                <a:lnTo>
                  <a:pt x="779995" y="2286342"/>
                </a:lnTo>
                <a:lnTo>
                  <a:pt x="781458" y="2284774"/>
                </a:lnTo>
                <a:lnTo>
                  <a:pt x="782922" y="2283206"/>
                </a:lnTo>
                <a:lnTo>
                  <a:pt x="784385" y="2281638"/>
                </a:lnTo>
                <a:lnTo>
                  <a:pt x="785848" y="2280071"/>
                </a:lnTo>
                <a:lnTo>
                  <a:pt x="787312" y="2278504"/>
                </a:lnTo>
                <a:lnTo>
                  <a:pt x="788775" y="2276936"/>
                </a:lnTo>
                <a:lnTo>
                  <a:pt x="790239" y="2275370"/>
                </a:lnTo>
                <a:lnTo>
                  <a:pt x="791702" y="2273803"/>
                </a:lnTo>
                <a:lnTo>
                  <a:pt x="793165" y="2272236"/>
                </a:lnTo>
                <a:lnTo>
                  <a:pt x="794629" y="2270670"/>
                </a:lnTo>
                <a:lnTo>
                  <a:pt x="796092" y="2269104"/>
                </a:lnTo>
                <a:lnTo>
                  <a:pt x="797556" y="2267538"/>
                </a:lnTo>
                <a:lnTo>
                  <a:pt x="799019" y="2265972"/>
                </a:lnTo>
                <a:lnTo>
                  <a:pt x="800483" y="2264406"/>
                </a:lnTo>
                <a:lnTo>
                  <a:pt x="801946" y="2262841"/>
                </a:lnTo>
                <a:lnTo>
                  <a:pt x="803409" y="2261275"/>
                </a:lnTo>
                <a:lnTo>
                  <a:pt x="804873" y="2259710"/>
                </a:lnTo>
                <a:lnTo>
                  <a:pt x="806336" y="2258145"/>
                </a:lnTo>
                <a:lnTo>
                  <a:pt x="807800" y="2256581"/>
                </a:lnTo>
                <a:lnTo>
                  <a:pt x="809263" y="2255016"/>
                </a:lnTo>
                <a:lnTo>
                  <a:pt x="810726" y="2253452"/>
                </a:lnTo>
                <a:lnTo>
                  <a:pt x="812190" y="2251888"/>
                </a:lnTo>
                <a:lnTo>
                  <a:pt x="813653" y="2250324"/>
                </a:lnTo>
                <a:lnTo>
                  <a:pt x="815117" y="2248760"/>
                </a:lnTo>
                <a:lnTo>
                  <a:pt x="816580" y="2247196"/>
                </a:lnTo>
                <a:lnTo>
                  <a:pt x="818043" y="2245633"/>
                </a:lnTo>
                <a:lnTo>
                  <a:pt x="819507" y="2244070"/>
                </a:lnTo>
                <a:lnTo>
                  <a:pt x="820970" y="2242507"/>
                </a:lnTo>
                <a:lnTo>
                  <a:pt x="822434" y="2240944"/>
                </a:lnTo>
                <a:lnTo>
                  <a:pt x="823897" y="2239382"/>
                </a:lnTo>
                <a:lnTo>
                  <a:pt x="825360" y="2237819"/>
                </a:lnTo>
                <a:lnTo>
                  <a:pt x="826824" y="2236257"/>
                </a:lnTo>
                <a:lnTo>
                  <a:pt x="828287" y="2234695"/>
                </a:lnTo>
                <a:lnTo>
                  <a:pt x="829751" y="2233133"/>
                </a:lnTo>
                <a:lnTo>
                  <a:pt x="831214" y="2231571"/>
                </a:lnTo>
                <a:lnTo>
                  <a:pt x="832677" y="2230010"/>
                </a:lnTo>
                <a:lnTo>
                  <a:pt x="834141" y="2228449"/>
                </a:lnTo>
                <a:lnTo>
                  <a:pt x="835604" y="2226888"/>
                </a:lnTo>
                <a:lnTo>
                  <a:pt x="837068" y="2225327"/>
                </a:lnTo>
                <a:lnTo>
                  <a:pt x="838531" y="2223766"/>
                </a:lnTo>
                <a:lnTo>
                  <a:pt x="839994" y="2222206"/>
                </a:lnTo>
                <a:lnTo>
                  <a:pt x="841458" y="2220646"/>
                </a:lnTo>
                <a:lnTo>
                  <a:pt x="842921" y="2219086"/>
                </a:lnTo>
                <a:lnTo>
                  <a:pt x="844385" y="2217526"/>
                </a:lnTo>
                <a:lnTo>
                  <a:pt x="845848" y="2215966"/>
                </a:lnTo>
                <a:lnTo>
                  <a:pt x="847311" y="2214407"/>
                </a:lnTo>
                <a:lnTo>
                  <a:pt x="848775" y="2212847"/>
                </a:lnTo>
                <a:lnTo>
                  <a:pt x="850238" y="2211288"/>
                </a:lnTo>
                <a:lnTo>
                  <a:pt x="851702" y="2209730"/>
                </a:lnTo>
                <a:lnTo>
                  <a:pt x="853165" y="2208171"/>
                </a:lnTo>
                <a:lnTo>
                  <a:pt x="854629" y="2206612"/>
                </a:lnTo>
                <a:lnTo>
                  <a:pt x="856092" y="2205054"/>
                </a:lnTo>
                <a:lnTo>
                  <a:pt x="857555" y="2203496"/>
                </a:lnTo>
                <a:lnTo>
                  <a:pt x="859019" y="2201938"/>
                </a:lnTo>
                <a:lnTo>
                  <a:pt x="860482" y="2200381"/>
                </a:lnTo>
                <a:lnTo>
                  <a:pt x="861946" y="2198823"/>
                </a:lnTo>
                <a:lnTo>
                  <a:pt x="863409" y="2197266"/>
                </a:lnTo>
                <a:lnTo>
                  <a:pt x="864872" y="2195709"/>
                </a:lnTo>
                <a:lnTo>
                  <a:pt x="866336" y="2194152"/>
                </a:lnTo>
                <a:lnTo>
                  <a:pt x="867799" y="2192596"/>
                </a:lnTo>
                <a:lnTo>
                  <a:pt x="869263" y="2191039"/>
                </a:lnTo>
                <a:lnTo>
                  <a:pt x="870726" y="2189483"/>
                </a:lnTo>
                <a:lnTo>
                  <a:pt x="872189" y="2187927"/>
                </a:lnTo>
                <a:lnTo>
                  <a:pt x="873653" y="2186371"/>
                </a:lnTo>
                <a:lnTo>
                  <a:pt x="875116" y="2184816"/>
                </a:lnTo>
                <a:lnTo>
                  <a:pt x="876580" y="2183260"/>
                </a:lnTo>
                <a:lnTo>
                  <a:pt x="878043" y="2181705"/>
                </a:lnTo>
                <a:lnTo>
                  <a:pt x="879506" y="2180150"/>
                </a:lnTo>
                <a:lnTo>
                  <a:pt x="880970" y="2178595"/>
                </a:lnTo>
                <a:lnTo>
                  <a:pt x="882433" y="2177041"/>
                </a:lnTo>
                <a:lnTo>
                  <a:pt x="883897" y="2175486"/>
                </a:lnTo>
                <a:lnTo>
                  <a:pt x="885360" y="2173932"/>
                </a:lnTo>
                <a:lnTo>
                  <a:pt x="886823" y="2172378"/>
                </a:lnTo>
                <a:lnTo>
                  <a:pt x="888287" y="2170825"/>
                </a:lnTo>
                <a:lnTo>
                  <a:pt x="889750" y="2169271"/>
                </a:lnTo>
                <a:lnTo>
                  <a:pt x="891214" y="2167718"/>
                </a:lnTo>
                <a:lnTo>
                  <a:pt x="892677" y="2166165"/>
                </a:lnTo>
                <a:lnTo>
                  <a:pt x="894140" y="2164612"/>
                </a:lnTo>
                <a:lnTo>
                  <a:pt x="895604" y="2163059"/>
                </a:lnTo>
                <a:lnTo>
                  <a:pt x="897067" y="2161507"/>
                </a:lnTo>
                <a:lnTo>
                  <a:pt x="898531" y="2159954"/>
                </a:lnTo>
                <a:lnTo>
                  <a:pt x="899994" y="2158402"/>
                </a:lnTo>
                <a:lnTo>
                  <a:pt x="901458" y="2156851"/>
                </a:lnTo>
                <a:lnTo>
                  <a:pt x="902921" y="2155299"/>
                </a:lnTo>
                <a:lnTo>
                  <a:pt x="904384" y="2153748"/>
                </a:lnTo>
                <a:lnTo>
                  <a:pt x="905848" y="2152196"/>
                </a:lnTo>
                <a:lnTo>
                  <a:pt x="907311" y="2150645"/>
                </a:lnTo>
                <a:lnTo>
                  <a:pt x="908775" y="2149095"/>
                </a:lnTo>
                <a:lnTo>
                  <a:pt x="910238" y="2147544"/>
                </a:lnTo>
                <a:lnTo>
                  <a:pt x="911701" y="2145994"/>
                </a:lnTo>
                <a:lnTo>
                  <a:pt x="913165" y="2144444"/>
                </a:lnTo>
                <a:lnTo>
                  <a:pt x="914628" y="2142894"/>
                </a:lnTo>
                <a:lnTo>
                  <a:pt x="916092" y="2141344"/>
                </a:lnTo>
                <a:lnTo>
                  <a:pt x="917555" y="2139795"/>
                </a:lnTo>
                <a:lnTo>
                  <a:pt x="919018" y="2138245"/>
                </a:lnTo>
                <a:lnTo>
                  <a:pt x="920482" y="2136696"/>
                </a:lnTo>
                <a:lnTo>
                  <a:pt x="921945" y="2135148"/>
                </a:lnTo>
                <a:lnTo>
                  <a:pt x="923409" y="2133599"/>
                </a:lnTo>
                <a:lnTo>
                  <a:pt x="924872" y="2132051"/>
                </a:lnTo>
                <a:lnTo>
                  <a:pt x="926335" y="2130503"/>
                </a:lnTo>
                <a:lnTo>
                  <a:pt x="927799" y="2128955"/>
                </a:lnTo>
                <a:lnTo>
                  <a:pt x="929262" y="2127407"/>
                </a:lnTo>
                <a:lnTo>
                  <a:pt x="930726" y="2125859"/>
                </a:lnTo>
                <a:lnTo>
                  <a:pt x="932189" y="2124312"/>
                </a:lnTo>
                <a:lnTo>
                  <a:pt x="933652" y="2122765"/>
                </a:lnTo>
                <a:lnTo>
                  <a:pt x="935116" y="2121218"/>
                </a:lnTo>
                <a:lnTo>
                  <a:pt x="936579" y="2119672"/>
                </a:lnTo>
                <a:lnTo>
                  <a:pt x="938043" y="2118125"/>
                </a:lnTo>
                <a:lnTo>
                  <a:pt x="939506" y="2116579"/>
                </a:lnTo>
                <a:lnTo>
                  <a:pt x="940969" y="2115033"/>
                </a:lnTo>
                <a:lnTo>
                  <a:pt x="942433" y="2113487"/>
                </a:lnTo>
                <a:lnTo>
                  <a:pt x="943896" y="2111942"/>
                </a:lnTo>
                <a:lnTo>
                  <a:pt x="945360" y="2110397"/>
                </a:lnTo>
                <a:lnTo>
                  <a:pt x="946823" y="2108852"/>
                </a:lnTo>
                <a:lnTo>
                  <a:pt x="948286" y="2107307"/>
                </a:lnTo>
                <a:lnTo>
                  <a:pt x="949750" y="2105762"/>
                </a:lnTo>
                <a:lnTo>
                  <a:pt x="951213" y="2104218"/>
                </a:lnTo>
                <a:lnTo>
                  <a:pt x="952677" y="2102674"/>
                </a:lnTo>
                <a:lnTo>
                  <a:pt x="954140" y="2101130"/>
                </a:lnTo>
                <a:lnTo>
                  <a:pt x="955604" y="2099586"/>
                </a:lnTo>
                <a:lnTo>
                  <a:pt x="957067" y="2098042"/>
                </a:lnTo>
                <a:lnTo>
                  <a:pt x="958530" y="2096499"/>
                </a:lnTo>
                <a:lnTo>
                  <a:pt x="959994" y="2094956"/>
                </a:lnTo>
                <a:lnTo>
                  <a:pt x="961457" y="2093413"/>
                </a:lnTo>
                <a:lnTo>
                  <a:pt x="962921" y="2091871"/>
                </a:lnTo>
                <a:lnTo>
                  <a:pt x="964384" y="2090328"/>
                </a:lnTo>
                <a:lnTo>
                  <a:pt x="965847" y="2088786"/>
                </a:lnTo>
                <a:lnTo>
                  <a:pt x="967311" y="2087244"/>
                </a:lnTo>
                <a:lnTo>
                  <a:pt x="968774" y="2085703"/>
                </a:lnTo>
                <a:lnTo>
                  <a:pt x="970238" y="2084161"/>
                </a:lnTo>
                <a:lnTo>
                  <a:pt x="971701" y="2082620"/>
                </a:lnTo>
                <a:lnTo>
                  <a:pt x="973164" y="2081079"/>
                </a:lnTo>
                <a:lnTo>
                  <a:pt x="974628" y="2079538"/>
                </a:lnTo>
                <a:lnTo>
                  <a:pt x="976091" y="2077998"/>
                </a:lnTo>
                <a:lnTo>
                  <a:pt x="977555" y="2076458"/>
                </a:lnTo>
                <a:lnTo>
                  <a:pt x="979018" y="2074918"/>
                </a:lnTo>
                <a:lnTo>
                  <a:pt x="980481" y="2073378"/>
                </a:lnTo>
                <a:lnTo>
                  <a:pt x="981945" y="2071838"/>
                </a:lnTo>
                <a:lnTo>
                  <a:pt x="983408" y="2070299"/>
                </a:lnTo>
                <a:lnTo>
                  <a:pt x="984872" y="2068760"/>
                </a:lnTo>
                <a:lnTo>
                  <a:pt x="986335" y="2067221"/>
                </a:lnTo>
                <a:lnTo>
                  <a:pt x="987798" y="2065682"/>
                </a:lnTo>
                <a:lnTo>
                  <a:pt x="989262" y="2064144"/>
                </a:lnTo>
                <a:lnTo>
                  <a:pt x="990725" y="2062605"/>
                </a:lnTo>
                <a:lnTo>
                  <a:pt x="992189" y="2061068"/>
                </a:lnTo>
                <a:lnTo>
                  <a:pt x="993652" y="2059530"/>
                </a:lnTo>
                <a:lnTo>
                  <a:pt x="995115" y="2057992"/>
                </a:lnTo>
                <a:lnTo>
                  <a:pt x="996579" y="2056455"/>
                </a:lnTo>
                <a:lnTo>
                  <a:pt x="998042" y="2054918"/>
                </a:lnTo>
                <a:lnTo>
                  <a:pt x="999506" y="2053381"/>
                </a:lnTo>
                <a:lnTo>
                  <a:pt x="1000969" y="2051845"/>
                </a:lnTo>
                <a:lnTo>
                  <a:pt x="1002433" y="2050308"/>
                </a:lnTo>
                <a:lnTo>
                  <a:pt x="1003896" y="2048772"/>
                </a:lnTo>
                <a:lnTo>
                  <a:pt x="1005359" y="2047237"/>
                </a:lnTo>
                <a:lnTo>
                  <a:pt x="1006823" y="2045701"/>
                </a:lnTo>
                <a:lnTo>
                  <a:pt x="1008286" y="2044166"/>
                </a:lnTo>
                <a:lnTo>
                  <a:pt x="1009750" y="2042630"/>
                </a:lnTo>
                <a:lnTo>
                  <a:pt x="1011213" y="2041096"/>
                </a:lnTo>
                <a:lnTo>
                  <a:pt x="1012676" y="2039561"/>
                </a:lnTo>
                <a:lnTo>
                  <a:pt x="1014140" y="2038027"/>
                </a:lnTo>
                <a:lnTo>
                  <a:pt x="1015603" y="2036492"/>
                </a:lnTo>
                <a:lnTo>
                  <a:pt x="1017067" y="2034959"/>
                </a:lnTo>
                <a:lnTo>
                  <a:pt x="1018530" y="2033425"/>
                </a:lnTo>
                <a:lnTo>
                  <a:pt x="1019993" y="2031891"/>
                </a:lnTo>
                <a:lnTo>
                  <a:pt x="1021457" y="2030358"/>
                </a:lnTo>
                <a:lnTo>
                  <a:pt x="1022920" y="2028825"/>
                </a:lnTo>
                <a:lnTo>
                  <a:pt x="1024384" y="2027293"/>
                </a:lnTo>
                <a:lnTo>
                  <a:pt x="1025847" y="2025760"/>
                </a:lnTo>
                <a:lnTo>
                  <a:pt x="1027310" y="2024228"/>
                </a:lnTo>
                <a:lnTo>
                  <a:pt x="1028774" y="2022696"/>
                </a:lnTo>
                <a:lnTo>
                  <a:pt x="1030237" y="2021164"/>
                </a:lnTo>
                <a:lnTo>
                  <a:pt x="1031701" y="2019633"/>
                </a:lnTo>
                <a:lnTo>
                  <a:pt x="1033164" y="2018101"/>
                </a:lnTo>
                <a:lnTo>
                  <a:pt x="1034627" y="2016570"/>
                </a:lnTo>
                <a:lnTo>
                  <a:pt x="1036091" y="2015040"/>
                </a:lnTo>
                <a:lnTo>
                  <a:pt x="1037554" y="2013509"/>
                </a:lnTo>
                <a:lnTo>
                  <a:pt x="1039018" y="2011979"/>
                </a:lnTo>
                <a:lnTo>
                  <a:pt x="1040481" y="2010449"/>
                </a:lnTo>
                <a:lnTo>
                  <a:pt x="1041944" y="2008919"/>
                </a:lnTo>
                <a:lnTo>
                  <a:pt x="1043408" y="2007390"/>
                </a:lnTo>
                <a:lnTo>
                  <a:pt x="1044871" y="2005860"/>
                </a:lnTo>
                <a:lnTo>
                  <a:pt x="1046335" y="2004331"/>
                </a:lnTo>
                <a:lnTo>
                  <a:pt x="1047798" y="2002803"/>
                </a:lnTo>
                <a:lnTo>
                  <a:pt x="1049261" y="2001274"/>
                </a:lnTo>
                <a:lnTo>
                  <a:pt x="1050725" y="1999746"/>
                </a:lnTo>
                <a:lnTo>
                  <a:pt x="1052188" y="1998218"/>
                </a:lnTo>
                <a:lnTo>
                  <a:pt x="1053652" y="1996690"/>
                </a:lnTo>
                <a:lnTo>
                  <a:pt x="1055115" y="1995162"/>
                </a:lnTo>
                <a:lnTo>
                  <a:pt x="1056579" y="1993635"/>
                </a:lnTo>
                <a:lnTo>
                  <a:pt x="1058042" y="1992108"/>
                </a:lnTo>
                <a:lnTo>
                  <a:pt x="1059505" y="1990581"/>
                </a:lnTo>
                <a:lnTo>
                  <a:pt x="1060969" y="1989055"/>
                </a:lnTo>
                <a:lnTo>
                  <a:pt x="1062432" y="1987529"/>
                </a:lnTo>
                <a:lnTo>
                  <a:pt x="1063896" y="1986003"/>
                </a:lnTo>
                <a:lnTo>
                  <a:pt x="1065359" y="1984477"/>
                </a:lnTo>
                <a:lnTo>
                  <a:pt x="1066822" y="1982951"/>
                </a:lnTo>
                <a:lnTo>
                  <a:pt x="1068286" y="1981426"/>
                </a:lnTo>
                <a:lnTo>
                  <a:pt x="1069749" y="1979901"/>
                </a:lnTo>
                <a:lnTo>
                  <a:pt x="1071213" y="1978376"/>
                </a:lnTo>
                <a:lnTo>
                  <a:pt x="1072676" y="1976852"/>
                </a:lnTo>
                <a:lnTo>
                  <a:pt x="1074139" y="1975327"/>
                </a:lnTo>
                <a:lnTo>
                  <a:pt x="1075603" y="1973803"/>
                </a:lnTo>
                <a:lnTo>
                  <a:pt x="1077066" y="1972280"/>
                </a:lnTo>
                <a:lnTo>
                  <a:pt x="1078530" y="1970756"/>
                </a:lnTo>
                <a:lnTo>
                  <a:pt x="1079993" y="1969233"/>
                </a:lnTo>
                <a:lnTo>
                  <a:pt x="1081456" y="1967710"/>
                </a:lnTo>
                <a:lnTo>
                  <a:pt x="1082920" y="1966187"/>
                </a:lnTo>
                <a:lnTo>
                  <a:pt x="1084383" y="1964665"/>
                </a:lnTo>
                <a:lnTo>
                  <a:pt x="1085847" y="1963143"/>
                </a:lnTo>
                <a:lnTo>
                  <a:pt x="1087310" y="1961621"/>
                </a:lnTo>
                <a:lnTo>
                  <a:pt x="1088773" y="1960099"/>
                </a:lnTo>
                <a:lnTo>
                  <a:pt x="1090237" y="1958578"/>
                </a:lnTo>
                <a:lnTo>
                  <a:pt x="1091700" y="1957056"/>
                </a:lnTo>
                <a:lnTo>
                  <a:pt x="1093164" y="1955536"/>
                </a:lnTo>
                <a:lnTo>
                  <a:pt x="1094627" y="1954015"/>
                </a:lnTo>
                <a:lnTo>
                  <a:pt x="1096090" y="1952494"/>
                </a:lnTo>
                <a:lnTo>
                  <a:pt x="1097554" y="1950974"/>
                </a:lnTo>
                <a:lnTo>
                  <a:pt x="1099017" y="1949454"/>
                </a:lnTo>
                <a:lnTo>
                  <a:pt x="1100481" y="1947935"/>
                </a:lnTo>
                <a:lnTo>
                  <a:pt x="1101944" y="1946416"/>
                </a:lnTo>
                <a:lnTo>
                  <a:pt x="1103408" y="1944896"/>
                </a:lnTo>
                <a:lnTo>
                  <a:pt x="1104871" y="1943378"/>
                </a:lnTo>
                <a:lnTo>
                  <a:pt x="1106334" y="1941859"/>
                </a:lnTo>
                <a:lnTo>
                  <a:pt x="1107798" y="1940341"/>
                </a:lnTo>
                <a:lnTo>
                  <a:pt x="1109261" y="1938823"/>
                </a:lnTo>
                <a:lnTo>
                  <a:pt x="1110725" y="1937305"/>
                </a:lnTo>
                <a:lnTo>
                  <a:pt x="1112188" y="1935787"/>
                </a:lnTo>
                <a:lnTo>
                  <a:pt x="1113651" y="1934270"/>
                </a:lnTo>
                <a:lnTo>
                  <a:pt x="1115115" y="1932753"/>
                </a:lnTo>
                <a:lnTo>
                  <a:pt x="1116578" y="1931237"/>
                </a:lnTo>
                <a:lnTo>
                  <a:pt x="1118042" y="1929720"/>
                </a:lnTo>
                <a:lnTo>
                  <a:pt x="1119505" y="1928204"/>
                </a:lnTo>
                <a:lnTo>
                  <a:pt x="1120968" y="1926688"/>
                </a:lnTo>
                <a:lnTo>
                  <a:pt x="1122432" y="1925172"/>
                </a:lnTo>
                <a:lnTo>
                  <a:pt x="1123895" y="1923657"/>
                </a:lnTo>
                <a:lnTo>
                  <a:pt x="1125359" y="1922142"/>
                </a:lnTo>
                <a:lnTo>
                  <a:pt x="1126822" y="1920627"/>
                </a:lnTo>
                <a:lnTo>
                  <a:pt x="1128285" y="1919112"/>
                </a:lnTo>
                <a:lnTo>
                  <a:pt x="1129749" y="1917598"/>
                </a:lnTo>
                <a:lnTo>
                  <a:pt x="1131212" y="1916084"/>
                </a:lnTo>
                <a:lnTo>
                  <a:pt x="1132676" y="1914570"/>
                </a:lnTo>
                <a:lnTo>
                  <a:pt x="1134139" y="1913057"/>
                </a:lnTo>
                <a:lnTo>
                  <a:pt x="1135602" y="1911544"/>
                </a:lnTo>
                <a:lnTo>
                  <a:pt x="1137066" y="1910031"/>
                </a:lnTo>
                <a:lnTo>
                  <a:pt x="1138529" y="1908518"/>
                </a:lnTo>
                <a:lnTo>
                  <a:pt x="1139993" y="1907006"/>
                </a:lnTo>
                <a:lnTo>
                  <a:pt x="1141456" y="1905493"/>
                </a:lnTo>
                <a:lnTo>
                  <a:pt x="1142919" y="1903981"/>
                </a:lnTo>
                <a:lnTo>
                  <a:pt x="1144383" y="1902470"/>
                </a:lnTo>
                <a:lnTo>
                  <a:pt x="1145846" y="1900959"/>
                </a:lnTo>
                <a:lnTo>
                  <a:pt x="1147310" y="1899447"/>
                </a:lnTo>
                <a:lnTo>
                  <a:pt x="1148773" y="1897937"/>
                </a:lnTo>
                <a:lnTo>
                  <a:pt x="1150236" y="1896426"/>
                </a:lnTo>
                <a:lnTo>
                  <a:pt x="1151700" y="1894916"/>
                </a:lnTo>
                <a:lnTo>
                  <a:pt x="1153163" y="1893406"/>
                </a:lnTo>
                <a:lnTo>
                  <a:pt x="1154627" y="1891896"/>
                </a:lnTo>
                <a:lnTo>
                  <a:pt x="1156090" y="1890387"/>
                </a:lnTo>
                <a:lnTo>
                  <a:pt x="1157554" y="1888878"/>
                </a:lnTo>
                <a:lnTo>
                  <a:pt x="1159017" y="1887369"/>
                </a:lnTo>
                <a:lnTo>
                  <a:pt x="1160480" y="1885860"/>
                </a:lnTo>
                <a:lnTo>
                  <a:pt x="1161944" y="1884352"/>
                </a:lnTo>
                <a:lnTo>
                  <a:pt x="1163407" y="1882844"/>
                </a:lnTo>
                <a:lnTo>
                  <a:pt x="1164871" y="1881336"/>
                </a:lnTo>
                <a:lnTo>
                  <a:pt x="1166334" y="1879829"/>
                </a:lnTo>
                <a:lnTo>
                  <a:pt x="1167797" y="1878321"/>
                </a:lnTo>
                <a:lnTo>
                  <a:pt x="1169261" y="1876815"/>
                </a:lnTo>
                <a:lnTo>
                  <a:pt x="1170724" y="1875308"/>
                </a:lnTo>
                <a:lnTo>
                  <a:pt x="1172188" y="1873802"/>
                </a:lnTo>
                <a:lnTo>
                  <a:pt x="1173651" y="1872295"/>
                </a:lnTo>
                <a:lnTo>
                  <a:pt x="1175114" y="1870790"/>
                </a:lnTo>
                <a:lnTo>
                  <a:pt x="1176578" y="1869284"/>
                </a:lnTo>
                <a:lnTo>
                  <a:pt x="1178041" y="1867779"/>
                </a:lnTo>
                <a:lnTo>
                  <a:pt x="1179505" y="1866274"/>
                </a:lnTo>
                <a:lnTo>
                  <a:pt x="1180968" y="1864769"/>
                </a:lnTo>
                <a:lnTo>
                  <a:pt x="1182431" y="1863265"/>
                </a:lnTo>
                <a:lnTo>
                  <a:pt x="1183895" y="1861761"/>
                </a:lnTo>
                <a:lnTo>
                  <a:pt x="1185358" y="1860257"/>
                </a:lnTo>
                <a:lnTo>
                  <a:pt x="1186822" y="1858753"/>
                </a:lnTo>
                <a:lnTo>
                  <a:pt x="1188285" y="1857250"/>
                </a:lnTo>
                <a:lnTo>
                  <a:pt x="1189748" y="1855747"/>
                </a:lnTo>
                <a:lnTo>
                  <a:pt x="1191212" y="1854244"/>
                </a:lnTo>
                <a:lnTo>
                  <a:pt x="1192675" y="1852742"/>
                </a:lnTo>
                <a:lnTo>
                  <a:pt x="1194139" y="1851240"/>
                </a:lnTo>
                <a:lnTo>
                  <a:pt x="1195602" y="1849738"/>
                </a:lnTo>
                <a:lnTo>
                  <a:pt x="1197065" y="1848236"/>
                </a:lnTo>
                <a:lnTo>
                  <a:pt x="1198529" y="1846735"/>
                </a:lnTo>
                <a:lnTo>
                  <a:pt x="1199992" y="1845234"/>
                </a:lnTo>
                <a:lnTo>
                  <a:pt x="1201456" y="1843733"/>
                </a:lnTo>
                <a:lnTo>
                  <a:pt x="1202919" y="1842233"/>
                </a:lnTo>
                <a:lnTo>
                  <a:pt x="1204383" y="1840733"/>
                </a:lnTo>
                <a:lnTo>
                  <a:pt x="1205846" y="1839233"/>
                </a:lnTo>
                <a:lnTo>
                  <a:pt x="1207309" y="1837733"/>
                </a:lnTo>
                <a:lnTo>
                  <a:pt x="1208773" y="1836234"/>
                </a:lnTo>
                <a:lnTo>
                  <a:pt x="1210236" y="1834735"/>
                </a:lnTo>
                <a:lnTo>
                  <a:pt x="1211700" y="1833236"/>
                </a:lnTo>
                <a:lnTo>
                  <a:pt x="1213163" y="1831738"/>
                </a:lnTo>
                <a:lnTo>
                  <a:pt x="1214626" y="1830240"/>
                </a:lnTo>
                <a:lnTo>
                  <a:pt x="1216090" y="1828742"/>
                </a:lnTo>
                <a:lnTo>
                  <a:pt x="1217553" y="1827244"/>
                </a:lnTo>
                <a:lnTo>
                  <a:pt x="1219017" y="1825747"/>
                </a:lnTo>
                <a:lnTo>
                  <a:pt x="1220480" y="1824250"/>
                </a:lnTo>
                <a:lnTo>
                  <a:pt x="1221943" y="1822753"/>
                </a:lnTo>
                <a:lnTo>
                  <a:pt x="1223407" y="1821257"/>
                </a:lnTo>
                <a:lnTo>
                  <a:pt x="1224870" y="1819761"/>
                </a:lnTo>
                <a:lnTo>
                  <a:pt x="1226334" y="1818265"/>
                </a:lnTo>
                <a:lnTo>
                  <a:pt x="1227797" y="1816770"/>
                </a:lnTo>
                <a:lnTo>
                  <a:pt x="1229260" y="1815275"/>
                </a:lnTo>
                <a:lnTo>
                  <a:pt x="1230724" y="1813780"/>
                </a:lnTo>
                <a:lnTo>
                  <a:pt x="1232187" y="1812285"/>
                </a:lnTo>
                <a:lnTo>
                  <a:pt x="1233651" y="1810791"/>
                </a:lnTo>
                <a:lnTo>
                  <a:pt x="1235114" y="1809297"/>
                </a:lnTo>
                <a:lnTo>
                  <a:pt x="1236577" y="1807803"/>
                </a:lnTo>
                <a:lnTo>
                  <a:pt x="1238041" y="1806309"/>
                </a:lnTo>
                <a:lnTo>
                  <a:pt x="1239504" y="1804816"/>
                </a:lnTo>
                <a:lnTo>
                  <a:pt x="1240968" y="1803323"/>
                </a:lnTo>
                <a:lnTo>
                  <a:pt x="1242431" y="1801831"/>
                </a:lnTo>
                <a:lnTo>
                  <a:pt x="1243894" y="1800339"/>
                </a:lnTo>
                <a:lnTo>
                  <a:pt x="1245358" y="1798847"/>
                </a:lnTo>
                <a:lnTo>
                  <a:pt x="1246821" y="1797355"/>
                </a:lnTo>
                <a:lnTo>
                  <a:pt x="1248285" y="1795864"/>
                </a:lnTo>
                <a:lnTo>
                  <a:pt x="1249748" y="1794373"/>
                </a:lnTo>
                <a:lnTo>
                  <a:pt x="1251212" y="1792882"/>
                </a:lnTo>
                <a:lnTo>
                  <a:pt x="1252675" y="1791391"/>
                </a:lnTo>
                <a:lnTo>
                  <a:pt x="1254138" y="1789901"/>
                </a:lnTo>
                <a:lnTo>
                  <a:pt x="1255602" y="1788411"/>
                </a:lnTo>
                <a:lnTo>
                  <a:pt x="1257065" y="1786922"/>
                </a:lnTo>
                <a:lnTo>
                  <a:pt x="1258529" y="1785432"/>
                </a:lnTo>
                <a:lnTo>
                  <a:pt x="1259992" y="1783943"/>
                </a:lnTo>
                <a:lnTo>
                  <a:pt x="1261455" y="1782455"/>
                </a:lnTo>
                <a:lnTo>
                  <a:pt x="1262919" y="1780966"/>
                </a:lnTo>
                <a:lnTo>
                  <a:pt x="1264382" y="1779478"/>
                </a:lnTo>
                <a:lnTo>
                  <a:pt x="1265846" y="1777991"/>
                </a:lnTo>
                <a:lnTo>
                  <a:pt x="1267309" y="1776503"/>
                </a:lnTo>
                <a:lnTo>
                  <a:pt x="1268772" y="1775016"/>
                </a:lnTo>
                <a:lnTo>
                  <a:pt x="1270236" y="1773529"/>
                </a:lnTo>
                <a:lnTo>
                  <a:pt x="1271699" y="1772043"/>
                </a:lnTo>
                <a:lnTo>
                  <a:pt x="1273163" y="1770556"/>
                </a:lnTo>
                <a:lnTo>
                  <a:pt x="1274626" y="1769070"/>
                </a:lnTo>
                <a:lnTo>
                  <a:pt x="1276089" y="1767585"/>
                </a:lnTo>
                <a:lnTo>
                  <a:pt x="1277553" y="1766099"/>
                </a:lnTo>
                <a:lnTo>
                  <a:pt x="1279016" y="1764614"/>
                </a:lnTo>
                <a:lnTo>
                  <a:pt x="1280480" y="1763130"/>
                </a:lnTo>
                <a:lnTo>
                  <a:pt x="1281943" y="1761645"/>
                </a:lnTo>
                <a:lnTo>
                  <a:pt x="1283406" y="1760161"/>
                </a:lnTo>
                <a:lnTo>
                  <a:pt x="1284870" y="1758677"/>
                </a:lnTo>
                <a:lnTo>
                  <a:pt x="1286333" y="1757194"/>
                </a:lnTo>
                <a:lnTo>
                  <a:pt x="1287797" y="1755711"/>
                </a:lnTo>
                <a:lnTo>
                  <a:pt x="1289260" y="1754228"/>
                </a:lnTo>
                <a:lnTo>
                  <a:pt x="1290723" y="1752745"/>
                </a:lnTo>
                <a:lnTo>
                  <a:pt x="1292187" y="1751263"/>
                </a:lnTo>
                <a:lnTo>
                  <a:pt x="1293650" y="1749781"/>
                </a:lnTo>
                <a:lnTo>
                  <a:pt x="1295114" y="1748299"/>
                </a:lnTo>
                <a:lnTo>
                  <a:pt x="1296577" y="1746818"/>
                </a:lnTo>
                <a:lnTo>
                  <a:pt x="1298040" y="1745337"/>
                </a:lnTo>
                <a:lnTo>
                  <a:pt x="1299504" y="1743856"/>
                </a:lnTo>
                <a:lnTo>
                  <a:pt x="1300967" y="1742376"/>
                </a:lnTo>
                <a:lnTo>
                  <a:pt x="1302431" y="1740896"/>
                </a:lnTo>
                <a:lnTo>
                  <a:pt x="1303894" y="1739416"/>
                </a:lnTo>
                <a:lnTo>
                  <a:pt x="1305358" y="1737937"/>
                </a:lnTo>
                <a:lnTo>
                  <a:pt x="1306821" y="1736457"/>
                </a:lnTo>
                <a:lnTo>
                  <a:pt x="1308284" y="1734979"/>
                </a:lnTo>
                <a:lnTo>
                  <a:pt x="1309748" y="1733500"/>
                </a:lnTo>
                <a:lnTo>
                  <a:pt x="1311211" y="1732022"/>
                </a:lnTo>
                <a:lnTo>
                  <a:pt x="1312675" y="1730544"/>
                </a:lnTo>
                <a:lnTo>
                  <a:pt x="1314138" y="1729066"/>
                </a:lnTo>
                <a:lnTo>
                  <a:pt x="1315601" y="1727589"/>
                </a:lnTo>
                <a:lnTo>
                  <a:pt x="1317065" y="1726112"/>
                </a:lnTo>
                <a:lnTo>
                  <a:pt x="1318528" y="1724636"/>
                </a:lnTo>
                <a:lnTo>
                  <a:pt x="1319992" y="1723159"/>
                </a:lnTo>
                <a:lnTo>
                  <a:pt x="1321455" y="1721683"/>
                </a:lnTo>
                <a:lnTo>
                  <a:pt x="1322918" y="1720208"/>
                </a:lnTo>
                <a:lnTo>
                  <a:pt x="1324382" y="1718732"/>
                </a:lnTo>
                <a:lnTo>
                  <a:pt x="1325845" y="1717257"/>
                </a:lnTo>
                <a:lnTo>
                  <a:pt x="1327309" y="1715782"/>
                </a:lnTo>
                <a:lnTo>
                  <a:pt x="1328772" y="1714308"/>
                </a:lnTo>
                <a:lnTo>
                  <a:pt x="1330235" y="1712834"/>
                </a:lnTo>
                <a:lnTo>
                  <a:pt x="1331699" y="1711360"/>
                </a:lnTo>
                <a:lnTo>
                  <a:pt x="1333162" y="1709887"/>
                </a:lnTo>
                <a:lnTo>
                  <a:pt x="1334626" y="1708413"/>
                </a:lnTo>
                <a:lnTo>
                  <a:pt x="1336089" y="1706941"/>
                </a:lnTo>
                <a:lnTo>
                  <a:pt x="1337552" y="1705468"/>
                </a:lnTo>
                <a:lnTo>
                  <a:pt x="1339016" y="1703996"/>
                </a:lnTo>
                <a:lnTo>
                  <a:pt x="1340479" y="1702524"/>
                </a:lnTo>
                <a:lnTo>
                  <a:pt x="1341943" y="1701053"/>
                </a:lnTo>
                <a:lnTo>
                  <a:pt x="1343406" y="1699581"/>
                </a:lnTo>
                <a:lnTo>
                  <a:pt x="1344869" y="1698110"/>
                </a:lnTo>
                <a:lnTo>
                  <a:pt x="1346333" y="1696640"/>
                </a:lnTo>
                <a:lnTo>
                  <a:pt x="1347796" y="1695170"/>
                </a:lnTo>
                <a:lnTo>
                  <a:pt x="1349260" y="1693700"/>
                </a:lnTo>
                <a:lnTo>
                  <a:pt x="1350723" y="1692230"/>
                </a:lnTo>
                <a:lnTo>
                  <a:pt x="1352187" y="1690761"/>
                </a:lnTo>
                <a:lnTo>
                  <a:pt x="1353650" y="1689292"/>
                </a:lnTo>
                <a:lnTo>
                  <a:pt x="1355113" y="1687823"/>
                </a:lnTo>
                <a:lnTo>
                  <a:pt x="1356577" y="1686355"/>
                </a:lnTo>
                <a:lnTo>
                  <a:pt x="1358040" y="1684887"/>
                </a:lnTo>
                <a:lnTo>
                  <a:pt x="1359504" y="1683419"/>
                </a:lnTo>
                <a:lnTo>
                  <a:pt x="1360967" y="1681952"/>
                </a:lnTo>
                <a:lnTo>
                  <a:pt x="1362430" y="1680485"/>
                </a:lnTo>
                <a:lnTo>
                  <a:pt x="1363894" y="1679018"/>
                </a:lnTo>
                <a:lnTo>
                  <a:pt x="1365357" y="1677552"/>
                </a:lnTo>
                <a:lnTo>
                  <a:pt x="1366821" y="1676086"/>
                </a:lnTo>
                <a:lnTo>
                  <a:pt x="1368284" y="1674620"/>
                </a:lnTo>
                <a:lnTo>
                  <a:pt x="1369747" y="1673155"/>
                </a:lnTo>
                <a:lnTo>
                  <a:pt x="1371211" y="1671690"/>
                </a:lnTo>
                <a:lnTo>
                  <a:pt x="1372674" y="1670225"/>
                </a:lnTo>
                <a:lnTo>
                  <a:pt x="1374138" y="1668761"/>
                </a:lnTo>
                <a:lnTo>
                  <a:pt x="1375601" y="1667297"/>
                </a:lnTo>
                <a:lnTo>
                  <a:pt x="1377064" y="1665833"/>
                </a:lnTo>
                <a:lnTo>
                  <a:pt x="1378528" y="1664370"/>
                </a:lnTo>
                <a:lnTo>
                  <a:pt x="1379991" y="1662907"/>
                </a:lnTo>
                <a:lnTo>
                  <a:pt x="1381455" y="1661444"/>
                </a:lnTo>
                <a:lnTo>
                  <a:pt x="1382918" y="1659982"/>
                </a:lnTo>
                <a:lnTo>
                  <a:pt x="1384381" y="1658520"/>
                </a:lnTo>
                <a:lnTo>
                  <a:pt x="1385845" y="1657058"/>
                </a:lnTo>
                <a:lnTo>
                  <a:pt x="1387308" y="1655596"/>
                </a:lnTo>
                <a:lnTo>
                  <a:pt x="1388772" y="1654135"/>
                </a:lnTo>
                <a:lnTo>
                  <a:pt x="1390235" y="1652675"/>
                </a:lnTo>
                <a:lnTo>
                  <a:pt x="1391698" y="1651214"/>
                </a:lnTo>
                <a:lnTo>
                  <a:pt x="1393162" y="1649754"/>
                </a:lnTo>
                <a:lnTo>
                  <a:pt x="1394625" y="1648295"/>
                </a:lnTo>
                <a:lnTo>
                  <a:pt x="1396089" y="1646835"/>
                </a:lnTo>
                <a:lnTo>
                  <a:pt x="1397552" y="1645376"/>
                </a:lnTo>
                <a:lnTo>
                  <a:pt x="1399015" y="1643917"/>
                </a:lnTo>
                <a:lnTo>
                  <a:pt x="1400479" y="1642459"/>
                </a:lnTo>
                <a:lnTo>
                  <a:pt x="1401942" y="1641001"/>
                </a:lnTo>
                <a:lnTo>
                  <a:pt x="1403406" y="1639543"/>
                </a:lnTo>
                <a:lnTo>
                  <a:pt x="1404869" y="1638086"/>
                </a:lnTo>
                <a:lnTo>
                  <a:pt x="1406333" y="1636629"/>
                </a:lnTo>
                <a:lnTo>
                  <a:pt x="1407796" y="1635172"/>
                </a:lnTo>
                <a:lnTo>
                  <a:pt x="1409259" y="1633716"/>
                </a:lnTo>
                <a:lnTo>
                  <a:pt x="1410723" y="1632260"/>
                </a:lnTo>
                <a:lnTo>
                  <a:pt x="1412186" y="1630804"/>
                </a:lnTo>
                <a:lnTo>
                  <a:pt x="1413650" y="1629349"/>
                </a:lnTo>
                <a:lnTo>
                  <a:pt x="1415113" y="1627894"/>
                </a:lnTo>
                <a:lnTo>
                  <a:pt x="1416576" y="1626439"/>
                </a:lnTo>
                <a:lnTo>
                  <a:pt x="1418040" y="1624985"/>
                </a:lnTo>
                <a:lnTo>
                  <a:pt x="1419503" y="1623531"/>
                </a:lnTo>
                <a:lnTo>
                  <a:pt x="1420967" y="1622077"/>
                </a:lnTo>
                <a:lnTo>
                  <a:pt x="1422430" y="1620624"/>
                </a:lnTo>
                <a:lnTo>
                  <a:pt x="1423893" y="1619171"/>
                </a:lnTo>
                <a:lnTo>
                  <a:pt x="1425357" y="1617719"/>
                </a:lnTo>
                <a:lnTo>
                  <a:pt x="1426820" y="1616266"/>
                </a:lnTo>
                <a:lnTo>
                  <a:pt x="1428284" y="1614815"/>
                </a:lnTo>
                <a:lnTo>
                  <a:pt x="1429747" y="1613363"/>
                </a:lnTo>
                <a:lnTo>
                  <a:pt x="1431210" y="1611912"/>
                </a:lnTo>
                <a:lnTo>
                  <a:pt x="1432674" y="1610461"/>
                </a:lnTo>
                <a:lnTo>
                  <a:pt x="1434137" y="1609010"/>
                </a:lnTo>
                <a:lnTo>
                  <a:pt x="1435601" y="1607560"/>
                </a:lnTo>
                <a:lnTo>
                  <a:pt x="1437064" y="1606110"/>
                </a:lnTo>
                <a:lnTo>
                  <a:pt x="1438527" y="1604661"/>
                </a:lnTo>
                <a:lnTo>
                  <a:pt x="1439991" y="1603212"/>
                </a:lnTo>
                <a:lnTo>
                  <a:pt x="1441454" y="1601763"/>
                </a:lnTo>
                <a:lnTo>
                  <a:pt x="1442918" y="1600314"/>
                </a:lnTo>
                <a:lnTo>
                  <a:pt x="1444381" y="1598866"/>
                </a:lnTo>
                <a:lnTo>
                  <a:pt x="1445844" y="1597419"/>
                </a:lnTo>
                <a:lnTo>
                  <a:pt x="1447308" y="1595971"/>
                </a:lnTo>
                <a:lnTo>
                  <a:pt x="1448771" y="1594524"/>
                </a:lnTo>
                <a:lnTo>
                  <a:pt x="1450235" y="1593077"/>
                </a:lnTo>
                <a:lnTo>
                  <a:pt x="1451698" y="1591631"/>
                </a:lnTo>
                <a:lnTo>
                  <a:pt x="1453162" y="1590185"/>
                </a:lnTo>
                <a:lnTo>
                  <a:pt x="1454625" y="1588739"/>
                </a:lnTo>
                <a:lnTo>
                  <a:pt x="1456088" y="1587294"/>
                </a:lnTo>
                <a:lnTo>
                  <a:pt x="1457552" y="1585849"/>
                </a:lnTo>
                <a:lnTo>
                  <a:pt x="1459015" y="1584405"/>
                </a:lnTo>
                <a:lnTo>
                  <a:pt x="1460479" y="1582960"/>
                </a:lnTo>
                <a:lnTo>
                  <a:pt x="1461942" y="1581516"/>
                </a:lnTo>
                <a:lnTo>
                  <a:pt x="1463405" y="1580073"/>
                </a:lnTo>
                <a:lnTo>
                  <a:pt x="1464869" y="1578630"/>
                </a:lnTo>
                <a:lnTo>
                  <a:pt x="1466332" y="1577187"/>
                </a:lnTo>
                <a:lnTo>
                  <a:pt x="1467796" y="1575744"/>
                </a:lnTo>
                <a:lnTo>
                  <a:pt x="1469259" y="1574302"/>
                </a:lnTo>
                <a:lnTo>
                  <a:pt x="1470722" y="1572860"/>
                </a:lnTo>
                <a:lnTo>
                  <a:pt x="1472186" y="1571419"/>
                </a:lnTo>
                <a:lnTo>
                  <a:pt x="1473649" y="1569978"/>
                </a:lnTo>
                <a:lnTo>
                  <a:pt x="1475113" y="1568537"/>
                </a:lnTo>
                <a:lnTo>
                  <a:pt x="1476576" y="1567097"/>
                </a:lnTo>
                <a:lnTo>
                  <a:pt x="1478039" y="1565657"/>
                </a:lnTo>
                <a:lnTo>
                  <a:pt x="1479503" y="1564217"/>
                </a:lnTo>
                <a:lnTo>
                  <a:pt x="1480966" y="1562778"/>
                </a:lnTo>
                <a:lnTo>
                  <a:pt x="1482430" y="1561339"/>
                </a:lnTo>
                <a:lnTo>
                  <a:pt x="1483893" y="1559901"/>
                </a:lnTo>
                <a:lnTo>
                  <a:pt x="1485356" y="1558462"/>
                </a:lnTo>
                <a:lnTo>
                  <a:pt x="1486820" y="1557024"/>
                </a:lnTo>
                <a:lnTo>
                  <a:pt x="1488283" y="1555587"/>
                </a:lnTo>
                <a:lnTo>
                  <a:pt x="1489747" y="1554150"/>
                </a:lnTo>
                <a:lnTo>
                  <a:pt x="1491210" y="1552713"/>
                </a:lnTo>
                <a:lnTo>
                  <a:pt x="1492673" y="1551277"/>
                </a:lnTo>
                <a:lnTo>
                  <a:pt x="1494137" y="1549841"/>
                </a:lnTo>
                <a:lnTo>
                  <a:pt x="1495600" y="1548405"/>
                </a:lnTo>
                <a:lnTo>
                  <a:pt x="1497064" y="1546970"/>
                </a:lnTo>
                <a:lnTo>
                  <a:pt x="1498527" y="1545535"/>
                </a:lnTo>
                <a:lnTo>
                  <a:pt x="1499990" y="1544100"/>
                </a:lnTo>
                <a:lnTo>
                  <a:pt x="1501454" y="1542666"/>
                </a:lnTo>
                <a:lnTo>
                  <a:pt x="1502917" y="1541232"/>
                </a:lnTo>
                <a:lnTo>
                  <a:pt x="1504381" y="1539798"/>
                </a:lnTo>
                <a:lnTo>
                  <a:pt x="1505844" y="1538365"/>
                </a:lnTo>
                <a:lnTo>
                  <a:pt x="1507308" y="1536932"/>
                </a:lnTo>
                <a:lnTo>
                  <a:pt x="1508771" y="1535500"/>
                </a:lnTo>
                <a:lnTo>
                  <a:pt x="1510234" y="1534068"/>
                </a:lnTo>
                <a:lnTo>
                  <a:pt x="1511698" y="1532636"/>
                </a:lnTo>
                <a:lnTo>
                  <a:pt x="1513161" y="1531205"/>
                </a:lnTo>
                <a:lnTo>
                  <a:pt x="1514625" y="1529774"/>
                </a:lnTo>
                <a:lnTo>
                  <a:pt x="1516088" y="1528343"/>
                </a:lnTo>
                <a:lnTo>
                  <a:pt x="1517551" y="1526913"/>
                </a:lnTo>
                <a:lnTo>
                  <a:pt x="1519015" y="1525483"/>
                </a:lnTo>
                <a:lnTo>
                  <a:pt x="1520478" y="1524054"/>
                </a:lnTo>
                <a:lnTo>
                  <a:pt x="1521942" y="1522625"/>
                </a:lnTo>
                <a:lnTo>
                  <a:pt x="1523405" y="1521196"/>
                </a:lnTo>
                <a:lnTo>
                  <a:pt x="1524868" y="1519768"/>
                </a:lnTo>
                <a:lnTo>
                  <a:pt x="1526332" y="1518340"/>
                </a:lnTo>
                <a:lnTo>
                  <a:pt x="1527795" y="1516912"/>
                </a:lnTo>
                <a:lnTo>
                  <a:pt x="1529259" y="1515485"/>
                </a:lnTo>
                <a:lnTo>
                  <a:pt x="1530722" y="1514058"/>
                </a:lnTo>
                <a:lnTo>
                  <a:pt x="1532185" y="1512631"/>
                </a:lnTo>
                <a:lnTo>
                  <a:pt x="1533649" y="1511205"/>
                </a:lnTo>
                <a:lnTo>
                  <a:pt x="1535112" y="1509779"/>
                </a:lnTo>
                <a:lnTo>
                  <a:pt x="1536576" y="1508354"/>
                </a:lnTo>
                <a:lnTo>
                  <a:pt x="1538039" y="1506929"/>
                </a:lnTo>
                <a:lnTo>
                  <a:pt x="1539502" y="1505504"/>
                </a:lnTo>
                <a:lnTo>
                  <a:pt x="1540966" y="1504080"/>
                </a:lnTo>
                <a:lnTo>
                  <a:pt x="1542429" y="1502656"/>
                </a:lnTo>
                <a:lnTo>
                  <a:pt x="1543893" y="1501232"/>
                </a:lnTo>
                <a:lnTo>
                  <a:pt x="1545356" y="1499809"/>
                </a:lnTo>
                <a:lnTo>
                  <a:pt x="1546819" y="1498386"/>
                </a:lnTo>
                <a:lnTo>
                  <a:pt x="1548283" y="1496964"/>
                </a:lnTo>
                <a:lnTo>
                  <a:pt x="1549746" y="1495542"/>
                </a:lnTo>
                <a:lnTo>
                  <a:pt x="1551210" y="1494120"/>
                </a:lnTo>
                <a:lnTo>
                  <a:pt x="1552673" y="1492699"/>
                </a:lnTo>
                <a:lnTo>
                  <a:pt x="1554137" y="1491278"/>
                </a:lnTo>
                <a:lnTo>
                  <a:pt x="1555600" y="1489857"/>
                </a:lnTo>
                <a:lnTo>
                  <a:pt x="1557063" y="1488437"/>
                </a:lnTo>
                <a:lnTo>
                  <a:pt x="1558527" y="1487017"/>
                </a:lnTo>
                <a:lnTo>
                  <a:pt x="1559990" y="1485598"/>
                </a:lnTo>
                <a:lnTo>
                  <a:pt x="1561454" y="1484179"/>
                </a:lnTo>
                <a:lnTo>
                  <a:pt x="1562917" y="1482760"/>
                </a:lnTo>
                <a:lnTo>
                  <a:pt x="1564380" y="1481342"/>
                </a:lnTo>
                <a:lnTo>
                  <a:pt x="1565844" y="1479924"/>
                </a:lnTo>
                <a:lnTo>
                  <a:pt x="1567307" y="1478506"/>
                </a:lnTo>
                <a:lnTo>
                  <a:pt x="1568771" y="1477089"/>
                </a:lnTo>
                <a:lnTo>
                  <a:pt x="1570234" y="1475673"/>
                </a:lnTo>
                <a:lnTo>
                  <a:pt x="1571697" y="1474256"/>
                </a:lnTo>
                <a:lnTo>
                  <a:pt x="1573161" y="1472840"/>
                </a:lnTo>
                <a:lnTo>
                  <a:pt x="1574624" y="1471425"/>
                </a:lnTo>
                <a:lnTo>
                  <a:pt x="1576088" y="1470009"/>
                </a:lnTo>
                <a:lnTo>
                  <a:pt x="1577551" y="1468594"/>
                </a:lnTo>
                <a:lnTo>
                  <a:pt x="1579014" y="1467180"/>
                </a:lnTo>
                <a:lnTo>
                  <a:pt x="1580478" y="1465766"/>
                </a:lnTo>
                <a:lnTo>
                  <a:pt x="1581941" y="1464352"/>
                </a:lnTo>
                <a:lnTo>
                  <a:pt x="1583405" y="1462939"/>
                </a:lnTo>
                <a:lnTo>
                  <a:pt x="1584868" y="1461526"/>
                </a:lnTo>
                <a:lnTo>
                  <a:pt x="1586331" y="1460113"/>
                </a:lnTo>
                <a:lnTo>
                  <a:pt x="1587795" y="1458701"/>
                </a:lnTo>
                <a:lnTo>
                  <a:pt x="1589258" y="1457289"/>
                </a:lnTo>
                <a:lnTo>
                  <a:pt x="1590722" y="1455878"/>
                </a:lnTo>
                <a:lnTo>
                  <a:pt x="1592185" y="1454467"/>
                </a:lnTo>
                <a:lnTo>
                  <a:pt x="1593648" y="1453056"/>
                </a:lnTo>
                <a:lnTo>
                  <a:pt x="1595112" y="1451646"/>
                </a:lnTo>
                <a:lnTo>
                  <a:pt x="1596575" y="1450236"/>
                </a:lnTo>
                <a:lnTo>
                  <a:pt x="1598039" y="1448827"/>
                </a:lnTo>
                <a:lnTo>
                  <a:pt x="1599502" y="1447418"/>
                </a:lnTo>
                <a:lnTo>
                  <a:pt x="1600966" y="1446009"/>
                </a:lnTo>
                <a:lnTo>
                  <a:pt x="1602429" y="1444601"/>
                </a:lnTo>
                <a:lnTo>
                  <a:pt x="1603892" y="1443193"/>
                </a:lnTo>
                <a:lnTo>
                  <a:pt x="1605356" y="1441785"/>
                </a:lnTo>
                <a:lnTo>
                  <a:pt x="1606819" y="1440378"/>
                </a:lnTo>
                <a:lnTo>
                  <a:pt x="1608283" y="1438971"/>
                </a:lnTo>
                <a:lnTo>
                  <a:pt x="1609746" y="1437565"/>
                </a:lnTo>
                <a:lnTo>
                  <a:pt x="1611209" y="1436159"/>
                </a:lnTo>
                <a:lnTo>
                  <a:pt x="1612673" y="1434754"/>
                </a:lnTo>
                <a:lnTo>
                  <a:pt x="1614136" y="1433348"/>
                </a:lnTo>
                <a:lnTo>
                  <a:pt x="1615600" y="1431944"/>
                </a:lnTo>
                <a:lnTo>
                  <a:pt x="1617063" y="1430539"/>
                </a:lnTo>
                <a:lnTo>
                  <a:pt x="1618526" y="1429135"/>
                </a:lnTo>
                <a:lnTo>
                  <a:pt x="1619990" y="1427732"/>
                </a:lnTo>
                <a:lnTo>
                  <a:pt x="1621453" y="1426329"/>
                </a:lnTo>
                <a:lnTo>
                  <a:pt x="1622917" y="1424926"/>
                </a:lnTo>
                <a:lnTo>
                  <a:pt x="1624380" y="1423523"/>
                </a:lnTo>
                <a:lnTo>
                  <a:pt x="1625843" y="1422121"/>
                </a:lnTo>
                <a:lnTo>
                  <a:pt x="1627307" y="1420720"/>
                </a:lnTo>
                <a:lnTo>
                  <a:pt x="1628770" y="1419318"/>
                </a:lnTo>
                <a:lnTo>
                  <a:pt x="1630234" y="1417918"/>
                </a:lnTo>
                <a:lnTo>
                  <a:pt x="1631697" y="1416517"/>
                </a:lnTo>
                <a:lnTo>
                  <a:pt x="1633160" y="1415117"/>
                </a:lnTo>
                <a:lnTo>
                  <a:pt x="1634624" y="1413717"/>
                </a:lnTo>
                <a:lnTo>
                  <a:pt x="1636087" y="1412318"/>
                </a:lnTo>
                <a:lnTo>
                  <a:pt x="1637551" y="1410919"/>
                </a:lnTo>
                <a:lnTo>
                  <a:pt x="1639014" y="1409521"/>
                </a:lnTo>
                <a:lnTo>
                  <a:pt x="1640477" y="1408123"/>
                </a:lnTo>
                <a:lnTo>
                  <a:pt x="1641941" y="1406725"/>
                </a:lnTo>
                <a:lnTo>
                  <a:pt x="1643404" y="1405328"/>
                </a:lnTo>
                <a:lnTo>
                  <a:pt x="1644868" y="1403931"/>
                </a:lnTo>
                <a:lnTo>
                  <a:pt x="1646331" y="1402535"/>
                </a:lnTo>
                <a:lnTo>
                  <a:pt x="1647794" y="1401139"/>
                </a:lnTo>
                <a:lnTo>
                  <a:pt x="1649258" y="1399743"/>
                </a:lnTo>
                <a:lnTo>
                  <a:pt x="1650721" y="1398348"/>
                </a:lnTo>
                <a:lnTo>
                  <a:pt x="1652185" y="1396953"/>
                </a:lnTo>
                <a:lnTo>
                  <a:pt x="1653648" y="1395559"/>
                </a:lnTo>
                <a:lnTo>
                  <a:pt x="1655112" y="1394165"/>
                </a:lnTo>
                <a:lnTo>
                  <a:pt x="1656575" y="1392771"/>
                </a:lnTo>
                <a:lnTo>
                  <a:pt x="1658038" y="1391378"/>
                </a:lnTo>
                <a:lnTo>
                  <a:pt x="1659502" y="1389985"/>
                </a:lnTo>
                <a:lnTo>
                  <a:pt x="1660965" y="1388592"/>
                </a:lnTo>
                <a:lnTo>
                  <a:pt x="1662429" y="1387200"/>
                </a:lnTo>
                <a:lnTo>
                  <a:pt x="1663892" y="1385809"/>
                </a:lnTo>
                <a:lnTo>
                  <a:pt x="1665355" y="1384418"/>
                </a:lnTo>
                <a:lnTo>
                  <a:pt x="1666819" y="1383027"/>
                </a:lnTo>
                <a:lnTo>
                  <a:pt x="1668282" y="1381636"/>
                </a:lnTo>
                <a:lnTo>
                  <a:pt x="1669746" y="1380247"/>
                </a:lnTo>
                <a:lnTo>
                  <a:pt x="1671209" y="1378857"/>
                </a:lnTo>
                <a:lnTo>
                  <a:pt x="1672672" y="1377468"/>
                </a:lnTo>
                <a:lnTo>
                  <a:pt x="1674136" y="1376079"/>
                </a:lnTo>
                <a:lnTo>
                  <a:pt x="1675599" y="1374691"/>
                </a:lnTo>
                <a:lnTo>
                  <a:pt x="1677063" y="1373303"/>
                </a:lnTo>
                <a:lnTo>
                  <a:pt x="1678526" y="1371915"/>
                </a:lnTo>
                <a:lnTo>
                  <a:pt x="1679989" y="1370528"/>
                </a:lnTo>
                <a:lnTo>
                  <a:pt x="1681453" y="1369141"/>
                </a:lnTo>
                <a:lnTo>
                  <a:pt x="1682916" y="1367755"/>
                </a:lnTo>
                <a:lnTo>
                  <a:pt x="1684380" y="1366369"/>
                </a:lnTo>
                <a:lnTo>
                  <a:pt x="1685843" y="1364984"/>
                </a:lnTo>
                <a:lnTo>
                  <a:pt x="1687306" y="1363599"/>
                </a:lnTo>
                <a:lnTo>
                  <a:pt x="1688770" y="1362214"/>
                </a:lnTo>
                <a:lnTo>
                  <a:pt x="1690233" y="1360830"/>
                </a:lnTo>
                <a:lnTo>
                  <a:pt x="1691697" y="1359446"/>
                </a:lnTo>
                <a:lnTo>
                  <a:pt x="1693160" y="1358063"/>
                </a:lnTo>
                <a:lnTo>
                  <a:pt x="1694623" y="1356680"/>
                </a:lnTo>
                <a:lnTo>
                  <a:pt x="1696087" y="1355297"/>
                </a:lnTo>
                <a:lnTo>
                  <a:pt x="1697550" y="1353915"/>
                </a:lnTo>
                <a:lnTo>
                  <a:pt x="1699014" y="1352533"/>
                </a:lnTo>
                <a:lnTo>
                  <a:pt x="1700477" y="1351152"/>
                </a:lnTo>
                <a:lnTo>
                  <a:pt x="1701941" y="1349771"/>
                </a:lnTo>
                <a:lnTo>
                  <a:pt x="1703404" y="1348390"/>
                </a:lnTo>
                <a:lnTo>
                  <a:pt x="1704867" y="1347010"/>
                </a:lnTo>
                <a:lnTo>
                  <a:pt x="1706331" y="1345631"/>
                </a:lnTo>
                <a:lnTo>
                  <a:pt x="1707794" y="1344251"/>
                </a:lnTo>
                <a:lnTo>
                  <a:pt x="1709258" y="1342872"/>
                </a:lnTo>
                <a:lnTo>
                  <a:pt x="1710721" y="1341494"/>
                </a:lnTo>
                <a:lnTo>
                  <a:pt x="1712184" y="1340116"/>
                </a:lnTo>
                <a:lnTo>
                  <a:pt x="1713648" y="1338738"/>
                </a:lnTo>
                <a:lnTo>
                  <a:pt x="1715111" y="1337361"/>
                </a:lnTo>
                <a:lnTo>
                  <a:pt x="1716575" y="1335985"/>
                </a:lnTo>
                <a:lnTo>
                  <a:pt x="1718038" y="1334608"/>
                </a:lnTo>
                <a:lnTo>
                  <a:pt x="1719501" y="1333232"/>
                </a:lnTo>
                <a:lnTo>
                  <a:pt x="1720965" y="1331857"/>
                </a:lnTo>
                <a:lnTo>
                  <a:pt x="1722428" y="1330482"/>
                </a:lnTo>
                <a:lnTo>
                  <a:pt x="1723892" y="1329107"/>
                </a:lnTo>
                <a:lnTo>
                  <a:pt x="1725355" y="1327733"/>
                </a:lnTo>
                <a:lnTo>
                  <a:pt x="1726818" y="1326359"/>
                </a:lnTo>
                <a:lnTo>
                  <a:pt x="1728282" y="1324986"/>
                </a:lnTo>
                <a:lnTo>
                  <a:pt x="1729745" y="1323613"/>
                </a:lnTo>
                <a:lnTo>
                  <a:pt x="1731209" y="1322240"/>
                </a:lnTo>
                <a:lnTo>
                  <a:pt x="1732672" y="1320868"/>
                </a:lnTo>
                <a:lnTo>
                  <a:pt x="1734135" y="1319497"/>
                </a:lnTo>
                <a:lnTo>
                  <a:pt x="1735599" y="1318125"/>
                </a:lnTo>
                <a:lnTo>
                  <a:pt x="1737062" y="1316755"/>
                </a:lnTo>
                <a:lnTo>
                  <a:pt x="1738526" y="1315384"/>
                </a:lnTo>
                <a:lnTo>
                  <a:pt x="1739989" y="1314014"/>
                </a:lnTo>
                <a:lnTo>
                  <a:pt x="1741452" y="1312645"/>
                </a:lnTo>
                <a:lnTo>
                  <a:pt x="1742916" y="1311275"/>
                </a:lnTo>
                <a:lnTo>
                  <a:pt x="1744379" y="1309907"/>
                </a:lnTo>
                <a:lnTo>
                  <a:pt x="1745843" y="1308539"/>
                </a:lnTo>
                <a:lnTo>
                  <a:pt x="1747306" y="1307171"/>
                </a:lnTo>
                <a:lnTo>
                  <a:pt x="1748769" y="1305803"/>
                </a:lnTo>
                <a:lnTo>
                  <a:pt x="1750233" y="1304436"/>
                </a:lnTo>
                <a:lnTo>
                  <a:pt x="1751696" y="1303070"/>
                </a:lnTo>
                <a:lnTo>
                  <a:pt x="1753160" y="1301704"/>
                </a:lnTo>
                <a:lnTo>
                  <a:pt x="1754623" y="1300338"/>
                </a:lnTo>
                <a:lnTo>
                  <a:pt x="1756087" y="1298973"/>
                </a:lnTo>
                <a:lnTo>
                  <a:pt x="1757550" y="1297608"/>
                </a:lnTo>
                <a:lnTo>
                  <a:pt x="1759013" y="1296243"/>
                </a:lnTo>
                <a:lnTo>
                  <a:pt x="1760477" y="1294879"/>
                </a:lnTo>
                <a:lnTo>
                  <a:pt x="1761940" y="1293516"/>
                </a:lnTo>
                <a:lnTo>
                  <a:pt x="1763404" y="1292153"/>
                </a:lnTo>
                <a:lnTo>
                  <a:pt x="1764867" y="1290790"/>
                </a:lnTo>
                <a:lnTo>
                  <a:pt x="1766330" y="1289428"/>
                </a:lnTo>
                <a:lnTo>
                  <a:pt x="1767794" y="1288066"/>
                </a:lnTo>
                <a:lnTo>
                  <a:pt x="1769257" y="1286705"/>
                </a:lnTo>
                <a:lnTo>
                  <a:pt x="1770721" y="1285344"/>
                </a:lnTo>
                <a:lnTo>
                  <a:pt x="1772184" y="1283983"/>
                </a:lnTo>
                <a:lnTo>
                  <a:pt x="1773647" y="1282623"/>
                </a:lnTo>
                <a:lnTo>
                  <a:pt x="1775111" y="1281264"/>
                </a:lnTo>
                <a:lnTo>
                  <a:pt x="1776574" y="1279904"/>
                </a:lnTo>
                <a:lnTo>
                  <a:pt x="1778038" y="1278546"/>
                </a:lnTo>
                <a:lnTo>
                  <a:pt x="1779501" y="1277187"/>
                </a:lnTo>
                <a:lnTo>
                  <a:pt x="1780964" y="1275830"/>
                </a:lnTo>
                <a:lnTo>
                  <a:pt x="1782428" y="1274472"/>
                </a:lnTo>
                <a:lnTo>
                  <a:pt x="1783891" y="1273115"/>
                </a:lnTo>
                <a:lnTo>
                  <a:pt x="1785355" y="1271758"/>
                </a:lnTo>
                <a:lnTo>
                  <a:pt x="1786818" y="1270402"/>
                </a:lnTo>
                <a:lnTo>
                  <a:pt x="1788281" y="1269047"/>
                </a:lnTo>
                <a:lnTo>
                  <a:pt x="1789745" y="1267691"/>
                </a:lnTo>
                <a:lnTo>
                  <a:pt x="1791208" y="1266337"/>
                </a:lnTo>
                <a:lnTo>
                  <a:pt x="1792672" y="1264982"/>
                </a:lnTo>
                <a:lnTo>
                  <a:pt x="1794135" y="1263628"/>
                </a:lnTo>
                <a:lnTo>
                  <a:pt x="1795598" y="1262275"/>
                </a:lnTo>
                <a:lnTo>
                  <a:pt x="1797062" y="1260922"/>
                </a:lnTo>
                <a:lnTo>
                  <a:pt x="1798525" y="1259569"/>
                </a:lnTo>
                <a:lnTo>
                  <a:pt x="1799989" y="1258217"/>
                </a:lnTo>
                <a:lnTo>
                  <a:pt x="1801452" y="1256865"/>
                </a:lnTo>
                <a:lnTo>
                  <a:pt x="1802916" y="1255514"/>
                </a:lnTo>
                <a:lnTo>
                  <a:pt x="1804379" y="1254163"/>
                </a:lnTo>
                <a:lnTo>
                  <a:pt x="1805842" y="1252813"/>
                </a:lnTo>
                <a:lnTo>
                  <a:pt x="1807306" y="1251463"/>
                </a:lnTo>
                <a:lnTo>
                  <a:pt x="1808769" y="1250113"/>
                </a:lnTo>
                <a:lnTo>
                  <a:pt x="1810233" y="1248764"/>
                </a:lnTo>
                <a:lnTo>
                  <a:pt x="1811696" y="1247416"/>
                </a:lnTo>
                <a:lnTo>
                  <a:pt x="1813159" y="1246068"/>
                </a:lnTo>
                <a:lnTo>
                  <a:pt x="1814623" y="1244720"/>
                </a:lnTo>
                <a:lnTo>
                  <a:pt x="1816086" y="1243373"/>
                </a:lnTo>
                <a:lnTo>
                  <a:pt x="1817550" y="1242026"/>
                </a:lnTo>
                <a:lnTo>
                  <a:pt x="1819013" y="1240679"/>
                </a:lnTo>
                <a:lnTo>
                  <a:pt x="1820476" y="1239333"/>
                </a:lnTo>
                <a:lnTo>
                  <a:pt x="1821940" y="1237988"/>
                </a:lnTo>
                <a:lnTo>
                  <a:pt x="1823403" y="1236643"/>
                </a:lnTo>
                <a:lnTo>
                  <a:pt x="1824867" y="1235298"/>
                </a:lnTo>
                <a:lnTo>
                  <a:pt x="1826330" y="1233954"/>
                </a:lnTo>
                <a:lnTo>
                  <a:pt x="1827793" y="1232611"/>
                </a:lnTo>
                <a:lnTo>
                  <a:pt x="1829257" y="1231267"/>
                </a:lnTo>
                <a:lnTo>
                  <a:pt x="1830720" y="1229925"/>
                </a:lnTo>
                <a:lnTo>
                  <a:pt x="1832184" y="1228582"/>
                </a:lnTo>
                <a:lnTo>
                  <a:pt x="1833647" y="1227240"/>
                </a:lnTo>
                <a:lnTo>
                  <a:pt x="1835110" y="1225899"/>
                </a:lnTo>
                <a:lnTo>
                  <a:pt x="1836574" y="1224558"/>
                </a:lnTo>
                <a:lnTo>
                  <a:pt x="1838037" y="1223218"/>
                </a:lnTo>
                <a:lnTo>
                  <a:pt x="1839501" y="1221877"/>
                </a:lnTo>
                <a:lnTo>
                  <a:pt x="1840964" y="1220538"/>
                </a:lnTo>
                <a:lnTo>
                  <a:pt x="1842427" y="1219199"/>
                </a:lnTo>
                <a:lnTo>
                  <a:pt x="1843891" y="1217860"/>
                </a:lnTo>
                <a:lnTo>
                  <a:pt x="1845354" y="1216522"/>
                </a:lnTo>
                <a:lnTo>
                  <a:pt x="1846818" y="1215184"/>
                </a:lnTo>
                <a:lnTo>
                  <a:pt x="1848281" y="1213847"/>
                </a:lnTo>
                <a:lnTo>
                  <a:pt x="1849744" y="1212510"/>
                </a:lnTo>
                <a:lnTo>
                  <a:pt x="1851208" y="1211173"/>
                </a:lnTo>
                <a:lnTo>
                  <a:pt x="1852671" y="1209837"/>
                </a:lnTo>
                <a:lnTo>
                  <a:pt x="1854135" y="1208502"/>
                </a:lnTo>
                <a:lnTo>
                  <a:pt x="1855598" y="1207167"/>
                </a:lnTo>
                <a:lnTo>
                  <a:pt x="1857062" y="1205832"/>
                </a:lnTo>
                <a:lnTo>
                  <a:pt x="1858525" y="1204498"/>
                </a:lnTo>
                <a:lnTo>
                  <a:pt x="1859988" y="1203164"/>
                </a:lnTo>
                <a:lnTo>
                  <a:pt x="1861452" y="1201831"/>
                </a:lnTo>
                <a:lnTo>
                  <a:pt x="1862915" y="1200498"/>
                </a:lnTo>
                <a:lnTo>
                  <a:pt x="1864379" y="1199166"/>
                </a:lnTo>
                <a:lnTo>
                  <a:pt x="1865842" y="1197834"/>
                </a:lnTo>
                <a:lnTo>
                  <a:pt x="1867305" y="1196503"/>
                </a:lnTo>
                <a:lnTo>
                  <a:pt x="1868769" y="1195172"/>
                </a:lnTo>
                <a:lnTo>
                  <a:pt x="1870232" y="1193842"/>
                </a:lnTo>
                <a:lnTo>
                  <a:pt x="1871696" y="1192512"/>
                </a:lnTo>
                <a:lnTo>
                  <a:pt x="1873159" y="1191182"/>
                </a:lnTo>
                <a:lnTo>
                  <a:pt x="1874622" y="1189853"/>
                </a:lnTo>
                <a:lnTo>
                  <a:pt x="1876086" y="1188525"/>
                </a:lnTo>
                <a:lnTo>
                  <a:pt x="1877549" y="1187196"/>
                </a:lnTo>
                <a:lnTo>
                  <a:pt x="1879013" y="1185869"/>
                </a:lnTo>
                <a:lnTo>
                  <a:pt x="1880476" y="1184542"/>
                </a:lnTo>
                <a:lnTo>
                  <a:pt x="1881939" y="1183215"/>
                </a:lnTo>
                <a:lnTo>
                  <a:pt x="1883403" y="1181889"/>
                </a:lnTo>
                <a:lnTo>
                  <a:pt x="1884866" y="1180563"/>
                </a:lnTo>
                <a:lnTo>
                  <a:pt x="1886330" y="1179237"/>
                </a:lnTo>
                <a:lnTo>
                  <a:pt x="1887793" y="1177913"/>
                </a:lnTo>
                <a:lnTo>
                  <a:pt x="1889256" y="1176588"/>
                </a:lnTo>
                <a:lnTo>
                  <a:pt x="1890720" y="1175264"/>
                </a:lnTo>
                <a:lnTo>
                  <a:pt x="1892183" y="1173941"/>
                </a:lnTo>
                <a:lnTo>
                  <a:pt x="1893647" y="1172618"/>
                </a:lnTo>
                <a:lnTo>
                  <a:pt x="1895110" y="1171295"/>
                </a:lnTo>
                <a:lnTo>
                  <a:pt x="1896573" y="1169973"/>
                </a:lnTo>
                <a:lnTo>
                  <a:pt x="1898037" y="1168652"/>
                </a:lnTo>
                <a:lnTo>
                  <a:pt x="1899500" y="1167330"/>
                </a:lnTo>
                <a:lnTo>
                  <a:pt x="1900964" y="1166010"/>
                </a:lnTo>
                <a:lnTo>
                  <a:pt x="1902427" y="1164690"/>
                </a:lnTo>
                <a:lnTo>
                  <a:pt x="1903891" y="1163370"/>
                </a:lnTo>
                <a:lnTo>
                  <a:pt x="1905354" y="1162051"/>
                </a:lnTo>
                <a:lnTo>
                  <a:pt x="1906817" y="1160732"/>
                </a:lnTo>
                <a:lnTo>
                  <a:pt x="1908281" y="1159414"/>
                </a:lnTo>
                <a:lnTo>
                  <a:pt x="1909744" y="1158096"/>
                </a:lnTo>
                <a:lnTo>
                  <a:pt x="1911208" y="1156778"/>
                </a:lnTo>
                <a:lnTo>
                  <a:pt x="1912671" y="1155462"/>
                </a:lnTo>
                <a:lnTo>
                  <a:pt x="1914134" y="1154145"/>
                </a:lnTo>
                <a:lnTo>
                  <a:pt x="1915598" y="1152829"/>
                </a:lnTo>
                <a:lnTo>
                  <a:pt x="1917061" y="1151514"/>
                </a:lnTo>
                <a:lnTo>
                  <a:pt x="1918525" y="1150199"/>
                </a:lnTo>
                <a:lnTo>
                  <a:pt x="1919988" y="1148884"/>
                </a:lnTo>
                <a:lnTo>
                  <a:pt x="1921451" y="1147570"/>
                </a:lnTo>
                <a:lnTo>
                  <a:pt x="1922915" y="1146257"/>
                </a:lnTo>
                <a:lnTo>
                  <a:pt x="1924378" y="1144944"/>
                </a:lnTo>
                <a:lnTo>
                  <a:pt x="1925842" y="1143631"/>
                </a:lnTo>
                <a:lnTo>
                  <a:pt x="1927305" y="1142319"/>
                </a:lnTo>
                <a:lnTo>
                  <a:pt x="1928768" y="1141007"/>
                </a:lnTo>
                <a:lnTo>
                  <a:pt x="1930232" y="1139696"/>
                </a:lnTo>
                <a:lnTo>
                  <a:pt x="1931695" y="1138386"/>
                </a:lnTo>
                <a:lnTo>
                  <a:pt x="1933159" y="1137075"/>
                </a:lnTo>
                <a:lnTo>
                  <a:pt x="1934622" y="1135766"/>
                </a:lnTo>
                <a:lnTo>
                  <a:pt x="1936085" y="1134457"/>
                </a:lnTo>
                <a:lnTo>
                  <a:pt x="1937549" y="1133148"/>
                </a:lnTo>
                <a:lnTo>
                  <a:pt x="1939012" y="1131839"/>
                </a:lnTo>
                <a:lnTo>
                  <a:pt x="1940476" y="1130532"/>
                </a:lnTo>
                <a:lnTo>
                  <a:pt x="1941939" y="1129224"/>
                </a:lnTo>
                <a:lnTo>
                  <a:pt x="1943402" y="1127918"/>
                </a:lnTo>
                <a:lnTo>
                  <a:pt x="1944866" y="1126611"/>
                </a:lnTo>
                <a:lnTo>
                  <a:pt x="1946329" y="1125305"/>
                </a:lnTo>
                <a:lnTo>
                  <a:pt x="1947793" y="1124000"/>
                </a:lnTo>
                <a:lnTo>
                  <a:pt x="1949256" y="1122695"/>
                </a:lnTo>
                <a:lnTo>
                  <a:pt x="1950720" y="1121391"/>
                </a:lnTo>
                <a:lnTo>
                  <a:pt x="1952183" y="1120087"/>
                </a:lnTo>
                <a:lnTo>
                  <a:pt x="1953646" y="1118783"/>
                </a:lnTo>
                <a:lnTo>
                  <a:pt x="1955110" y="1117480"/>
                </a:lnTo>
                <a:lnTo>
                  <a:pt x="1956573" y="1116178"/>
                </a:lnTo>
                <a:lnTo>
                  <a:pt x="1958037" y="1114876"/>
                </a:lnTo>
                <a:lnTo>
                  <a:pt x="1959500" y="1113575"/>
                </a:lnTo>
                <a:lnTo>
                  <a:pt x="1960963" y="1112274"/>
                </a:lnTo>
                <a:lnTo>
                  <a:pt x="1962427" y="1110973"/>
                </a:lnTo>
                <a:lnTo>
                  <a:pt x="1963890" y="1109673"/>
                </a:lnTo>
                <a:lnTo>
                  <a:pt x="1965354" y="1108373"/>
                </a:lnTo>
                <a:lnTo>
                  <a:pt x="1966817" y="1107074"/>
                </a:lnTo>
                <a:lnTo>
                  <a:pt x="1968280" y="1105776"/>
                </a:lnTo>
                <a:lnTo>
                  <a:pt x="1969744" y="1104478"/>
                </a:lnTo>
                <a:lnTo>
                  <a:pt x="1971207" y="1103180"/>
                </a:lnTo>
                <a:lnTo>
                  <a:pt x="1972671" y="1101883"/>
                </a:lnTo>
                <a:lnTo>
                  <a:pt x="1974134" y="1100587"/>
                </a:lnTo>
                <a:lnTo>
                  <a:pt x="1975597" y="1099291"/>
                </a:lnTo>
                <a:lnTo>
                  <a:pt x="1977061" y="1097995"/>
                </a:lnTo>
                <a:lnTo>
                  <a:pt x="1978524" y="1096700"/>
                </a:lnTo>
                <a:lnTo>
                  <a:pt x="1979988" y="1095405"/>
                </a:lnTo>
                <a:lnTo>
                  <a:pt x="1981451" y="1094111"/>
                </a:lnTo>
                <a:lnTo>
                  <a:pt x="1982914" y="1092817"/>
                </a:lnTo>
                <a:lnTo>
                  <a:pt x="1984378" y="1091524"/>
                </a:lnTo>
                <a:lnTo>
                  <a:pt x="1985841" y="1090232"/>
                </a:lnTo>
                <a:lnTo>
                  <a:pt x="1987305" y="1088940"/>
                </a:lnTo>
                <a:lnTo>
                  <a:pt x="1988768" y="1087648"/>
                </a:lnTo>
                <a:lnTo>
                  <a:pt x="1990231" y="1086357"/>
                </a:lnTo>
                <a:lnTo>
                  <a:pt x="1991695" y="1085066"/>
                </a:lnTo>
                <a:lnTo>
                  <a:pt x="1993158" y="1083776"/>
                </a:lnTo>
                <a:lnTo>
                  <a:pt x="1994622" y="1082486"/>
                </a:lnTo>
                <a:lnTo>
                  <a:pt x="1996085" y="1081197"/>
                </a:lnTo>
                <a:lnTo>
                  <a:pt x="1997548" y="1079908"/>
                </a:lnTo>
                <a:lnTo>
                  <a:pt x="1999012" y="1078620"/>
                </a:lnTo>
                <a:lnTo>
                  <a:pt x="2000475" y="1077333"/>
                </a:lnTo>
                <a:lnTo>
                  <a:pt x="2001939" y="1076045"/>
                </a:lnTo>
                <a:lnTo>
                  <a:pt x="2003402" y="1074759"/>
                </a:lnTo>
                <a:lnTo>
                  <a:pt x="2004866" y="1073473"/>
                </a:lnTo>
                <a:lnTo>
                  <a:pt x="2006329" y="1072187"/>
                </a:lnTo>
                <a:lnTo>
                  <a:pt x="2007792" y="1070902"/>
                </a:lnTo>
                <a:lnTo>
                  <a:pt x="2009256" y="1069617"/>
                </a:lnTo>
                <a:lnTo>
                  <a:pt x="2010719" y="1068333"/>
                </a:lnTo>
                <a:lnTo>
                  <a:pt x="2012183" y="1067049"/>
                </a:lnTo>
                <a:lnTo>
                  <a:pt x="2013646" y="1065766"/>
                </a:lnTo>
                <a:lnTo>
                  <a:pt x="2015109" y="1064483"/>
                </a:lnTo>
                <a:lnTo>
                  <a:pt x="2016573" y="1063201"/>
                </a:lnTo>
                <a:lnTo>
                  <a:pt x="2018036" y="1061920"/>
                </a:lnTo>
                <a:lnTo>
                  <a:pt x="2019500" y="1060638"/>
                </a:lnTo>
                <a:lnTo>
                  <a:pt x="2020963" y="1059358"/>
                </a:lnTo>
                <a:lnTo>
                  <a:pt x="2022426" y="1058078"/>
                </a:lnTo>
                <a:lnTo>
                  <a:pt x="2023890" y="1056798"/>
                </a:lnTo>
                <a:lnTo>
                  <a:pt x="2025353" y="1055519"/>
                </a:lnTo>
                <a:lnTo>
                  <a:pt x="2026817" y="1054240"/>
                </a:lnTo>
                <a:lnTo>
                  <a:pt x="2028280" y="1052962"/>
                </a:lnTo>
                <a:lnTo>
                  <a:pt x="2029743" y="1051685"/>
                </a:lnTo>
                <a:lnTo>
                  <a:pt x="2031207" y="1050407"/>
                </a:lnTo>
                <a:lnTo>
                  <a:pt x="2032670" y="1049131"/>
                </a:lnTo>
                <a:lnTo>
                  <a:pt x="2034134" y="1047855"/>
                </a:lnTo>
                <a:lnTo>
                  <a:pt x="2035597" y="1046579"/>
                </a:lnTo>
                <a:lnTo>
                  <a:pt x="2037060" y="1045304"/>
                </a:lnTo>
                <a:lnTo>
                  <a:pt x="2038524" y="1044030"/>
                </a:lnTo>
                <a:lnTo>
                  <a:pt x="2039987" y="1042756"/>
                </a:lnTo>
                <a:lnTo>
                  <a:pt x="2041451" y="1041482"/>
                </a:lnTo>
                <a:lnTo>
                  <a:pt x="2042914" y="1040209"/>
                </a:lnTo>
                <a:lnTo>
                  <a:pt x="2044377" y="1038937"/>
                </a:lnTo>
                <a:lnTo>
                  <a:pt x="2045841" y="1037665"/>
                </a:lnTo>
                <a:lnTo>
                  <a:pt x="2047304" y="1036393"/>
                </a:lnTo>
                <a:lnTo>
                  <a:pt x="2048768" y="1035122"/>
                </a:lnTo>
                <a:lnTo>
                  <a:pt x="2050231" y="1033852"/>
                </a:lnTo>
                <a:lnTo>
                  <a:pt x="2051695" y="1032582"/>
                </a:lnTo>
                <a:lnTo>
                  <a:pt x="2053158" y="1031312"/>
                </a:lnTo>
                <a:lnTo>
                  <a:pt x="2054621" y="1030043"/>
                </a:lnTo>
                <a:lnTo>
                  <a:pt x="2056085" y="1028775"/>
                </a:lnTo>
                <a:lnTo>
                  <a:pt x="2057548" y="1027507"/>
                </a:lnTo>
                <a:lnTo>
                  <a:pt x="2059012" y="1026240"/>
                </a:lnTo>
                <a:lnTo>
                  <a:pt x="2060475" y="1024973"/>
                </a:lnTo>
                <a:lnTo>
                  <a:pt x="2061938" y="1023707"/>
                </a:lnTo>
                <a:lnTo>
                  <a:pt x="2063402" y="1022441"/>
                </a:lnTo>
                <a:lnTo>
                  <a:pt x="2064865" y="1021175"/>
                </a:lnTo>
                <a:lnTo>
                  <a:pt x="2066329" y="1019911"/>
                </a:lnTo>
                <a:lnTo>
                  <a:pt x="2067792" y="1018646"/>
                </a:lnTo>
                <a:lnTo>
                  <a:pt x="2069255" y="1017383"/>
                </a:lnTo>
                <a:lnTo>
                  <a:pt x="2070719" y="1016120"/>
                </a:lnTo>
                <a:lnTo>
                  <a:pt x="2072182" y="1014857"/>
                </a:lnTo>
                <a:lnTo>
                  <a:pt x="2073646" y="1013595"/>
                </a:lnTo>
                <a:lnTo>
                  <a:pt x="2075109" y="1012333"/>
                </a:lnTo>
                <a:lnTo>
                  <a:pt x="2076572" y="1011072"/>
                </a:lnTo>
                <a:lnTo>
                  <a:pt x="2078036" y="1009811"/>
                </a:lnTo>
                <a:lnTo>
                  <a:pt x="2079499" y="1008551"/>
                </a:lnTo>
                <a:lnTo>
                  <a:pt x="2080963" y="1007292"/>
                </a:lnTo>
                <a:lnTo>
                  <a:pt x="2082426" y="1006033"/>
                </a:lnTo>
                <a:lnTo>
                  <a:pt x="2083889" y="1004774"/>
                </a:lnTo>
                <a:lnTo>
                  <a:pt x="2085353" y="1003516"/>
                </a:lnTo>
                <a:lnTo>
                  <a:pt x="2086816" y="1002259"/>
                </a:lnTo>
                <a:lnTo>
                  <a:pt x="2088280" y="1001002"/>
                </a:lnTo>
                <a:lnTo>
                  <a:pt x="2089743" y="999745"/>
                </a:lnTo>
                <a:lnTo>
                  <a:pt x="2091206" y="998489"/>
                </a:lnTo>
                <a:lnTo>
                  <a:pt x="2092670" y="997234"/>
                </a:lnTo>
                <a:lnTo>
                  <a:pt x="2094133" y="995979"/>
                </a:lnTo>
                <a:lnTo>
                  <a:pt x="2095597" y="994725"/>
                </a:lnTo>
                <a:lnTo>
                  <a:pt x="2097060" y="993471"/>
                </a:lnTo>
                <a:lnTo>
                  <a:pt x="2098523" y="992218"/>
                </a:lnTo>
                <a:lnTo>
                  <a:pt x="2099987" y="990965"/>
                </a:lnTo>
                <a:lnTo>
                  <a:pt x="2101450" y="989713"/>
                </a:lnTo>
                <a:lnTo>
                  <a:pt x="2102914" y="988461"/>
                </a:lnTo>
                <a:lnTo>
                  <a:pt x="2104377" y="987210"/>
                </a:lnTo>
                <a:lnTo>
                  <a:pt x="2105841" y="985959"/>
                </a:lnTo>
                <a:lnTo>
                  <a:pt x="2107304" y="984709"/>
                </a:lnTo>
                <a:lnTo>
                  <a:pt x="2108767" y="983460"/>
                </a:lnTo>
                <a:lnTo>
                  <a:pt x="2110231" y="982211"/>
                </a:lnTo>
                <a:lnTo>
                  <a:pt x="2111694" y="980962"/>
                </a:lnTo>
                <a:lnTo>
                  <a:pt x="2113158" y="979714"/>
                </a:lnTo>
                <a:lnTo>
                  <a:pt x="2114621" y="978467"/>
                </a:lnTo>
                <a:lnTo>
                  <a:pt x="2116084" y="977220"/>
                </a:lnTo>
                <a:lnTo>
                  <a:pt x="2117548" y="975973"/>
                </a:lnTo>
                <a:lnTo>
                  <a:pt x="2119011" y="974728"/>
                </a:lnTo>
                <a:lnTo>
                  <a:pt x="2120475" y="973482"/>
                </a:lnTo>
                <a:lnTo>
                  <a:pt x="2121938" y="972237"/>
                </a:lnTo>
                <a:lnTo>
                  <a:pt x="2123401" y="970993"/>
                </a:lnTo>
                <a:lnTo>
                  <a:pt x="2124865" y="969750"/>
                </a:lnTo>
                <a:lnTo>
                  <a:pt x="2126328" y="968506"/>
                </a:lnTo>
                <a:lnTo>
                  <a:pt x="2127792" y="967264"/>
                </a:lnTo>
                <a:lnTo>
                  <a:pt x="2129255" y="966022"/>
                </a:lnTo>
                <a:lnTo>
                  <a:pt x="2130718" y="964780"/>
                </a:lnTo>
                <a:lnTo>
                  <a:pt x="2132182" y="963539"/>
                </a:lnTo>
                <a:lnTo>
                  <a:pt x="2133645" y="962299"/>
                </a:lnTo>
                <a:lnTo>
                  <a:pt x="2135109" y="961059"/>
                </a:lnTo>
                <a:lnTo>
                  <a:pt x="2136572" y="959819"/>
                </a:lnTo>
                <a:lnTo>
                  <a:pt x="2138035" y="958580"/>
                </a:lnTo>
                <a:lnTo>
                  <a:pt x="2139499" y="957342"/>
                </a:lnTo>
                <a:lnTo>
                  <a:pt x="2140962" y="956104"/>
                </a:lnTo>
                <a:lnTo>
                  <a:pt x="2142426" y="954867"/>
                </a:lnTo>
                <a:lnTo>
                  <a:pt x="2143889" y="953630"/>
                </a:lnTo>
                <a:lnTo>
                  <a:pt x="2145352" y="952394"/>
                </a:lnTo>
                <a:lnTo>
                  <a:pt x="2146816" y="951159"/>
                </a:lnTo>
                <a:lnTo>
                  <a:pt x="2148279" y="949924"/>
                </a:lnTo>
                <a:lnTo>
                  <a:pt x="2149743" y="948689"/>
                </a:lnTo>
                <a:lnTo>
                  <a:pt x="2151206" y="947455"/>
                </a:lnTo>
                <a:lnTo>
                  <a:pt x="2152670" y="946222"/>
                </a:lnTo>
                <a:lnTo>
                  <a:pt x="2154133" y="944989"/>
                </a:lnTo>
                <a:lnTo>
                  <a:pt x="2155596" y="943756"/>
                </a:lnTo>
                <a:lnTo>
                  <a:pt x="2157060" y="942525"/>
                </a:lnTo>
                <a:lnTo>
                  <a:pt x="2158523" y="941293"/>
                </a:lnTo>
                <a:lnTo>
                  <a:pt x="2159987" y="940063"/>
                </a:lnTo>
                <a:lnTo>
                  <a:pt x="2161450" y="938832"/>
                </a:lnTo>
                <a:lnTo>
                  <a:pt x="2162913" y="937603"/>
                </a:lnTo>
                <a:lnTo>
                  <a:pt x="2164377" y="936374"/>
                </a:lnTo>
                <a:lnTo>
                  <a:pt x="2165840" y="935145"/>
                </a:lnTo>
                <a:lnTo>
                  <a:pt x="2167304" y="933917"/>
                </a:lnTo>
                <a:lnTo>
                  <a:pt x="2168767" y="932690"/>
                </a:lnTo>
                <a:lnTo>
                  <a:pt x="2170230" y="931463"/>
                </a:lnTo>
                <a:lnTo>
                  <a:pt x="2171694" y="930237"/>
                </a:lnTo>
                <a:lnTo>
                  <a:pt x="2173157" y="929011"/>
                </a:lnTo>
                <a:lnTo>
                  <a:pt x="2174621" y="927786"/>
                </a:lnTo>
                <a:lnTo>
                  <a:pt x="2176084" y="926561"/>
                </a:lnTo>
                <a:lnTo>
                  <a:pt x="2177547" y="925337"/>
                </a:lnTo>
                <a:lnTo>
                  <a:pt x="2179011" y="924113"/>
                </a:lnTo>
                <a:lnTo>
                  <a:pt x="2180474" y="922890"/>
                </a:lnTo>
                <a:lnTo>
                  <a:pt x="2181938" y="921668"/>
                </a:lnTo>
                <a:lnTo>
                  <a:pt x="2183401" y="920446"/>
                </a:lnTo>
                <a:lnTo>
                  <a:pt x="2184864" y="919224"/>
                </a:lnTo>
                <a:lnTo>
                  <a:pt x="2186328" y="918004"/>
                </a:lnTo>
                <a:lnTo>
                  <a:pt x="2187791" y="916783"/>
                </a:lnTo>
                <a:lnTo>
                  <a:pt x="2189255" y="915564"/>
                </a:lnTo>
                <a:lnTo>
                  <a:pt x="2190718" y="914345"/>
                </a:lnTo>
                <a:lnTo>
                  <a:pt x="2192181" y="913126"/>
                </a:lnTo>
                <a:lnTo>
                  <a:pt x="2193645" y="911908"/>
                </a:lnTo>
                <a:lnTo>
                  <a:pt x="2195108" y="910690"/>
                </a:lnTo>
                <a:lnTo>
                  <a:pt x="2196572" y="909474"/>
                </a:lnTo>
                <a:lnTo>
                  <a:pt x="2198035" y="908257"/>
                </a:lnTo>
                <a:lnTo>
                  <a:pt x="2199498" y="907041"/>
                </a:lnTo>
                <a:lnTo>
                  <a:pt x="2200962" y="905826"/>
                </a:lnTo>
                <a:lnTo>
                  <a:pt x="2202425" y="904611"/>
                </a:lnTo>
                <a:lnTo>
                  <a:pt x="2203889" y="903397"/>
                </a:lnTo>
                <a:lnTo>
                  <a:pt x="2205352" y="902184"/>
                </a:lnTo>
                <a:lnTo>
                  <a:pt x="2206816" y="900971"/>
                </a:lnTo>
                <a:lnTo>
                  <a:pt x="2208279" y="899758"/>
                </a:lnTo>
                <a:lnTo>
                  <a:pt x="2209742" y="898546"/>
                </a:lnTo>
                <a:lnTo>
                  <a:pt x="2211206" y="897335"/>
                </a:lnTo>
                <a:lnTo>
                  <a:pt x="2212669" y="896124"/>
                </a:lnTo>
                <a:lnTo>
                  <a:pt x="2214133" y="894914"/>
                </a:lnTo>
                <a:lnTo>
                  <a:pt x="2215596" y="893705"/>
                </a:lnTo>
                <a:lnTo>
                  <a:pt x="2217059" y="892495"/>
                </a:lnTo>
                <a:lnTo>
                  <a:pt x="2218523" y="891287"/>
                </a:lnTo>
                <a:lnTo>
                  <a:pt x="2219986" y="890079"/>
                </a:lnTo>
                <a:lnTo>
                  <a:pt x="2221450" y="888872"/>
                </a:lnTo>
                <a:lnTo>
                  <a:pt x="2222913" y="887665"/>
                </a:lnTo>
                <a:lnTo>
                  <a:pt x="2224376" y="886459"/>
                </a:lnTo>
                <a:lnTo>
                  <a:pt x="2225840" y="885253"/>
                </a:lnTo>
                <a:lnTo>
                  <a:pt x="2227303" y="884048"/>
                </a:lnTo>
                <a:lnTo>
                  <a:pt x="2228767" y="882843"/>
                </a:lnTo>
                <a:lnTo>
                  <a:pt x="2230230" y="881639"/>
                </a:lnTo>
                <a:lnTo>
                  <a:pt x="2231693" y="880436"/>
                </a:lnTo>
                <a:lnTo>
                  <a:pt x="2233157" y="879233"/>
                </a:lnTo>
                <a:lnTo>
                  <a:pt x="2234620" y="878031"/>
                </a:lnTo>
                <a:lnTo>
                  <a:pt x="2236084" y="876829"/>
                </a:lnTo>
                <a:lnTo>
                  <a:pt x="2237547" y="875628"/>
                </a:lnTo>
                <a:lnTo>
                  <a:pt x="2239010" y="874427"/>
                </a:lnTo>
                <a:lnTo>
                  <a:pt x="2240474" y="873227"/>
                </a:lnTo>
                <a:lnTo>
                  <a:pt x="2241937" y="872028"/>
                </a:lnTo>
                <a:lnTo>
                  <a:pt x="2243401" y="870829"/>
                </a:lnTo>
                <a:lnTo>
                  <a:pt x="2244864" y="869631"/>
                </a:lnTo>
                <a:lnTo>
                  <a:pt x="2246327" y="868433"/>
                </a:lnTo>
                <a:lnTo>
                  <a:pt x="2247791" y="867236"/>
                </a:lnTo>
                <a:lnTo>
                  <a:pt x="2249254" y="866039"/>
                </a:lnTo>
                <a:lnTo>
                  <a:pt x="2250718" y="864843"/>
                </a:lnTo>
                <a:lnTo>
                  <a:pt x="2252181" y="863648"/>
                </a:lnTo>
                <a:lnTo>
                  <a:pt x="2253645" y="862453"/>
                </a:lnTo>
                <a:lnTo>
                  <a:pt x="2255108" y="861259"/>
                </a:lnTo>
                <a:lnTo>
                  <a:pt x="2256571" y="860065"/>
                </a:lnTo>
                <a:lnTo>
                  <a:pt x="2258035" y="858872"/>
                </a:lnTo>
                <a:lnTo>
                  <a:pt x="2259498" y="857679"/>
                </a:lnTo>
                <a:lnTo>
                  <a:pt x="2260962" y="856487"/>
                </a:lnTo>
                <a:lnTo>
                  <a:pt x="2262425" y="855296"/>
                </a:lnTo>
                <a:lnTo>
                  <a:pt x="2263888" y="854105"/>
                </a:lnTo>
                <a:lnTo>
                  <a:pt x="2265352" y="852915"/>
                </a:lnTo>
                <a:lnTo>
                  <a:pt x="2266815" y="851725"/>
                </a:lnTo>
                <a:lnTo>
                  <a:pt x="2268279" y="850536"/>
                </a:lnTo>
                <a:lnTo>
                  <a:pt x="2269742" y="849348"/>
                </a:lnTo>
                <a:lnTo>
                  <a:pt x="2271205" y="848160"/>
                </a:lnTo>
                <a:lnTo>
                  <a:pt x="2272669" y="846973"/>
                </a:lnTo>
                <a:lnTo>
                  <a:pt x="2274132" y="845786"/>
                </a:lnTo>
                <a:lnTo>
                  <a:pt x="2275596" y="844600"/>
                </a:lnTo>
                <a:lnTo>
                  <a:pt x="2277059" y="843414"/>
                </a:lnTo>
                <a:lnTo>
                  <a:pt x="2278522" y="842229"/>
                </a:lnTo>
                <a:lnTo>
                  <a:pt x="2279986" y="841045"/>
                </a:lnTo>
                <a:lnTo>
                  <a:pt x="2281449" y="839861"/>
                </a:lnTo>
                <a:lnTo>
                  <a:pt x="2282913" y="838678"/>
                </a:lnTo>
                <a:lnTo>
                  <a:pt x="2284376" y="837495"/>
                </a:lnTo>
                <a:lnTo>
                  <a:pt x="2285839" y="836313"/>
                </a:lnTo>
                <a:lnTo>
                  <a:pt x="2287303" y="835131"/>
                </a:lnTo>
                <a:lnTo>
                  <a:pt x="2288766" y="833950"/>
                </a:lnTo>
                <a:lnTo>
                  <a:pt x="2290230" y="832770"/>
                </a:lnTo>
                <a:lnTo>
                  <a:pt x="2291693" y="831590"/>
                </a:lnTo>
                <a:lnTo>
                  <a:pt x="2293156" y="830411"/>
                </a:lnTo>
                <a:lnTo>
                  <a:pt x="2294620" y="829233"/>
                </a:lnTo>
                <a:lnTo>
                  <a:pt x="2296083" y="828055"/>
                </a:lnTo>
                <a:lnTo>
                  <a:pt x="2297547" y="826877"/>
                </a:lnTo>
                <a:lnTo>
                  <a:pt x="2299010" y="825700"/>
                </a:lnTo>
                <a:lnTo>
                  <a:pt x="2300473" y="824524"/>
                </a:lnTo>
                <a:lnTo>
                  <a:pt x="2301937" y="823349"/>
                </a:lnTo>
                <a:lnTo>
                  <a:pt x="2303400" y="822174"/>
                </a:lnTo>
                <a:lnTo>
                  <a:pt x="2304864" y="820999"/>
                </a:lnTo>
                <a:lnTo>
                  <a:pt x="2306327" y="819825"/>
                </a:lnTo>
                <a:lnTo>
                  <a:pt x="2307791" y="818652"/>
                </a:lnTo>
                <a:lnTo>
                  <a:pt x="2309254" y="817479"/>
                </a:lnTo>
                <a:lnTo>
                  <a:pt x="2310717" y="816307"/>
                </a:lnTo>
                <a:lnTo>
                  <a:pt x="2312181" y="815136"/>
                </a:lnTo>
                <a:lnTo>
                  <a:pt x="2313644" y="813965"/>
                </a:lnTo>
                <a:lnTo>
                  <a:pt x="2315108" y="812795"/>
                </a:lnTo>
                <a:lnTo>
                  <a:pt x="2316571" y="811625"/>
                </a:lnTo>
                <a:lnTo>
                  <a:pt x="2318034" y="810456"/>
                </a:lnTo>
                <a:lnTo>
                  <a:pt x="2319498" y="809287"/>
                </a:lnTo>
                <a:lnTo>
                  <a:pt x="2320961" y="808119"/>
                </a:lnTo>
                <a:lnTo>
                  <a:pt x="2322425" y="806952"/>
                </a:lnTo>
                <a:lnTo>
                  <a:pt x="2323888" y="805785"/>
                </a:lnTo>
                <a:lnTo>
                  <a:pt x="2325351" y="804619"/>
                </a:lnTo>
                <a:lnTo>
                  <a:pt x="2326815" y="803454"/>
                </a:lnTo>
                <a:lnTo>
                  <a:pt x="2328278" y="802289"/>
                </a:lnTo>
                <a:lnTo>
                  <a:pt x="2329742" y="801124"/>
                </a:lnTo>
                <a:lnTo>
                  <a:pt x="2331205" y="799961"/>
                </a:lnTo>
                <a:lnTo>
                  <a:pt x="2332668" y="798798"/>
                </a:lnTo>
                <a:lnTo>
                  <a:pt x="2334132" y="797635"/>
                </a:lnTo>
                <a:lnTo>
                  <a:pt x="2335595" y="796473"/>
                </a:lnTo>
                <a:lnTo>
                  <a:pt x="2337059" y="795312"/>
                </a:lnTo>
                <a:lnTo>
                  <a:pt x="2338522" y="794151"/>
                </a:lnTo>
                <a:lnTo>
                  <a:pt x="2339985" y="792991"/>
                </a:lnTo>
                <a:lnTo>
                  <a:pt x="2341449" y="791831"/>
                </a:lnTo>
                <a:lnTo>
                  <a:pt x="2342912" y="790672"/>
                </a:lnTo>
                <a:lnTo>
                  <a:pt x="2344376" y="789514"/>
                </a:lnTo>
                <a:lnTo>
                  <a:pt x="2345839" y="788356"/>
                </a:lnTo>
                <a:lnTo>
                  <a:pt x="2347302" y="787199"/>
                </a:lnTo>
                <a:lnTo>
                  <a:pt x="2348766" y="786043"/>
                </a:lnTo>
                <a:lnTo>
                  <a:pt x="2350229" y="784887"/>
                </a:lnTo>
                <a:lnTo>
                  <a:pt x="2351693" y="783732"/>
                </a:lnTo>
                <a:lnTo>
                  <a:pt x="2353156" y="782577"/>
                </a:lnTo>
                <a:lnTo>
                  <a:pt x="2354620" y="781423"/>
                </a:lnTo>
                <a:lnTo>
                  <a:pt x="2356083" y="780269"/>
                </a:lnTo>
                <a:lnTo>
                  <a:pt x="2357546" y="779116"/>
                </a:lnTo>
                <a:lnTo>
                  <a:pt x="2359010" y="777964"/>
                </a:lnTo>
                <a:lnTo>
                  <a:pt x="2360473" y="776813"/>
                </a:lnTo>
                <a:lnTo>
                  <a:pt x="2361937" y="775661"/>
                </a:lnTo>
                <a:lnTo>
                  <a:pt x="2363400" y="774511"/>
                </a:lnTo>
                <a:lnTo>
                  <a:pt x="2364863" y="773361"/>
                </a:lnTo>
                <a:lnTo>
                  <a:pt x="2366327" y="772212"/>
                </a:lnTo>
                <a:lnTo>
                  <a:pt x="2367790" y="771063"/>
                </a:lnTo>
                <a:lnTo>
                  <a:pt x="2369254" y="769915"/>
                </a:lnTo>
                <a:lnTo>
                  <a:pt x="2370717" y="768768"/>
                </a:lnTo>
                <a:lnTo>
                  <a:pt x="2372180" y="767621"/>
                </a:lnTo>
                <a:lnTo>
                  <a:pt x="2373644" y="766475"/>
                </a:lnTo>
                <a:lnTo>
                  <a:pt x="2375107" y="765330"/>
                </a:lnTo>
                <a:lnTo>
                  <a:pt x="2376571" y="764185"/>
                </a:lnTo>
                <a:lnTo>
                  <a:pt x="2378034" y="763040"/>
                </a:lnTo>
                <a:lnTo>
                  <a:pt x="2379497" y="761897"/>
                </a:lnTo>
                <a:lnTo>
                  <a:pt x="2380961" y="760753"/>
                </a:lnTo>
                <a:lnTo>
                  <a:pt x="2382424" y="759611"/>
                </a:lnTo>
                <a:lnTo>
                  <a:pt x="2383888" y="758469"/>
                </a:lnTo>
                <a:lnTo>
                  <a:pt x="2385351" y="757328"/>
                </a:lnTo>
                <a:lnTo>
                  <a:pt x="2386814" y="756187"/>
                </a:lnTo>
                <a:lnTo>
                  <a:pt x="2388278" y="755047"/>
                </a:lnTo>
                <a:lnTo>
                  <a:pt x="2389741" y="753908"/>
                </a:lnTo>
                <a:lnTo>
                  <a:pt x="2391205" y="752769"/>
                </a:lnTo>
                <a:lnTo>
                  <a:pt x="2392668" y="751631"/>
                </a:lnTo>
                <a:lnTo>
                  <a:pt x="2394131" y="750493"/>
                </a:lnTo>
                <a:lnTo>
                  <a:pt x="2395595" y="749356"/>
                </a:lnTo>
                <a:lnTo>
                  <a:pt x="2397058" y="748220"/>
                </a:lnTo>
                <a:lnTo>
                  <a:pt x="2398522" y="747084"/>
                </a:lnTo>
                <a:lnTo>
                  <a:pt x="2399985" y="745949"/>
                </a:lnTo>
                <a:lnTo>
                  <a:pt x="2401449" y="744815"/>
                </a:lnTo>
                <a:lnTo>
                  <a:pt x="2402912" y="743681"/>
                </a:lnTo>
                <a:lnTo>
                  <a:pt x="2404375" y="742548"/>
                </a:lnTo>
                <a:lnTo>
                  <a:pt x="2405839" y="741415"/>
                </a:lnTo>
                <a:lnTo>
                  <a:pt x="2407302" y="740283"/>
                </a:lnTo>
                <a:lnTo>
                  <a:pt x="2408766" y="739152"/>
                </a:lnTo>
                <a:lnTo>
                  <a:pt x="2410229" y="738021"/>
                </a:lnTo>
                <a:lnTo>
                  <a:pt x="2411692" y="736891"/>
                </a:lnTo>
                <a:lnTo>
                  <a:pt x="2413156" y="735762"/>
                </a:lnTo>
                <a:lnTo>
                  <a:pt x="2414619" y="734633"/>
                </a:lnTo>
                <a:lnTo>
                  <a:pt x="2416083" y="733505"/>
                </a:lnTo>
                <a:lnTo>
                  <a:pt x="2417546" y="732377"/>
                </a:lnTo>
                <a:lnTo>
                  <a:pt x="2419009" y="731250"/>
                </a:lnTo>
                <a:lnTo>
                  <a:pt x="2420473" y="730124"/>
                </a:lnTo>
                <a:lnTo>
                  <a:pt x="2421936" y="728998"/>
                </a:lnTo>
                <a:lnTo>
                  <a:pt x="2423400" y="727873"/>
                </a:lnTo>
                <a:lnTo>
                  <a:pt x="2424863" y="726749"/>
                </a:lnTo>
                <a:lnTo>
                  <a:pt x="2426326" y="725625"/>
                </a:lnTo>
                <a:lnTo>
                  <a:pt x="2427790" y="724502"/>
                </a:lnTo>
                <a:lnTo>
                  <a:pt x="2429253" y="723379"/>
                </a:lnTo>
                <a:lnTo>
                  <a:pt x="2430717" y="722258"/>
                </a:lnTo>
                <a:lnTo>
                  <a:pt x="2432180" y="721136"/>
                </a:lnTo>
                <a:lnTo>
                  <a:pt x="2433643" y="720016"/>
                </a:lnTo>
                <a:lnTo>
                  <a:pt x="2435107" y="718896"/>
                </a:lnTo>
                <a:lnTo>
                  <a:pt x="2436570" y="717776"/>
                </a:lnTo>
                <a:lnTo>
                  <a:pt x="2438034" y="716658"/>
                </a:lnTo>
                <a:lnTo>
                  <a:pt x="2439497" y="715539"/>
                </a:lnTo>
                <a:lnTo>
                  <a:pt x="2440960" y="714422"/>
                </a:lnTo>
                <a:lnTo>
                  <a:pt x="2442424" y="713305"/>
                </a:lnTo>
                <a:lnTo>
                  <a:pt x="2443887" y="712189"/>
                </a:lnTo>
                <a:lnTo>
                  <a:pt x="2445351" y="711073"/>
                </a:lnTo>
                <a:lnTo>
                  <a:pt x="2446814" y="709958"/>
                </a:lnTo>
                <a:lnTo>
                  <a:pt x="2448277" y="708844"/>
                </a:lnTo>
                <a:lnTo>
                  <a:pt x="2449741" y="707730"/>
                </a:lnTo>
                <a:lnTo>
                  <a:pt x="2451204" y="706617"/>
                </a:lnTo>
                <a:lnTo>
                  <a:pt x="2452668" y="705505"/>
                </a:lnTo>
                <a:lnTo>
                  <a:pt x="2454131" y="704393"/>
                </a:lnTo>
                <a:lnTo>
                  <a:pt x="2455595" y="703282"/>
                </a:lnTo>
                <a:lnTo>
                  <a:pt x="2457058" y="702172"/>
                </a:lnTo>
                <a:lnTo>
                  <a:pt x="2458521" y="701062"/>
                </a:lnTo>
                <a:lnTo>
                  <a:pt x="2459985" y="699953"/>
                </a:lnTo>
                <a:lnTo>
                  <a:pt x="2461448" y="698844"/>
                </a:lnTo>
                <a:lnTo>
                  <a:pt x="2462912" y="697736"/>
                </a:lnTo>
                <a:lnTo>
                  <a:pt x="2464375" y="696629"/>
                </a:lnTo>
                <a:lnTo>
                  <a:pt x="2465838" y="695522"/>
                </a:lnTo>
                <a:lnTo>
                  <a:pt x="2467302" y="694416"/>
                </a:lnTo>
                <a:lnTo>
                  <a:pt x="2468765" y="693311"/>
                </a:lnTo>
                <a:lnTo>
                  <a:pt x="2470229" y="692206"/>
                </a:lnTo>
                <a:lnTo>
                  <a:pt x="2471692" y="691102"/>
                </a:lnTo>
                <a:lnTo>
                  <a:pt x="2473155" y="689999"/>
                </a:lnTo>
                <a:lnTo>
                  <a:pt x="2474619" y="688896"/>
                </a:lnTo>
                <a:lnTo>
                  <a:pt x="2476082" y="687794"/>
                </a:lnTo>
                <a:lnTo>
                  <a:pt x="2477546" y="686693"/>
                </a:lnTo>
                <a:lnTo>
                  <a:pt x="2479009" y="685592"/>
                </a:lnTo>
                <a:lnTo>
                  <a:pt x="2480472" y="684492"/>
                </a:lnTo>
                <a:lnTo>
                  <a:pt x="2481936" y="683392"/>
                </a:lnTo>
                <a:lnTo>
                  <a:pt x="2483399" y="682293"/>
                </a:lnTo>
                <a:lnTo>
                  <a:pt x="2484863" y="681195"/>
                </a:lnTo>
                <a:lnTo>
                  <a:pt x="2486326" y="680098"/>
                </a:lnTo>
                <a:lnTo>
                  <a:pt x="2487789" y="679001"/>
                </a:lnTo>
                <a:lnTo>
                  <a:pt x="2489253" y="677904"/>
                </a:lnTo>
                <a:lnTo>
                  <a:pt x="2490716" y="676809"/>
                </a:lnTo>
                <a:lnTo>
                  <a:pt x="2492180" y="675714"/>
                </a:lnTo>
                <a:lnTo>
                  <a:pt x="2493643" y="674620"/>
                </a:lnTo>
                <a:lnTo>
                  <a:pt x="2495106" y="673526"/>
                </a:lnTo>
                <a:lnTo>
                  <a:pt x="2496570" y="672433"/>
                </a:lnTo>
                <a:lnTo>
                  <a:pt x="2498033" y="671341"/>
                </a:lnTo>
                <a:lnTo>
                  <a:pt x="2499497" y="670249"/>
                </a:lnTo>
                <a:lnTo>
                  <a:pt x="2500960" y="669158"/>
                </a:lnTo>
                <a:lnTo>
                  <a:pt x="2502424" y="668067"/>
                </a:lnTo>
                <a:lnTo>
                  <a:pt x="2503887" y="666978"/>
                </a:lnTo>
                <a:lnTo>
                  <a:pt x="2505350" y="665889"/>
                </a:lnTo>
                <a:lnTo>
                  <a:pt x="2506814" y="664800"/>
                </a:lnTo>
                <a:lnTo>
                  <a:pt x="2508277" y="663712"/>
                </a:lnTo>
                <a:lnTo>
                  <a:pt x="2509741" y="662625"/>
                </a:lnTo>
                <a:lnTo>
                  <a:pt x="2511204" y="661539"/>
                </a:lnTo>
                <a:lnTo>
                  <a:pt x="2512667" y="660453"/>
                </a:lnTo>
                <a:lnTo>
                  <a:pt x="2514131" y="659368"/>
                </a:lnTo>
                <a:lnTo>
                  <a:pt x="2515594" y="658283"/>
                </a:lnTo>
                <a:lnTo>
                  <a:pt x="2517058" y="657200"/>
                </a:lnTo>
                <a:lnTo>
                  <a:pt x="2518521" y="656116"/>
                </a:lnTo>
                <a:lnTo>
                  <a:pt x="2519984" y="655034"/>
                </a:lnTo>
                <a:lnTo>
                  <a:pt x="2521448" y="653952"/>
                </a:lnTo>
                <a:lnTo>
                  <a:pt x="2522911" y="652871"/>
                </a:lnTo>
                <a:lnTo>
                  <a:pt x="2524375" y="651790"/>
                </a:lnTo>
                <a:lnTo>
                  <a:pt x="2525838" y="650711"/>
                </a:lnTo>
                <a:lnTo>
                  <a:pt x="2527301" y="649631"/>
                </a:lnTo>
                <a:lnTo>
                  <a:pt x="2528765" y="648553"/>
                </a:lnTo>
                <a:lnTo>
                  <a:pt x="2530228" y="647475"/>
                </a:lnTo>
                <a:lnTo>
                  <a:pt x="2531692" y="646398"/>
                </a:lnTo>
                <a:lnTo>
                  <a:pt x="2533155" y="645321"/>
                </a:lnTo>
                <a:lnTo>
                  <a:pt x="2534618" y="644246"/>
                </a:lnTo>
                <a:lnTo>
                  <a:pt x="2536082" y="643170"/>
                </a:lnTo>
                <a:lnTo>
                  <a:pt x="2537545" y="642096"/>
                </a:lnTo>
                <a:lnTo>
                  <a:pt x="2539009" y="641022"/>
                </a:lnTo>
                <a:lnTo>
                  <a:pt x="2540472" y="639949"/>
                </a:lnTo>
                <a:lnTo>
                  <a:pt x="2541935" y="638876"/>
                </a:lnTo>
                <a:lnTo>
                  <a:pt x="2543399" y="637804"/>
                </a:lnTo>
                <a:lnTo>
                  <a:pt x="2544862" y="636733"/>
                </a:lnTo>
                <a:lnTo>
                  <a:pt x="2546326" y="635663"/>
                </a:lnTo>
                <a:lnTo>
                  <a:pt x="2547789" y="634593"/>
                </a:lnTo>
                <a:lnTo>
                  <a:pt x="2549252" y="633524"/>
                </a:lnTo>
                <a:lnTo>
                  <a:pt x="2550716" y="632455"/>
                </a:lnTo>
                <a:lnTo>
                  <a:pt x="2552179" y="631387"/>
                </a:lnTo>
                <a:lnTo>
                  <a:pt x="2553643" y="630320"/>
                </a:lnTo>
                <a:lnTo>
                  <a:pt x="2555106" y="629254"/>
                </a:lnTo>
                <a:lnTo>
                  <a:pt x="2556570" y="628188"/>
                </a:lnTo>
                <a:lnTo>
                  <a:pt x="2558033" y="627123"/>
                </a:lnTo>
                <a:lnTo>
                  <a:pt x="2559496" y="626058"/>
                </a:lnTo>
                <a:lnTo>
                  <a:pt x="2560960" y="624995"/>
                </a:lnTo>
                <a:lnTo>
                  <a:pt x="2562423" y="623931"/>
                </a:lnTo>
                <a:lnTo>
                  <a:pt x="2563887" y="622869"/>
                </a:lnTo>
                <a:lnTo>
                  <a:pt x="2565350" y="621807"/>
                </a:lnTo>
                <a:lnTo>
                  <a:pt x="2566813" y="620746"/>
                </a:lnTo>
                <a:lnTo>
                  <a:pt x="2568277" y="619686"/>
                </a:lnTo>
                <a:lnTo>
                  <a:pt x="2569740" y="618626"/>
                </a:lnTo>
                <a:lnTo>
                  <a:pt x="2571204" y="617567"/>
                </a:lnTo>
                <a:lnTo>
                  <a:pt x="2572667" y="616509"/>
                </a:lnTo>
                <a:lnTo>
                  <a:pt x="2574130" y="615451"/>
                </a:lnTo>
                <a:lnTo>
                  <a:pt x="2575594" y="614394"/>
                </a:lnTo>
                <a:lnTo>
                  <a:pt x="2577057" y="613338"/>
                </a:lnTo>
                <a:lnTo>
                  <a:pt x="2578521" y="612282"/>
                </a:lnTo>
                <a:lnTo>
                  <a:pt x="2579984" y="611227"/>
                </a:lnTo>
                <a:lnTo>
                  <a:pt x="2581447" y="610173"/>
                </a:lnTo>
                <a:lnTo>
                  <a:pt x="2582911" y="609119"/>
                </a:lnTo>
                <a:lnTo>
                  <a:pt x="2584374" y="608066"/>
                </a:lnTo>
                <a:lnTo>
                  <a:pt x="2585838" y="607014"/>
                </a:lnTo>
                <a:lnTo>
                  <a:pt x="2587301" y="605962"/>
                </a:lnTo>
                <a:lnTo>
                  <a:pt x="2588764" y="604912"/>
                </a:lnTo>
                <a:lnTo>
                  <a:pt x="2590228" y="603861"/>
                </a:lnTo>
                <a:lnTo>
                  <a:pt x="2591691" y="602812"/>
                </a:lnTo>
                <a:lnTo>
                  <a:pt x="2593155" y="601763"/>
                </a:lnTo>
                <a:lnTo>
                  <a:pt x="2594618" y="600715"/>
                </a:lnTo>
                <a:lnTo>
                  <a:pt x="2596081" y="599667"/>
                </a:lnTo>
                <a:lnTo>
                  <a:pt x="2597545" y="598621"/>
                </a:lnTo>
                <a:lnTo>
                  <a:pt x="2599008" y="597575"/>
                </a:lnTo>
                <a:lnTo>
                  <a:pt x="2600472" y="596529"/>
                </a:lnTo>
                <a:lnTo>
                  <a:pt x="2601935" y="595485"/>
                </a:lnTo>
                <a:lnTo>
                  <a:pt x="2603399" y="594441"/>
                </a:lnTo>
                <a:lnTo>
                  <a:pt x="2604862" y="593397"/>
                </a:lnTo>
                <a:lnTo>
                  <a:pt x="2606325" y="592355"/>
                </a:lnTo>
                <a:lnTo>
                  <a:pt x="2607789" y="591313"/>
                </a:lnTo>
                <a:lnTo>
                  <a:pt x="2609252" y="590272"/>
                </a:lnTo>
                <a:lnTo>
                  <a:pt x="2610716" y="589231"/>
                </a:lnTo>
                <a:lnTo>
                  <a:pt x="2612179" y="588191"/>
                </a:lnTo>
                <a:lnTo>
                  <a:pt x="2613642" y="587152"/>
                </a:lnTo>
                <a:lnTo>
                  <a:pt x="2615106" y="586114"/>
                </a:lnTo>
                <a:lnTo>
                  <a:pt x="2616569" y="585076"/>
                </a:lnTo>
                <a:lnTo>
                  <a:pt x="2618033" y="584039"/>
                </a:lnTo>
                <a:lnTo>
                  <a:pt x="2619496" y="583002"/>
                </a:lnTo>
                <a:lnTo>
                  <a:pt x="2620959" y="581967"/>
                </a:lnTo>
                <a:lnTo>
                  <a:pt x="2622423" y="580932"/>
                </a:lnTo>
                <a:lnTo>
                  <a:pt x="2623886" y="579897"/>
                </a:lnTo>
                <a:lnTo>
                  <a:pt x="2625350" y="578864"/>
                </a:lnTo>
                <a:lnTo>
                  <a:pt x="2626813" y="577831"/>
                </a:lnTo>
                <a:lnTo>
                  <a:pt x="2628276" y="576799"/>
                </a:lnTo>
                <a:lnTo>
                  <a:pt x="2629740" y="575767"/>
                </a:lnTo>
                <a:lnTo>
                  <a:pt x="2631203" y="574736"/>
                </a:lnTo>
                <a:lnTo>
                  <a:pt x="2632667" y="573706"/>
                </a:lnTo>
                <a:lnTo>
                  <a:pt x="2634130" y="572677"/>
                </a:lnTo>
                <a:lnTo>
                  <a:pt x="2635593" y="571648"/>
                </a:lnTo>
                <a:lnTo>
                  <a:pt x="2637057" y="570620"/>
                </a:lnTo>
                <a:lnTo>
                  <a:pt x="2638520" y="569593"/>
                </a:lnTo>
                <a:lnTo>
                  <a:pt x="2639984" y="568566"/>
                </a:lnTo>
                <a:lnTo>
                  <a:pt x="2641447" y="567540"/>
                </a:lnTo>
                <a:lnTo>
                  <a:pt x="2642910" y="566515"/>
                </a:lnTo>
                <a:lnTo>
                  <a:pt x="2644374" y="565491"/>
                </a:lnTo>
                <a:lnTo>
                  <a:pt x="2645837" y="564467"/>
                </a:lnTo>
                <a:lnTo>
                  <a:pt x="2647301" y="563444"/>
                </a:lnTo>
                <a:lnTo>
                  <a:pt x="2648764" y="562422"/>
                </a:lnTo>
                <a:lnTo>
                  <a:pt x="2650227" y="561400"/>
                </a:lnTo>
                <a:lnTo>
                  <a:pt x="2651691" y="560379"/>
                </a:lnTo>
                <a:lnTo>
                  <a:pt x="2653154" y="559359"/>
                </a:lnTo>
                <a:lnTo>
                  <a:pt x="2654618" y="558339"/>
                </a:lnTo>
                <a:lnTo>
                  <a:pt x="2656081" y="557320"/>
                </a:lnTo>
                <a:lnTo>
                  <a:pt x="2657545" y="556302"/>
                </a:lnTo>
                <a:lnTo>
                  <a:pt x="2659008" y="555285"/>
                </a:lnTo>
                <a:lnTo>
                  <a:pt x="2660471" y="554268"/>
                </a:lnTo>
                <a:lnTo>
                  <a:pt x="2661935" y="553252"/>
                </a:lnTo>
                <a:lnTo>
                  <a:pt x="2663398" y="552237"/>
                </a:lnTo>
                <a:lnTo>
                  <a:pt x="2664862" y="551222"/>
                </a:lnTo>
                <a:lnTo>
                  <a:pt x="2666325" y="550208"/>
                </a:lnTo>
                <a:lnTo>
                  <a:pt x="2667788" y="549195"/>
                </a:lnTo>
                <a:lnTo>
                  <a:pt x="2669252" y="548183"/>
                </a:lnTo>
                <a:lnTo>
                  <a:pt x="2670715" y="547171"/>
                </a:lnTo>
                <a:lnTo>
                  <a:pt x="2672179" y="546160"/>
                </a:lnTo>
                <a:lnTo>
                  <a:pt x="2673642" y="545150"/>
                </a:lnTo>
                <a:lnTo>
                  <a:pt x="2675105" y="544140"/>
                </a:lnTo>
                <a:lnTo>
                  <a:pt x="2676569" y="543131"/>
                </a:lnTo>
                <a:lnTo>
                  <a:pt x="2678032" y="542123"/>
                </a:lnTo>
                <a:lnTo>
                  <a:pt x="2679496" y="541116"/>
                </a:lnTo>
                <a:lnTo>
                  <a:pt x="2680959" y="540109"/>
                </a:lnTo>
                <a:lnTo>
                  <a:pt x="2682422" y="539103"/>
                </a:lnTo>
                <a:lnTo>
                  <a:pt x="2683886" y="538098"/>
                </a:lnTo>
                <a:lnTo>
                  <a:pt x="2685349" y="537093"/>
                </a:lnTo>
                <a:lnTo>
                  <a:pt x="2686813" y="536090"/>
                </a:lnTo>
                <a:lnTo>
                  <a:pt x="2688276" y="535086"/>
                </a:lnTo>
                <a:lnTo>
                  <a:pt x="2689739" y="534084"/>
                </a:lnTo>
                <a:lnTo>
                  <a:pt x="2691203" y="533082"/>
                </a:lnTo>
                <a:lnTo>
                  <a:pt x="2692666" y="532081"/>
                </a:lnTo>
                <a:lnTo>
                  <a:pt x="2694130" y="531081"/>
                </a:lnTo>
                <a:lnTo>
                  <a:pt x="2695593" y="530082"/>
                </a:lnTo>
                <a:lnTo>
                  <a:pt x="2697056" y="529083"/>
                </a:lnTo>
                <a:lnTo>
                  <a:pt x="2698520" y="528085"/>
                </a:lnTo>
                <a:lnTo>
                  <a:pt x="2699983" y="527088"/>
                </a:lnTo>
                <a:lnTo>
                  <a:pt x="2701447" y="526091"/>
                </a:lnTo>
                <a:lnTo>
                  <a:pt x="2702910" y="525095"/>
                </a:lnTo>
                <a:lnTo>
                  <a:pt x="2704374" y="524100"/>
                </a:lnTo>
                <a:lnTo>
                  <a:pt x="2705837" y="523105"/>
                </a:lnTo>
                <a:lnTo>
                  <a:pt x="2707300" y="522112"/>
                </a:lnTo>
                <a:lnTo>
                  <a:pt x="2708764" y="521119"/>
                </a:lnTo>
                <a:lnTo>
                  <a:pt x="2710227" y="520127"/>
                </a:lnTo>
                <a:lnTo>
                  <a:pt x="2711691" y="519135"/>
                </a:lnTo>
                <a:lnTo>
                  <a:pt x="2713154" y="518144"/>
                </a:lnTo>
                <a:lnTo>
                  <a:pt x="2714617" y="517154"/>
                </a:lnTo>
                <a:lnTo>
                  <a:pt x="2716081" y="516165"/>
                </a:lnTo>
                <a:lnTo>
                  <a:pt x="2717544" y="515176"/>
                </a:lnTo>
                <a:lnTo>
                  <a:pt x="2719008" y="514188"/>
                </a:lnTo>
                <a:lnTo>
                  <a:pt x="2720471" y="513201"/>
                </a:lnTo>
                <a:lnTo>
                  <a:pt x="2721934" y="512215"/>
                </a:lnTo>
                <a:lnTo>
                  <a:pt x="2723398" y="511229"/>
                </a:lnTo>
                <a:lnTo>
                  <a:pt x="2724861" y="510244"/>
                </a:lnTo>
                <a:lnTo>
                  <a:pt x="2726325" y="509260"/>
                </a:lnTo>
                <a:lnTo>
                  <a:pt x="2727788" y="508276"/>
                </a:lnTo>
                <a:lnTo>
                  <a:pt x="2729251" y="507294"/>
                </a:lnTo>
                <a:lnTo>
                  <a:pt x="2730715" y="506312"/>
                </a:lnTo>
                <a:lnTo>
                  <a:pt x="2732178" y="505330"/>
                </a:lnTo>
                <a:lnTo>
                  <a:pt x="2733642" y="504350"/>
                </a:lnTo>
                <a:lnTo>
                  <a:pt x="2735105" y="503370"/>
                </a:lnTo>
                <a:lnTo>
                  <a:pt x="2736568" y="502391"/>
                </a:lnTo>
                <a:lnTo>
                  <a:pt x="2738032" y="501413"/>
                </a:lnTo>
                <a:lnTo>
                  <a:pt x="2739495" y="500435"/>
                </a:lnTo>
                <a:lnTo>
                  <a:pt x="2740959" y="499458"/>
                </a:lnTo>
                <a:lnTo>
                  <a:pt x="2742422" y="498482"/>
                </a:lnTo>
                <a:lnTo>
                  <a:pt x="2743885" y="497507"/>
                </a:lnTo>
                <a:lnTo>
                  <a:pt x="2745349" y="496532"/>
                </a:lnTo>
                <a:lnTo>
                  <a:pt x="2746812" y="495558"/>
                </a:lnTo>
                <a:lnTo>
                  <a:pt x="2748276" y="494585"/>
                </a:lnTo>
                <a:lnTo>
                  <a:pt x="2749739" y="493613"/>
                </a:lnTo>
                <a:lnTo>
                  <a:pt x="2751203" y="492641"/>
                </a:lnTo>
                <a:lnTo>
                  <a:pt x="2752666" y="491670"/>
                </a:lnTo>
                <a:lnTo>
                  <a:pt x="2754129" y="490700"/>
                </a:lnTo>
                <a:lnTo>
                  <a:pt x="2755593" y="489731"/>
                </a:lnTo>
                <a:lnTo>
                  <a:pt x="2757056" y="488762"/>
                </a:lnTo>
                <a:lnTo>
                  <a:pt x="2758520" y="487794"/>
                </a:lnTo>
                <a:lnTo>
                  <a:pt x="2759983" y="486827"/>
                </a:lnTo>
                <a:lnTo>
                  <a:pt x="2761446" y="485860"/>
                </a:lnTo>
                <a:lnTo>
                  <a:pt x="2762910" y="484895"/>
                </a:lnTo>
                <a:lnTo>
                  <a:pt x="2764373" y="483930"/>
                </a:lnTo>
                <a:lnTo>
                  <a:pt x="2765837" y="482966"/>
                </a:lnTo>
                <a:lnTo>
                  <a:pt x="2767300" y="482002"/>
                </a:lnTo>
                <a:lnTo>
                  <a:pt x="2768763" y="481039"/>
                </a:lnTo>
                <a:lnTo>
                  <a:pt x="2770227" y="480078"/>
                </a:lnTo>
                <a:lnTo>
                  <a:pt x="2771690" y="479116"/>
                </a:lnTo>
                <a:lnTo>
                  <a:pt x="2773154" y="478156"/>
                </a:lnTo>
                <a:lnTo>
                  <a:pt x="2774617" y="477196"/>
                </a:lnTo>
                <a:lnTo>
                  <a:pt x="2776080" y="476237"/>
                </a:lnTo>
                <a:lnTo>
                  <a:pt x="2777544" y="475279"/>
                </a:lnTo>
                <a:lnTo>
                  <a:pt x="2779007" y="474322"/>
                </a:lnTo>
                <a:lnTo>
                  <a:pt x="2780471" y="473365"/>
                </a:lnTo>
                <a:lnTo>
                  <a:pt x="2781934" y="472409"/>
                </a:lnTo>
                <a:lnTo>
                  <a:pt x="2783397" y="471454"/>
                </a:lnTo>
                <a:lnTo>
                  <a:pt x="2784861" y="470499"/>
                </a:lnTo>
                <a:lnTo>
                  <a:pt x="2786324" y="469546"/>
                </a:lnTo>
                <a:lnTo>
                  <a:pt x="2787788" y="468593"/>
                </a:lnTo>
                <a:lnTo>
                  <a:pt x="2789251" y="467641"/>
                </a:lnTo>
                <a:lnTo>
                  <a:pt x="2790714" y="466689"/>
                </a:lnTo>
                <a:lnTo>
                  <a:pt x="2792178" y="465739"/>
                </a:lnTo>
                <a:lnTo>
                  <a:pt x="2793641" y="464789"/>
                </a:lnTo>
                <a:lnTo>
                  <a:pt x="2795105" y="463840"/>
                </a:lnTo>
                <a:lnTo>
                  <a:pt x="2796568" y="462891"/>
                </a:lnTo>
                <a:lnTo>
                  <a:pt x="2798031" y="461944"/>
                </a:lnTo>
                <a:lnTo>
                  <a:pt x="2799495" y="460997"/>
                </a:lnTo>
                <a:lnTo>
                  <a:pt x="2800958" y="460051"/>
                </a:lnTo>
                <a:lnTo>
                  <a:pt x="2802422" y="459106"/>
                </a:lnTo>
                <a:lnTo>
                  <a:pt x="2803885" y="458161"/>
                </a:lnTo>
                <a:lnTo>
                  <a:pt x="2805349" y="457217"/>
                </a:lnTo>
                <a:lnTo>
                  <a:pt x="2806812" y="456274"/>
                </a:lnTo>
                <a:lnTo>
                  <a:pt x="2808275" y="455332"/>
                </a:lnTo>
                <a:lnTo>
                  <a:pt x="2809739" y="454391"/>
                </a:lnTo>
                <a:lnTo>
                  <a:pt x="2811202" y="453450"/>
                </a:lnTo>
                <a:lnTo>
                  <a:pt x="2812666" y="452510"/>
                </a:lnTo>
                <a:lnTo>
                  <a:pt x="2814129" y="451571"/>
                </a:lnTo>
                <a:lnTo>
                  <a:pt x="2815592" y="450632"/>
                </a:lnTo>
                <a:lnTo>
                  <a:pt x="2817056" y="449695"/>
                </a:lnTo>
                <a:lnTo>
                  <a:pt x="2818519" y="448758"/>
                </a:lnTo>
                <a:lnTo>
                  <a:pt x="2819983" y="447822"/>
                </a:lnTo>
                <a:lnTo>
                  <a:pt x="2821446" y="446886"/>
                </a:lnTo>
                <a:lnTo>
                  <a:pt x="2822909" y="445952"/>
                </a:lnTo>
                <a:lnTo>
                  <a:pt x="2824373" y="445018"/>
                </a:lnTo>
                <a:lnTo>
                  <a:pt x="2825836" y="444085"/>
                </a:lnTo>
                <a:lnTo>
                  <a:pt x="2827300" y="443153"/>
                </a:lnTo>
                <a:lnTo>
                  <a:pt x="2828763" y="442221"/>
                </a:lnTo>
                <a:lnTo>
                  <a:pt x="2830226" y="441290"/>
                </a:lnTo>
                <a:lnTo>
                  <a:pt x="2831690" y="440361"/>
                </a:lnTo>
                <a:lnTo>
                  <a:pt x="2833153" y="439431"/>
                </a:lnTo>
                <a:lnTo>
                  <a:pt x="2834617" y="438503"/>
                </a:lnTo>
                <a:lnTo>
                  <a:pt x="2836080" y="437575"/>
                </a:lnTo>
                <a:lnTo>
                  <a:pt x="2837543" y="436649"/>
                </a:lnTo>
                <a:lnTo>
                  <a:pt x="2839007" y="435722"/>
                </a:lnTo>
                <a:lnTo>
                  <a:pt x="2840470" y="434797"/>
                </a:lnTo>
                <a:lnTo>
                  <a:pt x="2841934" y="433873"/>
                </a:lnTo>
                <a:lnTo>
                  <a:pt x="2843397" y="432949"/>
                </a:lnTo>
                <a:lnTo>
                  <a:pt x="2844860" y="432026"/>
                </a:lnTo>
                <a:lnTo>
                  <a:pt x="2846324" y="431104"/>
                </a:lnTo>
                <a:lnTo>
                  <a:pt x="2847787" y="430182"/>
                </a:lnTo>
                <a:lnTo>
                  <a:pt x="2849251" y="429262"/>
                </a:lnTo>
                <a:lnTo>
                  <a:pt x="2850714" y="428342"/>
                </a:lnTo>
                <a:lnTo>
                  <a:pt x="2852178" y="427423"/>
                </a:lnTo>
                <a:lnTo>
                  <a:pt x="2853641" y="426505"/>
                </a:lnTo>
                <a:lnTo>
                  <a:pt x="2855104" y="425587"/>
                </a:lnTo>
                <a:lnTo>
                  <a:pt x="2856568" y="424670"/>
                </a:lnTo>
                <a:lnTo>
                  <a:pt x="2858031" y="423755"/>
                </a:lnTo>
                <a:lnTo>
                  <a:pt x="2859495" y="422839"/>
                </a:lnTo>
                <a:lnTo>
                  <a:pt x="2860958" y="421925"/>
                </a:lnTo>
                <a:lnTo>
                  <a:pt x="2862421" y="421011"/>
                </a:lnTo>
                <a:lnTo>
                  <a:pt x="2863885" y="420099"/>
                </a:lnTo>
                <a:lnTo>
                  <a:pt x="2865348" y="419187"/>
                </a:lnTo>
                <a:lnTo>
                  <a:pt x="2866812" y="418276"/>
                </a:lnTo>
                <a:lnTo>
                  <a:pt x="2868275" y="417365"/>
                </a:lnTo>
                <a:lnTo>
                  <a:pt x="2869738" y="416455"/>
                </a:lnTo>
                <a:lnTo>
                  <a:pt x="2871202" y="415547"/>
                </a:lnTo>
                <a:lnTo>
                  <a:pt x="2872665" y="414639"/>
                </a:lnTo>
                <a:lnTo>
                  <a:pt x="2874129" y="413731"/>
                </a:lnTo>
                <a:lnTo>
                  <a:pt x="2875592" y="412825"/>
                </a:lnTo>
                <a:lnTo>
                  <a:pt x="2877055" y="411919"/>
                </a:lnTo>
                <a:lnTo>
                  <a:pt x="2878519" y="411014"/>
                </a:lnTo>
                <a:lnTo>
                  <a:pt x="2879982" y="410110"/>
                </a:lnTo>
                <a:lnTo>
                  <a:pt x="2881446" y="409207"/>
                </a:lnTo>
                <a:lnTo>
                  <a:pt x="2882909" y="408304"/>
                </a:lnTo>
                <a:lnTo>
                  <a:pt x="2884372" y="407403"/>
                </a:lnTo>
                <a:lnTo>
                  <a:pt x="2885836" y="406502"/>
                </a:lnTo>
                <a:lnTo>
                  <a:pt x="2887299" y="405602"/>
                </a:lnTo>
                <a:lnTo>
                  <a:pt x="2888763" y="404702"/>
                </a:lnTo>
                <a:lnTo>
                  <a:pt x="2890226" y="403804"/>
                </a:lnTo>
                <a:lnTo>
                  <a:pt x="2891689" y="402906"/>
                </a:lnTo>
                <a:lnTo>
                  <a:pt x="2893153" y="402009"/>
                </a:lnTo>
                <a:lnTo>
                  <a:pt x="2894616" y="401113"/>
                </a:lnTo>
                <a:lnTo>
                  <a:pt x="2896080" y="400218"/>
                </a:lnTo>
                <a:lnTo>
                  <a:pt x="2897543" y="399323"/>
                </a:lnTo>
                <a:lnTo>
                  <a:pt x="2899006" y="398429"/>
                </a:lnTo>
                <a:lnTo>
                  <a:pt x="2900470" y="397536"/>
                </a:lnTo>
                <a:lnTo>
                  <a:pt x="2901933" y="396644"/>
                </a:lnTo>
                <a:lnTo>
                  <a:pt x="2903397" y="395753"/>
                </a:lnTo>
                <a:lnTo>
                  <a:pt x="2904860" y="394862"/>
                </a:lnTo>
                <a:lnTo>
                  <a:pt x="2906324" y="393973"/>
                </a:lnTo>
                <a:lnTo>
                  <a:pt x="2907787" y="393084"/>
                </a:lnTo>
                <a:lnTo>
                  <a:pt x="2909250" y="392196"/>
                </a:lnTo>
                <a:lnTo>
                  <a:pt x="2910714" y="391308"/>
                </a:lnTo>
                <a:lnTo>
                  <a:pt x="2912177" y="390422"/>
                </a:lnTo>
                <a:lnTo>
                  <a:pt x="2913641" y="389536"/>
                </a:lnTo>
                <a:lnTo>
                  <a:pt x="2915104" y="388651"/>
                </a:lnTo>
                <a:lnTo>
                  <a:pt x="2916567" y="387767"/>
                </a:lnTo>
                <a:lnTo>
                  <a:pt x="2918031" y="386884"/>
                </a:lnTo>
                <a:lnTo>
                  <a:pt x="2919494" y="386001"/>
                </a:lnTo>
                <a:lnTo>
                  <a:pt x="2920958" y="385120"/>
                </a:lnTo>
                <a:lnTo>
                  <a:pt x="2922421" y="384239"/>
                </a:lnTo>
                <a:lnTo>
                  <a:pt x="2923884" y="383359"/>
                </a:lnTo>
                <a:lnTo>
                  <a:pt x="2925348" y="382480"/>
                </a:lnTo>
                <a:lnTo>
                  <a:pt x="2926811" y="381601"/>
                </a:lnTo>
                <a:lnTo>
                  <a:pt x="2928275" y="380723"/>
                </a:lnTo>
                <a:lnTo>
                  <a:pt x="2929738" y="379847"/>
                </a:lnTo>
                <a:lnTo>
                  <a:pt x="2931201" y="378971"/>
                </a:lnTo>
                <a:lnTo>
                  <a:pt x="2932665" y="378096"/>
                </a:lnTo>
                <a:lnTo>
                  <a:pt x="2934128" y="377221"/>
                </a:lnTo>
                <a:lnTo>
                  <a:pt x="2935592" y="376348"/>
                </a:lnTo>
                <a:lnTo>
                  <a:pt x="2937055" y="375475"/>
                </a:lnTo>
                <a:lnTo>
                  <a:pt x="2938518" y="374603"/>
                </a:lnTo>
                <a:lnTo>
                  <a:pt x="2939982" y="373732"/>
                </a:lnTo>
                <a:lnTo>
                  <a:pt x="2941445" y="372862"/>
                </a:lnTo>
                <a:lnTo>
                  <a:pt x="2942909" y="371992"/>
                </a:lnTo>
                <a:lnTo>
                  <a:pt x="2944372" y="371123"/>
                </a:lnTo>
                <a:lnTo>
                  <a:pt x="2945835" y="370256"/>
                </a:lnTo>
                <a:lnTo>
                  <a:pt x="2947299" y="369389"/>
                </a:lnTo>
                <a:lnTo>
                  <a:pt x="2948762" y="368522"/>
                </a:lnTo>
                <a:lnTo>
                  <a:pt x="2950226" y="367657"/>
                </a:lnTo>
                <a:lnTo>
                  <a:pt x="2951689" y="366793"/>
                </a:lnTo>
                <a:lnTo>
                  <a:pt x="2953153" y="365929"/>
                </a:lnTo>
                <a:lnTo>
                  <a:pt x="2954616" y="365066"/>
                </a:lnTo>
                <a:lnTo>
                  <a:pt x="2956079" y="364204"/>
                </a:lnTo>
                <a:lnTo>
                  <a:pt x="2957543" y="363343"/>
                </a:lnTo>
                <a:lnTo>
                  <a:pt x="2959006" y="362482"/>
                </a:lnTo>
                <a:lnTo>
                  <a:pt x="2960470" y="361623"/>
                </a:lnTo>
                <a:lnTo>
                  <a:pt x="2961933" y="360764"/>
                </a:lnTo>
                <a:lnTo>
                  <a:pt x="2963396" y="359906"/>
                </a:lnTo>
                <a:lnTo>
                  <a:pt x="2964860" y="359049"/>
                </a:lnTo>
                <a:lnTo>
                  <a:pt x="2966323" y="358192"/>
                </a:lnTo>
                <a:lnTo>
                  <a:pt x="2967787" y="357337"/>
                </a:lnTo>
                <a:lnTo>
                  <a:pt x="2969250" y="356482"/>
                </a:lnTo>
                <a:lnTo>
                  <a:pt x="2970713" y="355628"/>
                </a:lnTo>
                <a:lnTo>
                  <a:pt x="2972177" y="354775"/>
                </a:lnTo>
                <a:lnTo>
                  <a:pt x="2973640" y="353923"/>
                </a:lnTo>
                <a:lnTo>
                  <a:pt x="2975104" y="353072"/>
                </a:lnTo>
                <a:lnTo>
                  <a:pt x="2976567" y="352221"/>
                </a:lnTo>
                <a:lnTo>
                  <a:pt x="2978030" y="351372"/>
                </a:lnTo>
                <a:lnTo>
                  <a:pt x="2979494" y="350523"/>
                </a:lnTo>
                <a:lnTo>
                  <a:pt x="2980957" y="349675"/>
                </a:lnTo>
                <a:lnTo>
                  <a:pt x="2982421" y="348828"/>
                </a:lnTo>
                <a:lnTo>
                  <a:pt x="2983884" y="347982"/>
                </a:lnTo>
                <a:lnTo>
                  <a:pt x="2985347" y="347136"/>
                </a:lnTo>
                <a:lnTo>
                  <a:pt x="2986811" y="346291"/>
                </a:lnTo>
                <a:lnTo>
                  <a:pt x="2988274" y="345448"/>
                </a:lnTo>
                <a:lnTo>
                  <a:pt x="2989738" y="344605"/>
                </a:lnTo>
                <a:lnTo>
                  <a:pt x="2991201" y="343762"/>
                </a:lnTo>
                <a:lnTo>
                  <a:pt x="2992664" y="342921"/>
                </a:lnTo>
                <a:lnTo>
                  <a:pt x="2994128" y="342081"/>
                </a:lnTo>
                <a:lnTo>
                  <a:pt x="2995591" y="341241"/>
                </a:lnTo>
                <a:lnTo>
                  <a:pt x="2997055" y="340402"/>
                </a:lnTo>
                <a:lnTo>
                  <a:pt x="2998518" y="339564"/>
                </a:lnTo>
                <a:lnTo>
                  <a:pt x="2999981" y="338727"/>
                </a:lnTo>
                <a:lnTo>
                  <a:pt x="3001445" y="337891"/>
                </a:lnTo>
                <a:lnTo>
                  <a:pt x="3002908" y="337056"/>
                </a:lnTo>
                <a:lnTo>
                  <a:pt x="3004372" y="336221"/>
                </a:lnTo>
                <a:lnTo>
                  <a:pt x="3005835" y="335387"/>
                </a:lnTo>
                <a:lnTo>
                  <a:pt x="3007299" y="334554"/>
                </a:lnTo>
                <a:lnTo>
                  <a:pt x="3008762" y="333722"/>
                </a:lnTo>
                <a:lnTo>
                  <a:pt x="3010225" y="332891"/>
                </a:lnTo>
                <a:lnTo>
                  <a:pt x="3011689" y="332061"/>
                </a:lnTo>
                <a:lnTo>
                  <a:pt x="3013152" y="331231"/>
                </a:lnTo>
                <a:lnTo>
                  <a:pt x="3014616" y="330403"/>
                </a:lnTo>
                <a:lnTo>
                  <a:pt x="3016079" y="329575"/>
                </a:lnTo>
                <a:lnTo>
                  <a:pt x="3017542" y="328748"/>
                </a:lnTo>
                <a:lnTo>
                  <a:pt x="3019006" y="327922"/>
                </a:lnTo>
                <a:lnTo>
                  <a:pt x="3020469" y="327096"/>
                </a:lnTo>
                <a:lnTo>
                  <a:pt x="3021933" y="326272"/>
                </a:lnTo>
                <a:lnTo>
                  <a:pt x="3023396" y="325449"/>
                </a:lnTo>
                <a:lnTo>
                  <a:pt x="3024859" y="324626"/>
                </a:lnTo>
                <a:lnTo>
                  <a:pt x="3026323" y="323804"/>
                </a:lnTo>
                <a:lnTo>
                  <a:pt x="3027786" y="322983"/>
                </a:lnTo>
                <a:lnTo>
                  <a:pt x="3029250" y="322163"/>
                </a:lnTo>
                <a:lnTo>
                  <a:pt x="3030713" y="321344"/>
                </a:lnTo>
                <a:lnTo>
                  <a:pt x="3032176" y="320525"/>
                </a:lnTo>
                <a:lnTo>
                  <a:pt x="3033640" y="319708"/>
                </a:lnTo>
                <a:lnTo>
                  <a:pt x="3035103" y="318891"/>
                </a:lnTo>
                <a:lnTo>
                  <a:pt x="3036567" y="318075"/>
                </a:lnTo>
                <a:lnTo>
                  <a:pt x="3038030" y="317260"/>
                </a:lnTo>
                <a:lnTo>
                  <a:pt x="3039493" y="316446"/>
                </a:lnTo>
                <a:lnTo>
                  <a:pt x="3040957" y="315632"/>
                </a:lnTo>
                <a:lnTo>
                  <a:pt x="3042420" y="314820"/>
                </a:lnTo>
                <a:lnTo>
                  <a:pt x="3043884" y="314008"/>
                </a:lnTo>
                <a:lnTo>
                  <a:pt x="3045347" y="313198"/>
                </a:lnTo>
                <a:lnTo>
                  <a:pt x="3046810" y="312388"/>
                </a:lnTo>
                <a:lnTo>
                  <a:pt x="3048274" y="311579"/>
                </a:lnTo>
                <a:lnTo>
                  <a:pt x="3049737" y="310771"/>
                </a:lnTo>
                <a:lnTo>
                  <a:pt x="3051201" y="309964"/>
                </a:lnTo>
                <a:lnTo>
                  <a:pt x="3052664" y="309157"/>
                </a:lnTo>
                <a:lnTo>
                  <a:pt x="3054128" y="308352"/>
                </a:lnTo>
                <a:lnTo>
                  <a:pt x="3055591" y="307547"/>
                </a:lnTo>
                <a:lnTo>
                  <a:pt x="3057054" y="306743"/>
                </a:lnTo>
                <a:lnTo>
                  <a:pt x="3058518" y="305940"/>
                </a:lnTo>
                <a:lnTo>
                  <a:pt x="3059981" y="305138"/>
                </a:lnTo>
                <a:lnTo>
                  <a:pt x="3061445" y="304337"/>
                </a:lnTo>
                <a:lnTo>
                  <a:pt x="3062908" y="303537"/>
                </a:lnTo>
                <a:lnTo>
                  <a:pt x="3064371" y="302737"/>
                </a:lnTo>
                <a:lnTo>
                  <a:pt x="3065835" y="301939"/>
                </a:lnTo>
                <a:lnTo>
                  <a:pt x="3067298" y="301141"/>
                </a:lnTo>
                <a:lnTo>
                  <a:pt x="3068762" y="300344"/>
                </a:lnTo>
                <a:lnTo>
                  <a:pt x="3070225" y="299548"/>
                </a:lnTo>
                <a:lnTo>
                  <a:pt x="3071688" y="298753"/>
                </a:lnTo>
                <a:lnTo>
                  <a:pt x="3073152" y="297959"/>
                </a:lnTo>
                <a:lnTo>
                  <a:pt x="3074615" y="297165"/>
                </a:lnTo>
                <a:lnTo>
                  <a:pt x="3076079" y="296373"/>
                </a:lnTo>
                <a:lnTo>
                  <a:pt x="3077542" y="295581"/>
                </a:lnTo>
                <a:lnTo>
                  <a:pt x="3079005" y="294790"/>
                </a:lnTo>
                <a:lnTo>
                  <a:pt x="3080469" y="294001"/>
                </a:lnTo>
                <a:lnTo>
                  <a:pt x="3081932" y="293212"/>
                </a:lnTo>
                <a:lnTo>
                  <a:pt x="3083396" y="292423"/>
                </a:lnTo>
                <a:lnTo>
                  <a:pt x="3084859" y="291636"/>
                </a:lnTo>
                <a:lnTo>
                  <a:pt x="3086322" y="290850"/>
                </a:lnTo>
                <a:lnTo>
                  <a:pt x="3087786" y="290064"/>
                </a:lnTo>
                <a:lnTo>
                  <a:pt x="3089249" y="289280"/>
                </a:lnTo>
                <a:lnTo>
                  <a:pt x="3090713" y="288496"/>
                </a:lnTo>
                <a:lnTo>
                  <a:pt x="3092176" y="287713"/>
                </a:lnTo>
                <a:lnTo>
                  <a:pt x="3093639" y="286931"/>
                </a:lnTo>
                <a:lnTo>
                  <a:pt x="3095103" y="286150"/>
                </a:lnTo>
                <a:lnTo>
                  <a:pt x="3096566" y="285370"/>
                </a:lnTo>
                <a:lnTo>
                  <a:pt x="3098030" y="284591"/>
                </a:lnTo>
                <a:lnTo>
                  <a:pt x="3099493" y="283812"/>
                </a:lnTo>
                <a:lnTo>
                  <a:pt x="3100956" y="283035"/>
                </a:lnTo>
                <a:lnTo>
                  <a:pt x="3102420" y="282258"/>
                </a:lnTo>
                <a:lnTo>
                  <a:pt x="3103883" y="281482"/>
                </a:lnTo>
                <a:lnTo>
                  <a:pt x="3105347" y="280708"/>
                </a:lnTo>
                <a:lnTo>
                  <a:pt x="3106810" y="279934"/>
                </a:lnTo>
                <a:lnTo>
                  <a:pt x="3108274" y="279160"/>
                </a:lnTo>
                <a:lnTo>
                  <a:pt x="3109737" y="278388"/>
                </a:lnTo>
                <a:lnTo>
                  <a:pt x="3111200" y="277617"/>
                </a:lnTo>
                <a:lnTo>
                  <a:pt x="3112664" y="276846"/>
                </a:lnTo>
                <a:lnTo>
                  <a:pt x="3114127" y="276077"/>
                </a:lnTo>
                <a:lnTo>
                  <a:pt x="3115591" y="275308"/>
                </a:lnTo>
                <a:lnTo>
                  <a:pt x="3117054" y="274541"/>
                </a:lnTo>
                <a:lnTo>
                  <a:pt x="3118517" y="273774"/>
                </a:lnTo>
                <a:lnTo>
                  <a:pt x="3119981" y="273008"/>
                </a:lnTo>
                <a:lnTo>
                  <a:pt x="3121444" y="272243"/>
                </a:lnTo>
                <a:lnTo>
                  <a:pt x="3122908" y="271478"/>
                </a:lnTo>
                <a:lnTo>
                  <a:pt x="3124371" y="270715"/>
                </a:lnTo>
                <a:lnTo>
                  <a:pt x="3125834" y="269953"/>
                </a:lnTo>
                <a:lnTo>
                  <a:pt x="3127298" y="269191"/>
                </a:lnTo>
                <a:lnTo>
                  <a:pt x="3128761" y="268431"/>
                </a:lnTo>
                <a:lnTo>
                  <a:pt x="3130225" y="267671"/>
                </a:lnTo>
                <a:lnTo>
                  <a:pt x="3131688" y="266912"/>
                </a:lnTo>
                <a:lnTo>
                  <a:pt x="3133151" y="266154"/>
                </a:lnTo>
                <a:lnTo>
                  <a:pt x="3134615" y="265397"/>
                </a:lnTo>
                <a:lnTo>
                  <a:pt x="3136078" y="264641"/>
                </a:lnTo>
                <a:lnTo>
                  <a:pt x="3137542" y="263886"/>
                </a:lnTo>
                <a:lnTo>
                  <a:pt x="3139005" y="263132"/>
                </a:lnTo>
                <a:lnTo>
                  <a:pt x="3140468" y="262378"/>
                </a:lnTo>
                <a:lnTo>
                  <a:pt x="3141932" y="261626"/>
                </a:lnTo>
                <a:lnTo>
                  <a:pt x="3143395" y="260874"/>
                </a:lnTo>
                <a:lnTo>
                  <a:pt x="3144859" y="260124"/>
                </a:lnTo>
                <a:lnTo>
                  <a:pt x="3146322" y="259374"/>
                </a:lnTo>
                <a:lnTo>
                  <a:pt x="3147785" y="258625"/>
                </a:lnTo>
                <a:lnTo>
                  <a:pt x="3149249" y="257877"/>
                </a:lnTo>
                <a:lnTo>
                  <a:pt x="3150712" y="257130"/>
                </a:lnTo>
                <a:lnTo>
                  <a:pt x="3152176" y="256384"/>
                </a:lnTo>
                <a:lnTo>
                  <a:pt x="3153639" y="255639"/>
                </a:lnTo>
                <a:lnTo>
                  <a:pt x="3155103" y="254894"/>
                </a:lnTo>
                <a:lnTo>
                  <a:pt x="3156566" y="254151"/>
                </a:lnTo>
                <a:lnTo>
                  <a:pt x="3158029" y="253408"/>
                </a:lnTo>
                <a:lnTo>
                  <a:pt x="3159493" y="252667"/>
                </a:lnTo>
                <a:lnTo>
                  <a:pt x="3160956" y="251926"/>
                </a:lnTo>
                <a:lnTo>
                  <a:pt x="3162420" y="251186"/>
                </a:lnTo>
                <a:lnTo>
                  <a:pt x="3163883" y="250448"/>
                </a:lnTo>
                <a:lnTo>
                  <a:pt x="3165346" y="249710"/>
                </a:lnTo>
                <a:lnTo>
                  <a:pt x="3166810" y="248973"/>
                </a:lnTo>
                <a:lnTo>
                  <a:pt x="3168273" y="248237"/>
                </a:lnTo>
                <a:lnTo>
                  <a:pt x="3169737" y="247501"/>
                </a:lnTo>
                <a:lnTo>
                  <a:pt x="3171200" y="246767"/>
                </a:lnTo>
                <a:lnTo>
                  <a:pt x="3172663" y="246034"/>
                </a:lnTo>
                <a:lnTo>
                  <a:pt x="3174127" y="245301"/>
                </a:lnTo>
                <a:lnTo>
                  <a:pt x="3175590" y="244570"/>
                </a:lnTo>
                <a:lnTo>
                  <a:pt x="3177054" y="243839"/>
                </a:lnTo>
                <a:lnTo>
                  <a:pt x="3178517" y="243109"/>
                </a:lnTo>
                <a:lnTo>
                  <a:pt x="3179980" y="242381"/>
                </a:lnTo>
                <a:lnTo>
                  <a:pt x="3181444" y="241653"/>
                </a:lnTo>
                <a:lnTo>
                  <a:pt x="3182907" y="240926"/>
                </a:lnTo>
                <a:lnTo>
                  <a:pt x="3184371" y="240200"/>
                </a:lnTo>
                <a:lnTo>
                  <a:pt x="3185834" y="239475"/>
                </a:lnTo>
                <a:lnTo>
                  <a:pt x="3187297" y="238751"/>
                </a:lnTo>
                <a:lnTo>
                  <a:pt x="3188761" y="238028"/>
                </a:lnTo>
                <a:lnTo>
                  <a:pt x="3190224" y="237305"/>
                </a:lnTo>
                <a:lnTo>
                  <a:pt x="3191688" y="236584"/>
                </a:lnTo>
                <a:lnTo>
                  <a:pt x="3193151" y="235863"/>
                </a:lnTo>
                <a:lnTo>
                  <a:pt x="3194614" y="235144"/>
                </a:lnTo>
                <a:lnTo>
                  <a:pt x="3196078" y="234425"/>
                </a:lnTo>
                <a:lnTo>
                  <a:pt x="3197541" y="233708"/>
                </a:lnTo>
                <a:lnTo>
                  <a:pt x="3199005" y="232991"/>
                </a:lnTo>
                <a:lnTo>
                  <a:pt x="3200468" y="232275"/>
                </a:lnTo>
                <a:lnTo>
                  <a:pt x="3201932" y="231560"/>
                </a:lnTo>
                <a:lnTo>
                  <a:pt x="3203395" y="230846"/>
                </a:lnTo>
                <a:lnTo>
                  <a:pt x="3204858" y="230133"/>
                </a:lnTo>
                <a:lnTo>
                  <a:pt x="3206322" y="229421"/>
                </a:lnTo>
                <a:lnTo>
                  <a:pt x="3207785" y="228710"/>
                </a:lnTo>
                <a:lnTo>
                  <a:pt x="3209249" y="228000"/>
                </a:lnTo>
                <a:lnTo>
                  <a:pt x="3210712" y="227291"/>
                </a:lnTo>
                <a:lnTo>
                  <a:pt x="3212175" y="226583"/>
                </a:lnTo>
                <a:lnTo>
                  <a:pt x="3213639" y="225875"/>
                </a:lnTo>
                <a:lnTo>
                  <a:pt x="3215102" y="225169"/>
                </a:lnTo>
                <a:lnTo>
                  <a:pt x="3216566" y="224463"/>
                </a:lnTo>
                <a:lnTo>
                  <a:pt x="3218029" y="223759"/>
                </a:lnTo>
                <a:lnTo>
                  <a:pt x="3219492" y="223055"/>
                </a:lnTo>
                <a:lnTo>
                  <a:pt x="3220956" y="222352"/>
                </a:lnTo>
                <a:lnTo>
                  <a:pt x="3222419" y="221651"/>
                </a:lnTo>
                <a:lnTo>
                  <a:pt x="3223883" y="220950"/>
                </a:lnTo>
                <a:lnTo>
                  <a:pt x="3225346" y="220250"/>
                </a:lnTo>
                <a:lnTo>
                  <a:pt x="3226809" y="219551"/>
                </a:lnTo>
                <a:lnTo>
                  <a:pt x="3228273" y="218853"/>
                </a:lnTo>
                <a:lnTo>
                  <a:pt x="3229736" y="218156"/>
                </a:lnTo>
                <a:lnTo>
                  <a:pt x="3231200" y="217460"/>
                </a:lnTo>
                <a:lnTo>
                  <a:pt x="3232663" y="216765"/>
                </a:lnTo>
                <a:lnTo>
                  <a:pt x="3234126" y="216071"/>
                </a:lnTo>
                <a:lnTo>
                  <a:pt x="3235590" y="215377"/>
                </a:lnTo>
                <a:lnTo>
                  <a:pt x="3237053" y="214685"/>
                </a:lnTo>
                <a:lnTo>
                  <a:pt x="3238517" y="213994"/>
                </a:lnTo>
                <a:lnTo>
                  <a:pt x="3239980" y="213303"/>
                </a:lnTo>
                <a:lnTo>
                  <a:pt x="3241443" y="212614"/>
                </a:lnTo>
                <a:lnTo>
                  <a:pt x="3242907" y="211925"/>
                </a:lnTo>
                <a:lnTo>
                  <a:pt x="3244370" y="211238"/>
                </a:lnTo>
                <a:lnTo>
                  <a:pt x="3245834" y="210551"/>
                </a:lnTo>
                <a:lnTo>
                  <a:pt x="3247297" y="209866"/>
                </a:lnTo>
                <a:lnTo>
                  <a:pt x="3248760" y="209181"/>
                </a:lnTo>
                <a:lnTo>
                  <a:pt x="3250224" y="208497"/>
                </a:lnTo>
                <a:lnTo>
                  <a:pt x="3251687" y="207814"/>
                </a:lnTo>
                <a:lnTo>
                  <a:pt x="3253151" y="207133"/>
                </a:lnTo>
                <a:lnTo>
                  <a:pt x="3254614" y="206452"/>
                </a:lnTo>
                <a:lnTo>
                  <a:pt x="3256078" y="205772"/>
                </a:lnTo>
                <a:lnTo>
                  <a:pt x="3257541" y="205093"/>
                </a:lnTo>
                <a:lnTo>
                  <a:pt x="3259004" y="204415"/>
                </a:lnTo>
                <a:lnTo>
                  <a:pt x="3260468" y="203738"/>
                </a:lnTo>
                <a:lnTo>
                  <a:pt x="3261931" y="203062"/>
                </a:lnTo>
                <a:lnTo>
                  <a:pt x="3263395" y="202387"/>
                </a:lnTo>
                <a:lnTo>
                  <a:pt x="3264858" y="201713"/>
                </a:lnTo>
                <a:lnTo>
                  <a:pt x="3266321" y="201039"/>
                </a:lnTo>
                <a:lnTo>
                  <a:pt x="3267785" y="200367"/>
                </a:lnTo>
                <a:lnTo>
                  <a:pt x="3269248" y="199696"/>
                </a:lnTo>
                <a:lnTo>
                  <a:pt x="3270712" y="199026"/>
                </a:lnTo>
                <a:lnTo>
                  <a:pt x="3272175" y="198356"/>
                </a:lnTo>
                <a:lnTo>
                  <a:pt x="3273638" y="197688"/>
                </a:lnTo>
                <a:lnTo>
                  <a:pt x="3275102" y="197021"/>
                </a:lnTo>
                <a:lnTo>
                  <a:pt x="3276565" y="196354"/>
                </a:lnTo>
                <a:lnTo>
                  <a:pt x="3278029" y="195689"/>
                </a:lnTo>
                <a:lnTo>
                  <a:pt x="3279492" y="195024"/>
                </a:lnTo>
                <a:lnTo>
                  <a:pt x="3280955" y="194361"/>
                </a:lnTo>
                <a:lnTo>
                  <a:pt x="3282419" y="193698"/>
                </a:lnTo>
                <a:lnTo>
                  <a:pt x="3283882" y="193037"/>
                </a:lnTo>
                <a:lnTo>
                  <a:pt x="3285346" y="192376"/>
                </a:lnTo>
                <a:lnTo>
                  <a:pt x="3286809" y="191716"/>
                </a:lnTo>
                <a:lnTo>
                  <a:pt x="3288272" y="191058"/>
                </a:lnTo>
                <a:lnTo>
                  <a:pt x="3289736" y="190400"/>
                </a:lnTo>
                <a:lnTo>
                  <a:pt x="3291199" y="189743"/>
                </a:lnTo>
                <a:lnTo>
                  <a:pt x="3292663" y="189087"/>
                </a:lnTo>
                <a:lnTo>
                  <a:pt x="3294126" y="188433"/>
                </a:lnTo>
                <a:lnTo>
                  <a:pt x="3295589" y="187779"/>
                </a:lnTo>
                <a:lnTo>
                  <a:pt x="3297053" y="187126"/>
                </a:lnTo>
                <a:lnTo>
                  <a:pt x="3298516" y="186474"/>
                </a:lnTo>
                <a:lnTo>
                  <a:pt x="3299980" y="185823"/>
                </a:lnTo>
                <a:lnTo>
                  <a:pt x="3301443" y="185174"/>
                </a:lnTo>
                <a:lnTo>
                  <a:pt x="3302907" y="184525"/>
                </a:lnTo>
                <a:lnTo>
                  <a:pt x="3304370" y="183877"/>
                </a:lnTo>
                <a:lnTo>
                  <a:pt x="3305833" y="183230"/>
                </a:lnTo>
                <a:lnTo>
                  <a:pt x="3307297" y="182584"/>
                </a:lnTo>
                <a:lnTo>
                  <a:pt x="3308760" y="181939"/>
                </a:lnTo>
                <a:lnTo>
                  <a:pt x="3310224" y="181295"/>
                </a:lnTo>
                <a:lnTo>
                  <a:pt x="3311687" y="180652"/>
                </a:lnTo>
                <a:lnTo>
                  <a:pt x="3313150" y="180010"/>
                </a:lnTo>
                <a:lnTo>
                  <a:pt x="3314614" y="179369"/>
                </a:lnTo>
                <a:lnTo>
                  <a:pt x="3316077" y="178729"/>
                </a:lnTo>
                <a:lnTo>
                  <a:pt x="3317541" y="178090"/>
                </a:lnTo>
                <a:lnTo>
                  <a:pt x="3319004" y="177452"/>
                </a:lnTo>
                <a:lnTo>
                  <a:pt x="3320467" y="176815"/>
                </a:lnTo>
                <a:lnTo>
                  <a:pt x="3321931" y="176179"/>
                </a:lnTo>
                <a:lnTo>
                  <a:pt x="3323394" y="175544"/>
                </a:lnTo>
                <a:lnTo>
                  <a:pt x="3324858" y="174910"/>
                </a:lnTo>
                <a:lnTo>
                  <a:pt x="3326321" y="174277"/>
                </a:lnTo>
                <a:lnTo>
                  <a:pt x="3327784" y="173644"/>
                </a:lnTo>
                <a:lnTo>
                  <a:pt x="3329248" y="173013"/>
                </a:lnTo>
                <a:lnTo>
                  <a:pt x="3330711" y="172383"/>
                </a:lnTo>
                <a:lnTo>
                  <a:pt x="3332175" y="171754"/>
                </a:lnTo>
                <a:lnTo>
                  <a:pt x="3333638" y="171126"/>
                </a:lnTo>
                <a:lnTo>
                  <a:pt x="3335101" y="170499"/>
                </a:lnTo>
                <a:lnTo>
                  <a:pt x="3336565" y="169873"/>
                </a:lnTo>
                <a:lnTo>
                  <a:pt x="3338028" y="169248"/>
                </a:lnTo>
                <a:lnTo>
                  <a:pt x="3339492" y="168623"/>
                </a:lnTo>
                <a:lnTo>
                  <a:pt x="3340955" y="168000"/>
                </a:lnTo>
                <a:lnTo>
                  <a:pt x="3342418" y="167378"/>
                </a:lnTo>
                <a:lnTo>
                  <a:pt x="3343882" y="166757"/>
                </a:lnTo>
                <a:lnTo>
                  <a:pt x="3345345" y="166137"/>
                </a:lnTo>
                <a:lnTo>
                  <a:pt x="3346809" y="165518"/>
                </a:lnTo>
                <a:lnTo>
                  <a:pt x="3348272" y="164900"/>
                </a:lnTo>
                <a:lnTo>
                  <a:pt x="3349735" y="164283"/>
                </a:lnTo>
                <a:lnTo>
                  <a:pt x="3351199" y="163666"/>
                </a:lnTo>
                <a:lnTo>
                  <a:pt x="3352662" y="163051"/>
                </a:lnTo>
                <a:lnTo>
                  <a:pt x="3354126" y="162437"/>
                </a:lnTo>
                <a:lnTo>
                  <a:pt x="3355589" y="161824"/>
                </a:lnTo>
                <a:lnTo>
                  <a:pt x="3357053" y="161212"/>
                </a:lnTo>
                <a:lnTo>
                  <a:pt x="3358516" y="160601"/>
                </a:lnTo>
                <a:lnTo>
                  <a:pt x="3359979" y="159991"/>
                </a:lnTo>
                <a:lnTo>
                  <a:pt x="3361443" y="159382"/>
                </a:lnTo>
                <a:lnTo>
                  <a:pt x="3362906" y="158774"/>
                </a:lnTo>
                <a:lnTo>
                  <a:pt x="3364370" y="158167"/>
                </a:lnTo>
                <a:lnTo>
                  <a:pt x="3365833" y="157561"/>
                </a:lnTo>
                <a:lnTo>
                  <a:pt x="3367296" y="156956"/>
                </a:lnTo>
                <a:lnTo>
                  <a:pt x="3368760" y="156352"/>
                </a:lnTo>
                <a:lnTo>
                  <a:pt x="3370223" y="155749"/>
                </a:lnTo>
                <a:lnTo>
                  <a:pt x="3371687" y="155147"/>
                </a:lnTo>
                <a:lnTo>
                  <a:pt x="3373150" y="154546"/>
                </a:lnTo>
                <a:lnTo>
                  <a:pt x="3374613" y="153946"/>
                </a:lnTo>
                <a:lnTo>
                  <a:pt x="3376077" y="153347"/>
                </a:lnTo>
                <a:lnTo>
                  <a:pt x="3377540" y="152749"/>
                </a:lnTo>
                <a:lnTo>
                  <a:pt x="3379004" y="152152"/>
                </a:lnTo>
                <a:lnTo>
                  <a:pt x="3380467" y="151557"/>
                </a:lnTo>
                <a:lnTo>
                  <a:pt x="3381930" y="150962"/>
                </a:lnTo>
                <a:lnTo>
                  <a:pt x="3383394" y="150368"/>
                </a:lnTo>
                <a:lnTo>
                  <a:pt x="3384857" y="149775"/>
                </a:lnTo>
                <a:lnTo>
                  <a:pt x="3386321" y="149184"/>
                </a:lnTo>
                <a:lnTo>
                  <a:pt x="3387784" y="148593"/>
                </a:lnTo>
                <a:lnTo>
                  <a:pt x="3389247" y="148003"/>
                </a:lnTo>
                <a:lnTo>
                  <a:pt x="3390711" y="147414"/>
                </a:lnTo>
                <a:lnTo>
                  <a:pt x="3392174" y="146827"/>
                </a:lnTo>
                <a:lnTo>
                  <a:pt x="3393638" y="146240"/>
                </a:lnTo>
                <a:lnTo>
                  <a:pt x="3395101" y="145655"/>
                </a:lnTo>
                <a:lnTo>
                  <a:pt x="3396564" y="145070"/>
                </a:lnTo>
                <a:lnTo>
                  <a:pt x="3398028" y="144486"/>
                </a:lnTo>
                <a:lnTo>
                  <a:pt x="3399491" y="143904"/>
                </a:lnTo>
                <a:lnTo>
                  <a:pt x="3400955" y="143323"/>
                </a:lnTo>
                <a:lnTo>
                  <a:pt x="3402418" y="142742"/>
                </a:lnTo>
                <a:lnTo>
                  <a:pt x="3403882" y="142163"/>
                </a:lnTo>
                <a:lnTo>
                  <a:pt x="3405345" y="141584"/>
                </a:lnTo>
                <a:lnTo>
                  <a:pt x="3406808" y="141007"/>
                </a:lnTo>
                <a:lnTo>
                  <a:pt x="3408272" y="140431"/>
                </a:lnTo>
                <a:lnTo>
                  <a:pt x="3409735" y="139855"/>
                </a:lnTo>
                <a:lnTo>
                  <a:pt x="3411199" y="139281"/>
                </a:lnTo>
                <a:lnTo>
                  <a:pt x="3412662" y="138708"/>
                </a:lnTo>
                <a:lnTo>
                  <a:pt x="3414125" y="138136"/>
                </a:lnTo>
                <a:lnTo>
                  <a:pt x="3415589" y="137565"/>
                </a:lnTo>
                <a:lnTo>
                  <a:pt x="3417052" y="136995"/>
                </a:lnTo>
                <a:lnTo>
                  <a:pt x="3418516" y="136426"/>
                </a:lnTo>
                <a:lnTo>
                  <a:pt x="3419979" y="135858"/>
                </a:lnTo>
                <a:lnTo>
                  <a:pt x="3421442" y="135291"/>
                </a:lnTo>
                <a:lnTo>
                  <a:pt x="3422906" y="134725"/>
                </a:lnTo>
                <a:lnTo>
                  <a:pt x="3424369" y="134160"/>
                </a:lnTo>
                <a:lnTo>
                  <a:pt x="3425833" y="133596"/>
                </a:lnTo>
                <a:lnTo>
                  <a:pt x="3427296" y="133033"/>
                </a:lnTo>
                <a:lnTo>
                  <a:pt x="3428759" y="132472"/>
                </a:lnTo>
                <a:lnTo>
                  <a:pt x="3430223" y="131911"/>
                </a:lnTo>
                <a:lnTo>
                  <a:pt x="3431686" y="131351"/>
                </a:lnTo>
                <a:lnTo>
                  <a:pt x="3433150" y="130793"/>
                </a:lnTo>
                <a:lnTo>
                  <a:pt x="3434613" y="130235"/>
                </a:lnTo>
                <a:lnTo>
                  <a:pt x="3436076" y="129679"/>
                </a:lnTo>
                <a:lnTo>
                  <a:pt x="3437540" y="129123"/>
                </a:lnTo>
                <a:lnTo>
                  <a:pt x="3439003" y="128569"/>
                </a:lnTo>
                <a:lnTo>
                  <a:pt x="3440467" y="128016"/>
                </a:lnTo>
                <a:lnTo>
                  <a:pt x="3441930" y="127464"/>
                </a:lnTo>
                <a:lnTo>
                  <a:pt x="3443393" y="126912"/>
                </a:lnTo>
                <a:lnTo>
                  <a:pt x="3444857" y="126362"/>
                </a:lnTo>
                <a:lnTo>
                  <a:pt x="3446320" y="125813"/>
                </a:lnTo>
                <a:lnTo>
                  <a:pt x="3447784" y="125265"/>
                </a:lnTo>
                <a:lnTo>
                  <a:pt x="3449247" y="124718"/>
                </a:lnTo>
                <a:lnTo>
                  <a:pt x="3450710" y="124172"/>
                </a:lnTo>
                <a:lnTo>
                  <a:pt x="3452174" y="123627"/>
                </a:lnTo>
                <a:lnTo>
                  <a:pt x="3453637" y="123084"/>
                </a:lnTo>
                <a:lnTo>
                  <a:pt x="3455101" y="122541"/>
                </a:lnTo>
                <a:lnTo>
                  <a:pt x="3456564" y="121999"/>
                </a:lnTo>
                <a:lnTo>
                  <a:pt x="3458028" y="121459"/>
                </a:lnTo>
                <a:lnTo>
                  <a:pt x="3459491" y="120919"/>
                </a:lnTo>
                <a:lnTo>
                  <a:pt x="3460954" y="120381"/>
                </a:lnTo>
                <a:lnTo>
                  <a:pt x="3462418" y="119843"/>
                </a:lnTo>
                <a:lnTo>
                  <a:pt x="3463881" y="119307"/>
                </a:lnTo>
                <a:lnTo>
                  <a:pt x="3465345" y="118771"/>
                </a:lnTo>
                <a:lnTo>
                  <a:pt x="3466808" y="118237"/>
                </a:lnTo>
                <a:lnTo>
                  <a:pt x="3468271" y="117704"/>
                </a:lnTo>
                <a:lnTo>
                  <a:pt x="3469735" y="117172"/>
                </a:lnTo>
                <a:lnTo>
                  <a:pt x="3471198" y="116641"/>
                </a:lnTo>
                <a:lnTo>
                  <a:pt x="3472662" y="116111"/>
                </a:lnTo>
                <a:lnTo>
                  <a:pt x="3474125" y="115582"/>
                </a:lnTo>
                <a:lnTo>
                  <a:pt x="3475588" y="115054"/>
                </a:lnTo>
                <a:lnTo>
                  <a:pt x="3477052" y="114528"/>
                </a:lnTo>
                <a:lnTo>
                  <a:pt x="3478515" y="114002"/>
                </a:lnTo>
                <a:lnTo>
                  <a:pt x="3479979" y="113478"/>
                </a:lnTo>
                <a:lnTo>
                  <a:pt x="3481442" y="112954"/>
                </a:lnTo>
                <a:lnTo>
                  <a:pt x="3482905" y="112432"/>
                </a:lnTo>
                <a:lnTo>
                  <a:pt x="3484369" y="111910"/>
                </a:lnTo>
                <a:lnTo>
                  <a:pt x="3485832" y="111390"/>
                </a:lnTo>
                <a:lnTo>
                  <a:pt x="3487296" y="110871"/>
                </a:lnTo>
                <a:lnTo>
                  <a:pt x="3488759" y="110353"/>
                </a:lnTo>
                <a:lnTo>
                  <a:pt x="3490222" y="109836"/>
                </a:lnTo>
                <a:lnTo>
                  <a:pt x="3491686" y="109320"/>
                </a:lnTo>
                <a:lnTo>
                  <a:pt x="3493149" y="108805"/>
                </a:lnTo>
                <a:lnTo>
                  <a:pt x="3494613" y="108291"/>
                </a:lnTo>
                <a:lnTo>
                  <a:pt x="3496076" y="107779"/>
                </a:lnTo>
                <a:lnTo>
                  <a:pt x="3497539" y="107267"/>
                </a:lnTo>
                <a:lnTo>
                  <a:pt x="3499003" y="106756"/>
                </a:lnTo>
                <a:lnTo>
                  <a:pt x="3500466" y="106247"/>
                </a:lnTo>
                <a:lnTo>
                  <a:pt x="3501930" y="105739"/>
                </a:lnTo>
                <a:lnTo>
                  <a:pt x="3503393" y="105232"/>
                </a:lnTo>
                <a:lnTo>
                  <a:pt x="3504857" y="104725"/>
                </a:lnTo>
                <a:lnTo>
                  <a:pt x="3506320" y="104220"/>
                </a:lnTo>
                <a:lnTo>
                  <a:pt x="3507783" y="103716"/>
                </a:lnTo>
                <a:lnTo>
                  <a:pt x="3509247" y="103213"/>
                </a:lnTo>
                <a:lnTo>
                  <a:pt x="3510710" y="102712"/>
                </a:lnTo>
                <a:lnTo>
                  <a:pt x="3512174" y="102211"/>
                </a:lnTo>
                <a:lnTo>
                  <a:pt x="3513637" y="101711"/>
                </a:lnTo>
                <a:lnTo>
                  <a:pt x="3515100" y="101213"/>
                </a:lnTo>
                <a:lnTo>
                  <a:pt x="3516564" y="100715"/>
                </a:lnTo>
                <a:lnTo>
                  <a:pt x="3518027" y="100219"/>
                </a:lnTo>
                <a:lnTo>
                  <a:pt x="3519491" y="99724"/>
                </a:lnTo>
                <a:lnTo>
                  <a:pt x="3520954" y="99230"/>
                </a:lnTo>
                <a:lnTo>
                  <a:pt x="3522417" y="98737"/>
                </a:lnTo>
                <a:lnTo>
                  <a:pt x="3523881" y="98245"/>
                </a:lnTo>
                <a:lnTo>
                  <a:pt x="3525344" y="97754"/>
                </a:lnTo>
                <a:lnTo>
                  <a:pt x="3526808" y="97264"/>
                </a:lnTo>
                <a:lnTo>
                  <a:pt x="3528271" y="96776"/>
                </a:lnTo>
                <a:lnTo>
                  <a:pt x="3529734" y="96288"/>
                </a:lnTo>
                <a:lnTo>
                  <a:pt x="3531198" y="95802"/>
                </a:lnTo>
                <a:lnTo>
                  <a:pt x="3532661" y="95317"/>
                </a:lnTo>
                <a:lnTo>
                  <a:pt x="3534125" y="94833"/>
                </a:lnTo>
                <a:lnTo>
                  <a:pt x="3535588" y="94349"/>
                </a:lnTo>
                <a:lnTo>
                  <a:pt x="3537051" y="93868"/>
                </a:lnTo>
                <a:lnTo>
                  <a:pt x="3538515" y="93387"/>
                </a:lnTo>
                <a:lnTo>
                  <a:pt x="3539978" y="92907"/>
                </a:lnTo>
                <a:lnTo>
                  <a:pt x="3541442" y="92428"/>
                </a:lnTo>
                <a:lnTo>
                  <a:pt x="3542905" y="91951"/>
                </a:lnTo>
                <a:lnTo>
                  <a:pt x="3544368" y="91474"/>
                </a:lnTo>
                <a:lnTo>
                  <a:pt x="3545832" y="90999"/>
                </a:lnTo>
                <a:lnTo>
                  <a:pt x="3547295" y="90525"/>
                </a:lnTo>
                <a:lnTo>
                  <a:pt x="3548759" y="90052"/>
                </a:lnTo>
                <a:lnTo>
                  <a:pt x="3550222" y="89580"/>
                </a:lnTo>
                <a:lnTo>
                  <a:pt x="3551686" y="89109"/>
                </a:lnTo>
                <a:lnTo>
                  <a:pt x="3553149" y="88639"/>
                </a:lnTo>
                <a:lnTo>
                  <a:pt x="3554612" y="88171"/>
                </a:lnTo>
                <a:lnTo>
                  <a:pt x="3556076" y="87703"/>
                </a:lnTo>
                <a:lnTo>
                  <a:pt x="3557539" y="87237"/>
                </a:lnTo>
                <a:lnTo>
                  <a:pt x="3559003" y="86772"/>
                </a:lnTo>
                <a:lnTo>
                  <a:pt x="3560466" y="86308"/>
                </a:lnTo>
                <a:lnTo>
                  <a:pt x="3561929" y="85845"/>
                </a:lnTo>
                <a:lnTo>
                  <a:pt x="3563393" y="85383"/>
                </a:lnTo>
                <a:lnTo>
                  <a:pt x="3564856" y="84922"/>
                </a:lnTo>
                <a:lnTo>
                  <a:pt x="3566320" y="84463"/>
                </a:lnTo>
                <a:lnTo>
                  <a:pt x="3567783" y="84004"/>
                </a:lnTo>
                <a:lnTo>
                  <a:pt x="3569246" y="83547"/>
                </a:lnTo>
                <a:lnTo>
                  <a:pt x="3570710" y="83091"/>
                </a:lnTo>
                <a:lnTo>
                  <a:pt x="3572173" y="82635"/>
                </a:lnTo>
                <a:lnTo>
                  <a:pt x="3573637" y="82182"/>
                </a:lnTo>
                <a:lnTo>
                  <a:pt x="3575100" y="81729"/>
                </a:lnTo>
                <a:lnTo>
                  <a:pt x="3576563" y="81277"/>
                </a:lnTo>
                <a:lnTo>
                  <a:pt x="3578027" y="80826"/>
                </a:lnTo>
                <a:lnTo>
                  <a:pt x="3579490" y="80377"/>
                </a:lnTo>
                <a:lnTo>
                  <a:pt x="3580954" y="79929"/>
                </a:lnTo>
                <a:lnTo>
                  <a:pt x="3582417" y="79482"/>
                </a:lnTo>
                <a:lnTo>
                  <a:pt x="3583880" y="79036"/>
                </a:lnTo>
                <a:lnTo>
                  <a:pt x="3585344" y="78591"/>
                </a:lnTo>
                <a:lnTo>
                  <a:pt x="3586807" y="78147"/>
                </a:lnTo>
                <a:lnTo>
                  <a:pt x="3588271" y="77704"/>
                </a:lnTo>
                <a:lnTo>
                  <a:pt x="3589734" y="77263"/>
                </a:lnTo>
                <a:lnTo>
                  <a:pt x="3591197" y="76823"/>
                </a:lnTo>
                <a:lnTo>
                  <a:pt x="3592661" y="76383"/>
                </a:lnTo>
                <a:lnTo>
                  <a:pt x="3594124" y="75945"/>
                </a:lnTo>
                <a:lnTo>
                  <a:pt x="3595588" y="75509"/>
                </a:lnTo>
                <a:lnTo>
                  <a:pt x="3597051" y="75073"/>
                </a:lnTo>
                <a:lnTo>
                  <a:pt x="3598514" y="74638"/>
                </a:lnTo>
                <a:lnTo>
                  <a:pt x="3599978" y="74205"/>
                </a:lnTo>
                <a:lnTo>
                  <a:pt x="3601441" y="73773"/>
                </a:lnTo>
                <a:lnTo>
                  <a:pt x="3602905" y="73341"/>
                </a:lnTo>
                <a:lnTo>
                  <a:pt x="3604368" y="72911"/>
                </a:lnTo>
                <a:lnTo>
                  <a:pt x="3605832" y="72483"/>
                </a:lnTo>
                <a:lnTo>
                  <a:pt x="3607295" y="72055"/>
                </a:lnTo>
                <a:lnTo>
                  <a:pt x="3608758" y="71628"/>
                </a:lnTo>
                <a:lnTo>
                  <a:pt x="3610222" y="71203"/>
                </a:lnTo>
                <a:lnTo>
                  <a:pt x="3611685" y="70779"/>
                </a:lnTo>
                <a:lnTo>
                  <a:pt x="3613149" y="70356"/>
                </a:lnTo>
                <a:lnTo>
                  <a:pt x="3614612" y="69934"/>
                </a:lnTo>
                <a:lnTo>
                  <a:pt x="3616075" y="69513"/>
                </a:lnTo>
                <a:lnTo>
                  <a:pt x="3617539" y="69093"/>
                </a:lnTo>
                <a:lnTo>
                  <a:pt x="3619002" y="68675"/>
                </a:lnTo>
                <a:lnTo>
                  <a:pt x="3620466" y="68258"/>
                </a:lnTo>
                <a:lnTo>
                  <a:pt x="3621929" y="67841"/>
                </a:lnTo>
                <a:lnTo>
                  <a:pt x="3623392" y="67427"/>
                </a:lnTo>
                <a:lnTo>
                  <a:pt x="3624856" y="67013"/>
                </a:lnTo>
                <a:lnTo>
                  <a:pt x="3626319" y="66600"/>
                </a:lnTo>
                <a:lnTo>
                  <a:pt x="3627783" y="66189"/>
                </a:lnTo>
                <a:lnTo>
                  <a:pt x="3629246" y="65778"/>
                </a:lnTo>
                <a:lnTo>
                  <a:pt x="3630709" y="65369"/>
                </a:lnTo>
                <a:lnTo>
                  <a:pt x="3632173" y="64961"/>
                </a:lnTo>
                <a:lnTo>
                  <a:pt x="3633636" y="64554"/>
                </a:lnTo>
                <a:lnTo>
                  <a:pt x="3635100" y="64149"/>
                </a:lnTo>
                <a:lnTo>
                  <a:pt x="3636563" y="63744"/>
                </a:lnTo>
                <a:lnTo>
                  <a:pt x="3638026" y="63341"/>
                </a:lnTo>
                <a:lnTo>
                  <a:pt x="3639490" y="62939"/>
                </a:lnTo>
                <a:lnTo>
                  <a:pt x="3640953" y="62538"/>
                </a:lnTo>
                <a:lnTo>
                  <a:pt x="3642417" y="62138"/>
                </a:lnTo>
                <a:lnTo>
                  <a:pt x="3643880" y="61740"/>
                </a:lnTo>
                <a:lnTo>
                  <a:pt x="3645343" y="61342"/>
                </a:lnTo>
                <a:lnTo>
                  <a:pt x="3646807" y="60946"/>
                </a:lnTo>
                <a:lnTo>
                  <a:pt x="3648270" y="60551"/>
                </a:lnTo>
                <a:lnTo>
                  <a:pt x="3649734" y="60157"/>
                </a:lnTo>
                <a:lnTo>
                  <a:pt x="3651197" y="59764"/>
                </a:lnTo>
                <a:lnTo>
                  <a:pt x="3652661" y="59373"/>
                </a:lnTo>
                <a:lnTo>
                  <a:pt x="3654124" y="58982"/>
                </a:lnTo>
                <a:lnTo>
                  <a:pt x="3655587" y="58593"/>
                </a:lnTo>
                <a:lnTo>
                  <a:pt x="3657051" y="58205"/>
                </a:lnTo>
                <a:lnTo>
                  <a:pt x="3658514" y="57819"/>
                </a:lnTo>
                <a:lnTo>
                  <a:pt x="3659978" y="57433"/>
                </a:lnTo>
                <a:lnTo>
                  <a:pt x="3661441" y="57049"/>
                </a:lnTo>
                <a:lnTo>
                  <a:pt x="3662904" y="56665"/>
                </a:lnTo>
                <a:lnTo>
                  <a:pt x="3664368" y="56283"/>
                </a:lnTo>
                <a:lnTo>
                  <a:pt x="3665831" y="55902"/>
                </a:lnTo>
                <a:lnTo>
                  <a:pt x="3667295" y="55523"/>
                </a:lnTo>
                <a:lnTo>
                  <a:pt x="3668758" y="55144"/>
                </a:lnTo>
                <a:lnTo>
                  <a:pt x="3670221" y="54767"/>
                </a:lnTo>
                <a:lnTo>
                  <a:pt x="3671685" y="54391"/>
                </a:lnTo>
                <a:lnTo>
                  <a:pt x="3673148" y="54016"/>
                </a:lnTo>
                <a:lnTo>
                  <a:pt x="3674612" y="53642"/>
                </a:lnTo>
                <a:lnTo>
                  <a:pt x="3676075" y="53270"/>
                </a:lnTo>
                <a:lnTo>
                  <a:pt x="3677538" y="52899"/>
                </a:lnTo>
                <a:lnTo>
                  <a:pt x="3679002" y="52528"/>
                </a:lnTo>
                <a:lnTo>
                  <a:pt x="3680465" y="52160"/>
                </a:lnTo>
                <a:lnTo>
                  <a:pt x="3681929" y="51792"/>
                </a:lnTo>
                <a:lnTo>
                  <a:pt x="3683392" y="51425"/>
                </a:lnTo>
                <a:lnTo>
                  <a:pt x="3684855" y="51060"/>
                </a:lnTo>
                <a:lnTo>
                  <a:pt x="3686319" y="50696"/>
                </a:lnTo>
                <a:lnTo>
                  <a:pt x="3687782" y="50333"/>
                </a:lnTo>
                <a:lnTo>
                  <a:pt x="3689246" y="49971"/>
                </a:lnTo>
                <a:lnTo>
                  <a:pt x="3690709" y="49611"/>
                </a:lnTo>
                <a:lnTo>
                  <a:pt x="3692172" y="49252"/>
                </a:lnTo>
                <a:lnTo>
                  <a:pt x="3693636" y="48894"/>
                </a:lnTo>
                <a:lnTo>
                  <a:pt x="3695099" y="48537"/>
                </a:lnTo>
                <a:lnTo>
                  <a:pt x="3696563" y="48181"/>
                </a:lnTo>
                <a:lnTo>
                  <a:pt x="3698026" y="47827"/>
                </a:lnTo>
                <a:lnTo>
                  <a:pt x="3699489" y="47473"/>
                </a:lnTo>
                <a:lnTo>
                  <a:pt x="3700953" y="47121"/>
                </a:lnTo>
                <a:lnTo>
                  <a:pt x="3702416" y="46771"/>
                </a:lnTo>
                <a:lnTo>
                  <a:pt x="3703880" y="46421"/>
                </a:lnTo>
                <a:lnTo>
                  <a:pt x="3705343" y="46073"/>
                </a:lnTo>
                <a:lnTo>
                  <a:pt x="3706807" y="45726"/>
                </a:lnTo>
                <a:lnTo>
                  <a:pt x="3708270" y="45380"/>
                </a:lnTo>
                <a:lnTo>
                  <a:pt x="3709733" y="45035"/>
                </a:lnTo>
                <a:lnTo>
                  <a:pt x="3711197" y="44691"/>
                </a:lnTo>
                <a:lnTo>
                  <a:pt x="3712660" y="44349"/>
                </a:lnTo>
                <a:lnTo>
                  <a:pt x="3714124" y="44008"/>
                </a:lnTo>
                <a:lnTo>
                  <a:pt x="3715587" y="43668"/>
                </a:lnTo>
                <a:lnTo>
                  <a:pt x="3717050" y="43330"/>
                </a:lnTo>
                <a:lnTo>
                  <a:pt x="3718514" y="42992"/>
                </a:lnTo>
                <a:lnTo>
                  <a:pt x="3719977" y="42656"/>
                </a:lnTo>
                <a:lnTo>
                  <a:pt x="3721441" y="42321"/>
                </a:lnTo>
                <a:lnTo>
                  <a:pt x="3722904" y="41988"/>
                </a:lnTo>
                <a:lnTo>
                  <a:pt x="3724367" y="41655"/>
                </a:lnTo>
                <a:lnTo>
                  <a:pt x="3725831" y="41324"/>
                </a:lnTo>
                <a:lnTo>
                  <a:pt x="3727294" y="40994"/>
                </a:lnTo>
                <a:lnTo>
                  <a:pt x="3728758" y="40665"/>
                </a:lnTo>
                <a:lnTo>
                  <a:pt x="3730221" y="40338"/>
                </a:lnTo>
                <a:lnTo>
                  <a:pt x="3731684" y="40011"/>
                </a:lnTo>
                <a:lnTo>
                  <a:pt x="3733148" y="39686"/>
                </a:lnTo>
                <a:lnTo>
                  <a:pt x="3734611" y="39362"/>
                </a:lnTo>
                <a:lnTo>
                  <a:pt x="3736075" y="39040"/>
                </a:lnTo>
                <a:lnTo>
                  <a:pt x="3737538" y="38718"/>
                </a:lnTo>
                <a:lnTo>
                  <a:pt x="3739001" y="38398"/>
                </a:lnTo>
                <a:lnTo>
                  <a:pt x="3740465" y="38080"/>
                </a:lnTo>
                <a:lnTo>
                  <a:pt x="3741928" y="37762"/>
                </a:lnTo>
                <a:lnTo>
                  <a:pt x="3743392" y="37446"/>
                </a:lnTo>
                <a:lnTo>
                  <a:pt x="3744855" y="37130"/>
                </a:lnTo>
                <a:lnTo>
                  <a:pt x="3746318" y="36816"/>
                </a:lnTo>
                <a:lnTo>
                  <a:pt x="3747782" y="36504"/>
                </a:lnTo>
                <a:lnTo>
                  <a:pt x="3749245" y="36192"/>
                </a:lnTo>
                <a:lnTo>
                  <a:pt x="3750709" y="35882"/>
                </a:lnTo>
                <a:lnTo>
                  <a:pt x="3752172" y="35573"/>
                </a:lnTo>
                <a:lnTo>
                  <a:pt x="3753636" y="35266"/>
                </a:lnTo>
                <a:lnTo>
                  <a:pt x="3755099" y="34959"/>
                </a:lnTo>
                <a:lnTo>
                  <a:pt x="3756562" y="34654"/>
                </a:lnTo>
                <a:lnTo>
                  <a:pt x="3758026" y="34350"/>
                </a:lnTo>
                <a:lnTo>
                  <a:pt x="3759489" y="34048"/>
                </a:lnTo>
                <a:lnTo>
                  <a:pt x="3760953" y="33746"/>
                </a:lnTo>
                <a:lnTo>
                  <a:pt x="3762416" y="33446"/>
                </a:lnTo>
                <a:lnTo>
                  <a:pt x="3763879" y="33147"/>
                </a:lnTo>
                <a:lnTo>
                  <a:pt x="3765343" y="32850"/>
                </a:lnTo>
                <a:lnTo>
                  <a:pt x="3766806" y="32553"/>
                </a:lnTo>
                <a:lnTo>
                  <a:pt x="3768270" y="32258"/>
                </a:lnTo>
                <a:lnTo>
                  <a:pt x="3769733" y="31964"/>
                </a:lnTo>
                <a:lnTo>
                  <a:pt x="3771196" y="31672"/>
                </a:lnTo>
                <a:lnTo>
                  <a:pt x="3772660" y="31380"/>
                </a:lnTo>
                <a:lnTo>
                  <a:pt x="3774123" y="31090"/>
                </a:lnTo>
                <a:lnTo>
                  <a:pt x="3775587" y="30802"/>
                </a:lnTo>
                <a:lnTo>
                  <a:pt x="3777050" y="30514"/>
                </a:lnTo>
                <a:lnTo>
                  <a:pt x="3778513" y="30228"/>
                </a:lnTo>
                <a:lnTo>
                  <a:pt x="3779977" y="29943"/>
                </a:lnTo>
                <a:lnTo>
                  <a:pt x="3781440" y="29659"/>
                </a:lnTo>
                <a:lnTo>
                  <a:pt x="3782904" y="29377"/>
                </a:lnTo>
                <a:lnTo>
                  <a:pt x="3784367" y="29096"/>
                </a:lnTo>
                <a:lnTo>
                  <a:pt x="3785830" y="28816"/>
                </a:lnTo>
                <a:lnTo>
                  <a:pt x="3787294" y="28537"/>
                </a:lnTo>
                <a:lnTo>
                  <a:pt x="3788757" y="28260"/>
                </a:lnTo>
                <a:lnTo>
                  <a:pt x="3790221" y="27984"/>
                </a:lnTo>
                <a:lnTo>
                  <a:pt x="3791684" y="27709"/>
                </a:lnTo>
                <a:lnTo>
                  <a:pt x="3793147" y="27435"/>
                </a:lnTo>
                <a:lnTo>
                  <a:pt x="3794611" y="27163"/>
                </a:lnTo>
                <a:lnTo>
                  <a:pt x="3796074" y="26892"/>
                </a:lnTo>
                <a:lnTo>
                  <a:pt x="3797538" y="26622"/>
                </a:lnTo>
                <a:lnTo>
                  <a:pt x="3799001" y="26354"/>
                </a:lnTo>
                <a:lnTo>
                  <a:pt x="3800464" y="26087"/>
                </a:lnTo>
                <a:lnTo>
                  <a:pt x="3801928" y="25821"/>
                </a:lnTo>
                <a:lnTo>
                  <a:pt x="3803391" y="25557"/>
                </a:lnTo>
                <a:lnTo>
                  <a:pt x="3804855" y="25293"/>
                </a:lnTo>
                <a:lnTo>
                  <a:pt x="3806318" y="25031"/>
                </a:lnTo>
                <a:lnTo>
                  <a:pt x="3807782" y="24771"/>
                </a:lnTo>
                <a:lnTo>
                  <a:pt x="3809245" y="24511"/>
                </a:lnTo>
                <a:lnTo>
                  <a:pt x="3810708" y="24253"/>
                </a:lnTo>
                <a:lnTo>
                  <a:pt x="3812172" y="23997"/>
                </a:lnTo>
                <a:lnTo>
                  <a:pt x="3813635" y="23741"/>
                </a:lnTo>
                <a:lnTo>
                  <a:pt x="3815099" y="23487"/>
                </a:lnTo>
                <a:lnTo>
                  <a:pt x="3816562" y="23234"/>
                </a:lnTo>
                <a:lnTo>
                  <a:pt x="3818025" y="22982"/>
                </a:lnTo>
                <a:lnTo>
                  <a:pt x="3819489" y="22732"/>
                </a:lnTo>
                <a:lnTo>
                  <a:pt x="3820952" y="22483"/>
                </a:lnTo>
                <a:lnTo>
                  <a:pt x="3822416" y="22235"/>
                </a:lnTo>
                <a:lnTo>
                  <a:pt x="3823879" y="21989"/>
                </a:lnTo>
                <a:lnTo>
                  <a:pt x="3825342" y="21744"/>
                </a:lnTo>
                <a:lnTo>
                  <a:pt x="3826806" y="21500"/>
                </a:lnTo>
                <a:lnTo>
                  <a:pt x="3828269" y="21258"/>
                </a:lnTo>
                <a:lnTo>
                  <a:pt x="3829733" y="21016"/>
                </a:lnTo>
                <a:lnTo>
                  <a:pt x="3831196" y="20777"/>
                </a:lnTo>
                <a:lnTo>
                  <a:pt x="3832659" y="20538"/>
                </a:lnTo>
                <a:lnTo>
                  <a:pt x="3834123" y="20301"/>
                </a:lnTo>
                <a:lnTo>
                  <a:pt x="3835586" y="20065"/>
                </a:lnTo>
                <a:lnTo>
                  <a:pt x="3837050" y="19830"/>
                </a:lnTo>
                <a:lnTo>
                  <a:pt x="3838513" y="19597"/>
                </a:lnTo>
                <a:lnTo>
                  <a:pt x="3839976" y="19365"/>
                </a:lnTo>
                <a:lnTo>
                  <a:pt x="3841440" y="19134"/>
                </a:lnTo>
                <a:lnTo>
                  <a:pt x="3842903" y="18905"/>
                </a:lnTo>
                <a:lnTo>
                  <a:pt x="3844367" y="18677"/>
                </a:lnTo>
                <a:lnTo>
                  <a:pt x="3845830" y="18450"/>
                </a:lnTo>
                <a:lnTo>
                  <a:pt x="3847293" y="18225"/>
                </a:lnTo>
                <a:lnTo>
                  <a:pt x="3848757" y="18000"/>
                </a:lnTo>
                <a:lnTo>
                  <a:pt x="3850220" y="17778"/>
                </a:lnTo>
                <a:lnTo>
                  <a:pt x="3851684" y="17556"/>
                </a:lnTo>
                <a:lnTo>
                  <a:pt x="3853147" y="17336"/>
                </a:lnTo>
                <a:lnTo>
                  <a:pt x="3854611" y="17117"/>
                </a:lnTo>
                <a:lnTo>
                  <a:pt x="3856074" y="16900"/>
                </a:lnTo>
                <a:lnTo>
                  <a:pt x="3857537" y="16684"/>
                </a:lnTo>
                <a:lnTo>
                  <a:pt x="3859001" y="16469"/>
                </a:lnTo>
                <a:lnTo>
                  <a:pt x="3860464" y="16255"/>
                </a:lnTo>
                <a:lnTo>
                  <a:pt x="3861928" y="16043"/>
                </a:lnTo>
                <a:lnTo>
                  <a:pt x="3863391" y="15832"/>
                </a:lnTo>
                <a:lnTo>
                  <a:pt x="3864854" y="15623"/>
                </a:lnTo>
                <a:lnTo>
                  <a:pt x="3866318" y="15415"/>
                </a:lnTo>
                <a:lnTo>
                  <a:pt x="3867781" y="15208"/>
                </a:lnTo>
                <a:lnTo>
                  <a:pt x="3869245" y="15002"/>
                </a:lnTo>
                <a:lnTo>
                  <a:pt x="3870708" y="14798"/>
                </a:lnTo>
                <a:lnTo>
                  <a:pt x="3872171" y="14596"/>
                </a:lnTo>
                <a:lnTo>
                  <a:pt x="3873635" y="14394"/>
                </a:lnTo>
                <a:lnTo>
                  <a:pt x="3875098" y="14194"/>
                </a:lnTo>
                <a:lnTo>
                  <a:pt x="3876562" y="13995"/>
                </a:lnTo>
                <a:lnTo>
                  <a:pt x="3878025" y="13798"/>
                </a:lnTo>
                <a:lnTo>
                  <a:pt x="3879488" y="13602"/>
                </a:lnTo>
                <a:lnTo>
                  <a:pt x="3880952" y="13407"/>
                </a:lnTo>
                <a:lnTo>
                  <a:pt x="3882415" y="13214"/>
                </a:lnTo>
                <a:lnTo>
                  <a:pt x="3883879" y="13021"/>
                </a:lnTo>
                <a:lnTo>
                  <a:pt x="3885342" y="12831"/>
                </a:lnTo>
                <a:lnTo>
                  <a:pt x="3886805" y="12641"/>
                </a:lnTo>
                <a:lnTo>
                  <a:pt x="3888269" y="12453"/>
                </a:lnTo>
                <a:lnTo>
                  <a:pt x="3889732" y="12267"/>
                </a:lnTo>
                <a:lnTo>
                  <a:pt x="3891196" y="12082"/>
                </a:lnTo>
                <a:lnTo>
                  <a:pt x="3892659" y="11898"/>
                </a:lnTo>
                <a:lnTo>
                  <a:pt x="3894122" y="11715"/>
                </a:lnTo>
                <a:lnTo>
                  <a:pt x="3895586" y="11534"/>
                </a:lnTo>
                <a:lnTo>
                  <a:pt x="3897049" y="11354"/>
                </a:lnTo>
                <a:lnTo>
                  <a:pt x="3898513" y="11175"/>
                </a:lnTo>
                <a:lnTo>
                  <a:pt x="3899976" y="10998"/>
                </a:lnTo>
                <a:lnTo>
                  <a:pt x="3901440" y="10823"/>
                </a:lnTo>
                <a:lnTo>
                  <a:pt x="3902903" y="10648"/>
                </a:lnTo>
                <a:lnTo>
                  <a:pt x="3904366" y="10475"/>
                </a:lnTo>
                <a:lnTo>
                  <a:pt x="3905830" y="10303"/>
                </a:lnTo>
                <a:lnTo>
                  <a:pt x="3907293" y="10133"/>
                </a:lnTo>
                <a:lnTo>
                  <a:pt x="3908757" y="9964"/>
                </a:lnTo>
                <a:lnTo>
                  <a:pt x="3910220" y="9797"/>
                </a:lnTo>
                <a:lnTo>
                  <a:pt x="3911683" y="9630"/>
                </a:lnTo>
                <a:lnTo>
                  <a:pt x="3913147" y="9466"/>
                </a:lnTo>
                <a:lnTo>
                  <a:pt x="3914610" y="9302"/>
                </a:lnTo>
                <a:lnTo>
                  <a:pt x="3916074" y="9140"/>
                </a:lnTo>
                <a:lnTo>
                  <a:pt x="3917537" y="8979"/>
                </a:lnTo>
                <a:lnTo>
                  <a:pt x="3919000" y="8820"/>
                </a:lnTo>
                <a:lnTo>
                  <a:pt x="3920464" y="8662"/>
                </a:lnTo>
                <a:lnTo>
                  <a:pt x="3921927" y="8506"/>
                </a:lnTo>
                <a:lnTo>
                  <a:pt x="3923391" y="8351"/>
                </a:lnTo>
                <a:lnTo>
                  <a:pt x="3924854" y="8197"/>
                </a:lnTo>
                <a:lnTo>
                  <a:pt x="3926317" y="8044"/>
                </a:lnTo>
                <a:lnTo>
                  <a:pt x="3927781" y="7893"/>
                </a:lnTo>
                <a:lnTo>
                  <a:pt x="3929244" y="7744"/>
                </a:lnTo>
                <a:lnTo>
                  <a:pt x="3930708" y="7595"/>
                </a:lnTo>
                <a:lnTo>
                  <a:pt x="3932171" y="7449"/>
                </a:lnTo>
                <a:lnTo>
                  <a:pt x="3933634" y="7303"/>
                </a:lnTo>
                <a:lnTo>
                  <a:pt x="3935098" y="7159"/>
                </a:lnTo>
                <a:lnTo>
                  <a:pt x="3936561" y="7016"/>
                </a:lnTo>
                <a:lnTo>
                  <a:pt x="3938025" y="6875"/>
                </a:lnTo>
                <a:lnTo>
                  <a:pt x="3939488" y="6735"/>
                </a:lnTo>
                <a:lnTo>
                  <a:pt x="3940951" y="6597"/>
                </a:lnTo>
                <a:lnTo>
                  <a:pt x="3942415" y="6460"/>
                </a:lnTo>
                <a:lnTo>
                  <a:pt x="3943878" y="6324"/>
                </a:lnTo>
                <a:lnTo>
                  <a:pt x="3945342" y="6190"/>
                </a:lnTo>
                <a:lnTo>
                  <a:pt x="3946805" y="6057"/>
                </a:lnTo>
                <a:lnTo>
                  <a:pt x="3948268" y="5925"/>
                </a:lnTo>
                <a:lnTo>
                  <a:pt x="3949732" y="5795"/>
                </a:lnTo>
                <a:lnTo>
                  <a:pt x="3951195" y="5666"/>
                </a:lnTo>
                <a:lnTo>
                  <a:pt x="3952659" y="5539"/>
                </a:lnTo>
                <a:lnTo>
                  <a:pt x="3954122" y="5413"/>
                </a:lnTo>
                <a:lnTo>
                  <a:pt x="3955586" y="5289"/>
                </a:lnTo>
                <a:lnTo>
                  <a:pt x="3957049" y="5166"/>
                </a:lnTo>
                <a:lnTo>
                  <a:pt x="3958512" y="5044"/>
                </a:lnTo>
                <a:lnTo>
                  <a:pt x="3959976" y="4924"/>
                </a:lnTo>
                <a:lnTo>
                  <a:pt x="3961439" y="4805"/>
                </a:lnTo>
                <a:lnTo>
                  <a:pt x="3962903" y="4688"/>
                </a:lnTo>
                <a:lnTo>
                  <a:pt x="3964366" y="4572"/>
                </a:lnTo>
                <a:lnTo>
                  <a:pt x="3965829" y="4457"/>
                </a:lnTo>
                <a:lnTo>
                  <a:pt x="3967293" y="4344"/>
                </a:lnTo>
                <a:lnTo>
                  <a:pt x="3968756" y="4232"/>
                </a:lnTo>
                <a:lnTo>
                  <a:pt x="3970220" y="4122"/>
                </a:lnTo>
                <a:lnTo>
                  <a:pt x="3971683" y="4013"/>
                </a:lnTo>
                <a:lnTo>
                  <a:pt x="3973146" y="3906"/>
                </a:lnTo>
                <a:lnTo>
                  <a:pt x="3974610" y="3800"/>
                </a:lnTo>
                <a:lnTo>
                  <a:pt x="3976073" y="3695"/>
                </a:lnTo>
                <a:lnTo>
                  <a:pt x="3977537" y="3592"/>
                </a:lnTo>
                <a:lnTo>
                  <a:pt x="3979000" y="3490"/>
                </a:lnTo>
                <a:lnTo>
                  <a:pt x="3980463" y="3390"/>
                </a:lnTo>
                <a:lnTo>
                  <a:pt x="3981927" y="3291"/>
                </a:lnTo>
                <a:lnTo>
                  <a:pt x="3983390" y="3194"/>
                </a:lnTo>
                <a:lnTo>
                  <a:pt x="3984854" y="3098"/>
                </a:lnTo>
                <a:lnTo>
                  <a:pt x="3986317" y="3003"/>
                </a:lnTo>
                <a:lnTo>
                  <a:pt x="3987780" y="2910"/>
                </a:lnTo>
                <a:lnTo>
                  <a:pt x="3989244" y="2818"/>
                </a:lnTo>
                <a:lnTo>
                  <a:pt x="3990707" y="2728"/>
                </a:lnTo>
                <a:lnTo>
                  <a:pt x="3992171" y="2639"/>
                </a:lnTo>
                <a:lnTo>
                  <a:pt x="3993634" y="2552"/>
                </a:lnTo>
                <a:lnTo>
                  <a:pt x="3995097" y="2466"/>
                </a:lnTo>
                <a:lnTo>
                  <a:pt x="3996561" y="2381"/>
                </a:lnTo>
                <a:lnTo>
                  <a:pt x="3998024" y="2298"/>
                </a:lnTo>
                <a:lnTo>
                  <a:pt x="3999488" y="2217"/>
                </a:lnTo>
                <a:lnTo>
                  <a:pt x="4000951" y="2137"/>
                </a:lnTo>
                <a:lnTo>
                  <a:pt x="4002415" y="2058"/>
                </a:lnTo>
                <a:lnTo>
                  <a:pt x="4003878" y="1981"/>
                </a:lnTo>
                <a:lnTo>
                  <a:pt x="4005341" y="1905"/>
                </a:lnTo>
                <a:lnTo>
                  <a:pt x="4006805" y="1831"/>
                </a:lnTo>
                <a:lnTo>
                  <a:pt x="4008268" y="1758"/>
                </a:lnTo>
                <a:lnTo>
                  <a:pt x="4009732" y="1686"/>
                </a:lnTo>
                <a:lnTo>
                  <a:pt x="4011195" y="1616"/>
                </a:lnTo>
                <a:lnTo>
                  <a:pt x="4012658" y="1548"/>
                </a:lnTo>
                <a:lnTo>
                  <a:pt x="4014122" y="1481"/>
                </a:lnTo>
                <a:lnTo>
                  <a:pt x="4015585" y="1415"/>
                </a:lnTo>
                <a:lnTo>
                  <a:pt x="4017049" y="1351"/>
                </a:lnTo>
                <a:lnTo>
                  <a:pt x="4018512" y="1288"/>
                </a:lnTo>
                <a:lnTo>
                  <a:pt x="4019975" y="1227"/>
                </a:lnTo>
                <a:lnTo>
                  <a:pt x="4021439" y="1168"/>
                </a:lnTo>
                <a:lnTo>
                  <a:pt x="4022902" y="1109"/>
                </a:lnTo>
                <a:lnTo>
                  <a:pt x="4024366" y="1053"/>
                </a:lnTo>
                <a:lnTo>
                  <a:pt x="4025829" y="997"/>
                </a:lnTo>
                <a:lnTo>
                  <a:pt x="4027292" y="944"/>
                </a:lnTo>
                <a:lnTo>
                  <a:pt x="4028756" y="891"/>
                </a:lnTo>
                <a:lnTo>
                  <a:pt x="4030219" y="840"/>
                </a:lnTo>
                <a:lnTo>
                  <a:pt x="4031683" y="791"/>
                </a:lnTo>
                <a:lnTo>
                  <a:pt x="4033146" y="743"/>
                </a:lnTo>
                <a:lnTo>
                  <a:pt x="4034609" y="697"/>
                </a:lnTo>
                <a:lnTo>
                  <a:pt x="4036073" y="652"/>
                </a:lnTo>
                <a:lnTo>
                  <a:pt x="4037536" y="608"/>
                </a:lnTo>
                <a:lnTo>
                  <a:pt x="4039000" y="566"/>
                </a:lnTo>
                <a:lnTo>
                  <a:pt x="4040463" y="526"/>
                </a:lnTo>
                <a:lnTo>
                  <a:pt x="4041926" y="487"/>
                </a:lnTo>
                <a:lnTo>
                  <a:pt x="4043390" y="449"/>
                </a:lnTo>
                <a:lnTo>
                  <a:pt x="4044853" y="413"/>
                </a:lnTo>
                <a:lnTo>
                  <a:pt x="4046317" y="379"/>
                </a:lnTo>
                <a:lnTo>
                  <a:pt x="4047780" y="346"/>
                </a:lnTo>
                <a:lnTo>
                  <a:pt x="4049243" y="314"/>
                </a:lnTo>
                <a:lnTo>
                  <a:pt x="4050707" y="284"/>
                </a:lnTo>
                <a:lnTo>
                  <a:pt x="4052170" y="256"/>
                </a:lnTo>
                <a:lnTo>
                  <a:pt x="4053634" y="229"/>
                </a:lnTo>
                <a:lnTo>
                  <a:pt x="4055097" y="203"/>
                </a:lnTo>
                <a:lnTo>
                  <a:pt x="4056561" y="179"/>
                </a:lnTo>
                <a:lnTo>
                  <a:pt x="4058024" y="156"/>
                </a:lnTo>
                <a:lnTo>
                  <a:pt x="4059487" y="135"/>
                </a:lnTo>
                <a:lnTo>
                  <a:pt x="4060951" y="116"/>
                </a:lnTo>
                <a:lnTo>
                  <a:pt x="4062414" y="98"/>
                </a:lnTo>
                <a:lnTo>
                  <a:pt x="4063878" y="81"/>
                </a:lnTo>
                <a:lnTo>
                  <a:pt x="4065341" y="66"/>
                </a:lnTo>
                <a:lnTo>
                  <a:pt x="4066804" y="53"/>
                </a:lnTo>
                <a:lnTo>
                  <a:pt x="4068268" y="41"/>
                </a:lnTo>
                <a:lnTo>
                  <a:pt x="4069731" y="30"/>
                </a:lnTo>
                <a:lnTo>
                  <a:pt x="4071195" y="21"/>
                </a:lnTo>
                <a:lnTo>
                  <a:pt x="4072658" y="14"/>
                </a:lnTo>
                <a:lnTo>
                  <a:pt x="4074121" y="8"/>
                </a:lnTo>
                <a:lnTo>
                  <a:pt x="4075585" y="4"/>
                </a:lnTo>
                <a:lnTo>
                  <a:pt x="4077048" y="1"/>
                </a:lnTo>
                <a:lnTo>
                  <a:pt x="4078512" y="0"/>
                </a:lnTo>
                <a:lnTo>
                  <a:pt x="4079975" y="0"/>
                </a:lnTo>
                <a:lnTo>
                  <a:pt x="4081438" y="1"/>
                </a:lnTo>
                <a:lnTo>
                  <a:pt x="4082902" y="5"/>
                </a:lnTo>
                <a:lnTo>
                  <a:pt x="4084365" y="9"/>
                </a:lnTo>
                <a:lnTo>
                  <a:pt x="4085829" y="16"/>
                </a:lnTo>
                <a:lnTo>
                  <a:pt x="4087292" y="24"/>
                </a:lnTo>
                <a:lnTo>
                  <a:pt x="4088755" y="33"/>
                </a:lnTo>
                <a:lnTo>
                  <a:pt x="4090219" y="44"/>
                </a:lnTo>
                <a:lnTo>
                  <a:pt x="4091682" y="56"/>
                </a:lnTo>
                <a:lnTo>
                  <a:pt x="4093146" y="70"/>
                </a:lnTo>
                <a:lnTo>
                  <a:pt x="4094609" y="86"/>
                </a:lnTo>
                <a:lnTo>
                  <a:pt x="4096072" y="103"/>
                </a:lnTo>
                <a:lnTo>
                  <a:pt x="4097536" y="121"/>
                </a:lnTo>
                <a:lnTo>
                  <a:pt x="4098999" y="142"/>
                </a:lnTo>
                <a:lnTo>
                  <a:pt x="4100463" y="163"/>
                </a:lnTo>
                <a:lnTo>
                  <a:pt x="4101926" y="186"/>
                </a:lnTo>
                <a:lnTo>
                  <a:pt x="4103390" y="211"/>
                </a:lnTo>
                <a:lnTo>
                  <a:pt x="4104853" y="238"/>
                </a:lnTo>
                <a:lnTo>
                  <a:pt x="4106316" y="265"/>
                </a:lnTo>
                <a:lnTo>
                  <a:pt x="4107780" y="295"/>
                </a:lnTo>
                <a:lnTo>
                  <a:pt x="4109243" y="326"/>
                </a:lnTo>
                <a:lnTo>
                  <a:pt x="4110707" y="358"/>
                </a:lnTo>
                <a:lnTo>
                  <a:pt x="4112170" y="393"/>
                </a:lnTo>
                <a:lnTo>
                  <a:pt x="4113633" y="428"/>
                </a:lnTo>
                <a:lnTo>
                  <a:pt x="4115097" y="465"/>
                </a:lnTo>
                <a:lnTo>
                  <a:pt x="4116560" y="504"/>
                </a:lnTo>
                <a:lnTo>
                  <a:pt x="4118024" y="545"/>
                </a:lnTo>
                <a:lnTo>
                  <a:pt x="4119487" y="587"/>
                </a:lnTo>
                <a:lnTo>
                  <a:pt x="4120950" y="630"/>
                </a:lnTo>
                <a:lnTo>
                  <a:pt x="4122414" y="675"/>
                </a:lnTo>
                <a:lnTo>
                  <a:pt x="4123877" y="722"/>
                </a:lnTo>
                <a:lnTo>
                  <a:pt x="4125341" y="770"/>
                </a:lnTo>
                <a:lnTo>
                  <a:pt x="4126804" y="820"/>
                </a:lnTo>
                <a:lnTo>
                  <a:pt x="4128267" y="871"/>
                </a:lnTo>
                <a:lnTo>
                  <a:pt x="4129731" y="924"/>
                </a:lnTo>
                <a:lnTo>
                  <a:pt x="4131194" y="978"/>
                </a:lnTo>
                <a:lnTo>
                  <a:pt x="4132658" y="1035"/>
                </a:lnTo>
                <a:lnTo>
                  <a:pt x="4134121" y="1092"/>
                </a:lnTo>
                <a:lnTo>
                  <a:pt x="4135584" y="1151"/>
                </a:lnTo>
                <a:lnTo>
                  <a:pt x="4137048" y="1212"/>
                </a:lnTo>
                <a:lnTo>
                  <a:pt x="4138511" y="1275"/>
                </a:lnTo>
                <a:lnTo>
                  <a:pt x="4139975" y="1339"/>
                </a:lnTo>
                <a:lnTo>
                  <a:pt x="4141438" y="1404"/>
                </a:lnTo>
                <a:lnTo>
                  <a:pt x="4142901" y="1471"/>
                </a:lnTo>
                <a:lnTo>
                  <a:pt x="4144365" y="1540"/>
                </a:lnTo>
                <a:lnTo>
                  <a:pt x="4145828" y="1611"/>
                </a:lnTo>
                <a:lnTo>
                  <a:pt x="4147292" y="1683"/>
                </a:lnTo>
                <a:lnTo>
                  <a:pt x="4148755" y="1756"/>
                </a:lnTo>
                <a:lnTo>
                  <a:pt x="4150218" y="1831"/>
                </a:lnTo>
                <a:lnTo>
                  <a:pt x="4151682" y="1908"/>
                </a:lnTo>
                <a:lnTo>
                  <a:pt x="4153145" y="1986"/>
                </a:lnTo>
                <a:lnTo>
                  <a:pt x="4154609" y="2066"/>
                </a:lnTo>
                <a:lnTo>
                  <a:pt x="4156072" y="2148"/>
                </a:lnTo>
                <a:lnTo>
                  <a:pt x="4157536" y="2231"/>
                </a:lnTo>
                <a:lnTo>
                  <a:pt x="4158999" y="2316"/>
                </a:lnTo>
                <a:lnTo>
                  <a:pt x="4160462" y="2402"/>
                </a:lnTo>
                <a:lnTo>
                  <a:pt x="4161926" y="2490"/>
                </a:lnTo>
                <a:lnTo>
                  <a:pt x="4163389" y="2580"/>
                </a:lnTo>
                <a:lnTo>
                  <a:pt x="4164853" y="2671"/>
                </a:lnTo>
                <a:lnTo>
                  <a:pt x="4166316" y="2764"/>
                </a:lnTo>
                <a:lnTo>
                  <a:pt x="4167779" y="2858"/>
                </a:lnTo>
                <a:lnTo>
                  <a:pt x="4169243" y="2954"/>
                </a:lnTo>
                <a:lnTo>
                  <a:pt x="4170706" y="3052"/>
                </a:lnTo>
                <a:lnTo>
                  <a:pt x="4172170" y="3151"/>
                </a:lnTo>
                <a:lnTo>
                  <a:pt x="4173633" y="3252"/>
                </a:lnTo>
                <a:lnTo>
                  <a:pt x="4175096" y="3355"/>
                </a:lnTo>
                <a:lnTo>
                  <a:pt x="4176560" y="3459"/>
                </a:lnTo>
                <a:lnTo>
                  <a:pt x="4178023" y="3565"/>
                </a:lnTo>
                <a:lnTo>
                  <a:pt x="4179487" y="3672"/>
                </a:lnTo>
                <a:lnTo>
                  <a:pt x="4180950" y="3781"/>
                </a:lnTo>
                <a:lnTo>
                  <a:pt x="4182413" y="3892"/>
                </a:lnTo>
                <a:lnTo>
                  <a:pt x="4183877" y="4004"/>
                </a:lnTo>
                <a:lnTo>
                  <a:pt x="4185340" y="4118"/>
                </a:lnTo>
                <a:lnTo>
                  <a:pt x="4186804" y="4234"/>
                </a:lnTo>
                <a:lnTo>
                  <a:pt x="4188267" y="4351"/>
                </a:lnTo>
                <a:lnTo>
                  <a:pt x="4189730" y="4470"/>
                </a:lnTo>
                <a:lnTo>
                  <a:pt x="4191194" y="4591"/>
                </a:lnTo>
                <a:lnTo>
                  <a:pt x="4192657" y="4713"/>
                </a:lnTo>
                <a:lnTo>
                  <a:pt x="4194121" y="4837"/>
                </a:lnTo>
                <a:lnTo>
                  <a:pt x="4195584" y="4962"/>
                </a:lnTo>
                <a:lnTo>
                  <a:pt x="4197047" y="5089"/>
                </a:lnTo>
                <a:lnTo>
                  <a:pt x="4198511" y="5218"/>
                </a:lnTo>
                <a:lnTo>
                  <a:pt x="4199974" y="5349"/>
                </a:lnTo>
                <a:lnTo>
                  <a:pt x="4201438" y="5481"/>
                </a:lnTo>
                <a:lnTo>
                  <a:pt x="4202901" y="5615"/>
                </a:lnTo>
                <a:lnTo>
                  <a:pt x="4204365" y="5750"/>
                </a:lnTo>
                <a:lnTo>
                  <a:pt x="4205828" y="5887"/>
                </a:lnTo>
                <a:lnTo>
                  <a:pt x="4207291" y="6026"/>
                </a:lnTo>
                <a:lnTo>
                  <a:pt x="4208755" y="6166"/>
                </a:lnTo>
                <a:lnTo>
                  <a:pt x="4210218" y="6308"/>
                </a:lnTo>
                <a:lnTo>
                  <a:pt x="4211682" y="6452"/>
                </a:lnTo>
                <a:lnTo>
                  <a:pt x="4213145" y="6597"/>
                </a:lnTo>
                <a:lnTo>
                  <a:pt x="4214608" y="6744"/>
                </a:lnTo>
                <a:lnTo>
                  <a:pt x="4216072" y="6893"/>
                </a:lnTo>
                <a:lnTo>
                  <a:pt x="4217535" y="7044"/>
                </a:lnTo>
                <a:lnTo>
                  <a:pt x="4218999" y="7196"/>
                </a:lnTo>
                <a:lnTo>
                  <a:pt x="4220462" y="7350"/>
                </a:lnTo>
                <a:lnTo>
                  <a:pt x="4221925" y="7505"/>
                </a:lnTo>
                <a:lnTo>
                  <a:pt x="4223389" y="7662"/>
                </a:lnTo>
                <a:lnTo>
                  <a:pt x="4224852" y="7821"/>
                </a:lnTo>
                <a:lnTo>
                  <a:pt x="4226316" y="7981"/>
                </a:lnTo>
                <a:lnTo>
                  <a:pt x="4227779" y="8144"/>
                </a:lnTo>
                <a:lnTo>
                  <a:pt x="4229242" y="8308"/>
                </a:lnTo>
                <a:lnTo>
                  <a:pt x="4230706" y="8473"/>
                </a:lnTo>
                <a:lnTo>
                  <a:pt x="4232169" y="8640"/>
                </a:lnTo>
                <a:lnTo>
                  <a:pt x="4233633" y="8809"/>
                </a:lnTo>
                <a:lnTo>
                  <a:pt x="4235096" y="8980"/>
                </a:lnTo>
                <a:lnTo>
                  <a:pt x="4236559" y="9152"/>
                </a:lnTo>
                <a:lnTo>
                  <a:pt x="4238023" y="9326"/>
                </a:lnTo>
                <a:lnTo>
                  <a:pt x="4239486" y="9502"/>
                </a:lnTo>
                <a:lnTo>
                  <a:pt x="4240950" y="9680"/>
                </a:lnTo>
                <a:lnTo>
                  <a:pt x="4242413" y="9859"/>
                </a:lnTo>
                <a:lnTo>
                  <a:pt x="4243876" y="10040"/>
                </a:lnTo>
                <a:lnTo>
                  <a:pt x="4245340" y="10222"/>
                </a:lnTo>
                <a:lnTo>
                  <a:pt x="4246803" y="10406"/>
                </a:lnTo>
                <a:lnTo>
                  <a:pt x="4248267" y="10592"/>
                </a:lnTo>
                <a:lnTo>
                  <a:pt x="4249730" y="10780"/>
                </a:lnTo>
                <a:lnTo>
                  <a:pt x="4251193" y="10970"/>
                </a:lnTo>
                <a:lnTo>
                  <a:pt x="4252657" y="11161"/>
                </a:lnTo>
                <a:lnTo>
                  <a:pt x="4254120" y="11354"/>
                </a:lnTo>
                <a:lnTo>
                  <a:pt x="4255584" y="11548"/>
                </a:lnTo>
                <a:lnTo>
                  <a:pt x="4257047" y="11744"/>
                </a:lnTo>
                <a:lnTo>
                  <a:pt x="4258511" y="11942"/>
                </a:lnTo>
                <a:lnTo>
                  <a:pt x="4259974" y="12142"/>
                </a:lnTo>
                <a:lnTo>
                  <a:pt x="4261437" y="12344"/>
                </a:lnTo>
                <a:lnTo>
                  <a:pt x="4262901" y="12547"/>
                </a:lnTo>
                <a:lnTo>
                  <a:pt x="4264364" y="12752"/>
                </a:lnTo>
                <a:lnTo>
                  <a:pt x="4265828" y="12958"/>
                </a:lnTo>
                <a:lnTo>
                  <a:pt x="4267291" y="13167"/>
                </a:lnTo>
                <a:lnTo>
                  <a:pt x="4268754" y="13377"/>
                </a:lnTo>
                <a:lnTo>
                  <a:pt x="4270218" y="13589"/>
                </a:lnTo>
                <a:lnTo>
                  <a:pt x="4271681" y="13802"/>
                </a:lnTo>
                <a:lnTo>
                  <a:pt x="4273145" y="14018"/>
                </a:lnTo>
                <a:lnTo>
                  <a:pt x="4274608" y="14235"/>
                </a:lnTo>
                <a:lnTo>
                  <a:pt x="4276071" y="14454"/>
                </a:lnTo>
                <a:lnTo>
                  <a:pt x="4277535" y="14674"/>
                </a:lnTo>
                <a:lnTo>
                  <a:pt x="4278998" y="14897"/>
                </a:lnTo>
                <a:lnTo>
                  <a:pt x="4280462" y="15121"/>
                </a:lnTo>
                <a:lnTo>
                  <a:pt x="4281925" y="15347"/>
                </a:lnTo>
                <a:lnTo>
                  <a:pt x="4283388" y="15574"/>
                </a:lnTo>
                <a:lnTo>
                  <a:pt x="4284852" y="15804"/>
                </a:lnTo>
                <a:lnTo>
                  <a:pt x="4286315" y="16035"/>
                </a:lnTo>
                <a:lnTo>
                  <a:pt x="4287779" y="16268"/>
                </a:lnTo>
                <a:lnTo>
                  <a:pt x="4289242" y="16502"/>
                </a:lnTo>
                <a:lnTo>
                  <a:pt x="4290705" y="16739"/>
                </a:lnTo>
                <a:lnTo>
                  <a:pt x="4292169" y="16977"/>
                </a:lnTo>
                <a:lnTo>
                  <a:pt x="4293632" y="17217"/>
                </a:lnTo>
                <a:lnTo>
                  <a:pt x="4295096" y="17458"/>
                </a:lnTo>
                <a:lnTo>
                  <a:pt x="4296559" y="17702"/>
                </a:lnTo>
                <a:lnTo>
                  <a:pt x="4298022" y="17947"/>
                </a:lnTo>
                <a:lnTo>
                  <a:pt x="4299486" y="18194"/>
                </a:lnTo>
                <a:lnTo>
                  <a:pt x="4300949" y="18443"/>
                </a:lnTo>
                <a:lnTo>
                  <a:pt x="4302413" y="18694"/>
                </a:lnTo>
                <a:lnTo>
                  <a:pt x="4303876" y="18946"/>
                </a:lnTo>
                <a:lnTo>
                  <a:pt x="4305340" y="19200"/>
                </a:lnTo>
                <a:lnTo>
                  <a:pt x="4306803" y="19456"/>
                </a:lnTo>
                <a:lnTo>
                  <a:pt x="4308266" y="19714"/>
                </a:lnTo>
                <a:lnTo>
                  <a:pt x="4309730" y="19973"/>
                </a:lnTo>
                <a:lnTo>
                  <a:pt x="4311193" y="20235"/>
                </a:lnTo>
                <a:lnTo>
                  <a:pt x="4312657" y="20498"/>
                </a:lnTo>
                <a:lnTo>
                  <a:pt x="4314120" y="20763"/>
                </a:lnTo>
                <a:lnTo>
                  <a:pt x="4315583" y="21029"/>
                </a:lnTo>
                <a:lnTo>
                  <a:pt x="4317047" y="21298"/>
                </a:lnTo>
                <a:lnTo>
                  <a:pt x="4318510" y="21568"/>
                </a:lnTo>
                <a:lnTo>
                  <a:pt x="4319974" y="21840"/>
                </a:lnTo>
                <a:lnTo>
                  <a:pt x="4321437" y="22114"/>
                </a:lnTo>
                <a:lnTo>
                  <a:pt x="4322900" y="22390"/>
                </a:lnTo>
                <a:lnTo>
                  <a:pt x="4324364" y="22667"/>
                </a:lnTo>
                <a:lnTo>
                  <a:pt x="4325827" y="22947"/>
                </a:lnTo>
                <a:lnTo>
                  <a:pt x="4327291" y="23228"/>
                </a:lnTo>
                <a:lnTo>
                  <a:pt x="4328754" y="23511"/>
                </a:lnTo>
                <a:lnTo>
                  <a:pt x="4330217" y="23796"/>
                </a:lnTo>
                <a:lnTo>
                  <a:pt x="4331681" y="24082"/>
                </a:lnTo>
                <a:lnTo>
                  <a:pt x="4333144" y="24371"/>
                </a:lnTo>
                <a:lnTo>
                  <a:pt x="4334608" y="24661"/>
                </a:lnTo>
                <a:lnTo>
                  <a:pt x="4336071" y="24953"/>
                </a:lnTo>
                <a:lnTo>
                  <a:pt x="4337534" y="25247"/>
                </a:lnTo>
                <a:lnTo>
                  <a:pt x="4338998" y="25543"/>
                </a:lnTo>
                <a:lnTo>
                  <a:pt x="4340461" y="25840"/>
                </a:lnTo>
                <a:lnTo>
                  <a:pt x="4341925" y="26140"/>
                </a:lnTo>
                <a:lnTo>
                  <a:pt x="4343388" y="26441"/>
                </a:lnTo>
                <a:lnTo>
                  <a:pt x="4344851" y="26744"/>
                </a:lnTo>
                <a:lnTo>
                  <a:pt x="4346315" y="27049"/>
                </a:lnTo>
                <a:lnTo>
                  <a:pt x="4347778" y="27355"/>
                </a:lnTo>
                <a:lnTo>
                  <a:pt x="4349242" y="27664"/>
                </a:lnTo>
                <a:lnTo>
                  <a:pt x="4350705" y="27975"/>
                </a:lnTo>
                <a:lnTo>
                  <a:pt x="4352169" y="28287"/>
                </a:lnTo>
                <a:lnTo>
                  <a:pt x="4353632" y="28601"/>
                </a:lnTo>
                <a:lnTo>
                  <a:pt x="4355095" y="28917"/>
                </a:lnTo>
                <a:lnTo>
                  <a:pt x="4356559" y="29235"/>
                </a:lnTo>
                <a:lnTo>
                  <a:pt x="4358022" y="29554"/>
                </a:lnTo>
                <a:lnTo>
                  <a:pt x="4359486" y="29876"/>
                </a:lnTo>
                <a:lnTo>
                  <a:pt x="4360949" y="30199"/>
                </a:lnTo>
                <a:lnTo>
                  <a:pt x="4362412" y="30525"/>
                </a:lnTo>
                <a:lnTo>
                  <a:pt x="4363876" y="30852"/>
                </a:lnTo>
                <a:lnTo>
                  <a:pt x="4365339" y="31181"/>
                </a:lnTo>
                <a:lnTo>
                  <a:pt x="4366803" y="31512"/>
                </a:lnTo>
                <a:lnTo>
                  <a:pt x="4368266" y="31845"/>
                </a:lnTo>
                <a:lnTo>
                  <a:pt x="4369729" y="32179"/>
                </a:lnTo>
                <a:lnTo>
                  <a:pt x="4371193" y="32516"/>
                </a:lnTo>
                <a:lnTo>
                  <a:pt x="4372656" y="32854"/>
                </a:lnTo>
                <a:lnTo>
                  <a:pt x="4374120" y="33194"/>
                </a:lnTo>
                <a:lnTo>
                  <a:pt x="4375583" y="33536"/>
                </a:lnTo>
                <a:lnTo>
                  <a:pt x="4377046" y="33880"/>
                </a:lnTo>
                <a:lnTo>
                  <a:pt x="4378510" y="34226"/>
                </a:lnTo>
                <a:lnTo>
                  <a:pt x="4379973" y="34574"/>
                </a:lnTo>
                <a:lnTo>
                  <a:pt x="4381437" y="34924"/>
                </a:lnTo>
                <a:lnTo>
                  <a:pt x="4382900" y="35275"/>
                </a:lnTo>
                <a:lnTo>
                  <a:pt x="4384363" y="35629"/>
                </a:lnTo>
                <a:lnTo>
                  <a:pt x="4385827" y="35984"/>
                </a:lnTo>
                <a:lnTo>
                  <a:pt x="4387290" y="36342"/>
                </a:lnTo>
                <a:lnTo>
                  <a:pt x="4388754" y="36701"/>
                </a:lnTo>
                <a:lnTo>
                  <a:pt x="4390217" y="37062"/>
                </a:lnTo>
                <a:lnTo>
                  <a:pt x="4391680" y="37425"/>
                </a:lnTo>
                <a:lnTo>
                  <a:pt x="4393144" y="37790"/>
                </a:lnTo>
                <a:lnTo>
                  <a:pt x="4394607" y="38156"/>
                </a:lnTo>
                <a:lnTo>
                  <a:pt x="4396071" y="38525"/>
                </a:lnTo>
                <a:lnTo>
                  <a:pt x="4397534" y="38896"/>
                </a:lnTo>
                <a:lnTo>
                  <a:pt x="4398997" y="39268"/>
                </a:lnTo>
                <a:lnTo>
                  <a:pt x="4400461" y="39643"/>
                </a:lnTo>
                <a:lnTo>
                  <a:pt x="4401924" y="40019"/>
                </a:lnTo>
                <a:lnTo>
                  <a:pt x="4403388" y="40397"/>
                </a:lnTo>
                <a:lnTo>
                  <a:pt x="4404851" y="40778"/>
                </a:lnTo>
                <a:lnTo>
                  <a:pt x="4406315" y="41160"/>
                </a:lnTo>
                <a:lnTo>
                  <a:pt x="4407778" y="41544"/>
                </a:lnTo>
                <a:lnTo>
                  <a:pt x="4409241" y="41930"/>
                </a:lnTo>
                <a:lnTo>
                  <a:pt x="4410705" y="42318"/>
                </a:lnTo>
                <a:lnTo>
                  <a:pt x="4412168" y="42708"/>
                </a:lnTo>
                <a:lnTo>
                  <a:pt x="4413632" y="43100"/>
                </a:lnTo>
                <a:lnTo>
                  <a:pt x="4415095" y="43493"/>
                </a:lnTo>
                <a:lnTo>
                  <a:pt x="4416558" y="43889"/>
                </a:lnTo>
                <a:lnTo>
                  <a:pt x="4418022" y="44287"/>
                </a:lnTo>
                <a:lnTo>
                  <a:pt x="4419485" y="44686"/>
                </a:lnTo>
                <a:lnTo>
                  <a:pt x="4420949" y="45088"/>
                </a:lnTo>
                <a:lnTo>
                  <a:pt x="4422412" y="45491"/>
                </a:lnTo>
                <a:lnTo>
                  <a:pt x="4423875" y="45897"/>
                </a:lnTo>
                <a:lnTo>
                  <a:pt x="4425339" y="46304"/>
                </a:lnTo>
                <a:lnTo>
                  <a:pt x="4426802" y="46714"/>
                </a:lnTo>
                <a:lnTo>
                  <a:pt x="4428266" y="47125"/>
                </a:lnTo>
                <a:lnTo>
                  <a:pt x="4429729" y="47538"/>
                </a:lnTo>
                <a:lnTo>
                  <a:pt x="4431192" y="47954"/>
                </a:lnTo>
                <a:lnTo>
                  <a:pt x="4432656" y="48371"/>
                </a:lnTo>
                <a:lnTo>
                  <a:pt x="4434119" y="48790"/>
                </a:lnTo>
                <a:lnTo>
                  <a:pt x="4435583" y="49211"/>
                </a:lnTo>
                <a:lnTo>
                  <a:pt x="4437046" y="49634"/>
                </a:lnTo>
                <a:lnTo>
                  <a:pt x="4438509" y="50060"/>
                </a:lnTo>
                <a:lnTo>
                  <a:pt x="4439973" y="50487"/>
                </a:lnTo>
                <a:lnTo>
                  <a:pt x="4441436" y="50916"/>
                </a:lnTo>
                <a:lnTo>
                  <a:pt x="4442900" y="51347"/>
                </a:lnTo>
                <a:lnTo>
                  <a:pt x="4444363" y="51780"/>
                </a:lnTo>
                <a:lnTo>
                  <a:pt x="4445826" y="52215"/>
                </a:lnTo>
                <a:lnTo>
                  <a:pt x="4447290" y="52652"/>
                </a:lnTo>
                <a:lnTo>
                  <a:pt x="4448753" y="53091"/>
                </a:lnTo>
                <a:lnTo>
                  <a:pt x="4450217" y="53532"/>
                </a:lnTo>
                <a:lnTo>
                  <a:pt x="4451680" y="53975"/>
                </a:lnTo>
                <a:lnTo>
                  <a:pt x="4453144" y="54420"/>
                </a:lnTo>
                <a:lnTo>
                  <a:pt x="4454607" y="54867"/>
                </a:lnTo>
                <a:lnTo>
                  <a:pt x="4456070" y="55316"/>
                </a:lnTo>
                <a:lnTo>
                  <a:pt x="4457534" y="55768"/>
                </a:lnTo>
                <a:lnTo>
                  <a:pt x="4458997" y="56221"/>
                </a:lnTo>
                <a:lnTo>
                  <a:pt x="4460461" y="56676"/>
                </a:lnTo>
                <a:lnTo>
                  <a:pt x="4461924" y="57133"/>
                </a:lnTo>
                <a:lnTo>
                  <a:pt x="4463387" y="57592"/>
                </a:lnTo>
                <a:lnTo>
                  <a:pt x="4464851" y="58053"/>
                </a:lnTo>
                <a:lnTo>
                  <a:pt x="4466314" y="58516"/>
                </a:lnTo>
                <a:lnTo>
                  <a:pt x="4467778" y="58982"/>
                </a:lnTo>
                <a:lnTo>
                  <a:pt x="4469241" y="59449"/>
                </a:lnTo>
                <a:lnTo>
                  <a:pt x="4470704" y="59918"/>
                </a:lnTo>
                <a:lnTo>
                  <a:pt x="4472168" y="60389"/>
                </a:lnTo>
                <a:lnTo>
                  <a:pt x="4473631" y="60863"/>
                </a:lnTo>
                <a:lnTo>
                  <a:pt x="4475095" y="61338"/>
                </a:lnTo>
                <a:lnTo>
                  <a:pt x="4476558" y="61815"/>
                </a:lnTo>
                <a:lnTo>
                  <a:pt x="4478021" y="62295"/>
                </a:lnTo>
                <a:lnTo>
                  <a:pt x="4479485" y="62776"/>
                </a:lnTo>
                <a:lnTo>
                  <a:pt x="4480948" y="63260"/>
                </a:lnTo>
                <a:lnTo>
                  <a:pt x="4482412" y="63746"/>
                </a:lnTo>
                <a:lnTo>
                  <a:pt x="4483875" y="64233"/>
                </a:lnTo>
                <a:lnTo>
                  <a:pt x="4485338" y="64723"/>
                </a:lnTo>
                <a:lnTo>
                  <a:pt x="4486802" y="65215"/>
                </a:lnTo>
                <a:lnTo>
                  <a:pt x="4488265" y="65709"/>
                </a:lnTo>
                <a:lnTo>
                  <a:pt x="4489729" y="66204"/>
                </a:lnTo>
                <a:lnTo>
                  <a:pt x="4491192" y="66702"/>
                </a:lnTo>
                <a:lnTo>
                  <a:pt x="4492655" y="67202"/>
                </a:lnTo>
                <a:lnTo>
                  <a:pt x="4494119" y="67705"/>
                </a:lnTo>
                <a:lnTo>
                  <a:pt x="4495582" y="68209"/>
                </a:lnTo>
                <a:lnTo>
                  <a:pt x="4497046" y="68715"/>
                </a:lnTo>
                <a:lnTo>
                  <a:pt x="4498509" y="69223"/>
                </a:lnTo>
                <a:lnTo>
                  <a:pt x="4499972" y="69734"/>
                </a:lnTo>
                <a:lnTo>
                  <a:pt x="4501436" y="70246"/>
                </a:lnTo>
                <a:lnTo>
                  <a:pt x="4502899" y="70761"/>
                </a:lnTo>
                <a:lnTo>
                  <a:pt x="4504363" y="71278"/>
                </a:lnTo>
                <a:lnTo>
                  <a:pt x="4505826" y="71796"/>
                </a:lnTo>
                <a:lnTo>
                  <a:pt x="4507290" y="72317"/>
                </a:lnTo>
                <a:lnTo>
                  <a:pt x="4508753" y="72840"/>
                </a:lnTo>
                <a:lnTo>
                  <a:pt x="4510216" y="73365"/>
                </a:lnTo>
                <a:lnTo>
                  <a:pt x="4511680" y="73892"/>
                </a:lnTo>
                <a:lnTo>
                  <a:pt x="4513143" y="74422"/>
                </a:lnTo>
                <a:lnTo>
                  <a:pt x="4514607" y="74953"/>
                </a:lnTo>
                <a:lnTo>
                  <a:pt x="4516070" y="75486"/>
                </a:lnTo>
                <a:lnTo>
                  <a:pt x="4517533" y="76022"/>
                </a:lnTo>
                <a:lnTo>
                  <a:pt x="4518997" y="76560"/>
                </a:lnTo>
                <a:lnTo>
                  <a:pt x="4520460" y="77100"/>
                </a:lnTo>
                <a:lnTo>
                  <a:pt x="4521924" y="77642"/>
                </a:lnTo>
                <a:lnTo>
                  <a:pt x="4523387" y="78186"/>
                </a:lnTo>
                <a:lnTo>
                  <a:pt x="4524850" y="78732"/>
                </a:lnTo>
                <a:lnTo>
                  <a:pt x="4526314" y="79280"/>
                </a:lnTo>
                <a:lnTo>
                  <a:pt x="4527777" y="79831"/>
                </a:lnTo>
                <a:lnTo>
                  <a:pt x="4529241" y="80383"/>
                </a:lnTo>
                <a:lnTo>
                  <a:pt x="4530704" y="80938"/>
                </a:lnTo>
                <a:lnTo>
                  <a:pt x="4532167" y="81495"/>
                </a:lnTo>
                <a:lnTo>
                  <a:pt x="4533631" y="82054"/>
                </a:lnTo>
                <a:lnTo>
                  <a:pt x="4535094" y="82615"/>
                </a:lnTo>
                <a:lnTo>
                  <a:pt x="4536558" y="83178"/>
                </a:lnTo>
                <a:lnTo>
                  <a:pt x="4538021" y="83744"/>
                </a:lnTo>
                <a:lnTo>
                  <a:pt x="4539484" y="84312"/>
                </a:lnTo>
                <a:lnTo>
                  <a:pt x="4540948" y="84881"/>
                </a:lnTo>
                <a:lnTo>
                  <a:pt x="4542411" y="85453"/>
                </a:lnTo>
                <a:lnTo>
                  <a:pt x="4543875" y="86027"/>
                </a:lnTo>
                <a:lnTo>
                  <a:pt x="4545338" y="86604"/>
                </a:lnTo>
                <a:lnTo>
                  <a:pt x="4546801" y="87182"/>
                </a:lnTo>
                <a:lnTo>
                  <a:pt x="4548265" y="87763"/>
                </a:lnTo>
                <a:lnTo>
                  <a:pt x="4549728" y="88346"/>
                </a:lnTo>
                <a:lnTo>
                  <a:pt x="4551192" y="88930"/>
                </a:lnTo>
                <a:lnTo>
                  <a:pt x="4552655" y="89518"/>
                </a:lnTo>
                <a:lnTo>
                  <a:pt x="4554119" y="90107"/>
                </a:lnTo>
                <a:lnTo>
                  <a:pt x="4555582" y="90698"/>
                </a:lnTo>
                <a:lnTo>
                  <a:pt x="4557045" y="91292"/>
                </a:lnTo>
                <a:lnTo>
                  <a:pt x="4558509" y="91888"/>
                </a:lnTo>
                <a:lnTo>
                  <a:pt x="4559972" y="92486"/>
                </a:lnTo>
                <a:lnTo>
                  <a:pt x="4561436" y="93086"/>
                </a:lnTo>
                <a:lnTo>
                  <a:pt x="4562899" y="93689"/>
                </a:lnTo>
                <a:lnTo>
                  <a:pt x="4564362" y="94294"/>
                </a:lnTo>
                <a:lnTo>
                  <a:pt x="4565826" y="94900"/>
                </a:lnTo>
                <a:lnTo>
                  <a:pt x="4567289" y="95510"/>
                </a:lnTo>
                <a:lnTo>
                  <a:pt x="4568753" y="96121"/>
                </a:lnTo>
                <a:lnTo>
                  <a:pt x="4570216" y="96734"/>
                </a:lnTo>
                <a:lnTo>
                  <a:pt x="4571679" y="97350"/>
                </a:lnTo>
                <a:lnTo>
                  <a:pt x="4573143" y="97968"/>
                </a:lnTo>
                <a:lnTo>
                  <a:pt x="4574606" y="98588"/>
                </a:lnTo>
                <a:lnTo>
                  <a:pt x="4576070" y="99211"/>
                </a:lnTo>
                <a:lnTo>
                  <a:pt x="4577533" y="99835"/>
                </a:lnTo>
                <a:lnTo>
                  <a:pt x="4578996" y="100462"/>
                </a:lnTo>
                <a:lnTo>
                  <a:pt x="4580460" y="101091"/>
                </a:lnTo>
                <a:lnTo>
                  <a:pt x="4581923" y="101722"/>
                </a:lnTo>
                <a:lnTo>
                  <a:pt x="4583387" y="102356"/>
                </a:lnTo>
                <a:lnTo>
                  <a:pt x="4584850" y="102992"/>
                </a:lnTo>
                <a:lnTo>
                  <a:pt x="4586313" y="103630"/>
                </a:lnTo>
                <a:lnTo>
                  <a:pt x="4587777" y="104270"/>
                </a:lnTo>
                <a:lnTo>
                  <a:pt x="4589240" y="104913"/>
                </a:lnTo>
                <a:lnTo>
                  <a:pt x="4590704" y="105558"/>
                </a:lnTo>
                <a:lnTo>
                  <a:pt x="4592167" y="106205"/>
                </a:lnTo>
                <a:lnTo>
                  <a:pt x="4593630" y="106854"/>
                </a:lnTo>
                <a:lnTo>
                  <a:pt x="4595094" y="107506"/>
                </a:lnTo>
                <a:lnTo>
                  <a:pt x="4596557" y="108159"/>
                </a:lnTo>
                <a:lnTo>
                  <a:pt x="4598021" y="108816"/>
                </a:lnTo>
                <a:lnTo>
                  <a:pt x="4599484" y="109474"/>
                </a:lnTo>
                <a:lnTo>
                  <a:pt x="4600947" y="110135"/>
                </a:lnTo>
                <a:lnTo>
                  <a:pt x="4602411" y="110798"/>
                </a:lnTo>
                <a:lnTo>
                  <a:pt x="4603874" y="111463"/>
                </a:lnTo>
                <a:lnTo>
                  <a:pt x="4605338" y="112130"/>
                </a:lnTo>
                <a:lnTo>
                  <a:pt x="4606801" y="112800"/>
                </a:lnTo>
                <a:lnTo>
                  <a:pt x="4608265" y="113472"/>
                </a:lnTo>
                <a:lnTo>
                  <a:pt x="4609728" y="114147"/>
                </a:lnTo>
                <a:lnTo>
                  <a:pt x="4611191" y="114824"/>
                </a:lnTo>
                <a:lnTo>
                  <a:pt x="4612655" y="115503"/>
                </a:lnTo>
                <a:lnTo>
                  <a:pt x="4614118" y="116184"/>
                </a:lnTo>
                <a:lnTo>
                  <a:pt x="4615582" y="116867"/>
                </a:lnTo>
                <a:lnTo>
                  <a:pt x="4617045" y="117553"/>
                </a:lnTo>
                <a:lnTo>
                  <a:pt x="4618508" y="118242"/>
                </a:lnTo>
                <a:lnTo>
                  <a:pt x="4619972" y="118932"/>
                </a:lnTo>
                <a:lnTo>
                  <a:pt x="4621435" y="119625"/>
                </a:lnTo>
                <a:lnTo>
                  <a:pt x="4622899" y="120320"/>
                </a:lnTo>
                <a:lnTo>
                  <a:pt x="4624362" y="121018"/>
                </a:lnTo>
                <a:lnTo>
                  <a:pt x="4625825" y="121718"/>
                </a:lnTo>
                <a:lnTo>
                  <a:pt x="4627289" y="122420"/>
                </a:lnTo>
                <a:lnTo>
                  <a:pt x="4628752" y="123124"/>
                </a:lnTo>
                <a:lnTo>
                  <a:pt x="4630216" y="123831"/>
                </a:lnTo>
                <a:lnTo>
                  <a:pt x="4631679" y="124541"/>
                </a:lnTo>
                <a:lnTo>
                  <a:pt x="4633142" y="125252"/>
                </a:lnTo>
                <a:lnTo>
                  <a:pt x="4634606" y="125966"/>
                </a:lnTo>
                <a:lnTo>
                  <a:pt x="4636069" y="126682"/>
                </a:lnTo>
                <a:lnTo>
                  <a:pt x="4637533" y="127401"/>
                </a:lnTo>
                <a:lnTo>
                  <a:pt x="4638996" y="128122"/>
                </a:lnTo>
                <a:lnTo>
                  <a:pt x="4640459" y="128845"/>
                </a:lnTo>
                <a:lnTo>
                  <a:pt x="4641923" y="129571"/>
                </a:lnTo>
                <a:lnTo>
                  <a:pt x="4643386" y="130299"/>
                </a:lnTo>
                <a:lnTo>
                  <a:pt x="4644850" y="131029"/>
                </a:lnTo>
                <a:lnTo>
                  <a:pt x="4646313" y="131762"/>
                </a:lnTo>
                <a:lnTo>
                  <a:pt x="4647776" y="132497"/>
                </a:lnTo>
                <a:lnTo>
                  <a:pt x="4649240" y="133235"/>
                </a:lnTo>
                <a:lnTo>
                  <a:pt x="4650703" y="133975"/>
                </a:lnTo>
                <a:lnTo>
                  <a:pt x="4652167" y="134717"/>
                </a:lnTo>
                <a:lnTo>
                  <a:pt x="4653630" y="135462"/>
                </a:lnTo>
                <a:lnTo>
                  <a:pt x="4655094" y="136209"/>
                </a:lnTo>
                <a:lnTo>
                  <a:pt x="4656557" y="136959"/>
                </a:lnTo>
                <a:lnTo>
                  <a:pt x="4658020" y="137711"/>
                </a:lnTo>
                <a:lnTo>
                  <a:pt x="4659484" y="138465"/>
                </a:lnTo>
                <a:lnTo>
                  <a:pt x="4660947" y="139222"/>
                </a:lnTo>
                <a:lnTo>
                  <a:pt x="4662411" y="139981"/>
                </a:lnTo>
                <a:lnTo>
                  <a:pt x="4663874" y="140743"/>
                </a:lnTo>
                <a:lnTo>
                  <a:pt x="4665337" y="141507"/>
                </a:lnTo>
                <a:lnTo>
                  <a:pt x="4666801" y="142273"/>
                </a:lnTo>
                <a:lnTo>
                  <a:pt x="4668264" y="143042"/>
                </a:lnTo>
                <a:lnTo>
                  <a:pt x="4669728" y="143813"/>
                </a:lnTo>
                <a:lnTo>
                  <a:pt x="4671191" y="144587"/>
                </a:lnTo>
                <a:lnTo>
                  <a:pt x="4672654" y="145363"/>
                </a:lnTo>
                <a:lnTo>
                  <a:pt x="4674118" y="146142"/>
                </a:lnTo>
                <a:lnTo>
                  <a:pt x="4675581" y="146923"/>
                </a:lnTo>
                <a:lnTo>
                  <a:pt x="4677045" y="147706"/>
                </a:lnTo>
                <a:lnTo>
                  <a:pt x="4678508" y="148492"/>
                </a:lnTo>
                <a:lnTo>
                  <a:pt x="4679971" y="149281"/>
                </a:lnTo>
                <a:lnTo>
                  <a:pt x="4681435" y="150072"/>
                </a:lnTo>
                <a:lnTo>
                  <a:pt x="4682898" y="150865"/>
                </a:lnTo>
                <a:lnTo>
                  <a:pt x="4684362" y="151661"/>
                </a:lnTo>
                <a:lnTo>
                  <a:pt x="4685825" y="152459"/>
                </a:lnTo>
                <a:lnTo>
                  <a:pt x="4687288" y="153260"/>
                </a:lnTo>
                <a:lnTo>
                  <a:pt x="4688752" y="154063"/>
                </a:lnTo>
                <a:lnTo>
                  <a:pt x="4690215" y="154869"/>
                </a:lnTo>
                <a:lnTo>
                  <a:pt x="4691679" y="155677"/>
                </a:lnTo>
                <a:lnTo>
                  <a:pt x="4693142" y="156488"/>
                </a:lnTo>
                <a:lnTo>
                  <a:pt x="4694605" y="157301"/>
                </a:lnTo>
                <a:lnTo>
                  <a:pt x="4696069" y="158116"/>
                </a:lnTo>
                <a:lnTo>
                  <a:pt x="4697532" y="158935"/>
                </a:lnTo>
                <a:lnTo>
                  <a:pt x="4698996" y="159755"/>
                </a:lnTo>
                <a:lnTo>
                  <a:pt x="4700459" y="160578"/>
                </a:lnTo>
                <a:lnTo>
                  <a:pt x="4701923" y="161404"/>
                </a:lnTo>
                <a:lnTo>
                  <a:pt x="4703386" y="162232"/>
                </a:lnTo>
                <a:lnTo>
                  <a:pt x="4704849" y="163063"/>
                </a:lnTo>
                <a:lnTo>
                  <a:pt x="4706313" y="163896"/>
                </a:lnTo>
                <a:lnTo>
                  <a:pt x="4707776" y="164732"/>
                </a:lnTo>
                <a:lnTo>
                  <a:pt x="4709240" y="165570"/>
                </a:lnTo>
                <a:lnTo>
                  <a:pt x="4710703" y="166411"/>
                </a:lnTo>
                <a:lnTo>
                  <a:pt x="4712166" y="167254"/>
                </a:lnTo>
                <a:lnTo>
                  <a:pt x="4713630" y="168100"/>
                </a:lnTo>
                <a:lnTo>
                  <a:pt x="4715093" y="168949"/>
                </a:lnTo>
                <a:lnTo>
                  <a:pt x="4716557" y="169800"/>
                </a:lnTo>
                <a:lnTo>
                  <a:pt x="4718020" y="170653"/>
                </a:lnTo>
                <a:lnTo>
                  <a:pt x="4719483" y="171509"/>
                </a:lnTo>
                <a:lnTo>
                  <a:pt x="4720947" y="172368"/>
                </a:lnTo>
                <a:lnTo>
                  <a:pt x="4722410" y="173229"/>
                </a:lnTo>
                <a:lnTo>
                  <a:pt x="4723874" y="174093"/>
                </a:lnTo>
                <a:lnTo>
                  <a:pt x="4725337" y="174959"/>
                </a:lnTo>
                <a:lnTo>
                  <a:pt x="4726800" y="175828"/>
                </a:lnTo>
                <a:lnTo>
                  <a:pt x="4728264" y="176700"/>
                </a:lnTo>
                <a:lnTo>
                  <a:pt x="4729727" y="177574"/>
                </a:lnTo>
                <a:lnTo>
                  <a:pt x="4731191" y="178450"/>
                </a:lnTo>
                <a:lnTo>
                  <a:pt x="4732654" y="179330"/>
                </a:lnTo>
                <a:lnTo>
                  <a:pt x="4734117" y="180211"/>
                </a:lnTo>
                <a:lnTo>
                  <a:pt x="4735581" y="181096"/>
                </a:lnTo>
                <a:lnTo>
                  <a:pt x="4737044" y="181983"/>
                </a:lnTo>
                <a:lnTo>
                  <a:pt x="4738508" y="182873"/>
                </a:lnTo>
                <a:lnTo>
                  <a:pt x="4739971" y="183765"/>
                </a:lnTo>
                <a:lnTo>
                  <a:pt x="4741434" y="184660"/>
                </a:lnTo>
                <a:lnTo>
                  <a:pt x="4742898" y="185557"/>
                </a:lnTo>
                <a:lnTo>
                  <a:pt x="4744361" y="186457"/>
                </a:lnTo>
                <a:lnTo>
                  <a:pt x="4745825" y="187360"/>
                </a:lnTo>
                <a:lnTo>
                  <a:pt x="4747288" y="188265"/>
                </a:lnTo>
                <a:lnTo>
                  <a:pt x="4748751" y="189173"/>
                </a:lnTo>
                <a:lnTo>
                  <a:pt x="4750215" y="190084"/>
                </a:lnTo>
                <a:lnTo>
                  <a:pt x="4751678" y="190997"/>
                </a:lnTo>
                <a:lnTo>
                  <a:pt x="4753142" y="191913"/>
                </a:lnTo>
                <a:lnTo>
                  <a:pt x="4754605" y="192832"/>
                </a:lnTo>
                <a:lnTo>
                  <a:pt x="4756069" y="193753"/>
                </a:lnTo>
                <a:lnTo>
                  <a:pt x="4757532" y="194677"/>
                </a:lnTo>
                <a:lnTo>
                  <a:pt x="4758995" y="195603"/>
                </a:lnTo>
                <a:lnTo>
                  <a:pt x="4760459" y="196533"/>
                </a:lnTo>
                <a:lnTo>
                  <a:pt x="4761922" y="197465"/>
                </a:lnTo>
                <a:lnTo>
                  <a:pt x="4763386" y="198399"/>
                </a:lnTo>
                <a:lnTo>
                  <a:pt x="4764849" y="199336"/>
                </a:lnTo>
                <a:lnTo>
                  <a:pt x="4766312" y="200276"/>
                </a:lnTo>
                <a:lnTo>
                  <a:pt x="4767776" y="201219"/>
                </a:lnTo>
                <a:lnTo>
                  <a:pt x="4769239" y="202164"/>
                </a:lnTo>
                <a:lnTo>
                  <a:pt x="4770703" y="203112"/>
                </a:lnTo>
                <a:lnTo>
                  <a:pt x="4772166" y="204063"/>
                </a:lnTo>
                <a:lnTo>
                  <a:pt x="4773629" y="205016"/>
                </a:lnTo>
                <a:lnTo>
                  <a:pt x="4775093" y="205972"/>
                </a:lnTo>
                <a:lnTo>
                  <a:pt x="4776556" y="206931"/>
                </a:lnTo>
                <a:lnTo>
                  <a:pt x="4778020" y="207893"/>
                </a:lnTo>
                <a:lnTo>
                  <a:pt x="4779483" y="208857"/>
                </a:lnTo>
                <a:lnTo>
                  <a:pt x="4780946" y="209824"/>
                </a:lnTo>
                <a:lnTo>
                  <a:pt x="4782410" y="210794"/>
                </a:lnTo>
                <a:lnTo>
                  <a:pt x="4783873" y="211766"/>
                </a:lnTo>
                <a:lnTo>
                  <a:pt x="4785337" y="212741"/>
                </a:lnTo>
                <a:lnTo>
                  <a:pt x="4786800" y="213719"/>
                </a:lnTo>
                <a:lnTo>
                  <a:pt x="4788263" y="214700"/>
                </a:lnTo>
                <a:lnTo>
                  <a:pt x="4789727" y="215684"/>
                </a:lnTo>
                <a:lnTo>
                  <a:pt x="4791190" y="216670"/>
                </a:lnTo>
                <a:lnTo>
                  <a:pt x="4792654" y="217659"/>
                </a:lnTo>
                <a:lnTo>
                  <a:pt x="4794117" y="218650"/>
                </a:lnTo>
                <a:lnTo>
                  <a:pt x="4795580" y="219645"/>
                </a:lnTo>
                <a:lnTo>
                  <a:pt x="4797044" y="220642"/>
                </a:lnTo>
                <a:lnTo>
                  <a:pt x="4798507" y="221642"/>
                </a:lnTo>
                <a:lnTo>
                  <a:pt x="4799971" y="222645"/>
                </a:lnTo>
                <a:lnTo>
                  <a:pt x="4801434" y="223651"/>
                </a:lnTo>
                <a:lnTo>
                  <a:pt x="4802898" y="224659"/>
                </a:lnTo>
                <a:lnTo>
                  <a:pt x="4804361" y="225670"/>
                </a:lnTo>
                <a:lnTo>
                  <a:pt x="4805824" y="226685"/>
                </a:lnTo>
                <a:lnTo>
                  <a:pt x="4807288" y="227701"/>
                </a:lnTo>
                <a:lnTo>
                  <a:pt x="4808751" y="228721"/>
                </a:lnTo>
                <a:lnTo>
                  <a:pt x="4810215" y="229743"/>
                </a:lnTo>
                <a:lnTo>
                  <a:pt x="4811678" y="230769"/>
                </a:lnTo>
                <a:lnTo>
                  <a:pt x="4813141" y="231797"/>
                </a:lnTo>
                <a:lnTo>
                  <a:pt x="4814605" y="232828"/>
                </a:lnTo>
                <a:lnTo>
                  <a:pt x="4816068" y="233862"/>
                </a:lnTo>
                <a:lnTo>
                  <a:pt x="4817532" y="234898"/>
                </a:lnTo>
                <a:lnTo>
                  <a:pt x="4818995" y="235938"/>
                </a:lnTo>
                <a:lnTo>
                  <a:pt x="4820458" y="236980"/>
                </a:lnTo>
                <a:lnTo>
                  <a:pt x="4821922" y="238025"/>
                </a:lnTo>
                <a:lnTo>
                  <a:pt x="4823385" y="239073"/>
                </a:lnTo>
                <a:lnTo>
                  <a:pt x="4824849" y="240124"/>
                </a:lnTo>
                <a:lnTo>
                  <a:pt x="4826312" y="241178"/>
                </a:lnTo>
                <a:lnTo>
                  <a:pt x="4827775" y="242234"/>
                </a:lnTo>
                <a:lnTo>
                  <a:pt x="4829239" y="243294"/>
                </a:lnTo>
                <a:lnTo>
                  <a:pt x="4830702" y="244356"/>
                </a:lnTo>
                <a:lnTo>
                  <a:pt x="4832166" y="245422"/>
                </a:lnTo>
                <a:lnTo>
                  <a:pt x="4833629" y="246490"/>
                </a:lnTo>
                <a:lnTo>
                  <a:pt x="4835092" y="247561"/>
                </a:lnTo>
                <a:lnTo>
                  <a:pt x="4836556" y="248635"/>
                </a:lnTo>
                <a:lnTo>
                  <a:pt x="4838019" y="249712"/>
                </a:lnTo>
                <a:lnTo>
                  <a:pt x="4839483" y="250792"/>
                </a:lnTo>
                <a:lnTo>
                  <a:pt x="4840946" y="251874"/>
                </a:lnTo>
                <a:lnTo>
                  <a:pt x="4842409" y="252960"/>
                </a:lnTo>
                <a:lnTo>
                  <a:pt x="4843873" y="254048"/>
                </a:lnTo>
                <a:lnTo>
                  <a:pt x="4845336" y="255140"/>
                </a:lnTo>
                <a:lnTo>
                  <a:pt x="4846800" y="256234"/>
                </a:lnTo>
                <a:lnTo>
                  <a:pt x="4848263" y="257332"/>
                </a:lnTo>
                <a:lnTo>
                  <a:pt x="4849726" y="258432"/>
                </a:lnTo>
                <a:lnTo>
                  <a:pt x="4851190" y="259535"/>
                </a:lnTo>
                <a:lnTo>
                  <a:pt x="4852653" y="260642"/>
                </a:lnTo>
                <a:lnTo>
                  <a:pt x="4854117" y="261751"/>
                </a:lnTo>
                <a:lnTo>
                  <a:pt x="4855580" y="262863"/>
                </a:lnTo>
                <a:lnTo>
                  <a:pt x="4857044" y="263978"/>
                </a:lnTo>
                <a:lnTo>
                  <a:pt x="4858507" y="265096"/>
                </a:lnTo>
                <a:lnTo>
                  <a:pt x="4859970" y="266217"/>
                </a:lnTo>
                <a:lnTo>
                  <a:pt x="4861434" y="267341"/>
                </a:lnTo>
                <a:lnTo>
                  <a:pt x="4862897" y="268468"/>
                </a:lnTo>
                <a:lnTo>
                  <a:pt x="4864361" y="269599"/>
                </a:lnTo>
                <a:lnTo>
                  <a:pt x="4865824" y="270732"/>
                </a:lnTo>
                <a:lnTo>
                  <a:pt x="4867287" y="271868"/>
                </a:lnTo>
                <a:lnTo>
                  <a:pt x="4868751" y="273007"/>
                </a:lnTo>
                <a:lnTo>
                  <a:pt x="4870214" y="274149"/>
                </a:lnTo>
                <a:lnTo>
                  <a:pt x="4871678" y="275294"/>
                </a:lnTo>
                <a:lnTo>
                  <a:pt x="4873141" y="276442"/>
                </a:lnTo>
                <a:lnTo>
                  <a:pt x="4874604" y="277593"/>
                </a:lnTo>
                <a:lnTo>
                  <a:pt x="4876068" y="278748"/>
                </a:lnTo>
                <a:lnTo>
                  <a:pt x="4877531" y="279905"/>
                </a:lnTo>
                <a:lnTo>
                  <a:pt x="4878995" y="281065"/>
                </a:lnTo>
                <a:lnTo>
                  <a:pt x="4880458" y="282229"/>
                </a:lnTo>
                <a:lnTo>
                  <a:pt x="4881921" y="283395"/>
                </a:lnTo>
                <a:lnTo>
                  <a:pt x="4883385" y="284565"/>
                </a:lnTo>
                <a:lnTo>
                  <a:pt x="4884848" y="285737"/>
                </a:lnTo>
                <a:lnTo>
                  <a:pt x="4886312" y="286913"/>
                </a:lnTo>
                <a:lnTo>
                  <a:pt x="4887775" y="288092"/>
                </a:lnTo>
                <a:lnTo>
                  <a:pt x="4889238" y="289274"/>
                </a:lnTo>
                <a:lnTo>
                  <a:pt x="4890702" y="290459"/>
                </a:lnTo>
                <a:lnTo>
                  <a:pt x="4892165" y="291647"/>
                </a:lnTo>
                <a:lnTo>
                  <a:pt x="4893629" y="292838"/>
                </a:lnTo>
                <a:lnTo>
                  <a:pt x="4895092" y="294032"/>
                </a:lnTo>
                <a:lnTo>
                  <a:pt x="4896555" y="295230"/>
                </a:lnTo>
                <a:lnTo>
                  <a:pt x="4898019" y="296430"/>
                </a:lnTo>
                <a:lnTo>
                  <a:pt x="4899482" y="297634"/>
                </a:lnTo>
                <a:lnTo>
                  <a:pt x="4900946" y="298841"/>
                </a:lnTo>
                <a:lnTo>
                  <a:pt x="4902409" y="300051"/>
                </a:lnTo>
                <a:lnTo>
                  <a:pt x="4903873" y="301264"/>
                </a:lnTo>
                <a:lnTo>
                  <a:pt x="4905336" y="302480"/>
                </a:lnTo>
                <a:lnTo>
                  <a:pt x="4906799" y="303699"/>
                </a:lnTo>
                <a:lnTo>
                  <a:pt x="4908263" y="304922"/>
                </a:lnTo>
                <a:lnTo>
                  <a:pt x="4909726" y="306148"/>
                </a:lnTo>
                <a:lnTo>
                  <a:pt x="4911190" y="307377"/>
                </a:lnTo>
                <a:lnTo>
                  <a:pt x="4912653" y="308609"/>
                </a:lnTo>
                <a:lnTo>
                  <a:pt x="4914116" y="309844"/>
                </a:lnTo>
                <a:lnTo>
                  <a:pt x="4915580" y="311083"/>
                </a:lnTo>
                <a:lnTo>
                  <a:pt x="4917043" y="312324"/>
                </a:lnTo>
                <a:lnTo>
                  <a:pt x="4918507" y="313569"/>
                </a:lnTo>
                <a:lnTo>
                  <a:pt x="4919970" y="314817"/>
                </a:lnTo>
                <a:lnTo>
                  <a:pt x="4921433" y="316069"/>
                </a:lnTo>
                <a:lnTo>
                  <a:pt x="4922897" y="317323"/>
                </a:lnTo>
                <a:lnTo>
                  <a:pt x="4924360" y="318581"/>
                </a:lnTo>
                <a:lnTo>
                  <a:pt x="4925824" y="319842"/>
                </a:lnTo>
                <a:lnTo>
                  <a:pt x="4927287" y="321106"/>
                </a:lnTo>
                <a:lnTo>
                  <a:pt x="4928750" y="322374"/>
                </a:lnTo>
                <a:lnTo>
                  <a:pt x="4930214" y="323644"/>
                </a:lnTo>
                <a:lnTo>
                  <a:pt x="4931677" y="324918"/>
                </a:lnTo>
                <a:lnTo>
                  <a:pt x="4933141" y="326196"/>
                </a:lnTo>
                <a:lnTo>
                  <a:pt x="4934604" y="327476"/>
                </a:lnTo>
                <a:lnTo>
                  <a:pt x="4936067" y="328760"/>
                </a:lnTo>
                <a:lnTo>
                  <a:pt x="4937531" y="330047"/>
                </a:lnTo>
                <a:lnTo>
                  <a:pt x="4938994" y="331338"/>
                </a:lnTo>
                <a:lnTo>
                  <a:pt x="4940458" y="332631"/>
                </a:lnTo>
                <a:lnTo>
                  <a:pt x="4941921" y="333928"/>
                </a:lnTo>
                <a:lnTo>
                  <a:pt x="4943384" y="335229"/>
                </a:lnTo>
                <a:lnTo>
                  <a:pt x="4944848" y="336532"/>
                </a:lnTo>
                <a:lnTo>
                  <a:pt x="4946311" y="337839"/>
                </a:lnTo>
                <a:lnTo>
                  <a:pt x="4947775" y="339150"/>
                </a:lnTo>
                <a:lnTo>
                  <a:pt x="4949238" y="340463"/>
                </a:lnTo>
                <a:lnTo>
                  <a:pt x="4950701" y="341780"/>
                </a:lnTo>
                <a:lnTo>
                  <a:pt x="4952165" y="343100"/>
                </a:lnTo>
                <a:lnTo>
                  <a:pt x="4953628" y="344424"/>
                </a:lnTo>
                <a:lnTo>
                  <a:pt x="4955092" y="345751"/>
                </a:lnTo>
                <a:lnTo>
                  <a:pt x="4956555" y="347082"/>
                </a:lnTo>
                <a:lnTo>
                  <a:pt x="4958019" y="348415"/>
                </a:lnTo>
                <a:lnTo>
                  <a:pt x="4959482" y="349753"/>
                </a:lnTo>
                <a:lnTo>
                  <a:pt x="4960945" y="351093"/>
                </a:lnTo>
                <a:lnTo>
                  <a:pt x="4962409" y="352437"/>
                </a:lnTo>
                <a:lnTo>
                  <a:pt x="4963872" y="353784"/>
                </a:lnTo>
                <a:lnTo>
                  <a:pt x="4965336" y="355135"/>
                </a:lnTo>
                <a:lnTo>
                  <a:pt x="4966799" y="356489"/>
                </a:lnTo>
                <a:lnTo>
                  <a:pt x="4968262" y="357847"/>
                </a:lnTo>
                <a:lnTo>
                  <a:pt x="4969726" y="359208"/>
                </a:lnTo>
                <a:lnTo>
                  <a:pt x="4971189" y="360572"/>
                </a:lnTo>
                <a:lnTo>
                  <a:pt x="4972653" y="361940"/>
                </a:lnTo>
                <a:lnTo>
                  <a:pt x="4974116" y="363312"/>
                </a:lnTo>
                <a:lnTo>
                  <a:pt x="4975579" y="364686"/>
                </a:lnTo>
                <a:lnTo>
                  <a:pt x="4977043" y="366065"/>
                </a:lnTo>
                <a:lnTo>
                  <a:pt x="4978506" y="367446"/>
                </a:lnTo>
                <a:lnTo>
                  <a:pt x="4979970" y="368832"/>
                </a:lnTo>
                <a:lnTo>
                  <a:pt x="4981433" y="370220"/>
                </a:lnTo>
                <a:lnTo>
                  <a:pt x="4982896" y="371613"/>
                </a:lnTo>
                <a:lnTo>
                  <a:pt x="4984360" y="373008"/>
                </a:lnTo>
                <a:lnTo>
                  <a:pt x="4985823" y="374407"/>
                </a:lnTo>
                <a:lnTo>
                  <a:pt x="4987287" y="375810"/>
                </a:lnTo>
                <a:lnTo>
                  <a:pt x="4988750" y="377216"/>
                </a:lnTo>
                <a:lnTo>
                  <a:pt x="4990213" y="378626"/>
                </a:lnTo>
                <a:lnTo>
                  <a:pt x="4991677" y="380039"/>
                </a:lnTo>
                <a:lnTo>
                  <a:pt x="4993140" y="381456"/>
                </a:lnTo>
                <a:lnTo>
                  <a:pt x="4994604" y="382877"/>
                </a:lnTo>
                <a:lnTo>
                  <a:pt x="4996067" y="384300"/>
                </a:lnTo>
                <a:lnTo>
                  <a:pt x="4997530" y="385728"/>
                </a:lnTo>
                <a:lnTo>
                  <a:pt x="4998994" y="387159"/>
                </a:lnTo>
                <a:lnTo>
                  <a:pt x="5000457" y="388594"/>
                </a:lnTo>
                <a:lnTo>
                  <a:pt x="5001921" y="390032"/>
                </a:lnTo>
                <a:lnTo>
                  <a:pt x="5003384" y="391474"/>
                </a:lnTo>
                <a:lnTo>
                  <a:pt x="5004848" y="392919"/>
                </a:lnTo>
                <a:lnTo>
                  <a:pt x="5006311" y="394368"/>
                </a:lnTo>
                <a:lnTo>
                  <a:pt x="5007774" y="395821"/>
                </a:lnTo>
                <a:lnTo>
                  <a:pt x="5009238" y="397277"/>
                </a:lnTo>
                <a:lnTo>
                  <a:pt x="5010701" y="398737"/>
                </a:lnTo>
                <a:lnTo>
                  <a:pt x="5012165" y="400200"/>
                </a:lnTo>
                <a:lnTo>
                  <a:pt x="5013628" y="401668"/>
                </a:lnTo>
                <a:lnTo>
                  <a:pt x="5015091" y="403138"/>
                </a:lnTo>
                <a:lnTo>
                  <a:pt x="5016555" y="404613"/>
                </a:lnTo>
                <a:lnTo>
                  <a:pt x="5018018" y="406091"/>
                </a:lnTo>
                <a:lnTo>
                  <a:pt x="5019482" y="407573"/>
                </a:lnTo>
                <a:lnTo>
                  <a:pt x="5020945" y="409058"/>
                </a:lnTo>
                <a:lnTo>
                  <a:pt x="5022408" y="410548"/>
                </a:lnTo>
                <a:lnTo>
                  <a:pt x="5023872" y="412041"/>
                </a:lnTo>
                <a:lnTo>
                  <a:pt x="5025335" y="413537"/>
                </a:lnTo>
                <a:lnTo>
                  <a:pt x="5026799" y="415037"/>
                </a:lnTo>
                <a:lnTo>
                  <a:pt x="5028262" y="416542"/>
                </a:lnTo>
                <a:lnTo>
                  <a:pt x="5029725" y="418049"/>
                </a:lnTo>
                <a:lnTo>
                  <a:pt x="5031189" y="419561"/>
                </a:lnTo>
                <a:lnTo>
                  <a:pt x="5032652" y="421076"/>
                </a:lnTo>
                <a:lnTo>
                  <a:pt x="5034116" y="422595"/>
                </a:lnTo>
                <a:lnTo>
                  <a:pt x="5035579" y="424118"/>
                </a:lnTo>
                <a:lnTo>
                  <a:pt x="5037042" y="425644"/>
                </a:lnTo>
                <a:lnTo>
                  <a:pt x="5038506" y="427175"/>
                </a:lnTo>
                <a:lnTo>
                  <a:pt x="5039969" y="428709"/>
                </a:lnTo>
                <a:lnTo>
                  <a:pt x="5041433" y="430247"/>
                </a:lnTo>
                <a:lnTo>
                  <a:pt x="5042896" y="431789"/>
                </a:lnTo>
                <a:lnTo>
                  <a:pt x="5044359" y="433334"/>
                </a:lnTo>
                <a:lnTo>
                  <a:pt x="5045823" y="434883"/>
                </a:lnTo>
                <a:lnTo>
                  <a:pt x="5047286" y="436437"/>
                </a:lnTo>
                <a:lnTo>
                  <a:pt x="5048750" y="437994"/>
                </a:lnTo>
                <a:lnTo>
                  <a:pt x="5050213" y="439555"/>
                </a:lnTo>
                <a:lnTo>
                  <a:pt x="5051676" y="441119"/>
                </a:lnTo>
                <a:lnTo>
                  <a:pt x="5053140" y="442688"/>
                </a:lnTo>
                <a:lnTo>
                  <a:pt x="5054603" y="444260"/>
                </a:lnTo>
                <a:lnTo>
                  <a:pt x="5056067" y="445837"/>
                </a:lnTo>
                <a:lnTo>
                  <a:pt x="5057530" y="447417"/>
                </a:lnTo>
                <a:lnTo>
                  <a:pt x="5058994" y="449001"/>
                </a:lnTo>
                <a:lnTo>
                  <a:pt x="5060457" y="450589"/>
                </a:lnTo>
                <a:lnTo>
                  <a:pt x="5061920" y="452181"/>
                </a:lnTo>
                <a:lnTo>
                  <a:pt x="5063384" y="453777"/>
                </a:lnTo>
                <a:lnTo>
                  <a:pt x="5064847" y="455377"/>
                </a:lnTo>
                <a:lnTo>
                  <a:pt x="5066311" y="456980"/>
                </a:lnTo>
                <a:lnTo>
                  <a:pt x="5067774" y="458588"/>
                </a:lnTo>
                <a:lnTo>
                  <a:pt x="5069237" y="460200"/>
                </a:lnTo>
                <a:lnTo>
                  <a:pt x="5070701" y="461815"/>
                </a:lnTo>
                <a:lnTo>
                  <a:pt x="5072164" y="463435"/>
                </a:lnTo>
                <a:lnTo>
                  <a:pt x="5073628" y="465059"/>
                </a:lnTo>
                <a:lnTo>
                  <a:pt x="5075091" y="466686"/>
                </a:lnTo>
                <a:lnTo>
                  <a:pt x="5076554" y="468318"/>
                </a:lnTo>
                <a:lnTo>
                  <a:pt x="5078018" y="469953"/>
                </a:lnTo>
                <a:lnTo>
                  <a:pt x="5079481" y="471593"/>
                </a:lnTo>
                <a:lnTo>
                  <a:pt x="5080945" y="473237"/>
                </a:lnTo>
                <a:lnTo>
                  <a:pt x="5082408" y="474885"/>
                </a:lnTo>
                <a:lnTo>
                  <a:pt x="5083871" y="476536"/>
                </a:lnTo>
                <a:lnTo>
                  <a:pt x="5085335" y="478192"/>
                </a:lnTo>
                <a:lnTo>
                  <a:pt x="5086798" y="479852"/>
                </a:lnTo>
                <a:lnTo>
                  <a:pt x="5088262" y="481516"/>
                </a:lnTo>
                <a:lnTo>
                  <a:pt x="5089725" y="483184"/>
                </a:lnTo>
                <a:lnTo>
                  <a:pt x="5091188" y="484856"/>
                </a:lnTo>
                <a:lnTo>
                  <a:pt x="5092652" y="486532"/>
                </a:lnTo>
                <a:lnTo>
                  <a:pt x="5094115" y="488213"/>
                </a:lnTo>
                <a:lnTo>
                  <a:pt x="5095579" y="489897"/>
                </a:lnTo>
                <a:lnTo>
                  <a:pt x="5097042" y="491586"/>
                </a:lnTo>
                <a:lnTo>
                  <a:pt x="5098505" y="493279"/>
                </a:lnTo>
                <a:lnTo>
                  <a:pt x="5099969" y="494976"/>
                </a:lnTo>
                <a:lnTo>
                  <a:pt x="5101432" y="496677"/>
                </a:lnTo>
                <a:lnTo>
                  <a:pt x="5102896" y="498382"/>
                </a:lnTo>
                <a:lnTo>
                  <a:pt x="5104359" y="500092"/>
                </a:lnTo>
                <a:lnTo>
                  <a:pt x="5105823" y="501805"/>
                </a:lnTo>
                <a:lnTo>
                  <a:pt x="5107286" y="503523"/>
                </a:lnTo>
                <a:lnTo>
                  <a:pt x="5108749" y="505245"/>
                </a:lnTo>
                <a:lnTo>
                  <a:pt x="5110213" y="506972"/>
                </a:lnTo>
                <a:lnTo>
                  <a:pt x="5111676" y="508702"/>
                </a:lnTo>
                <a:lnTo>
                  <a:pt x="5113140" y="510437"/>
                </a:lnTo>
                <a:lnTo>
                  <a:pt x="5114603" y="512176"/>
                </a:lnTo>
                <a:lnTo>
                  <a:pt x="5116066" y="513920"/>
                </a:lnTo>
                <a:lnTo>
                  <a:pt x="5117530" y="515667"/>
                </a:lnTo>
                <a:lnTo>
                  <a:pt x="5118993" y="517419"/>
                </a:lnTo>
                <a:lnTo>
                  <a:pt x="5120457" y="519175"/>
                </a:lnTo>
                <a:lnTo>
                  <a:pt x="5121920" y="520936"/>
                </a:lnTo>
                <a:lnTo>
                  <a:pt x="5123383" y="522701"/>
                </a:lnTo>
                <a:lnTo>
                  <a:pt x="5124847" y="524470"/>
                </a:lnTo>
                <a:lnTo>
                  <a:pt x="5126310" y="526244"/>
                </a:lnTo>
                <a:lnTo>
                  <a:pt x="5127774" y="528021"/>
                </a:lnTo>
                <a:lnTo>
                  <a:pt x="5129237" y="529804"/>
                </a:lnTo>
                <a:lnTo>
                  <a:pt x="5130700" y="531590"/>
                </a:lnTo>
                <a:lnTo>
                  <a:pt x="5132164" y="533381"/>
                </a:lnTo>
                <a:lnTo>
                  <a:pt x="5133627" y="535177"/>
                </a:lnTo>
                <a:lnTo>
                  <a:pt x="5135091" y="536977"/>
                </a:lnTo>
                <a:lnTo>
                  <a:pt x="5136554" y="538781"/>
                </a:lnTo>
                <a:lnTo>
                  <a:pt x="5138017" y="540590"/>
                </a:lnTo>
                <a:lnTo>
                  <a:pt x="5139481" y="542403"/>
                </a:lnTo>
                <a:lnTo>
                  <a:pt x="5140944" y="544220"/>
                </a:lnTo>
                <a:lnTo>
                  <a:pt x="5142408" y="546042"/>
                </a:lnTo>
                <a:lnTo>
                  <a:pt x="5143871" y="547869"/>
                </a:lnTo>
                <a:lnTo>
                  <a:pt x="5145334" y="549700"/>
                </a:lnTo>
                <a:lnTo>
                  <a:pt x="5146798" y="551535"/>
                </a:lnTo>
                <a:lnTo>
                  <a:pt x="5148261" y="553375"/>
                </a:lnTo>
                <a:lnTo>
                  <a:pt x="5149725" y="555220"/>
                </a:lnTo>
                <a:lnTo>
                  <a:pt x="5151188" y="557069"/>
                </a:lnTo>
                <a:lnTo>
                  <a:pt x="5152652" y="558922"/>
                </a:lnTo>
                <a:lnTo>
                  <a:pt x="5154115" y="560780"/>
                </a:lnTo>
                <a:lnTo>
                  <a:pt x="5155578" y="562643"/>
                </a:lnTo>
                <a:lnTo>
                  <a:pt x="5157042" y="564510"/>
                </a:lnTo>
                <a:lnTo>
                  <a:pt x="5158505" y="566382"/>
                </a:lnTo>
                <a:lnTo>
                  <a:pt x="5159969" y="568259"/>
                </a:lnTo>
                <a:lnTo>
                  <a:pt x="5161432" y="570140"/>
                </a:lnTo>
                <a:lnTo>
                  <a:pt x="5162895" y="572026"/>
                </a:lnTo>
                <a:lnTo>
                  <a:pt x="5164359" y="573916"/>
                </a:lnTo>
                <a:lnTo>
                  <a:pt x="5165822" y="575811"/>
                </a:lnTo>
                <a:lnTo>
                  <a:pt x="5167286" y="577711"/>
                </a:lnTo>
                <a:lnTo>
                  <a:pt x="5168749" y="579615"/>
                </a:lnTo>
                <a:lnTo>
                  <a:pt x="5170212" y="581524"/>
                </a:lnTo>
                <a:lnTo>
                  <a:pt x="5171676" y="583438"/>
                </a:lnTo>
                <a:lnTo>
                  <a:pt x="5173139" y="585356"/>
                </a:lnTo>
                <a:lnTo>
                  <a:pt x="5174603" y="587280"/>
                </a:lnTo>
                <a:lnTo>
                  <a:pt x="5176066" y="589207"/>
                </a:lnTo>
                <a:lnTo>
                  <a:pt x="5177529" y="591140"/>
                </a:lnTo>
                <a:lnTo>
                  <a:pt x="5178993" y="593078"/>
                </a:lnTo>
                <a:lnTo>
                  <a:pt x="5180456" y="595020"/>
                </a:lnTo>
                <a:lnTo>
                  <a:pt x="5181920" y="596967"/>
                </a:lnTo>
                <a:lnTo>
                  <a:pt x="5183383" y="598919"/>
                </a:lnTo>
                <a:lnTo>
                  <a:pt x="5184846" y="600875"/>
                </a:lnTo>
                <a:lnTo>
                  <a:pt x="5186310" y="602837"/>
                </a:lnTo>
                <a:lnTo>
                  <a:pt x="5187773" y="604803"/>
                </a:lnTo>
                <a:lnTo>
                  <a:pt x="5189237" y="606774"/>
                </a:lnTo>
                <a:lnTo>
                  <a:pt x="5190700" y="608750"/>
                </a:lnTo>
                <a:lnTo>
                  <a:pt x="5192163" y="610731"/>
                </a:lnTo>
                <a:lnTo>
                  <a:pt x="5193627" y="612717"/>
                </a:lnTo>
                <a:lnTo>
                  <a:pt x="5195090" y="614708"/>
                </a:lnTo>
                <a:lnTo>
                  <a:pt x="5196554" y="616703"/>
                </a:lnTo>
                <a:lnTo>
                  <a:pt x="5198017" y="618704"/>
                </a:lnTo>
                <a:lnTo>
                  <a:pt x="5199480" y="620709"/>
                </a:lnTo>
                <a:lnTo>
                  <a:pt x="5200944" y="622720"/>
                </a:lnTo>
                <a:lnTo>
                  <a:pt x="5202407" y="624735"/>
                </a:lnTo>
                <a:lnTo>
                  <a:pt x="5203871" y="626756"/>
                </a:lnTo>
                <a:lnTo>
                  <a:pt x="5205334" y="628781"/>
                </a:lnTo>
                <a:lnTo>
                  <a:pt x="5206798" y="630812"/>
                </a:lnTo>
                <a:lnTo>
                  <a:pt x="5208261" y="632847"/>
                </a:lnTo>
                <a:lnTo>
                  <a:pt x="5209724" y="634888"/>
                </a:lnTo>
                <a:lnTo>
                  <a:pt x="5211188" y="636933"/>
                </a:lnTo>
                <a:lnTo>
                  <a:pt x="5212651" y="638984"/>
                </a:lnTo>
                <a:lnTo>
                  <a:pt x="5214115" y="641040"/>
                </a:lnTo>
                <a:lnTo>
                  <a:pt x="5215578" y="643101"/>
                </a:lnTo>
                <a:lnTo>
                  <a:pt x="5217041" y="645167"/>
                </a:lnTo>
                <a:lnTo>
                  <a:pt x="5218505" y="647238"/>
                </a:lnTo>
                <a:lnTo>
                  <a:pt x="5219968" y="649314"/>
                </a:lnTo>
                <a:lnTo>
                  <a:pt x="5221432" y="651396"/>
                </a:lnTo>
                <a:lnTo>
                  <a:pt x="5222895" y="653482"/>
                </a:lnTo>
                <a:lnTo>
                  <a:pt x="5224358" y="655574"/>
                </a:lnTo>
                <a:lnTo>
                  <a:pt x="5225822" y="657671"/>
                </a:lnTo>
                <a:lnTo>
                  <a:pt x="5227285" y="659774"/>
                </a:lnTo>
                <a:lnTo>
                  <a:pt x="5228749" y="661881"/>
                </a:lnTo>
                <a:lnTo>
                  <a:pt x="5230212" y="663994"/>
                </a:lnTo>
                <a:lnTo>
                  <a:pt x="5231675" y="666112"/>
                </a:lnTo>
                <a:lnTo>
                  <a:pt x="5233139" y="668235"/>
                </a:lnTo>
                <a:lnTo>
                  <a:pt x="5234602" y="670364"/>
                </a:lnTo>
                <a:lnTo>
                  <a:pt x="5236066" y="672498"/>
                </a:lnTo>
                <a:lnTo>
                  <a:pt x="5237529" y="674637"/>
                </a:lnTo>
                <a:lnTo>
                  <a:pt x="5238992" y="676782"/>
                </a:lnTo>
                <a:lnTo>
                  <a:pt x="5240456" y="678932"/>
                </a:lnTo>
                <a:lnTo>
                  <a:pt x="5241919" y="681087"/>
                </a:lnTo>
                <a:lnTo>
                  <a:pt x="5243383" y="683248"/>
                </a:lnTo>
                <a:lnTo>
                  <a:pt x="5244846" y="685414"/>
                </a:lnTo>
                <a:lnTo>
                  <a:pt x="5246309" y="687586"/>
                </a:lnTo>
                <a:lnTo>
                  <a:pt x="5247773" y="689763"/>
                </a:lnTo>
                <a:lnTo>
                  <a:pt x="5249236" y="691946"/>
                </a:lnTo>
                <a:lnTo>
                  <a:pt x="5250700" y="694134"/>
                </a:lnTo>
                <a:lnTo>
                  <a:pt x="5252163" y="696327"/>
                </a:lnTo>
                <a:lnTo>
                  <a:pt x="5253627" y="698526"/>
                </a:lnTo>
                <a:lnTo>
                  <a:pt x="5255090" y="700731"/>
                </a:lnTo>
                <a:lnTo>
                  <a:pt x="5256553" y="702941"/>
                </a:lnTo>
                <a:lnTo>
                  <a:pt x="5258017" y="705157"/>
                </a:lnTo>
                <a:lnTo>
                  <a:pt x="5259480" y="707378"/>
                </a:lnTo>
                <a:lnTo>
                  <a:pt x="5260944" y="709605"/>
                </a:lnTo>
                <a:lnTo>
                  <a:pt x="5262407" y="711837"/>
                </a:lnTo>
                <a:lnTo>
                  <a:pt x="5263870" y="714076"/>
                </a:lnTo>
                <a:lnTo>
                  <a:pt x="5265334" y="716319"/>
                </a:lnTo>
                <a:lnTo>
                  <a:pt x="5266797" y="718569"/>
                </a:lnTo>
                <a:lnTo>
                  <a:pt x="5268261" y="720824"/>
                </a:lnTo>
                <a:lnTo>
                  <a:pt x="5269724" y="723085"/>
                </a:lnTo>
                <a:lnTo>
                  <a:pt x="5271187" y="725351"/>
                </a:lnTo>
                <a:lnTo>
                  <a:pt x="5272651" y="727624"/>
                </a:lnTo>
                <a:lnTo>
                  <a:pt x="5274114" y="729902"/>
                </a:lnTo>
                <a:lnTo>
                  <a:pt x="5275578" y="732186"/>
                </a:lnTo>
                <a:lnTo>
                  <a:pt x="5277041" y="734475"/>
                </a:lnTo>
                <a:lnTo>
                  <a:pt x="5278504" y="736771"/>
                </a:lnTo>
                <a:lnTo>
                  <a:pt x="5279968" y="739072"/>
                </a:lnTo>
                <a:lnTo>
                  <a:pt x="5281431" y="741379"/>
                </a:lnTo>
                <a:lnTo>
                  <a:pt x="5282895" y="743692"/>
                </a:lnTo>
                <a:lnTo>
                  <a:pt x="5284358" y="746011"/>
                </a:lnTo>
                <a:lnTo>
                  <a:pt x="5285821" y="748336"/>
                </a:lnTo>
                <a:lnTo>
                  <a:pt x="5287285" y="750667"/>
                </a:lnTo>
                <a:lnTo>
                  <a:pt x="5288748" y="753004"/>
                </a:lnTo>
                <a:lnTo>
                  <a:pt x="5290212" y="755347"/>
                </a:lnTo>
                <a:lnTo>
                  <a:pt x="5291675" y="757695"/>
                </a:lnTo>
                <a:lnTo>
                  <a:pt x="5293138" y="760050"/>
                </a:lnTo>
                <a:lnTo>
                  <a:pt x="5294602" y="762411"/>
                </a:lnTo>
                <a:lnTo>
                  <a:pt x="5296065" y="764777"/>
                </a:lnTo>
                <a:lnTo>
                  <a:pt x="5297529" y="767150"/>
                </a:lnTo>
                <a:lnTo>
                  <a:pt x="5298992" y="769529"/>
                </a:lnTo>
                <a:lnTo>
                  <a:pt x="5300455" y="771914"/>
                </a:lnTo>
                <a:lnTo>
                  <a:pt x="5301919" y="774306"/>
                </a:lnTo>
                <a:lnTo>
                  <a:pt x="5303382" y="776703"/>
                </a:lnTo>
                <a:lnTo>
                  <a:pt x="5304846" y="779106"/>
                </a:lnTo>
                <a:lnTo>
                  <a:pt x="5306309" y="781516"/>
                </a:lnTo>
                <a:lnTo>
                  <a:pt x="5307773" y="783932"/>
                </a:lnTo>
                <a:lnTo>
                  <a:pt x="5309236" y="786354"/>
                </a:lnTo>
                <a:lnTo>
                  <a:pt x="5310699" y="788783"/>
                </a:lnTo>
                <a:lnTo>
                  <a:pt x="5312163" y="791217"/>
                </a:lnTo>
                <a:lnTo>
                  <a:pt x="5313626" y="793658"/>
                </a:lnTo>
                <a:lnTo>
                  <a:pt x="5315090" y="796106"/>
                </a:lnTo>
                <a:lnTo>
                  <a:pt x="5316553" y="798559"/>
                </a:lnTo>
                <a:lnTo>
                  <a:pt x="5318016" y="801020"/>
                </a:lnTo>
                <a:lnTo>
                  <a:pt x="5319480" y="803486"/>
                </a:lnTo>
                <a:lnTo>
                  <a:pt x="5320943" y="805959"/>
                </a:lnTo>
                <a:lnTo>
                  <a:pt x="5322407" y="808438"/>
                </a:lnTo>
                <a:lnTo>
                  <a:pt x="5323870" y="810924"/>
                </a:lnTo>
                <a:lnTo>
                  <a:pt x="5325333" y="813416"/>
                </a:lnTo>
                <a:lnTo>
                  <a:pt x="5326797" y="815915"/>
                </a:lnTo>
                <a:lnTo>
                  <a:pt x="5328260" y="818420"/>
                </a:lnTo>
                <a:lnTo>
                  <a:pt x="5329724" y="820932"/>
                </a:lnTo>
                <a:lnTo>
                  <a:pt x="5331187" y="823450"/>
                </a:lnTo>
                <a:lnTo>
                  <a:pt x="5332650" y="825975"/>
                </a:lnTo>
                <a:lnTo>
                  <a:pt x="5334114" y="828507"/>
                </a:lnTo>
                <a:lnTo>
                  <a:pt x="5335577" y="831045"/>
                </a:lnTo>
                <a:lnTo>
                  <a:pt x="5337041" y="833590"/>
                </a:lnTo>
                <a:lnTo>
                  <a:pt x="5338504" y="836142"/>
                </a:lnTo>
                <a:lnTo>
                  <a:pt x="5339967" y="838700"/>
                </a:lnTo>
                <a:lnTo>
                  <a:pt x="5341431" y="841265"/>
                </a:lnTo>
                <a:lnTo>
                  <a:pt x="5342894" y="843837"/>
                </a:lnTo>
                <a:lnTo>
                  <a:pt x="5344358" y="846415"/>
                </a:lnTo>
                <a:lnTo>
                  <a:pt x="5345821" y="849001"/>
                </a:lnTo>
                <a:lnTo>
                  <a:pt x="5347284" y="851593"/>
                </a:lnTo>
                <a:lnTo>
                  <a:pt x="5348748" y="854192"/>
                </a:lnTo>
                <a:lnTo>
                  <a:pt x="5350211" y="856798"/>
                </a:lnTo>
                <a:lnTo>
                  <a:pt x="5351675" y="859411"/>
                </a:lnTo>
                <a:lnTo>
                  <a:pt x="5353138" y="862031"/>
                </a:lnTo>
                <a:lnTo>
                  <a:pt x="5354602" y="864658"/>
                </a:lnTo>
                <a:lnTo>
                  <a:pt x="5356065" y="867292"/>
                </a:lnTo>
                <a:lnTo>
                  <a:pt x="5357528" y="869933"/>
                </a:lnTo>
                <a:lnTo>
                  <a:pt x="5358992" y="872581"/>
                </a:lnTo>
                <a:lnTo>
                  <a:pt x="5360455" y="875236"/>
                </a:lnTo>
                <a:lnTo>
                  <a:pt x="5361919" y="877898"/>
                </a:lnTo>
                <a:lnTo>
                  <a:pt x="5363382" y="880567"/>
                </a:lnTo>
                <a:lnTo>
                  <a:pt x="5364845" y="883244"/>
                </a:lnTo>
                <a:lnTo>
                  <a:pt x="5366309" y="885927"/>
                </a:lnTo>
                <a:lnTo>
                  <a:pt x="5367772" y="888618"/>
                </a:lnTo>
                <a:lnTo>
                  <a:pt x="5369236" y="891316"/>
                </a:lnTo>
                <a:lnTo>
                  <a:pt x="5370699" y="894021"/>
                </a:lnTo>
                <a:lnTo>
                  <a:pt x="5372162" y="896734"/>
                </a:lnTo>
                <a:lnTo>
                  <a:pt x="5373626" y="899454"/>
                </a:lnTo>
                <a:lnTo>
                  <a:pt x="5375089" y="902181"/>
                </a:lnTo>
                <a:lnTo>
                  <a:pt x="5376553" y="904916"/>
                </a:lnTo>
                <a:lnTo>
                  <a:pt x="5378016" y="907658"/>
                </a:lnTo>
                <a:lnTo>
                  <a:pt x="5379479" y="910408"/>
                </a:lnTo>
                <a:lnTo>
                  <a:pt x="5380943" y="913165"/>
                </a:lnTo>
                <a:lnTo>
                  <a:pt x="5382406" y="915929"/>
                </a:lnTo>
                <a:lnTo>
                  <a:pt x="5383870" y="918701"/>
                </a:lnTo>
                <a:lnTo>
                  <a:pt x="5385333" y="921481"/>
                </a:lnTo>
                <a:lnTo>
                  <a:pt x="5386796" y="924268"/>
                </a:lnTo>
                <a:lnTo>
                  <a:pt x="5388260" y="927063"/>
                </a:lnTo>
                <a:lnTo>
                  <a:pt x="5389723" y="929866"/>
                </a:lnTo>
                <a:lnTo>
                  <a:pt x="5391187" y="932676"/>
                </a:lnTo>
                <a:lnTo>
                  <a:pt x="5392650" y="935494"/>
                </a:lnTo>
                <a:lnTo>
                  <a:pt x="5394113" y="938320"/>
                </a:lnTo>
                <a:lnTo>
                  <a:pt x="5395577" y="941153"/>
                </a:lnTo>
                <a:lnTo>
                  <a:pt x="5397040" y="943995"/>
                </a:lnTo>
                <a:lnTo>
                  <a:pt x="5398504" y="946844"/>
                </a:lnTo>
                <a:lnTo>
                  <a:pt x="5399967" y="949701"/>
                </a:lnTo>
                <a:lnTo>
                  <a:pt x="5401430" y="952566"/>
                </a:lnTo>
                <a:lnTo>
                  <a:pt x="5402894" y="955439"/>
                </a:lnTo>
                <a:lnTo>
                  <a:pt x="5404357" y="958320"/>
                </a:lnTo>
                <a:lnTo>
                  <a:pt x="5405821" y="961209"/>
                </a:lnTo>
                <a:lnTo>
                  <a:pt x="5407284" y="964106"/>
                </a:lnTo>
                <a:lnTo>
                  <a:pt x="5408748" y="967011"/>
                </a:lnTo>
                <a:lnTo>
                  <a:pt x="5410211" y="969924"/>
                </a:lnTo>
                <a:lnTo>
                  <a:pt x="5411674" y="972845"/>
                </a:lnTo>
                <a:lnTo>
                  <a:pt x="5413138" y="975775"/>
                </a:lnTo>
                <a:lnTo>
                  <a:pt x="5414601" y="978713"/>
                </a:lnTo>
                <a:lnTo>
                  <a:pt x="5416065" y="981659"/>
                </a:lnTo>
                <a:lnTo>
                  <a:pt x="5417528" y="984613"/>
                </a:lnTo>
                <a:lnTo>
                  <a:pt x="5418991" y="987576"/>
                </a:lnTo>
                <a:lnTo>
                  <a:pt x="5420455" y="990547"/>
                </a:lnTo>
                <a:lnTo>
                  <a:pt x="5421918" y="993526"/>
                </a:lnTo>
                <a:lnTo>
                  <a:pt x="5423382" y="996514"/>
                </a:lnTo>
                <a:lnTo>
                  <a:pt x="5424845" y="999511"/>
                </a:lnTo>
                <a:lnTo>
                  <a:pt x="5426308" y="1002515"/>
                </a:lnTo>
                <a:lnTo>
                  <a:pt x="5427772" y="1005529"/>
                </a:lnTo>
                <a:lnTo>
                  <a:pt x="5429235" y="1008551"/>
                </a:lnTo>
                <a:lnTo>
                  <a:pt x="5430699" y="1011582"/>
                </a:lnTo>
                <a:lnTo>
                  <a:pt x="5432162" y="1014621"/>
                </a:lnTo>
                <a:lnTo>
                  <a:pt x="5433625" y="1017669"/>
                </a:lnTo>
                <a:lnTo>
                  <a:pt x="5435089" y="1020726"/>
                </a:lnTo>
                <a:lnTo>
                  <a:pt x="5436552" y="1023792"/>
                </a:lnTo>
                <a:lnTo>
                  <a:pt x="5438016" y="1026867"/>
                </a:lnTo>
                <a:lnTo>
                  <a:pt x="5439479" y="1029950"/>
                </a:lnTo>
                <a:lnTo>
                  <a:pt x="5440942" y="1033042"/>
                </a:lnTo>
                <a:lnTo>
                  <a:pt x="5442406" y="1036144"/>
                </a:lnTo>
                <a:lnTo>
                  <a:pt x="5443869" y="1039254"/>
                </a:lnTo>
                <a:lnTo>
                  <a:pt x="5445333" y="1042373"/>
                </a:lnTo>
                <a:lnTo>
                  <a:pt x="5446796" y="1045502"/>
                </a:lnTo>
                <a:lnTo>
                  <a:pt x="5448259" y="1048639"/>
                </a:lnTo>
                <a:lnTo>
                  <a:pt x="5449723" y="1051786"/>
                </a:lnTo>
                <a:lnTo>
                  <a:pt x="5451186" y="1054942"/>
                </a:lnTo>
                <a:lnTo>
                  <a:pt x="5452650" y="1058107"/>
                </a:lnTo>
                <a:lnTo>
                  <a:pt x="5454113" y="1061282"/>
                </a:lnTo>
                <a:lnTo>
                  <a:pt x="5455577" y="1064466"/>
                </a:lnTo>
                <a:lnTo>
                  <a:pt x="5457040" y="1067659"/>
                </a:lnTo>
                <a:lnTo>
                  <a:pt x="5458503" y="1070862"/>
                </a:lnTo>
                <a:lnTo>
                  <a:pt x="5459967" y="1074074"/>
                </a:lnTo>
                <a:lnTo>
                  <a:pt x="5461430" y="1077296"/>
                </a:lnTo>
                <a:lnTo>
                  <a:pt x="5462894" y="1080528"/>
                </a:lnTo>
                <a:lnTo>
                  <a:pt x="5464357" y="1083769"/>
                </a:lnTo>
                <a:lnTo>
                  <a:pt x="5465820" y="1087020"/>
                </a:lnTo>
                <a:lnTo>
                  <a:pt x="5467284" y="1090280"/>
                </a:lnTo>
                <a:lnTo>
                  <a:pt x="5468747" y="1093550"/>
                </a:lnTo>
                <a:lnTo>
                  <a:pt x="5470211" y="1096830"/>
                </a:lnTo>
                <a:lnTo>
                  <a:pt x="5471674" y="1100120"/>
                </a:lnTo>
                <a:lnTo>
                  <a:pt x="5473137" y="1103420"/>
                </a:lnTo>
                <a:lnTo>
                  <a:pt x="5474601" y="1106730"/>
                </a:lnTo>
                <a:lnTo>
                  <a:pt x="5476064" y="1110050"/>
                </a:lnTo>
                <a:lnTo>
                  <a:pt x="5477528" y="1113380"/>
                </a:lnTo>
                <a:lnTo>
                  <a:pt x="5478991" y="1116720"/>
                </a:lnTo>
                <a:lnTo>
                  <a:pt x="5480454" y="1120071"/>
                </a:lnTo>
                <a:lnTo>
                  <a:pt x="5481918" y="1123431"/>
                </a:lnTo>
                <a:lnTo>
                  <a:pt x="5483381" y="1126802"/>
                </a:lnTo>
                <a:lnTo>
                  <a:pt x="5484845" y="1130183"/>
                </a:lnTo>
                <a:lnTo>
                  <a:pt x="5486308" y="1133575"/>
                </a:lnTo>
                <a:lnTo>
                  <a:pt x="5487771" y="1136977"/>
                </a:lnTo>
                <a:lnTo>
                  <a:pt x="5489235" y="1140390"/>
                </a:lnTo>
                <a:lnTo>
                  <a:pt x="5490698" y="1143813"/>
                </a:lnTo>
                <a:lnTo>
                  <a:pt x="5492162" y="1147247"/>
                </a:lnTo>
                <a:lnTo>
                  <a:pt x="5493625" y="1150691"/>
                </a:lnTo>
                <a:lnTo>
                  <a:pt x="5495088" y="1154147"/>
                </a:lnTo>
                <a:lnTo>
                  <a:pt x="5496552" y="1157613"/>
                </a:lnTo>
                <a:lnTo>
                  <a:pt x="5498015" y="1161090"/>
                </a:lnTo>
                <a:lnTo>
                  <a:pt x="5499479" y="1164578"/>
                </a:lnTo>
                <a:lnTo>
                  <a:pt x="5500942" y="1168076"/>
                </a:lnTo>
                <a:lnTo>
                  <a:pt x="5502406" y="1171586"/>
                </a:lnTo>
                <a:lnTo>
                  <a:pt x="5503869" y="1175107"/>
                </a:lnTo>
                <a:lnTo>
                  <a:pt x="5505332" y="1178640"/>
                </a:lnTo>
                <a:lnTo>
                  <a:pt x="5506796" y="1182183"/>
                </a:lnTo>
                <a:lnTo>
                  <a:pt x="5508259" y="1185738"/>
                </a:lnTo>
                <a:lnTo>
                  <a:pt x="5509723" y="1189304"/>
                </a:lnTo>
                <a:lnTo>
                  <a:pt x="5511186" y="1192881"/>
                </a:lnTo>
                <a:lnTo>
                  <a:pt x="5512649" y="1196470"/>
                </a:lnTo>
                <a:lnTo>
                  <a:pt x="5514113" y="1200071"/>
                </a:lnTo>
                <a:lnTo>
                  <a:pt x="5515576" y="1203683"/>
                </a:lnTo>
                <a:lnTo>
                  <a:pt x="5517040" y="1207307"/>
                </a:lnTo>
                <a:lnTo>
                  <a:pt x="5518503" y="1210943"/>
                </a:lnTo>
                <a:lnTo>
                  <a:pt x="5519966" y="1214590"/>
                </a:lnTo>
                <a:lnTo>
                  <a:pt x="5521430" y="1218250"/>
                </a:lnTo>
                <a:lnTo>
                  <a:pt x="5522893" y="1221921"/>
                </a:lnTo>
                <a:lnTo>
                  <a:pt x="5524357" y="1225605"/>
                </a:lnTo>
                <a:lnTo>
                  <a:pt x="5525820" y="1229300"/>
                </a:lnTo>
                <a:lnTo>
                  <a:pt x="5527283" y="1233008"/>
                </a:lnTo>
                <a:lnTo>
                  <a:pt x="5528747" y="1236728"/>
                </a:lnTo>
                <a:lnTo>
                  <a:pt x="5530210" y="1240460"/>
                </a:lnTo>
                <a:lnTo>
                  <a:pt x="5531674" y="1244205"/>
                </a:lnTo>
                <a:lnTo>
                  <a:pt x="5533137" y="1247962"/>
                </a:lnTo>
                <a:lnTo>
                  <a:pt x="5534600" y="1251732"/>
                </a:lnTo>
                <a:lnTo>
                  <a:pt x="5536064" y="1255514"/>
                </a:lnTo>
                <a:lnTo>
                  <a:pt x="5537527" y="1259310"/>
                </a:lnTo>
                <a:lnTo>
                  <a:pt x="5538991" y="1263118"/>
                </a:lnTo>
                <a:lnTo>
                  <a:pt x="5540454" y="1266939"/>
                </a:lnTo>
                <a:lnTo>
                  <a:pt x="5541917" y="1270772"/>
                </a:lnTo>
                <a:lnTo>
                  <a:pt x="5543381" y="1274619"/>
                </a:lnTo>
                <a:lnTo>
                  <a:pt x="5544844" y="1278479"/>
                </a:lnTo>
                <a:lnTo>
                  <a:pt x="5546308" y="1282353"/>
                </a:lnTo>
                <a:lnTo>
                  <a:pt x="5547771" y="1286239"/>
                </a:lnTo>
                <a:lnTo>
                  <a:pt x="5549234" y="1290139"/>
                </a:lnTo>
                <a:lnTo>
                  <a:pt x="5550698" y="1294053"/>
                </a:lnTo>
                <a:lnTo>
                  <a:pt x="5552161" y="1297980"/>
                </a:lnTo>
                <a:lnTo>
                  <a:pt x="5553625" y="1301920"/>
                </a:lnTo>
                <a:lnTo>
                  <a:pt x="5555088" y="1305875"/>
                </a:lnTo>
                <a:lnTo>
                  <a:pt x="5556552" y="1309843"/>
                </a:lnTo>
                <a:lnTo>
                  <a:pt x="5558015" y="1313825"/>
                </a:lnTo>
                <a:lnTo>
                  <a:pt x="5559478" y="1317821"/>
                </a:lnTo>
                <a:lnTo>
                  <a:pt x="5560942" y="1321832"/>
                </a:lnTo>
                <a:lnTo>
                  <a:pt x="5562405" y="1325856"/>
                </a:lnTo>
                <a:lnTo>
                  <a:pt x="5563869" y="1329895"/>
                </a:lnTo>
                <a:lnTo>
                  <a:pt x="5565332" y="1333948"/>
                </a:lnTo>
                <a:lnTo>
                  <a:pt x="5566795" y="1338016"/>
                </a:lnTo>
                <a:lnTo>
                  <a:pt x="5568259" y="1342099"/>
                </a:lnTo>
                <a:lnTo>
                  <a:pt x="5569722" y="1346196"/>
                </a:lnTo>
                <a:lnTo>
                  <a:pt x="5571186" y="1350308"/>
                </a:lnTo>
                <a:lnTo>
                  <a:pt x="5572649" y="1354435"/>
                </a:lnTo>
                <a:lnTo>
                  <a:pt x="5574112" y="1358576"/>
                </a:lnTo>
                <a:lnTo>
                  <a:pt x="5575576" y="1362734"/>
                </a:lnTo>
                <a:lnTo>
                  <a:pt x="5577039" y="1366906"/>
                </a:lnTo>
                <a:lnTo>
                  <a:pt x="5578503" y="1371094"/>
                </a:lnTo>
                <a:lnTo>
                  <a:pt x="5579966" y="1375297"/>
                </a:lnTo>
                <a:lnTo>
                  <a:pt x="5581429" y="1379515"/>
                </a:lnTo>
                <a:lnTo>
                  <a:pt x="5582893" y="1383750"/>
                </a:lnTo>
                <a:lnTo>
                  <a:pt x="5584356" y="1388000"/>
                </a:lnTo>
                <a:lnTo>
                  <a:pt x="5585820" y="1392266"/>
                </a:lnTo>
                <a:lnTo>
                  <a:pt x="5587283" y="1396549"/>
                </a:lnTo>
                <a:lnTo>
                  <a:pt x="5588746" y="1400847"/>
                </a:lnTo>
                <a:lnTo>
                  <a:pt x="5590210" y="1405162"/>
                </a:lnTo>
                <a:lnTo>
                  <a:pt x="5591673" y="1409493"/>
                </a:lnTo>
                <a:lnTo>
                  <a:pt x="5593137" y="1413841"/>
                </a:lnTo>
                <a:lnTo>
                  <a:pt x="5594600" y="1418205"/>
                </a:lnTo>
                <a:lnTo>
                  <a:pt x="5596063" y="1422587"/>
                </a:lnTo>
                <a:lnTo>
                  <a:pt x="5597527" y="1426985"/>
                </a:lnTo>
                <a:lnTo>
                  <a:pt x="5598990" y="1431400"/>
                </a:lnTo>
                <a:lnTo>
                  <a:pt x="5600454" y="1435833"/>
                </a:lnTo>
                <a:lnTo>
                  <a:pt x="5601917" y="1440282"/>
                </a:lnTo>
                <a:lnTo>
                  <a:pt x="5603381" y="1444750"/>
                </a:lnTo>
                <a:lnTo>
                  <a:pt x="5604844" y="1449235"/>
                </a:lnTo>
                <a:lnTo>
                  <a:pt x="5606307" y="1453737"/>
                </a:lnTo>
                <a:lnTo>
                  <a:pt x="5607771" y="1458258"/>
                </a:lnTo>
                <a:lnTo>
                  <a:pt x="5609234" y="1462797"/>
                </a:lnTo>
                <a:lnTo>
                  <a:pt x="5610698" y="1467354"/>
                </a:lnTo>
                <a:lnTo>
                  <a:pt x="5612161" y="1471929"/>
                </a:lnTo>
                <a:lnTo>
                  <a:pt x="5613624" y="1476523"/>
                </a:lnTo>
                <a:lnTo>
                  <a:pt x="5615088" y="1481136"/>
                </a:lnTo>
                <a:lnTo>
                  <a:pt x="5616551" y="1485767"/>
                </a:lnTo>
                <a:lnTo>
                  <a:pt x="5618015" y="1490418"/>
                </a:lnTo>
                <a:lnTo>
                  <a:pt x="5619478" y="1495087"/>
                </a:lnTo>
                <a:lnTo>
                  <a:pt x="5620941" y="1499776"/>
                </a:lnTo>
                <a:lnTo>
                  <a:pt x="5622405" y="1504485"/>
                </a:lnTo>
                <a:lnTo>
                  <a:pt x="5623868" y="1509213"/>
                </a:lnTo>
                <a:lnTo>
                  <a:pt x="5625332" y="1513961"/>
                </a:lnTo>
                <a:lnTo>
                  <a:pt x="5626795" y="1518729"/>
                </a:lnTo>
                <a:lnTo>
                  <a:pt x="5628258" y="1523517"/>
                </a:lnTo>
                <a:lnTo>
                  <a:pt x="5629722" y="1528326"/>
                </a:lnTo>
                <a:lnTo>
                  <a:pt x="5631185" y="1533155"/>
                </a:lnTo>
                <a:lnTo>
                  <a:pt x="5632649" y="1538005"/>
                </a:lnTo>
                <a:lnTo>
                  <a:pt x="5634112" y="1542876"/>
                </a:lnTo>
                <a:lnTo>
                  <a:pt x="5635575" y="1547768"/>
                </a:lnTo>
                <a:lnTo>
                  <a:pt x="5637039" y="1552681"/>
                </a:lnTo>
                <a:lnTo>
                  <a:pt x="5638502" y="1557616"/>
                </a:lnTo>
                <a:lnTo>
                  <a:pt x="5639966" y="1562573"/>
                </a:lnTo>
                <a:lnTo>
                  <a:pt x="5641429" y="1567552"/>
                </a:lnTo>
                <a:lnTo>
                  <a:pt x="5642892" y="1572553"/>
                </a:lnTo>
                <a:lnTo>
                  <a:pt x="5644356" y="1577576"/>
                </a:lnTo>
                <a:lnTo>
                  <a:pt x="5645819" y="1582622"/>
                </a:lnTo>
                <a:lnTo>
                  <a:pt x="5647283" y="1587691"/>
                </a:lnTo>
                <a:lnTo>
                  <a:pt x="5648746" y="1592783"/>
                </a:lnTo>
                <a:lnTo>
                  <a:pt x="5650209" y="1597898"/>
                </a:lnTo>
                <a:lnTo>
                  <a:pt x="5651673" y="1603037"/>
                </a:lnTo>
                <a:lnTo>
                  <a:pt x="5653136" y="1608200"/>
                </a:lnTo>
                <a:lnTo>
                  <a:pt x="5654600" y="1613386"/>
                </a:lnTo>
                <a:lnTo>
                  <a:pt x="5656063" y="1618597"/>
                </a:lnTo>
                <a:lnTo>
                  <a:pt x="5657527" y="1623833"/>
                </a:lnTo>
                <a:lnTo>
                  <a:pt x="5658990" y="1629093"/>
                </a:lnTo>
                <a:lnTo>
                  <a:pt x="5660453" y="1634378"/>
                </a:lnTo>
                <a:lnTo>
                  <a:pt x="5661917" y="1639689"/>
                </a:lnTo>
                <a:lnTo>
                  <a:pt x="5663380" y="1645025"/>
                </a:lnTo>
                <a:lnTo>
                  <a:pt x="5664844" y="1650387"/>
                </a:lnTo>
                <a:lnTo>
                  <a:pt x="5666307" y="1655775"/>
                </a:lnTo>
                <a:lnTo>
                  <a:pt x="5667770" y="1661190"/>
                </a:lnTo>
                <a:lnTo>
                  <a:pt x="5669234" y="1666631"/>
                </a:lnTo>
                <a:lnTo>
                  <a:pt x="5670697" y="1672100"/>
                </a:lnTo>
                <a:lnTo>
                  <a:pt x="5672161" y="1677595"/>
                </a:lnTo>
                <a:lnTo>
                  <a:pt x="5673624" y="1683119"/>
                </a:lnTo>
                <a:lnTo>
                  <a:pt x="5675087" y="1688670"/>
                </a:lnTo>
                <a:lnTo>
                  <a:pt x="5676551" y="1694250"/>
                </a:lnTo>
                <a:lnTo>
                  <a:pt x="5678014" y="1699859"/>
                </a:lnTo>
                <a:lnTo>
                  <a:pt x="5679478" y="1705496"/>
                </a:lnTo>
                <a:lnTo>
                  <a:pt x="5680941" y="1711163"/>
                </a:lnTo>
                <a:lnTo>
                  <a:pt x="5682404" y="1716859"/>
                </a:lnTo>
                <a:lnTo>
                  <a:pt x="5683868" y="1722586"/>
                </a:lnTo>
                <a:lnTo>
                  <a:pt x="5685331" y="1728343"/>
                </a:lnTo>
                <a:lnTo>
                  <a:pt x="5686795" y="1734130"/>
                </a:lnTo>
                <a:lnTo>
                  <a:pt x="5688258" y="1739949"/>
                </a:lnTo>
                <a:lnTo>
                  <a:pt x="5689721" y="1745799"/>
                </a:lnTo>
                <a:lnTo>
                  <a:pt x="5691185" y="1751682"/>
                </a:lnTo>
                <a:lnTo>
                  <a:pt x="5692648" y="1757597"/>
                </a:lnTo>
                <a:lnTo>
                  <a:pt x="5694112" y="1763544"/>
                </a:lnTo>
                <a:lnTo>
                  <a:pt x="5695575" y="1769525"/>
                </a:lnTo>
                <a:lnTo>
                  <a:pt x="5697038" y="1775540"/>
                </a:lnTo>
                <a:lnTo>
                  <a:pt x="5698502" y="1781588"/>
                </a:lnTo>
                <a:lnTo>
                  <a:pt x="5699965" y="1787671"/>
                </a:lnTo>
                <a:lnTo>
                  <a:pt x="5701429" y="1793790"/>
                </a:lnTo>
                <a:lnTo>
                  <a:pt x="5702892" y="1799944"/>
                </a:lnTo>
                <a:lnTo>
                  <a:pt x="5704356" y="1806134"/>
                </a:lnTo>
                <a:lnTo>
                  <a:pt x="5705819" y="1812360"/>
                </a:lnTo>
                <a:lnTo>
                  <a:pt x="5707282" y="1818624"/>
                </a:lnTo>
                <a:lnTo>
                  <a:pt x="5708746" y="1824925"/>
                </a:lnTo>
                <a:lnTo>
                  <a:pt x="5710209" y="1831264"/>
                </a:lnTo>
                <a:lnTo>
                  <a:pt x="5711673" y="1837642"/>
                </a:lnTo>
                <a:lnTo>
                  <a:pt x="5713136" y="1844059"/>
                </a:lnTo>
                <a:lnTo>
                  <a:pt x="5714599" y="1850516"/>
                </a:lnTo>
                <a:lnTo>
                  <a:pt x="5716063" y="1857014"/>
                </a:lnTo>
                <a:lnTo>
                  <a:pt x="5717526" y="1863553"/>
                </a:lnTo>
                <a:lnTo>
                  <a:pt x="5718990" y="1870134"/>
                </a:lnTo>
                <a:lnTo>
                  <a:pt x="5720453" y="1876756"/>
                </a:lnTo>
                <a:lnTo>
                  <a:pt x="5721916" y="1883422"/>
                </a:lnTo>
                <a:lnTo>
                  <a:pt x="5723380" y="1890132"/>
                </a:lnTo>
                <a:lnTo>
                  <a:pt x="5724843" y="1896887"/>
                </a:lnTo>
                <a:lnTo>
                  <a:pt x="5726307" y="1903686"/>
                </a:lnTo>
                <a:lnTo>
                  <a:pt x="5727770" y="1910532"/>
                </a:lnTo>
                <a:lnTo>
                  <a:pt x="5729233" y="1917424"/>
                </a:lnTo>
                <a:lnTo>
                  <a:pt x="5730697" y="1924364"/>
                </a:lnTo>
                <a:lnTo>
                  <a:pt x="5732160" y="1931352"/>
                </a:lnTo>
                <a:lnTo>
                  <a:pt x="5733624" y="1938389"/>
                </a:lnTo>
                <a:lnTo>
                  <a:pt x="5735087" y="1945477"/>
                </a:lnTo>
                <a:lnTo>
                  <a:pt x="5736550" y="1952615"/>
                </a:lnTo>
                <a:lnTo>
                  <a:pt x="5738014" y="1959806"/>
                </a:lnTo>
                <a:lnTo>
                  <a:pt x="5739477" y="1967049"/>
                </a:lnTo>
                <a:lnTo>
                  <a:pt x="5740941" y="1974347"/>
                </a:lnTo>
                <a:lnTo>
                  <a:pt x="5742404" y="1981699"/>
                </a:lnTo>
                <a:lnTo>
                  <a:pt x="5743867" y="1989107"/>
                </a:lnTo>
                <a:lnTo>
                  <a:pt x="5745331" y="1996572"/>
                </a:lnTo>
                <a:lnTo>
                  <a:pt x="5746794" y="2004095"/>
                </a:lnTo>
                <a:lnTo>
                  <a:pt x="5748258" y="2011678"/>
                </a:lnTo>
                <a:lnTo>
                  <a:pt x="5749721" y="2019321"/>
                </a:lnTo>
                <a:lnTo>
                  <a:pt x="5751184" y="2027027"/>
                </a:lnTo>
                <a:lnTo>
                  <a:pt x="5752648" y="2034795"/>
                </a:lnTo>
                <a:lnTo>
                  <a:pt x="5754111" y="2042627"/>
                </a:lnTo>
                <a:lnTo>
                  <a:pt x="5755575" y="2050526"/>
                </a:lnTo>
                <a:lnTo>
                  <a:pt x="5757038" y="2058492"/>
                </a:lnTo>
                <a:lnTo>
                  <a:pt x="5758502" y="2066527"/>
                </a:lnTo>
                <a:lnTo>
                  <a:pt x="5759965" y="2074632"/>
                </a:lnTo>
                <a:lnTo>
                  <a:pt x="5761428" y="2082809"/>
                </a:lnTo>
                <a:lnTo>
                  <a:pt x="5762892" y="2091059"/>
                </a:lnTo>
                <a:lnTo>
                  <a:pt x="5764355" y="2099386"/>
                </a:lnTo>
                <a:lnTo>
                  <a:pt x="5765819" y="2107789"/>
                </a:lnTo>
                <a:lnTo>
                  <a:pt x="5767282" y="2116272"/>
                </a:lnTo>
                <a:lnTo>
                  <a:pt x="5768745" y="2124836"/>
                </a:lnTo>
                <a:lnTo>
                  <a:pt x="5770209" y="2133483"/>
                </a:lnTo>
                <a:lnTo>
                  <a:pt x="5771672" y="2142215"/>
                </a:lnTo>
                <a:lnTo>
                  <a:pt x="5773136" y="2151035"/>
                </a:lnTo>
                <a:lnTo>
                  <a:pt x="5774599" y="2159946"/>
                </a:lnTo>
                <a:lnTo>
                  <a:pt x="5776062" y="2168948"/>
                </a:lnTo>
                <a:lnTo>
                  <a:pt x="5777526" y="2178046"/>
                </a:lnTo>
                <a:lnTo>
                  <a:pt x="5778989" y="2187242"/>
                </a:lnTo>
                <a:lnTo>
                  <a:pt x="5780453" y="2196539"/>
                </a:lnTo>
                <a:lnTo>
                  <a:pt x="5781916" y="2205939"/>
                </a:lnTo>
                <a:lnTo>
                  <a:pt x="5783379" y="2215447"/>
                </a:lnTo>
                <a:lnTo>
                  <a:pt x="5784843" y="2225064"/>
                </a:lnTo>
                <a:lnTo>
                  <a:pt x="5786306" y="2234796"/>
                </a:lnTo>
                <a:lnTo>
                  <a:pt x="5787770" y="2244645"/>
                </a:lnTo>
                <a:lnTo>
                  <a:pt x="5789233" y="2254615"/>
                </a:lnTo>
                <a:lnTo>
                  <a:pt x="5790696" y="2264711"/>
                </a:lnTo>
                <a:lnTo>
                  <a:pt x="5792160" y="2274938"/>
                </a:lnTo>
                <a:lnTo>
                  <a:pt x="5793623" y="2285298"/>
                </a:lnTo>
                <a:lnTo>
                  <a:pt x="5795087" y="2295799"/>
                </a:lnTo>
                <a:lnTo>
                  <a:pt x="5796550" y="2306444"/>
                </a:lnTo>
                <a:lnTo>
                  <a:pt x="5798013" y="2317241"/>
                </a:lnTo>
                <a:lnTo>
                  <a:pt x="5799477" y="2328193"/>
                </a:lnTo>
                <a:lnTo>
                  <a:pt x="5800940" y="2339309"/>
                </a:lnTo>
                <a:lnTo>
                  <a:pt x="5802404" y="2350595"/>
                </a:lnTo>
                <a:lnTo>
                  <a:pt x="5803867" y="2362058"/>
                </a:lnTo>
                <a:lnTo>
                  <a:pt x="5805331" y="2373706"/>
                </a:lnTo>
                <a:lnTo>
                  <a:pt x="5806794" y="2385549"/>
                </a:lnTo>
                <a:lnTo>
                  <a:pt x="5808257" y="2397594"/>
                </a:lnTo>
                <a:lnTo>
                  <a:pt x="5809721" y="2409853"/>
                </a:lnTo>
                <a:lnTo>
                  <a:pt x="5811184" y="2422336"/>
                </a:lnTo>
                <a:lnTo>
                  <a:pt x="5812648" y="2435055"/>
                </a:lnTo>
                <a:lnTo>
                  <a:pt x="5814111" y="2448024"/>
                </a:lnTo>
                <a:lnTo>
                  <a:pt x="5815574" y="2461256"/>
                </a:lnTo>
                <a:lnTo>
                  <a:pt x="5817038" y="2474767"/>
                </a:lnTo>
                <a:lnTo>
                  <a:pt x="5818501" y="2488575"/>
                </a:lnTo>
                <a:lnTo>
                  <a:pt x="5819965" y="2502699"/>
                </a:lnTo>
                <a:lnTo>
                  <a:pt x="5821428" y="2517160"/>
                </a:lnTo>
                <a:lnTo>
                  <a:pt x="5822891" y="2531983"/>
                </a:lnTo>
                <a:lnTo>
                  <a:pt x="5824355" y="2547195"/>
                </a:lnTo>
                <a:lnTo>
                  <a:pt x="5825818" y="2562826"/>
                </a:lnTo>
                <a:lnTo>
                  <a:pt x="5827282" y="2578912"/>
                </a:lnTo>
                <a:lnTo>
                  <a:pt x="5828745" y="2595493"/>
                </a:lnTo>
                <a:lnTo>
                  <a:pt x="5830208" y="2612615"/>
                </a:lnTo>
                <a:lnTo>
                  <a:pt x="5831672" y="2630334"/>
                </a:lnTo>
                <a:lnTo>
                  <a:pt x="5833135" y="2648713"/>
                </a:lnTo>
                <a:lnTo>
                  <a:pt x="5834599" y="2667831"/>
                </a:lnTo>
                <a:lnTo>
                  <a:pt x="5836062" y="2687781"/>
                </a:lnTo>
                <a:lnTo>
                  <a:pt x="5837525" y="2708679"/>
                </a:lnTo>
                <a:lnTo>
                  <a:pt x="5838989" y="2730669"/>
                </a:lnTo>
                <a:lnTo>
                  <a:pt x="5840452" y="2753939"/>
                </a:lnTo>
                <a:lnTo>
                  <a:pt x="5841916" y="2778736"/>
                </a:lnTo>
                <a:lnTo>
                  <a:pt x="5843379" y="2805401"/>
                </a:lnTo>
                <a:lnTo>
                  <a:pt x="5844842" y="2834422"/>
                </a:lnTo>
                <a:lnTo>
                  <a:pt x="5846306" y="2866550"/>
                </a:lnTo>
                <a:lnTo>
                  <a:pt x="5847769" y="2903049"/>
                </a:lnTo>
                <a:lnTo>
                  <a:pt x="5849233" y="2946381"/>
                </a:lnTo>
                <a:lnTo>
                  <a:pt x="5850696" y="3002902"/>
                </a:lnTo>
                <a:lnTo>
                  <a:pt x="5852160" y="3139489"/>
                </a:lnTo>
                <a:lnTo>
                  <a:pt x="5852160" y="3139489"/>
                </a:lnTo>
                <a:lnTo>
                  <a:pt x="5850696" y="3139489"/>
                </a:lnTo>
                <a:lnTo>
                  <a:pt x="5849233" y="3139489"/>
                </a:lnTo>
                <a:lnTo>
                  <a:pt x="5847769" y="3139489"/>
                </a:lnTo>
                <a:lnTo>
                  <a:pt x="5846306" y="3139489"/>
                </a:lnTo>
                <a:lnTo>
                  <a:pt x="5844842" y="3139489"/>
                </a:lnTo>
                <a:lnTo>
                  <a:pt x="5843379" y="3139489"/>
                </a:lnTo>
                <a:lnTo>
                  <a:pt x="5841916" y="3139489"/>
                </a:lnTo>
                <a:lnTo>
                  <a:pt x="5840452" y="3139489"/>
                </a:lnTo>
                <a:lnTo>
                  <a:pt x="5838989" y="3139489"/>
                </a:lnTo>
                <a:lnTo>
                  <a:pt x="5837525" y="3139489"/>
                </a:lnTo>
                <a:lnTo>
                  <a:pt x="5836062" y="3139489"/>
                </a:lnTo>
                <a:lnTo>
                  <a:pt x="5834599" y="3139489"/>
                </a:lnTo>
                <a:lnTo>
                  <a:pt x="5833135" y="3139489"/>
                </a:lnTo>
                <a:lnTo>
                  <a:pt x="5831672" y="3139489"/>
                </a:lnTo>
                <a:lnTo>
                  <a:pt x="5830208" y="3139489"/>
                </a:lnTo>
                <a:lnTo>
                  <a:pt x="5828745" y="3139489"/>
                </a:lnTo>
                <a:lnTo>
                  <a:pt x="5827282" y="3139489"/>
                </a:lnTo>
                <a:lnTo>
                  <a:pt x="5825818" y="3139489"/>
                </a:lnTo>
                <a:lnTo>
                  <a:pt x="5824355" y="3139489"/>
                </a:lnTo>
                <a:lnTo>
                  <a:pt x="5822891" y="3139489"/>
                </a:lnTo>
                <a:lnTo>
                  <a:pt x="5821428" y="3139489"/>
                </a:lnTo>
                <a:lnTo>
                  <a:pt x="5819965" y="3139489"/>
                </a:lnTo>
                <a:lnTo>
                  <a:pt x="5818501" y="3139489"/>
                </a:lnTo>
                <a:lnTo>
                  <a:pt x="5817038" y="3139489"/>
                </a:lnTo>
                <a:lnTo>
                  <a:pt x="5815574" y="3139489"/>
                </a:lnTo>
                <a:lnTo>
                  <a:pt x="5814111" y="3139489"/>
                </a:lnTo>
                <a:lnTo>
                  <a:pt x="5812648" y="3139489"/>
                </a:lnTo>
                <a:lnTo>
                  <a:pt x="5811184" y="3139489"/>
                </a:lnTo>
                <a:lnTo>
                  <a:pt x="5809721" y="3139489"/>
                </a:lnTo>
                <a:lnTo>
                  <a:pt x="5808257" y="3139489"/>
                </a:lnTo>
                <a:lnTo>
                  <a:pt x="5806794" y="3139489"/>
                </a:lnTo>
                <a:lnTo>
                  <a:pt x="5805331" y="3139489"/>
                </a:lnTo>
                <a:lnTo>
                  <a:pt x="5803867" y="3139489"/>
                </a:lnTo>
                <a:lnTo>
                  <a:pt x="5802404" y="3139489"/>
                </a:lnTo>
                <a:lnTo>
                  <a:pt x="5800940" y="3139489"/>
                </a:lnTo>
                <a:lnTo>
                  <a:pt x="5799477" y="3139489"/>
                </a:lnTo>
                <a:lnTo>
                  <a:pt x="5798013" y="3139489"/>
                </a:lnTo>
                <a:lnTo>
                  <a:pt x="5796550" y="3139489"/>
                </a:lnTo>
                <a:lnTo>
                  <a:pt x="5795087" y="3139489"/>
                </a:lnTo>
                <a:lnTo>
                  <a:pt x="5793623" y="3139489"/>
                </a:lnTo>
                <a:lnTo>
                  <a:pt x="5792160" y="3139489"/>
                </a:lnTo>
                <a:lnTo>
                  <a:pt x="5790696" y="3139489"/>
                </a:lnTo>
                <a:lnTo>
                  <a:pt x="5789233" y="3139489"/>
                </a:lnTo>
                <a:lnTo>
                  <a:pt x="5787770" y="3139489"/>
                </a:lnTo>
                <a:lnTo>
                  <a:pt x="5786306" y="3139489"/>
                </a:lnTo>
                <a:lnTo>
                  <a:pt x="5784843" y="3139489"/>
                </a:lnTo>
                <a:lnTo>
                  <a:pt x="5783379" y="3139489"/>
                </a:lnTo>
                <a:lnTo>
                  <a:pt x="5781916" y="3139489"/>
                </a:lnTo>
                <a:lnTo>
                  <a:pt x="5780453" y="3139489"/>
                </a:lnTo>
                <a:lnTo>
                  <a:pt x="5778989" y="3139489"/>
                </a:lnTo>
                <a:lnTo>
                  <a:pt x="5777526" y="3139489"/>
                </a:lnTo>
                <a:lnTo>
                  <a:pt x="5776062" y="3139489"/>
                </a:lnTo>
                <a:lnTo>
                  <a:pt x="5774599" y="3139489"/>
                </a:lnTo>
                <a:lnTo>
                  <a:pt x="5773136" y="3139489"/>
                </a:lnTo>
                <a:lnTo>
                  <a:pt x="5771672" y="3139489"/>
                </a:lnTo>
                <a:lnTo>
                  <a:pt x="5770209" y="3139489"/>
                </a:lnTo>
                <a:lnTo>
                  <a:pt x="5768745" y="3139489"/>
                </a:lnTo>
                <a:lnTo>
                  <a:pt x="5767282" y="3139489"/>
                </a:lnTo>
                <a:lnTo>
                  <a:pt x="5765819" y="3139489"/>
                </a:lnTo>
                <a:lnTo>
                  <a:pt x="5764355" y="3139489"/>
                </a:lnTo>
                <a:lnTo>
                  <a:pt x="5762892" y="3139489"/>
                </a:lnTo>
                <a:lnTo>
                  <a:pt x="5761428" y="3139489"/>
                </a:lnTo>
                <a:lnTo>
                  <a:pt x="5759965" y="3139489"/>
                </a:lnTo>
                <a:lnTo>
                  <a:pt x="5758502" y="3139489"/>
                </a:lnTo>
                <a:lnTo>
                  <a:pt x="5757038" y="3139489"/>
                </a:lnTo>
                <a:lnTo>
                  <a:pt x="5755575" y="3139489"/>
                </a:lnTo>
                <a:lnTo>
                  <a:pt x="5754111" y="3139489"/>
                </a:lnTo>
                <a:lnTo>
                  <a:pt x="5752648" y="3139489"/>
                </a:lnTo>
                <a:lnTo>
                  <a:pt x="5751184" y="3139489"/>
                </a:lnTo>
                <a:lnTo>
                  <a:pt x="5749721" y="3139489"/>
                </a:lnTo>
                <a:lnTo>
                  <a:pt x="5748258" y="3139489"/>
                </a:lnTo>
                <a:lnTo>
                  <a:pt x="5746794" y="3139489"/>
                </a:lnTo>
                <a:lnTo>
                  <a:pt x="5745331" y="3139489"/>
                </a:lnTo>
                <a:lnTo>
                  <a:pt x="5743867" y="3139489"/>
                </a:lnTo>
                <a:lnTo>
                  <a:pt x="5742404" y="3139489"/>
                </a:lnTo>
                <a:lnTo>
                  <a:pt x="5740941" y="3139489"/>
                </a:lnTo>
                <a:lnTo>
                  <a:pt x="5739477" y="3139489"/>
                </a:lnTo>
                <a:lnTo>
                  <a:pt x="5738014" y="3139489"/>
                </a:lnTo>
                <a:lnTo>
                  <a:pt x="5736550" y="3139489"/>
                </a:lnTo>
                <a:lnTo>
                  <a:pt x="5735087" y="3139489"/>
                </a:lnTo>
                <a:lnTo>
                  <a:pt x="5733624" y="3139489"/>
                </a:lnTo>
                <a:lnTo>
                  <a:pt x="5732160" y="3139489"/>
                </a:lnTo>
                <a:lnTo>
                  <a:pt x="5730697" y="3139489"/>
                </a:lnTo>
                <a:lnTo>
                  <a:pt x="5729233" y="3139489"/>
                </a:lnTo>
                <a:lnTo>
                  <a:pt x="5727770" y="3139489"/>
                </a:lnTo>
                <a:lnTo>
                  <a:pt x="5726307" y="3139489"/>
                </a:lnTo>
                <a:lnTo>
                  <a:pt x="5724843" y="3139489"/>
                </a:lnTo>
                <a:lnTo>
                  <a:pt x="5723380" y="3139489"/>
                </a:lnTo>
                <a:lnTo>
                  <a:pt x="5721916" y="3139489"/>
                </a:lnTo>
                <a:lnTo>
                  <a:pt x="5720453" y="3139489"/>
                </a:lnTo>
                <a:lnTo>
                  <a:pt x="5718990" y="3139489"/>
                </a:lnTo>
                <a:lnTo>
                  <a:pt x="5717526" y="3139489"/>
                </a:lnTo>
                <a:lnTo>
                  <a:pt x="5716063" y="3139489"/>
                </a:lnTo>
                <a:lnTo>
                  <a:pt x="5714599" y="3139489"/>
                </a:lnTo>
                <a:lnTo>
                  <a:pt x="5713136" y="3139489"/>
                </a:lnTo>
                <a:lnTo>
                  <a:pt x="5711673" y="3139489"/>
                </a:lnTo>
                <a:lnTo>
                  <a:pt x="5710209" y="3139489"/>
                </a:lnTo>
                <a:lnTo>
                  <a:pt x="5708746" y="3139489"/>
                </a:lnTo>
                <a:lnTo>
                  <a:pt x="5707282" y="3139489"/>
                </a:lnTo>
                <a:lnTo>
                  <a:pt x="5705819" y="3139489"/>
                </a:lnTo>
                <a:lnTo>
                  <a:pt x="5704356" y="3139489"/>
                </a:lnTo>
                <a:lnTo>
                  <a:pt x="5702892" y="3139489"/>
                </a:lnTo>
                <a:lnTo>
                  <a:pt x="5701429" y="3139489"/>
                </a:lnTo>
                <a:lnTo>
                  <a:pt x="5699965" y="3139489"/>
                </a:lnTo>
                <a:lnTo>
                  <a:pt x="5698502" y="3139489"/>
                </a:lnTo>
                <a:lnTo>
                  <a:pt x="5697038" y="3139489"/>
                </a:lnTo>
                <a:lnTo>
                  <a:pt x="5695575" y="3139489"/>
                </a:lnTo>
                <a:lnTo>
                  <a:pt x="5694112" y="3139489"/>
                </a:lnTo>
                <a:lnTo>
                  <a:pt x="5692648" y="3139489"/>
                </a:lnTo>
                <a:lnTo>
                  <a:pt x="5691185" y="3139489"/>
                </a:lnTo>
                <a:lnTo>
                  <a:pt x="5689721" y="3139489"/>
                </a:lnTo>
                <a:lnTo>
                  <a:pt x="5688258" y="3139489"/>
                </a:lnTo>
                <a:lnTo>
                  <a:pt x="5686795" y="3139489"/>
                </a:lnTo>
                <a:lnTo>
                  <a:pt x="5685331" y="3139489"/>
                </a:lnTo>
                <a:lnTo>
                  <a:pt x="5683868" y="3139489"/>
                </a:lnTo>
                <a:lnTo>
                  <a:pt x="5682404" y="3139489"/>
                </a:lnTo>
                <a:lnTo>
                  <a:pt x="5680941" y="3139489"/>
                </a:lnTo>
                <a:lnTo>
                  <a:pt x="5679478" y="3139489"/>
                </a:lnTo>
                <a:lnTo>
                  <a:pt x="5678014" y="3139489"/>
                </a:lnTo>
                <a:lnTo>
                  <a:pt x="5676551" y="3139489"/>
                </a:lnTo>
                <a:lnTo>
                  <a:pt x="5675087" y="3139489"/>
                </a:lnTo>
                <a:lnTo>
                  <a:pt x="5673624" y="3139489"/>
                </a:lnTo>
                <a:lnTo>
                  <a:pt x="5672161" y="3139489"/>
                </a:lnTo>
                <a:lnTo>
                  <a:pt x="5670697" y="3139489"/>
                </a:lnTo>
                <a:lnTo>
                  <a:pt x="5669234" y="3139489"/>
                </a:lnTo>
                <a:lnTo>
                  <a:pt x="5667770" y="3139489"/>
                </a:lnTo>
                <a:lnTo>
                  <a:pt x="5666307" y="3139489"/>
                </a:lnTo>
                <a:lnTo>
                  <a:pt x="5664844" y="3139489"/>
                </a:lnTo>
                <a:lnTo>
                  <a:pt x="5663380" y="3139489"/>
                </a:lnTo>
                <a:lnTo>
                  <a:pt x="5661917" y="3139489"/>
                </a:lnTo>
                <a:lnTo>
                  <a:pt x="5660453" y="3139489"/>
                </a:lnTo>
                <a:lnTo>
                  <a:pt x="5658990" y="3139489"/>
                </a:lnTo>
                <a:lnTo>
                  <a:pt x="5657527" y="3139489"/>
                </a:lnTo>
                <a:lnTo>
                  <a:pt x="5656063" y="3139489"/>
                </a:lnTo>
                <a:lnTo>
                  <a:pt x="5654600" y="3139489"/>
                </a:lnTo>
                <a:lnTo>
                  <a:pt x="5653136" y="3139489"/>
                </a:lnTo>
                <a:lnTo>
                  <a:pt x="5651673" y="3139489"/>
                </a:lnTo>
                <a:lnTo>
                  <a:pt x="5650209" y="3139489"/>
                </a:lnTo>
                <a:lnTo>
                  <a:pt x="5648746" y="3139489"/>
                </a:lnTo>
                <a:lnTo>
                  <a:pt x="5647283" y="3139489"/>
                </a:lnTo>
                <a:lnTo>
                  <a:pt x="5645819" y="3139489"/>
                </a:lnTo>
                <a:lnTo>
                  <a:pt x="5644356" y="3139489"/>
                </a:lnTo>
                <a:lnTo>
                  <a:pt x="5642892" y="3139489"/>
                </a:lnTo>
                <a:lnTo>
                  <a:pt x="5641429" y="3139489"/>
                </a:lnTo>
                <a:lnTo>
                  <a:pt x="5639966" y="3139489"/>
                </a:lnTo>
                <a:lnTo>
                  <a:pt x="5638502" y="3139489"/>
                </a:lnTo>
                <a:lnTo>
                  <a:pt x="5637039" y="3139489"/>
                </a:lnTo>
                <a:lnTo>
                  <a:pt x="5635575" y="3139489"/>
                </a:lnTo>
                <a:lnTo>
                  <a:pt x="5634112" y="3139489"/>
                </a:lnTo>
                <a:lnTo>
                  <a:pt x="5632649" y="3139489"/>
                </a:lnTo>
                <a:lnTo>
                  <a:pt x="5631185" y="3139489"/>
                </a:lnTo>
                <a:lnTo>
                  <a:pt x="5629722" y="3139489"/>
                </a:lnTo>
                <a:lnTo>
                  <a:pt x="5628258" y="3139489"/>
                </a:lnTo>
                <a:lnTo>
                  <a:pt x="5626795" y="3139489"/>
                </a:lnTo>
                <a:lnTo>
                  <a:pt x="5625332" y="3139489"/>
                </a:lnTo>
                <a:lnTo>
                  <a:pt x="5623868" y="3139489"/>
                </a:lnTo>
                <a:lnTo>
                  <a:pt x="5622405" y="3139489"/>
                </a:lnTo>
                <a:lnTo>
                  <a:pt x="5620941" y="3139489"/>
                </a:lnTo>
                <a:lnTo>
                  <a:pt x="5619478" y="3139489"/>
                </a:lnTo>
                <a:lnTo>
                  <a:pt x="5618015" y="3139489"/>
                </a:lnTo>
                <a:lnTo>
                  <a:pt x="5616551" y="3139489"/>
                </a:lnTo>
                <a:lnTo>
                  <a:pt x="5615088" y="3139489"/>
                </a:lnTo>
                <a:lnTo>
                  <a:pt x="5613624" y="3139489"/>
                </a:lnTo>
                <a:lnTo>
                  <a:pt x="5612161" y="3139489"/>
                </a:lnTo>
                <a:lnTo>
                  <a:pt x="5610698" y="3139489"/>
                </a:lnTo>
                <a:lnTo>
                  <a:pt x="5609234" y="3139489"/>
                </a:lnTo>
                <a:lnTo>
                  <a:pt x="5607771" y="3139489"/>
                </a:lnTo>
                <a:lnTo>
                  <a:pt x="5606307" y="3139489"/>
                </a:lnTo>
                <a:lnTo>
                  <a:pt x="5604844" y="3139489"/>
                </a:lnTo>
                <a:lnTo>
                  <a:pt x="5603381" y="3139489"/>
                </a:lnTo>
                <a:lnTo>
                  <a:pt x="5601917" y="3139489"/>
                </a:lnTo>
                <a:lnTo>
                  <a:pt x="5600454" y="3139489"/>
                </a:lnTo>
                <a:lnTo>
                  <a:pt x="5598990" y="3139489"/>
                </a:lnTo>
                <a:lnTo>
                  <a:pt x="5597527" y="3139489"/>
                </a:lnTo>
                <a:lnTo>
                  <a:pt x="5596063" y="3139489"/>
                </a:lnTo>
                <a:lnTo>
                  <a:pt x="5594600" y="3139489"/>
                </a:lnTo>
                <a:lnTo>
                  <a:pt x="5593137" y="3139489"/>
                </a:lnTo>
                <a:lnTo>
                  <a:pt x="5591673" y="3139489"/>
                </a:lnTo>
                <a:lnTo>
                  <a:pt x="5590210" y="3139489"/>
                </a:lnTo>
                <a:lnTo>
                  <a:pt x="5588746" y="3139489"/>
                </a:lnTo>
                <a:lnTo>
                  <a:pt x="5587283" y="3139489"/>
                </a:lnTo>
                <a:lnTo>
                  <a:pt x="5585820" y="3139489"/>
                </a:lnTo>
                <a:lnTo>
                  <a:pt x="5584356" y="3139489"/>
                </a:lnTo>
                <a:lnTo>
                  <a:pt x="5582893" y="3139489"/>
                </a:lnTo>
                <a:lnTo>
                  <a:pt x="5581429" y="3139489"/>
                </a:lnTo>
                <a:lnTo>
                  <a:pt x="5579966" y="3139489"/>
                </a:lnTo>
                <a:lnTo>
                  <a:pt x="5578503" y="3139489"/>
                </a:lnTo>
                <a:lnTo>
                  <a:pt x="5577039" y="3139489"/>
                </a:lnTo>
                <a:lnTo>
                  <a:pt x="5575576" y="3139489"/>
                </a:lnTo>
                <a:lnTo>
                  <a:pt x="5574112" y="3139489"/>
                </a:lnTo>
                <a:lnTo>
                  <a:pt x="5572649" y="3139489"/>
                </a:lnTo>
                <a:lnTo>
                  <a:pt x="5571186" y="3139489"/>
                </a:lnTo>
                <a:lnTo>
                  <a:pt x="5569722" y="3139489"/>
                </a:lnTo>
                <a:lnTo>
                  <a:pt x="5568259" y="3139489"/>
                </a:lnTo>
                <a:lnTo>
                  <a:pt x="5566795" y="3139489"/>
                </a:lnTo>
                <a:lnTo>
                  <a:pt x="5565332" y="3139489"/>
                </a:lnTo>
                <a:lnTo>
                  <a:pt x="5563869" y="3139489"/>
                </a:lnTo>
                <a:lnTo>
                  <a:pt x="5562405" y="3139489"/>
                </a:lnTo>
                <a:lnTo>
                  <a:pt x="5560942" y="3139489"/>
                </a:lnTo>
                <a:lnTo>
                  <a:pt x="5559478" y="3139489"/>
                </a:lnTo>
                <a:lnTo>
                  <a:pt x="5558015" y="3139489"/>
                </a:lnTo>
                <a:lnTo>
                  <a:pt x="5556552" y="3139489"/>
                </a:lnTo>
                <a:lnTo>
                  <a:pt x="5555088" y="3139489"/>
                </a:lnTo>
                <a:lnTo>
                  <a:pt x="5553625" y="3139489"/>
                </a:lnTo>
                <a:lnTo>
                  <a:pt x="5552161" y="3139489"/>
                </a:lnTo>
                <a:lnTo>
                  <a:pt x="5550698" y="3139489"/>
                </a:lnTo>
                <a:lnTo>
                  <a:pt x="5549234" y="3139489"/>
                </a:lnTo>
                <a:lnTo>
                  <a:pt x="5547771" y="3139489"/>
                </a:lnTo>
                <a:lnTo>
                  <a:pt x="5546308" y="3139489"/>
                </a:lnTo>
                <a:lnTo>
                  <a:pt x="5544844" y="3139489"/>
                </a:lnTo>
                <a:lnTo>
                  <a:pt x="5543381" y="3139489"/>
                </a:lnTo>
                <a:lnTo>
                  <a:pt x="5541917" y="3139489"/>
                </a:lnTo>
                <a:lnTo>
                  <a:pt x="5540454" y="3139489"/>
                </a:lnTo>
                <a:lnTo>
                  <a:pt x="5538991" y="3139489"/>
                </a:lnTo>
                <a:lnTo>
                  <a:pt x="5537527" y="3139489"/>
                </a:lnTo>
                <a:lnTo>
                  <a:pt x="5536064" y="3139489"/>
                </a:lnTo>
                <a:lnTo>
                  <a:pt x="5534600" y="3139489"/>
                </a:lnTo>
                <a:lnTo>
                  <a:pt x="5533137" y="3139489"/>
                </a:lnTo>
                <a:lnTo>
                  <a:pt x="5531674" y="3139489"/>
                </a:lnTo>
                <a:lnTo>
                  <a:pt x="5530210" y="3139489"/>
                </a:lnTo>
                <a:lnTo>
                  <a:pt x="5528747" y="3139489"/>
                </a:lnTo>
                <a:lnTo>
                  <a:pt x="5527283" y="3139489"/>
                </a:lnTo>
                <a:lnTo>
                  <a:pt x="5525820" y="3139489"/>
                </a:lnTo>
                <a:lnTo>
                  <a:pt x="5524357" y="3139489"/>
                </a:lnTo>
                <a:lnTo>
                  <a:pt x="5522893" y="3139489"/>
                </a:lnTo>
                <a:lnTo>
                  <a:pt x="5521430" y="3139489"/>
                </a:lnTo>
                <a:lnTo>
                  <a:pt x="5519966" y="3139489"/>
                </a:lnTo>
                <a:lnTo>
                  <a:pt x="5518503" y="3139489"/>
                </a:lnTo>
                <a:lnTo>
                  <a:pt x="5517040" y="3139489"/>
                </a:lnTo>
                <a:lnTo>
                  <a:pt x="5515576" y="3139489"/>
                </a:lnTo>
                <a:lnTo>
                  <a:pt x="5514113" y="3139489"/>
                </a:lnTo>
                <a:lnTo>
                  <a:pt x="5512649" y="3139489"/>
                </a:lnTo>
                <a:lnTo>
                  <a:pt x="5511186" y="3139489"/>
                </a:lnTo>
                <a:lnTo>
                  <a:pt x="5509723" y="3139489"/>
                </a:lnTo>
                <a:lnTo>
                  <a:pt x="5508259" y="3139489"/>
                </a:lnTo>
                <a:lnTo>
                  <a:pt x="5506796" y="3139489"/>
                </a:lnTo>
                <a:lnTo>
                  <a:pt x="5505332" y="3139489"/>
                </a:lnTo>
                <a:lnTo>
                  <a:pt x="5503869" y="3139489"/>
                </a:lnTo>
                <a:lnTo>
                  <a:pt x="5502406" y="3139489"/>
                </a:lnTo>
                <a:lnTo>
                  <a:pt x="5500942" y="3139489"/>
                </a:lnTo>
                <a:lnTo>
                  <a:pt x="5499479" y="3139489"/>
                </a:lnTo>
                <a:lnTo>
                  <a:pt x="5498015" y="3139489"/>
                </a:lnTo>
                <a:lnTo>
                  <a:pt x="5496552" y="3139489"/>
                </a:lnTo>
                <a:lnTo>
                  <a:pt x="5495088" y="3139489"/>
                </a:lnTo>
                <a:lnTo>
                  <a:pt x="5493625" y="3139489"/>
                </a:lnTo>
                <a:lnTo>
                  <a:pt x="5492162" y="3139489"/>
                </a:lnTo>
                <a:lnTo>
                  <a:pt x="5490698" y="3139489"/>
                </a:lnTo>
                <a:lnTo>
                  <a:pt x="5489235" y="3139489"/>
                </a:lnTo>
                <a:lnTo>
                  <a:pt x="5487771" y="3139489"/>
                </a:lnTo>
                <a:lnTo>
                  <a:pt x="5486308" y="3139489"/>
                </a:lnTo>
                <a:lnTo>
                  <a:pt x="5484845" y="3139489"/>
                </a:lnTo>
                <a:lnTo>
                  <a:pt x="5483381" y="3139489"/>
                </a:lnTo>
                <a:lnTo>
                  <a:pt x="5481918" y="3139489"/>
                </a:lnTo>
                <a:lnTo>
                  <a:pt x="5480454" y="3139489"/>
                </a:lnTo>
                <a:lnTo>
                  <a:pt x="5478991" y="3139489"/>
                </a:lnTo>
                <a:lnTo>
                  <a:pt x="5477528" y="3139489"/>
                </a:lnTo>
                <a:lnTo>
                  <a:pt x="5476064" y="3139489"/>
                </a:lnTo>
                <a:lnTo>
                  <a:pt x="5474601" y="3139489"/>
                </a:lnTo>
                <a:lnTo>
                  <a:pt x="5473137" y="3139489"/>
                </a:lnTo>
                <a:lnTo>
                  <a:pt x="5471674" y="3139489"/>
                </a:lnTo>
                <a:lnTo>
                  <a:pt x="5470211" y="3139489"/>
                </a:lnTo>
                <a:lnTo>
                  <a:pt x="5468747" y="3139489"/>
                </a:lnTo>
                <a:lnTo>
                  <a:pt x="5467284" y="3139489"/>
                </a:lnTo>
                <a:lnTo>
                  <a:pt x="5465820" y="3139489"/>
                </a:lnTo>
                <a:lnTo>
                  <a:pt x="5464357" y="3139489"/>
                </a:lnTo>
                <a:lnTo>
                  <a:pt x="5462894" y="3139489"/>
                </a:lnTo>
                <a:lnTo>
                  <a:pt x="5461430" y="3139489"/>
                </a:lnTo>
                <a:lnTo>
                  <a:pt x="5459967" y="3139489"/>
                </a:lnTo>
                <a:lnTo>
                  <a:pt x="5458503" y="3139489"/>
                </a:lnTo>
                <a:lnTo>
                  <a:pt x="5457040" y="3139489"/>
                </a:lnTo>
                <a:lnTo>
                  <a:pt x="5455577" y="3139489"/>
                </a:lnTo>
                <a:lnTo>
                  <a:pt x="5454113" y="3139489"/>
                </a:lnTo>
                <a:lnTo>
                  <a:pt x="5452650" y="3139489"/>
                </a:lnTo>
                <a:lnTo>
                  <a:pt x="5451186" y="3139489"/>
                </a:lnTo>
                <a:lnTo>
                  <a:pt x="5449723" y="3139489"/>
                </a:lnTo>
                <a:lnTo>
                  <a:pt x="5448259" y="3139489"/>
                </a:lnTo>
                <a:lnTo>
                  <a:pt x="5446796" y="3139489"/>
                </a:lnTo>
                <a:lnTo>
                  <a:pt x="5445333" y="3139489"/>
                </a:lnTo>
                <a:lnTo>
                  <a:pt x="5443869" y="3139489"/>
                </a:lnTo>
                <a:lnTo>
                  <a:pt x="5442406" y="3139489"/>
                </a:lnTo>
                <a:lnTo>
                  <a:pt x="5440942" y="3139489"/>
                </a:lnTo>
                <a:lnTo>
                  <a:pt x="5439479" y="3139489"/>
                </a:lnTo>
                <a:lnTo>
                  <a:pt x="5438016" y="3139489"/>
                </a:lnTo>
                <a:lnTo>
                  <a:pt x="5436552" y="3139489"/>
                </a:lnTo>
                <a:lnTo>
                  <a:pt x="5435089" y="3139489"/>
                </a:lnTo>
                <a:lnTo>
                  <a:pt x="5433625" y="3139489"/>
                </a:lnTo>
                <a:lnTo>
                  <a:pt x="5432162" y="3139489"/>
                </a:lnTo>
                <a:lnTo>
                  <a:pt x="5430699" y="3139489"/>
                </a:lnTo>
                <a:lnTo>
                  <a:pt x="5429235" y="3139489"/>
                </a:lnTo>
                <a:lnTo>
                  <a:pt x="5427772" y="3139489"/>
                </a:lnTo>
                <a:lnTo>
                  <a:pt x="5426308" y="3139489"/>
                </a:lnTo>
                <a:lnTo>
                  <a:pt x="5424845" y="3139489"/>
                </a:lnTo>
                <a:lnTo>
                  <a:pt x="5423382" y="3139489"/>
                </a:lnTo>
                <a:lnTo>
                  <a:pt x="5421918" y="3139489"/>
                </a:lnTo>
                <a:lnTo>
                  <a:pt x="5420455" y="3139489"/>
                </a:lnTo>
                <a:lnTo>
                  <a:pt x="5418991" y="3139489"/>
                </a:lnTo>
                <a:lnTo>
                  <a:pt x="5417528" y="3139489"/>
                </a:lnTo>
                <a:lnTo>
                  <a:pt x="5416065" y="3139489"/>
                </a:lnTo>
                <a:lnTo>
                  <a:pt x="5414601" y="3139489"/>
                </a:lnTo>
                <a:lnTo>
                  <a:pt x="5413138" y="3139489"/>
                </a:lnTo>
                <a:lnTo>
                  <a:pt x="5411674" y="3139489"/>
                </a:lnTo>
                <a:lnTo>
                  <a:pt x="5410211" y="3139489"/>
                </a:lnTo>
                <a:lnTo>
                  <a:pt x="5408748" y="3139489"/>
                </a:lnTo>
                <a:lnTo>
                  <a:pt x="5407284" y="3139489"/>
                </a:lnTo>
                <a:lnTo>
                  <a:pt x="5405821" y="3139489"/>
                </a:lnTo>
                <a:lnTo>
                  <a:pt x="5404357" y="3139489"/>
                </a:lnTo>
                <a:lnTo>
                  <a:pt x="5402894" y="3139489"/>
                </a:lnTo>
                <a:lnTo>
                  <a:pt x="5401430" y="3139489"/>
                </a:lnTo>
                <a:lnTo>
                  <a:pt x="5399967" y="3139489"/>
                </a:lnTo>
                <a:lnTo>
                  <a:pt x="5398504" y="3139489"/>
                </a:lnTo>
                <a:lnTo>
                  <a:pt x="5397040" y="3139489"/>
                </a:lnTo>
                <a:lnTo>
                  <a:pt x="5395577" y="3139489"/>
                </a:lnTo>
                <a:lnTo>
                  <a:pt x="5394113" y="3139489"/>
                </a:lnTo>
                <a:lnTo>
                  <a:pt x="5392650" y="3139489"/>
                </a:lnTo>
                <a:lnTo>
                  <a:pt x="5391187" y="3139489"/>
                </a:lnTo>
                <a:lnTo>
                  <a:pt x="5389723" y="3139489"/>
                </a:lnTo>
                <a:lnTo>
                  <a:pt x="5388260" y="3139489"/>
                </a:lnTo>
                <a:lnTo>
                  <a:pt x="5386796" y="3139489"/>
                </a:lnTo>
                <a:lnTo>
                  <a:pt x="5385333" y="3139489"/>
                </a:lnTo>
                <a:lnTo>
                  <a:pt x="5383870" y="3139489"/>
                </a:lnTo>
                <a:lnTo>
                  <a:pt x="5382406" y="3139489"/>
                </a:lnTo>
                <a:lnTo>
                  <a:pt x="5380943" y="3139489"/>
                </a:lnTo>
                <a:lnTo>
                  <a:pt x="5379479" y="3139489"/>
                </a:lnTo>
                <a:lnTo>
                  <a:pt x="5378016" y="3139489"/>
                </a:lnTo>
                <a:lnTo>
                  <a:pt x="5376553" y="3139489"/>
                </a:lnTo>
                <a:lnTo>
                  <a:pt x="5375089" y="3139489"/>
                </a:lnTo>
                <a:lnTo>
                  <a:pt x="5373626" y="3139489"/>
                </a:lnTo>
                <a:lnTo>
                  <a:pt x="5372162" y="3139489"/>
                </a:lnTo>
                <a:lnTo>
                  <a:pt x="5370699" y="3139489"/>
                </a:lnTo>
                <a:lnTo>
                  <a:pt x="5369236" y="3139489"/>
                </a:lnTo>
                <a:lnTo>
                  <a:pt x="5367772" y="3139489"/>
                </a:lnTo>
                <a:lnTo>
                  <a:pt x="5366309" y="3139489"/>
                </a:lnTo>
                <a:lnTo>
                  <a:pt x="5364845" y="3139489"/>
                </a:lnTo>
                <a:lnTo>
                  <a:pt x="5363382" y="3139489"/>
                </a:lnTo>
                <a:lnTo>
                  <a:pt x="5361919" y="3139489"/>
                </a:lnTo>
                <a:lnTo>
                  <a:pt x="5360455" y="3139489"/>
                </a:lnTo>
                <a:lnTo>
                  <a:pt x="5358992" y="3139489"/>
                </a:lnTo>
                <a:lnTo>
                  <a:pt x="5357528" y="3139489"/>
                </a:lnTo>
                <a:lnTo>
                  <a:pt x="5356065" y="3139489"/>
                </a:lnTo>
                <a:lnTo>
                  <a:pt x="5354602" y="3139489"/>
                </a:lnTo>
                <a:lnTo>
                  <a:pt x="5353138" y="3139489"/>
                </a:lnTo>
                <a:lnTo>
                  <a:pt x="5351675" y="3139489"/>
                </a:lnTo>
                <a:lnTo>
                  <a:pt x="5350211" y="3139489"/>
                </a:lnTo>
                <a:lnTo>
                  <a:pt x="5348748" y="3139489"/>
                </a:lnTo>
                <a:lnTo>
                  <a:pt x="5347284" y="3139489"/>
                </a:lnTo>
                <a:lnTo>
                  <a:pt x="5345821" y="3139489"/>
                </a:lnTo>
                <a:lnTo>
                  <a:pt x="5344358" y="3139489"/>
                </a:lnTo>
                <a:lnTo>
                  <a:pt x="5342894" y="3139489"/>
                </a:lnTo>
                <a:lnTo>
                  <a:pt x="5341431" y="3139489"/>
                </a:lnTo>
                <a:lnTo>
                  <a:pt x="5339967" y="3139489"/>
                </a:lnTo>
                <a:lnTo>
                  <a:pt x="5338504" y="3139489"/>
                </a:lnTo>
                <a:lnTo>
                  <a:pt x="5337041" y="3139489"/>
                </a:lnTo>
                <a:lnTo>
                  <a:pt x="5335577" y="3139489"/>
                </a:lnTo>
                <a:lnTo>
                  <a:pt x="5334114" y="3139489"/>
                </a:lnTo>
                <a:lnTo>
                  <a:pt x="5332650" y="3139489"/>
                </a:lnTo>
                <a:lnTo>
                  <a:pt x="5331187" y="3139489"/>
                </a:lnTo>
                <a:lnTo>
                  <a:pt x="5329724" y="3139489"/>
                </a:lnTo>
                <a:lnTo>
                  <a:pt x="5328260" y="3139489"/>
                </a:lnTo>
                <a:lnTo>
                  <a:pt x="5326797" y="3139489"/>
                </a:lnTo>
                <a:lnTo>
                  <a:pt x="5325333" y="3139489"/>
                </a:lnTo>
                <a:lnTo>
                  <a:pt x="5323870" y="3139489"/>
                </a:lnTo>
                <a:lnTo>
                  <a:pt x="5322407" y="3139489"/>
                </a:lnTo>
                <a:lnTo>
                  <a:pt x="5320943" y="3139489"/>
                </a:lnTo>
                <a:lnTo>
                  <a:pt x="5319480" y="3139489"/>
                </a:lnTo>
                <a:lnTo>
                  <a:pt x="5318016" y="3139489"/>
                </a:lnTo>
                <a:lnTo>
                  <a:pt x="5316553" y="3139489"/>
                </a:lnTo>
                <a:lnTo>
                  <a:pt x="5315090" y="3139489"/>
                </a:lnTo>
                <a:lnTo>
                  <a:pt x="5313626" y="3139489"/>
                </a:lnTo>
                <a:lnTo>
                  <a:pt x="5312163" y="3139489"/>
                </a:lnTo>
                <a:lnTo>
                  <a:pt x="5310699" y="3139489"/>
                </a:lnTo>
                <a:lnTo>
                  <a:pt x="5309236" y="3139489"/>
                </a:lnTo>
                <a:lnTo>
                  <a:pt x="5307773" y="3139489"/>
                </a:lnTo>
                <a:lnTo>
                  <a:pt x="5306309" y="3139489"/>
                </a:lnTo>
                <a:lnTo>
                  <a:pt x="5304846" y="3139489"/>
                </a:lnTo>
                <a:lnTo>
                  <a:pt x="5303382" y="3139489"/>
                </a:lnTo>
                <a:lnTo>
                  <a:pt x="5301919" y="3139489"/>
                </a:lnTo>
                <a:lnTo>
                  <a:pt x="5300455" y="3139489"/>
                </a:lnTo>
                <a:lnTo>
                  <a:pt x="5298992" y="3139489"/>
                </a:lnTo>
                <a:lnTo>
                  <a:pt x="5297529" y="3139489"/>
                </a:lnTo>
                <a:lnTo>
                  <a:pt x="5296065" y="3139489"/>
                </a:lnTo>
                <a:lnTo>
                  <a:pt x="5294602" y="3139489"/>
                </a:lnTo>
                <a:lnTo>
                  <a:pt x="5293138" y="3139489"/>
                </a:lnTo>
                <a:lnTo>
                  <a:pt x="5291675" y="3139489"/>
                </a:lnTo>
                <a:lnTo>
                  <a:pt x="5290212" y="3139489"/>
                </a:lnTo>
                <a:lnTo>
                  <a:pt x="5288748" y="3139489"/>
                </a:lnTo>
                <a:lnTo>
                  <a:pt x="5287285" y="3139489"/>
                </a:lnTo>
                <a:lnTo>
                  <a:pt x="5285821" y="3139489"/>
                </a:lnTo>
                <a:lnTo>
                  <a:pt x="5284358" y="3139489"/>
                </a:lnTo>
                <a:lnTo>
                  <a:pt x="5282895" y="3139489"/>
                </a:lnTo>
                <a:lnTo>
                  <a:pt x="5281431" y="3139489"/>
                </a:lnTo>
                <a:lnTo>
                  <a:pt x="5279968" y="3139489"/>
                </a:lnTo>
                <a:lnTo>
                  <a:pt x="5278504" y="3139489"/>
                </a:lnTo>
                <a:lnTo>
                  <a:pt x="5277041" y="3139489"/>
                </a:lnTo>
                <a:lnTo>
                  <a:pt x="5275578" y="3139489"/>
                </a:lnTo>
                <a:lnTo>
                  <a:pt x="5274114" y="3139489"/>
                </a:lnTo>
                <a:lnTo>
                  <a:pt x="5272651" y="3139489"/>
                </a:lnTo>
                <a:lnTo>
                  <a:pt x="5271187" y="3139489"/>
                </a:lnTo>
                <a:lnTo>
                  <a:pt x="5269724" y="3139489"/>
                </a:lnTo>
                <a:lnTo>
                  <a:pt x="5268261" y="3139489"/>
                </a:lnTo>
                <a:lnTo>
                  <a:pt x="5266797" y="3139489"/>
                </a:lnTo>
                <a:lnTo>
                  <a:pt x="5265334" y="3139489"/>
                </a:lnTo>
                <a:lnTo>
                  <a:pt x="5263870" y="3139489"/>
                </a:lnTo>
                <a:lnTo>
                  <a:pt x="5262407" y="3139489"/>
                </a:lnTo>
                <a:lnTo>
                  <a:pt x="5260944" y="3139489"/>
                </a:lnTo>
                <a:lnTo>
                  <a:pt x="5259480" y="3139489"/>
                </a:lnTo>
                <a:lnTo>
                  <a:pt x="5258017" y="3139489"/>
                </a:lnTo>
                <a:lnTo>
                  <a:pt x="5256553" y="3139489"/>
                </a:lnTo>
                <a:lnTo>
                  <a:pt x="5255090" y="3139489"/>
                </a:lnTo>
                <a:lnTo>
                  <a:pt x="5253627" y="3139489"/>
                </a:lnTo>
                <a:lnTo>
                  <a:pt x="5252163" y="3139489"/>
                </a:lnTo>
                <a:lnTo>
                  <a:pt x="5250700" y="3139489"/>
                </a:lnTo>
                <a:lnTo>
                  <a:pt x="5249236" y="3139489"/>
                </a:lnTo>
                <a:lnTo>
                  <a:pt x="5247773" y="3139489"/>
                </a:lnTo>
                <a:lnTo>
                  <a:pt x="5246309" y="3139489"/>
                </a:lnTo>
                <a:lnTo>
                  <a:pt x="5244846" y="3139489"/>
                </a:lnTo>
                <a:lnTo>
                  <a:pt x="5243383" y="3139489"/>
                </a:lnTo>
                <a:lnTo>
                  <a:pt x="5241919" y="3139489"/>
                </a:lnTo>
                <a:lnTo>
                  <a:pt x="5240456" y="3139489"/>
                </a:lnTo>
                <a:lnTo>
                  <a:pt x="5238992" y="3139489"/>
                </a:lnTo>
                <a:lnTo>
                  <a:pt x="5237529" y="3139489"/>
                </a:lnTo>
                <a:lnTo>
                  <a:pt x="5236066" y="3139489"/>
                </a:lnTo>
                <a:lnTo>
                  <a:pt x="5234602" y="3139489"/>
                </a:lnTo>
                <a:lnTo>
                  <a:pt x="5233139" y="3139489"/>
                </a:lnTo>
                <a:lnTo>
                  <a:pt x="5231675" y="3139489"/>
                </a:lnTo>
                <a:lnTo>
                  <a:pt x="5230212" y="3139489"/>
                </a:lnTo>
                <a:lnTo>
                  <a:pt x="5228749" y="3139489"/>
                </a:lnTo>
                <a:lnTo>
                  <a:pt x="5227285" y="3139489"/>
                </a:lnTo>
                <a:lnTo>
                  <a:pt x="5225822" y="3139489"/>
                </a:lnTo>
                <a:lnTo>
                  <a:pt x="5224358" y="3139489"/>
                </a:lnTo>
                <a:lnTo>
                  <a:pt x="5222895" y="3139489"/>
                </a:lnTo>
                <a:lnTo>
                  <a:pt x="5221432" y="3139489"/>
                </a:lnTo>
                <a:lnTo>
                  <a:pt x="5219968" y="3139489"/>
                </a:lnTo>
                <a:lnTo>
                  <a:pt x="5218505" y="3139489"/>
                </a:lnTo>
                <a:lnTo>
                  <a:pt x="5217041" y="3139489"/>
                </a:lnTo>
                <a:lnTo>
                  <a:pt x="5215578" y="3139489"/>
                </a:lnTo>
                <a:lnTo>
                  <a:pt x="5214115" y="3139489"/>
                </a:lnTo>
                <a:lnTo>
                  <a:pt x="5212651" y="3139489"/>
                </a:lnTo>
                <a:lnTo>
                  <a:pt x="5211188" y="3139489"/>
                </a:lnTo>
                <a:lnTo>
                  <a:pt x="5209724" y="3139489"/>
                </a:lnTo>
                <a:lnTo>
                  <a:pt x="5208261" y="3139489"/>
                </a:lnTo>
                <a:lnTo>
                  <a:pt x="5206798" y="3139489"/>
                </a:lnTo>
                <a:lnTo>
                  <a:pt x="5205334" y="3139489"/>
                </a:lnTo>
                <a:lnTo>
                  <a:pt x="5203871" y="3139489"/>
                </a:lnTo>
                <a:lnTo>
                  <a:pt x="5202407" y="3139489"/>
                </a:lnTo>
                <a:lnTo>
                  <a:pt x="5200944" y="3139489"/>
                </a:lnTo>
                <a:lnTo>
                  <a:pt x="5199480" y="3139489"/>
                </a:lnTo>
                <a:lnTo>
                  <a:pt x="5198017" y="3139489"/>
                </a:lnTo>
                <a:lnTo>
                  <a:pt x="5196554" y="3139489"/>
                </a:lnTo>
                <a:lnTo>
                  <a:pt x="5195090" y="3139489"/>
                </a:lnTo>
                <a:lnTo>
                  <a:pt x="5193627" y="3139489"/>
                </a:lnTo>
                <a:lnTo>
                  <a:pt x="5192163" y="3139489"/>
                </a:lnTo>
                <a:lnTo>
                  <a:pt x="5190700" y="3139489"/>
                </a:lnTo>
                <a:lnTo>
                  <a:pt x="5189237" y="3139489"/>
                </a:lnTo>
                <a:lnTo>
                  <a:pt x="5187773" y="3139489"/>
                </a:lnTo>
                <a:lnTo>
                  <a:pt x="5186310" y="3139489"/>
                </a:lnTo>
                <a:lnTo>
                  <a:pt x="5184846" y="3139489"/>
                </a:lnTo>
                <a:lnTo>
                  <a:pt x="5183383" y="3139489"/>
                </a:lnTo>
                <a:lnTo>
                  <a:pt x="5181920" y="3139489"/>
                </a:lnTo>
                <a:lnTo>
                  <a:pt x="5180456" y="3139489"/>
                </a:lnTo>
                <a:lnTo>
                  <a:pt x="5178993" y="3139489"/>
                </a:lnTo>
                <a:lnTo>
                  <a:pt x="5177529" y="3139489"/>
                </a:lnTo>
                <a:lnTo>
                  <a:pt x="5176066" y="3139489"/>
                </a:lnTo>
                <a:lnTo>
                  <a:pt x="5174603" y="3139489"/>
                </a:lnTo>
                <a:lnTo>
                  <a:pt x="5173139" y="3139489"/>
                </a:lnTo>
                <a:lnTo>
                  <a:pt x="5171676" y="3139489"/>
                </a:lnTo>
                <a:lnTo>
                  <a:pt x="5170212" y="3139489"/>
                </a:lnTo>
                <a:lnTo>
                  <a:pt x="5168749" y="3139489"/>
                </a:lnTo>
                <a:lnTo>
                  <a:pt x="5167286" y="3139489"/>
                </a:lnTo>
                <a:lnTo>
                  <a:pt x="5165822" y="3139489"/>
                </a:lnTo>
                <a:lnTo>
                  <a:pt x="5164359" y="3139489"/>
                </a:lnTo>
                <a:lnTo>
                  <a:pt x="5162895" y="3139489"/>
                </a:lnTo>
                <a:lnTo>
                  <a:pt x="5161432" y="3139489"/>
                </a:lnTo>
                <a:lnTo>
                  <a:pt x="5159969" y="3139489"/>
                </a:lnTo>
                <a:lnTo>
                  <a:pt x="5158505" y="3139489"/>
                </a:lnTo>
                <a:lnTo>
                  <a:pt x="5157042" y="3139489"/>
                </a:lnTo>
                <a:lnTo>
                  <a:pt x="5155578" y="3139489"/>
                </a:lnTo>
                <a:lnTo>
                  <a:pt x="5154115" y="3139489"/>
                </a:lnTo>
                <a:lnTo>
                  <a:pt x="5152652" y="3139489"/>
                </a:lnTo>
                <a:lnTo>
                  <a:pt x="5151188" y="3139489"/>
                </a:lnTo>
                <a:lnTo>
                  <a:pt x="5149725" y="3139489"/>
                </a:lnTo>
                <a:lnTo>
                  <a:pt x="5148261" y="3139489"/>
                </a:lnTo>
                <a:lnTo>
                  <a:pt x="5146798" y="3139489"/>
                </a:lnTo>
                <a:lnTo>
                  <a:pt x="5145334" y="3139489"/>
                </a:lnTo>
                <a:lnTo>
                  <a:pt x="5143871" y="3139489"/>
                </a:lnTo>
                <a:lnTo>
                  <a:pt x="5142408" y="3139489"/>
                </a:lnTo>
                <a:lnTo>
                  <a:pt x="5140944" y="3139489"/>
                </a:lnTo>
                <a:lnTo>
                  <a:pt x="5139481" y="3139489"/>
                </a:lnTo>
                <a:lnTo>
                  <a:pt x="5138017" y="3139489"/>
                </a:lnTo>
                <a:lnTo>
                  <a:pt x="5136554" y="3139489"/>
                </a:lnTo>
                <a:lnTo>
                  <a:pt x="5135091" y="3139489"/>
                </a:lnTo>
                <a:lnTo>
                  <a:pt x="5133627" y="3139489"/>
                </a:lnTo>
                <a:lnTo>
                  <a:pt x="5132164" y="3139489"/>
                </a:lnTo>
                <a:lnTo>
                  <a:pt x="5130700" y="3139489"/>
                </a:lnTo>
                <a:lnTo>
                  <a:pt x="5129237" y="3139489"/>
                </a:lnTo>
                <a:lnTo>
                  <a:pt x="5127774" y="3139489"/>
                </a:lnTo>
                <a:lnTo>
                  <a:pt x="5126310" y="3139489"/>
                </a:lnTo>
                <a:lnTo>
                  <a:pt x="5124847" y="3139489"/>
                </a:lnTo>
                <a:lnTo>
                  <a:pt x="5123383" y="3139489"/>
                </a:lnTo>
                <a:lnTo>
                  <a:pt x="5121920" y="3139489"/>
                </a:lnTo>
                <a:lnTo>
                  <a:pt x="5120457" y="3139489"/>
                </a:lnTo>
                <a:lnTo>
                  <a:pt x="5118993" y="3139489"/>
                </a:lnTo>
                <a:lnTo>
                  <a:pt x="5117530" y="3139489"/>
                </a:lnTo>
                <a:lnTo>
                  <a:pt x="5116066" y="3139489"/>
                </a:lnTo>
                <a:lnTo>
                  <a:pt x="5114603" y="3139489"/>
                </a:lnTo>
                <a:lnTo>
                  <a:pt x="5113140" y="3139489"/>
                </a:lnTo>
                <a:lnTo>
                  <a:pt x="5111676" y="3139489"/>
                </a:lnTo>
                <a:lnTo>
                  <a:pt x="5110213" y="3139489"/>
                </a:lnTo>
                <a:lnTo>
                  <a:pt x="5108749" y="3139489"/>
                </a:lnTo>
                <a:lnTo>
                  <a:pt x="5107286" y="3139489"/>
                </a:lnTo>
                <a:lnTo>
                  <a:pt x="5105823" y="3139489"/>
                </a:lnTo>
                <a:lnTo>
                  <a:pt x="5104359" y="3139489"/>
                </a:lnTo>
                <a:lnTo>
                  <a:pt x="5102896" y="3139489"/>
                </a:lnTo>
                <a:lnTo>
                  <a:pt x="5101432" y="3139489"/>
                </a:lnTo>
                <a:lnTo>
                  <a:pt x="5099969" y="3139489"/>
                </a:lnTo>
                <a:lnTo>
                  <a:pt x="5098505" y="3139489"/>
                </a:lnTo>
                <a:lnTo>
                  <a:pt x="5097042" y="3139489"/>
                </a:lnTo>
                <a:lnTo>
                  <a:pt x="5095579" y="3139489"/>
                </a:lnTo>
                <a:lnTo>
                  <a:pt x="5094115" y="3139489"/>
                </a:lnTo>
                <a:lnTo>
                  <a:pt x="5092652" y="3139489"/>
                </a:lnTo>
                <a:lnTo>
                  <a:pt x="5091188" y="3139489"/>
                </a:lnTo>
                <a:lnTo>
                  <a:pt x="5089725" y="3139489"/>
                </a:lnTo>
                <a:lnTo>
                  <a:pt x="5088262" y="3139489"/>
                </a:lnTo>
                <a:lnTo>
                  <a:pt x="5086798" y="3139489"/>
                </a:lnTo>
                <a:lnTo>
                  <a:pt x="5085335" y="3139489"/>
                </a:lnTo>
                <a:lnTo>
                  <a:pt x="5083871" y="3139489"/>
                </a:lnTo>
                <a:lnTo>
                  <a:pt x="5082408" y="3139489"/>
                </a:lnTo>
                <a:lnTo>
                  <a:pt x="5080945" y="3139489"/>
                </a:lnTo>
                <a:lnTo>
                  <a:pt x="5079481" y="3139489"/>
                </a:lnTo>
                <a:lnTo>
                  <a:pt x="5078018" y="3139489"/>
                </a:lnTo>
                <a:lnTo>
                  <a:pt x="5076554" y="3139489"/>
                </a:lnTo>
                <a:lnTo>
                  <a:pt x="5075091" y="3139489"/>
                </a:lnTo>
                <a:lnTo>
                  <a:pt x="5073628" y="3139489"/>
                </a:lnTo>
                <a:lnTo>
                  <a:pt x="5072164" y="3139489"/>
                </a:lnTo>
                <a:lnTo>
                  <a:pt x="5070701" y="3139489"/>
                </a:lnTo>
                <a:lnTo>
                  <a:pt x="5069237" y="3139489"/>
                </a:lnTo>
                <a:lnTo>
                  <a:pt x="5067774" y="3139489"/>
                </a:lnTo>
                <a:lnTo>
                  <a:pt x="5066311" y="3139489"/>
                </a:lnTo>
                <a:lnTo>
                  <a:pt x="5064847" y="3139489"/>
                </a:lnTo>
                <a:lnTo>
                  <a:pt x="5063384" y="3139489"/>
                </a:lnTo>
                <a:lnTo>
                  <a:pt x="5061920" y="3139489"/>
                </a:lnTo>
                <a:lnTo>
                  <a:pt x="5060457" y="3139489"/>
                </a:lnTo>
                <a:lnTo>
                  <a:pt x="5058994" y="3139489"/>
                </a:lnTo>
                <a:lnTo>
                  <a:pt x="5057530" y="3139489"/>
                </a:lnTo>
                <a:lnTo>
                  <a:pt x="5056067" y="3139489"/>
                </a:lnTo>
                <a:lnTo>
                  <a:pt x="5054603" y="3139489"/>
                </a:lnTo>
                <a:lnTo>
                  <a:pt x="5053140" y="3139489"/>
                </a:lnTo>
                <a:lnTo>
                  <a:pt x="5051676" y="3139489"/>
                </a:lnTo>
                <a:lnTo>
                  <a:pt x="5050213" y="3139489"/>
                </a:lnTo>
                <a:lnTo>
                  <a:pt x="5048750" y="3139489"/>
                </a:lnTo>
                <a:lnTo>
                  <a:pt x="5047286" y="3139489"/>
                </a:lnTo>
                <a:lnTo>
                  <a:pt x="5045823" y="3139489"/>
                </a:lnTo>
                <a:lnTo>
                  <a:pt x="5044359" y="3139489"/>
                </a:lnTo>
                <a:lnTo>
                  <a:pt x="5042896" y="3139489"/>
                </a:lnTo>
                <a:lnTo>
                  <a:pt x="5041433" y="3139489"/>
                </a:lnTo>
                <a:lnTo>
                  <a:pt x="5039969" y="3139489"/>
                </a:lnTo>
                <a:lnTo>
                  <a:pt x="5038506" y="3139489"/>
                </a:lnTo>
                <a:lnTo>
                  <a:pt x="5037042" y="3139489"/>
                </a:lnTo>
                <a:lnTo>
                  <a:pt x="5035579" y="3139489"/>
                </a:lnTo>
                <a:lnTo>
                  <a:pt x="5034116" y="3139489"/>
                </a:lnTo>
                <a:lnTo>
                  <a:pt x="5032652" y="3139489"/>
                </a:lnTo>
                <a:lnTo>
                  <a:pt x="5031189" y="3139489"/>
                </a:lnTo>
                <a:lnTo>
                  <a:pt x="5029725" y="3139489"/>
                </a:lnTo>
                <a:lnTo>
                  <a:pt x="5028262" y="3139489"/>
                </a:lnTo>
                <a:lnTo>
                  <a:pt x="5026799" y="3139489"/>
                </a:lnTo>
                <a:lnTo>
                  <a:pt x="5025335" y="3139489"/>
                </a:lnTo>
                <a:lnTo>
                  <a:pt x="5023872" y="3139489"/>
                </a:lnTo>
                <a:lnTo>
                  <a:pt x="5022408" y="3139489"/>
                </a:lnTo>
                <a:lnTo>
                  <a:pt x="5020945" y="3139489"/>
                </a:lnTo>
                <a:lnTo>
                  <a:pt x="5019482" y="3139489"/>
                </a:lnTo>
                <a:lnTo>
                  <a:pt x="5018018" y="3139489"/>
                </a:lnTo>
                <a:lnTo>
                  <a:pt x="5016555" y="3139489"/>
                </a:lnTo>
                <a:lnTo>
                  <a:pt x="5015091" y="3139489"/>
                </a:lnTo>
                <a:lnTo>
                  <a:pt x="5013628" y="3139489"/>
                </a:lnTo>
                <a:lnTo>
                  <a:pt x="5012165" y="3139489"/>
                </a:lnTo>
                <a:lnTo>
                  <a:pt x="5010701" y="3139489"/>
                </a:lnTo>
                <a:lnTo>
                  <a:pt x="5009238" y="3139489"/>
                </a:lnTo>
                <a:lnTo>
                  <a:pt x="5007774" y="3139489"/>
                </a:lnTo>
                <a:lnTo>
                  <a:pt x="5006311" y="3139489"/>
                </a:lnTo>
                <a:lnTo>
                  <a:pt x="5004848" y="3139489"/>
                </a:lnTo>
                <a:lnTo>
                  <a:pt x="5003384" y="3139489"/>
                </a:lnTo>
                <a:lnTo>
                  <a:pt x="5001921" y="3139489"/>
                </a:lnTo>
                <a:lnTo>
                  <a:pt x="5000457" y="3139489"/>
                </a:lnTo>
                <a:lnTo>
                  <a:pt x="4998994" y="3139489"/>
                </a:lnTo>
                <a:lnTo>
                  <a:pt x="4997530" y="3139489"/>
                </a:lnTo>
                <a:lnTo>
                  <a:pt x="4996067" y="3139489"/>
                </a:lnTo>
                <a:lnTo>
                  <a:pt x="4994604" y="3139489"/>
                </a:lnTo>
                <a:lnTo>
                  <a:pt x="4993140" y="3139489"/>
                </a:lnTo>
                <a:lnTo>
                  <a:pt x="4991677" y="3139489"/>
                </a:lnTo>
                <a:lnTo>
                  <a:pt x="4990213" y="3139489"/>
                </a:lnTo>
                <a:lnTo>
                  <a:pt x="4988750" y="3139489"/>
                </a:lnTo>
                <a:lnTo>
                  <a:pt x="4987287" y="3139489"/>
                </a:lnTo>
                <a:lnTo>
                  <a:pt x="4985823" y="3139489"/>
                </a:lnTo>
                <a:lnTo>
                  <a:pt x="4984360" y="3139489"/>
                </a:lnTo>
                <a:lnTo>
                  <a:pt x="4982896" y="3139489"/>
                </a:lnTo>
                <a:lnTo>
                  <a:pt x="4981433" y="3139489"/>
                </a:lnTo>
                <a:lnTo>
                  <a:pt x="4979970" y="3139489"/>
                </a:lnTo>
                <a:lnTo>
                  <a:pt x="4978506" y="3139489"/>
                </a:lnTo>
                <a:lnTo>
                  <a:pt x="4977043" y="3139489"/>
                </a:lnTo>
                <a:lnTo>
                  <a:pt x="4975579" y="3139489"/>
                </a:lnTo>
                <a:lnTo>
                  <a:pt x="4974116" y="3139489"/>
                </a:lnTo>
                <a:lnTo>
                  <a:pt x="4972653" y="3139489"/>
                </a:lnTo>
                <a:lnTo>
                  <a:pt x="4971189" y="3139489"/>
                </a:lnTo>
                <a:lnTo>
                  <a:pt x="4969726" y="3139489"/>
                </a:lnTo>
                <a:lnTo>
                  <a:pt x="4968262" y="3139489"/>
                </a:lnTo>
                <a:lnTo>
                  <a:pt x="4966799" y="3139489"/>
                </a:lnTo>
                <a:lnTo>
                  <a:pt x="4965336" y="3139489"/>
                </a:lnTo>
                <a:lnTo>
                  <a:pt x="4963872" y="3139489"/>
                </a:lnTo>
                <a:lnTo>
                  <a:pt x="4962409" y="3139489"/>
                </a:lnTo>
                <a:lnTo>
                  <a:pt x="4960945" y="3139489"/>
                </a:lnTo>
                <a:lnTo>
                  <a:pt x="4959482" y="3139489"/>
                </a:lnTo>
                <a:lnTo>
                  <a:pt x="4958019" y="3139489"/>
                </a:lnTo>
                <a:lnTo>
                  <a:pt x="4956555" y="3139489"/>
                </a:lnTo>
                <a:lnTo>
                  <a:pt x="4955092" y="3139489"/>
                </a:lnTo>
                <a:lnTo>
                  <a:pt x="4953628" y="3139489"/>
                </a:lnTo>
                <a:lnTo>
                  <a:pt x="4952165" y="3139489"/>
                </a:lnTo>
                <a:lnTo>
                  <a:pt x="4950701" y="3139489"/>
                </a:lnTo>
                <a:lnTo>
                  <a:pt x="4949238" y="3139489"/>
                </a:lnTo>
                <a:lnTo>
                  <a:pt x="4947775" y="3139489"/>
                </a:lnTo>
                <a:lnTo>
                  <a:pt x="4946311" y="3139489"/>
                </a:lnTo>
                <a:lnTo>
                  <a:pt x="4944848" y="3139489"/>
                </a:lnTo>
                <a:lnTo>
                  <a:pt x="4943384" y="3139489"/>
                </a:lnTo>
                <a:lnTo>
                  <a:pt x="4941921" y="3139489"/>
                </a:lnTo>
                <a:lnTo>
                  <a:pt x="4940458" y="3139489"/>
                </a:lnTo>
                <a:lnTo>
                  <a:pt x="4938994" y="3139489"/>
                </a:lnTo>
                <a:lnTo>
                  <a:pt x="4937531" y="3139489"/>
                </a:lnTo>
                <a:lnTo>
                  <a:pt x="4936067" y="3139489"/>
                </a:lnTo>
                <a:lnTo>
                  <a:pt x="4934604" y="3139489"/>
                </a:lnTo>
                <a:lnTo>
                  <a:pt x="4933141" y="3139489"/>
                </a:lnTo>
                <a:lnTo>
                  <a:pt x="4931677" y="3139489"/>
                </a:lnTo>
                <a:lnTo>
                  <a:pt x="4930214" y="3139489"/>
                </a:lnTo>
                <a:lnTo>
                  <a:pt x="4928750" y="3139489"/>
                </a:lnTo>
                <a:lnTo>
                  <a:pt x="4927287" y="3139489"/>
                </a:lnTo>
                <a:lnTo>
                  <a:pt x="4925824" y="3139489"/>
                </a:lnTo>
                <a:lnTo>
                  <a:pt x="4924360" y="3139489"/>
                </a:lnTo>
                <a:lnTo>
                  <a:pt x="4922897" y="3139489"/>
                </a:lnTo>
                <a:lnTo>
                  <a:pt x="4921433" y="3139489"/>
                </a:lnTo>
                <a:lnTo>
                  <a:pt x="4919970" y="3139489"/>
                </a:lnTo>
                <a:lnTo>
                  <a:pt x="4918507" y="3139489"/>
                </a:lnTo>
                <a:lnTo>
                  <a:pt x="4917043" y="3139489"/>
                </a:lnTo>
                <a:lnTo>
                  <a:pt x="4915580" y="3139489"/>
                </a:lnTo>
                <a:lnTo>
                  <a:pt x="4914116" y="3139489"/>
                </a:lnTo>
                <a:lnTo>
                  <a:pt x="4912653" y="3139489"/>
                </a:lnTo>
                <a:lnTo>
                  <a:pt x="4911190" y="3139489"/>
                </a:lnTo>
                <a:lnTo>
                  <a:pt x="4909726" y="3139489"/>
                </a:lnTo>
                <a:lnTo>
                  <a:pt x="4908263" y="3139489"/>
                </a:lnTo>
                <a:lnTo>
                  <a:pt x="4906799" y="3139489"/>
                </a:lnTo>
                <a:lnTo>
                  <a:pt x="4905336" y="3139489"/>
                </a:lnTo>
                <a:lnTo>
                  <a:pt x="4903873" y="3139489"/>
                </a:lnTo>
                <a:lnTo>
                  <a:pt x="4902409" y="3139489"/>
                </a:lnTo>
                <a:lnTo>
                  <a:pt x="4900946" y="3139489"/>
                </a:lnTo>
                <a:lnTo>
                  <a:pt x="4899482" y="3139489"/>
                </a:lnTo>
                <a:lnTo>
                  <a:pt x="4898019" y="3139489"/>
                </a:lnTo>
                <a:lnTo>
                  <a:pt x="4896555" y="3139489"/>
                </a:lnTo>
                <a:lnTo>
                  <a:pt x="4895092" y="3139489"/>
                </a:lnTo>
                <a:lnTo>
                  <a:pt x="4893629" y="3139489"/>
                </a:lnTo>
                <a:lnTo>
                  <a:pt x="4892165" y="3139489"/>
                </a:lnTo>
                <a:lnTo>
                  <a:pt x="4890702" y="3139489"/>
                </a:lnTo>
                <a:lnTo>
                  <a:pt x="4889238" y="3139489"/>
                </a:lnTo>
                <a:lnTo>
                  <a:pt x="4887775" y="3139489"/>
                </a:lnTo>
                <a:lnTo>
                  <a:pt x="4886312" y="3139489"/>
                </a:lnTo>
                <a:lnTo>
                  <a:pt x="4884848" y="3139489"/>
                </a:lnTo>
                <a:lnTo>
                  <a:pt x="4883385" y="3139489"/>
                </a:lnTo>
                <a:lnTo>
                  <a:pt x="4881921" y="3139489"/>
                </a:lnTo>
                <a:lnTo>
                  <a:pt x="4880458" y="3139489"/>
                </a:lnTo>
                <a:lnTo>
                  <a:pt x="4878995" y="3139489"/>
                </a:lnTo>
                <a:lnTo>
                  <a:pt x="4877531" y="3139489"/>
                </a:lnTo>
                <a:lnTo>
                  <a:pt x="4876068" y="3139489"/>
                </a:lnTo>
                <a:lnTo>
                  <a:pt x="4874604" y="3139489"/>
                </a:lnTo>
                <a:lnTo>
                  <a:pt x="4873141" y="3139489"/>
                </a:lnTo>
                <a:lnTo>
                  <a:pt x="4871678" y="3139489"/>
                </a:lnTo>
                <a:lnTo>
                  <a:pt x="4870214" y="3139489"/>
                </a:lnTo>
                <a:lnTo>
                  <a:pt x="4868751" y="3139489"/>
                </a:lnTo>
                <a:lnTo>
                  <a:pt x="4867287" y="3139489"/>
                </a:lnTo>
                <a:lnTo>
                  <a:pt x="4865824" y="3139489"/>
                </a:lnTo>
                <a:lnTo>
                  <a:pt x="4864361" y="3139489"/>
                </a:lnTo>
                <a:lnTo>
                  <a:pt x="4862897" y="3139489"/>
                </a:lnTo>
                <a:lnTo>
                  <a:pt x="4861434" y="3139489"/>
                </a:lnTo>
                <a:lnTo>
                  <a:pt x="4859970" y="3139489"/>
                </a:lnTo>
                <a:lnTo>
                  <a:pt x="4858507" y="3139489"/>
                </a:lnTo>
                <a:lnTo>
                  <a:pt x="4857044" y="3139489"/>
                </a:lnTo>
                <a:lnTo>
                  <a:pt x="4855580" y="3139489"/>
                </a:lnTo>
                <a:lnTo>
                  <a:pt x="4854117" y="3139489"/>
                </a:lnTo>
                <a:lnTo>
                  <a:pt x="4852653" y="3139489"/>
                </a:lnTo>
                <a:lnTo>
                  <a:pt x="4851190" y="3139489"/>
                </a:lnTo>
                <a:lnTo>
                  <a:pt x="4849726" y="3139489"/>
                </a:lnTo>
                <a:lnTo>
                  <a:pt x="4848263" y="3139489"/>
                </a:lnTo>
                <a:lnTo>
                  <a:pt x="4846800" y="3139489"/>
                </a:lnTo>
                <a:lnTo>
                  <a:pt x="4845336" y="3139489"/>
                </a:lnTo>
                <a:lnTo>
                  <a:pt x="4843873" y="3139489"/>
                </a:lnTo>
                <a:lnTo>
                  <a:pt x="4842409" y="3139489"/>
                </a:lnTo>
                <a:lnTo>
                  <a:pt x="4840946" y="3139489"/>
                </a:lnTo>
                <a:lnTo>
                  <a:pt x="4839483" y="3139489"/>
                </a:lnTo>
                <a:lnTo>
                  <a:pt x="4838019" y="3139489"/>
                </a:lnTo>
                <a:lnTo>
                  <a:pt x="4836556" y="3139489"/>
                </a:lnTo>
                <a:lnTo>
                  <a:pt x="4835092" y="3139489"/>
                </a:lnTo>
                <a:lnTo>
                  <a:pt x="4833629" y="3139489"/>
                </a:lnTo>
                <a:lnTo>
                  <a:pt x="4832166" y="3139489"/>
                </a:lnTo>
                <a:lnTo>
                  <a:pt x="4830702" y="3139489"/>
                </a:lnTo>
                <a:lnTo>
                  <a:pt x="4829239" y="3139489"/>
                </a:lnTo>
                <a:lnTo>
                  <a:pt x="4827775" y="3139489"/>
                </a:lnTo>
                <a:lnTo>
                  <a:pt x="4826312" y="3139489"/>
                </a:lnTo>
                <a:lnTo>
                  <a:pt x="4824849" y="3139489"/>
                </a:lnTo>
                <a:lnTo>
                  <a:pt x="4823385" y="3139489"/>
                </a:lnTo>
                <a:lnTo>
                  <a:pt x="4821922" y="3139489"/>
                </a:lnTo>
                <a:lnTo>
                  <a:pt x="4820458" y="3139489"/>
                </a:lnTo>
                <a:lnTo>
                  <a:pt x="4818995" y="3139489"/>
                </a:lnTo>
                <a:lnTo>
                  <a:pt x="4817532" y="3139489"/>
                </a:lnTo>
                <a:lnTo>
                  <a:pt x="4816068" y="3139489"/>
                </a:lnTo>
                <a:lnTo>
                  <a:pt x="4814605" y="3139489"/>
                </a:lnTo>
                <a:lnTo>
                  <a:pt x="4813141" y="3139489"/>
                </a:lnTo>
                <a:lnTo>
                  <a:pt x="4811678" y="3139489"/>
                </a:lnTo>
                <a:lnTo>
                  <a:pt x="4810215" y="3139489"/>
                </a:lnTo>
                <a:lnTo>
                  <a:pt x="4808751" y="3139489"/>
                </a:lnTo>
                <a:lnTo>
                  <a:pt x="4807288" y="3139489"/>
                </a:lnTo>
                <a:lnTo>
                  <a:pt x="4805824" y="3139489"/>
                </a:lnTo>
                <a:lnTo>
                  <a:pt x="4804361" y="3139489"/>
                </a:lnTo>
                <a:lnTo>
                  <a:pt x="4802898" y="3139489"/>
                </a:lnTo>
                <a:lnTo>
                  <a:pt x="4801434" y="3139489"/>
                </a:lnTo>
                <a:lnTo>
                  <a:pt x="4799971" y="3139489"/>
                </a:lnTo>
                <a:lnTo>
                  <a:pt x="4798507" y="3139489"/>
                </a:lnTo>
                <a:lnTo>
                  <a:pt x="4797044" y="3139489"/>
                </a:lnTo>
                <a:lnTo>
                  <a:pt x="4795580" y="3139489"/>
                </a:lnTo>
                <a:lnTo>
                  <a:pt x="4794117" y="3139489"/>
                </a:lnTo>
                <a:lnTo>
                  <a:pt x="4792654" y="3139489"/>
                </a:lnTo>
                <a:lnTo>
                  <a:pt x="4791190" y="3139489"/>
                </a:lnTo>
                <a:lnTo>
                  <a:pt x="4789727" y="3139489"/>
                </a:lnTo>
                <a:lnTo>
                  <a:pt x="4788263" y="3139489"/>
                </a:lnTo>
                <a:lnTo>
                  <a:pt x="4786800" y="3139489"/>
                </a:lnTo>
                <a:lnTo>
                  <a:pt x="4785337" y="3139489"/>
                </a:lnTo>
                <a:lnTo>
                  <a:pt x="4783873" y="3139489"/>
                </a:lnTo>
                <a:lnTo>
                  <a:pt x="4782410" y="3139489"/>
                </a:lnTo>
                <a:lnTo>
                  <a:pt x="4780946" y="3139489"/>
                </a:lnTo>
                <a:lnTo>
                  <a:pt x="4779483" y="3139489"/>
                </a:lnTo>
                <a:lnTo>
                  <a:pt x="4778020" y="3139489"/>
                </a:lnTo>
                <a:lnTo>
                  <a:pt x="4776556" y="3139489"/>
                </a:lnTo>
                <a:lnTo>
                  <a:pt x="4775093" y="3139489"/>
                </a:lnTo>
                <a:lnTo>
                  <a:pt x="4773629" y="3139489"/>
                </a:lnTo>
                <a:lnTo>
                  <a:pt x="4772166" y="3139489"/>
                </a:lnTo>
                <a:lnTo>
                  <a:pt x="4770703" y="3139489"/>
                </a:lnTo>
                <a:lnTo>
                  <a:pt x="4769239" y="3139489"/>
                </a:lnTo>
                <a:lnTo>
                  <a:pt x="4767776" y="3139489"/>
                </a:lnTo>
                <a:lnTo>
                  <a:pt x="4766312" y="3139489"/>
                </a:lnTo>
                <a:lnTo>
                  <a:pt x="4764849" y="3139489"/>
                </a:lnTo>
                <a:lnTo>
                  <a:pt x="4763386" y="3139489"/>
                </a:lnTo>
                <a:lnTo>
                  <a:pt x="4761922" y="3139489"/>
                </a:lnTo>
                <a:lnTo>
                  <a:pt x="4760459" y="3139489"/>
                </a:lnTo>
                <a:lnTo>
                  <a:pt x="4758995" y="3139489"/>
                </a:lnTo>
                <a:lnTo>
                  <a:pt x="4757532" y="3139489"/>
                </a:lnTo>
                <a:lnTo>
                  <a:pt x="4756069" y="3139489"/>
                </a:lnTo>
                <a:lnTo>
                  <a:pt x="4754605" y="3139489"/>
                </a:lnTo>
                <a:lnTo>
                  <a:pt x="4753142" y="3139489"/>
                </a:lnTo>
                <a:lnTo>
                  <a:pt x="4751678" y="3139489"/>
                </a:lnTo>
                <a:lnTo>
                  <a:pt x="4750215" y="3139489"/>
                </a:lnTo>
                <a:lnTo>
                  <a:pt x="4748751" y="3139489"/>
                </a:lnTo>
                <a:lnTo>
                  <a:pt x="4747288" y="3139489"/>
                </a:lnTo>
                <a:lnTo>
                  <a:pt x="4745825" y="3139489"/>
                </a:lnTo>
                <a:lnTo>
                  <a:pt x="4744361" y="3139489"/>
                </a:lnTo>
                <a:lnTo>
                  <a:pt x="4742898" y="3139489"/>
                </a:lnTo>
                <a:lnTo>
                  <a:pt x="4741434" y="3139489"/>
                </a:lnTo>
                <a:lnTo>
                  <a:pt x="4739971" y="3139489"/>
                </a:lnTo>
                <a:lnTo>
                  <a:pt x="4738508" y="3139489"/>
                </a:lnTo>
                <a:lnTo>
                  <a:pt x="4737044" y="3139489"/>
                </a:lnTo>
                <a:lnTo>
                  <a:pt x="4735581" y="3139489"/>
                </a:lnTo>
                <a:lnTo>
                  <a:pt x="4734117" y="3139489"/>
                </a:lnTo>
                <a:lnTo>
                  <a:pt x="4732654" y="3139489"/>
                </a:lnTo>
                <a:lnTo>
                  <a:pt x="4731191" y="3139489"/>
                </a:lnTo>
                <a:lnTo>
                  <a:pt x="4729727" y="3139489"/>
                </a:lnTo>
                <a:lnTo>
                  <a:pt x="4728264" y="3139489"/>
                </a:lnTo>
                <a:lnTo>
                  <a:pt x="4726800" y="3139489"/>
                </a:lnTo>
                <a:lnTo>
                  <a:pt x="4725337" y="3139489"/>
                </a:lnTo>
                <a:lnTo>
                  <a:pt x="4723874" y="3139489"/>
                </a:lnTo>
                <a:lnTo>
                  <a:pt x="4722410" y="3139489"/>
                </a:lnTo>
                <a:lnTo>
                  <a:pt x="4720947" y="3139489"/>
                </a:lnTo>
                <a:lnTo>
                  <a:pt x="4719483" y="3139489"/>
                </a:lnTo>
                <a:lnTo>
                  <a:pt x="4718020" y="3139489"/>
                </a:lnTo>
                <a:lnTo>
                  <a:pt x="4716557" y="3139489"/>
                </a:lnTo>
                <a:lnTo>
                  <a:pt x="4715093" y="3139489"/>
                </a:lnTo>
                <a:lnTo>
                  <a:pt x="4713630" y="3139489"/>
                </a:lnTo>
                <a:lnTo>
                  <a:pt x="4712166" y="3139489"/>
                </a:lnTo>
                <a:lnTo>
                  <a:pt x="4710703" y="3139489"/>
                </a:lnTo>
                <a:lnTo>
                  <a:pt x="4709240" y="3139489"/>
                </a:lnTo>
                <a:lnTo>
                  <a:pt x="4707776" y="3139489"/>
                </a:lnTo>
                <a:lnTo>
                  <a:pt x="4706313" y="3139489"/>
                </a:lnTo>
                <a:lnTo>
                  <a:pt x="4704849" y="3139489"/>
                </a:lnTo>
                <a:lnTo>
                  <a:pt x="4703386" y="3139489"/>
                </a:lnTo>
                <a:lnTo>
                  <a:pt x="4701923" y="3139489"/>
                </a:lnTo>
                <a:lnTo>
                  <a:pt x="4700459" y="3139489"/>
                </a:lnTo>
                <a:lnTo>
                  <a:pt x="4698996" y="3139489"/>
                </a:lnTo>
                <a:lnTo>
                  <a:pt x="4697532" y="3139489"/>
                </a:lnTo>
                <a:lnTo>
                  <a:pt x="4696069" y="3139489"/>
                </a:lnTo>
                <a:lnTo>
                  <a:pt x="4694605" y="3139489"/>
                </a:lnTo>
                <a:lnTo>
                  <a:pt x="4693142" y="3139489"/>
                </a:lnTo>
                <a:lnTo>
                  <a:pt x="4691679" y="3139489"/>
                </a:lnTo>
                <a:lnTo>
                  <a:pt x="4690215" y="3139489"/>
                </a:lnTo>
                <a:lnTo>
                  <a:pt x="4688752" y="3139489"/>
                </a:lnTo>
                <a:lnTo>
                  <a:pt x="4687288" y="3139489"/>
                </a:lnTo>
                <a:lnTo>
                  <a:pt x="4685825" y="3139489"/>
                </a:lnTo>
                <a:lnTo>
                  <a:pt x="4684362" y="3139489"/>
                </a:lnTo>
                <a:lnTo>
                  <a:pt x="4682898" y="3139489"/>
                </a:lnTo>
                <a:lnTo>
                  <a:pt x="4681435" y="3139489"/>
                </a:lnTo>
                <a:lnTo>
                  <a:pt x="4679971" y="3139489"/>
                </a:lnTo>
                <a:lnTo>
                  <a:pt x="4678508" y="3139489"/>
                </a:lnTo>
                <a:lnTo>
                  <a:pt x="4677045" y="3139489"/>
                </a:lnTo>
                <a:lnTo>
                  <a:pt x="4675581" y="3139489"/>
                </a:lnTo>
                <a:lnTo>
                  <a:pt x="4674118" y="3139489"/>
                </a:lnTo>
                <a:lnTo>
                  <a:pt x="4672654" y="3139489"/>
                </a:lnTo>
                <a:lnTo>
                  <a:pt x="4671191" y="3139489"/>
                </a:lnTo>
                <a:lnTo>
                  <a:pt x="4669728" y="3139489"/>
                </a:lnTo>
                <a:lnTo>
                  <a:pt x="4668264" y="3139489"/>
                </a:lnTo>
                <a:lnTo>
                  <a:pt x="4666801" y="3139489"/>
                </a:lnTo>
                <a:lnTo>
                  <a:pt x="4665337" y="3139489"/>
                </a:lnTo>
                <a:lnTo>
                  <a:pt x="4663874" y="3139489"/>
                </a:lnTo>
                <a:lnTo>
                  <a:pt x="4662411" y="3139489"/>
                </a:lnTo>
                <a:lnTo>
                  <a:pt x="4660947" y="3139489"/>
                </a:lnTo>
                <a:lnTo>
                  <a:pt x="4659484" y="3139489"/>
                </a:lnTo>
                <a:lnTo>
                  <a:pt x="4658020" y="3139489"/>
                </a:lnTo>
                <a:lnTo>
                  <a:pt x="4656557" y="3139489"/>
                </a:lnTo>
                <a:lnTo>
                  <a:pt x="4655094" y="3139489"/>
                </a:lnTo>
                <a:lnTo>
                  <a:pt x="4653630" y="3139489"/>
                </a:lnTo>
                <a:lnTo>
                  <a:pt x="4652167" y="3139489"/>
                </a:lnTo>
                <a:lnTo>
                  <a:pt x="4650703" y="3139489"/>
                </a:lnTo>
                <a:lnTo>
                  <a:pt x="4649240" y="3139489"/>
                </a:lnTo>
                <a:lnTo>
                  <a:pt x="4647776" y="3139489"/>
                </a:lnTo>
                <a:lnTo>
                  <a:pt x="4646313" y="3139489"/>
                </a:lnTo>
                <a:lnTo>
                  <a:pt x="4644850" y="3139489"/>
                </a:lnTo>
                <a:lnTo>
                  <a:pt x="4643386" y="3139489"/>
                </a:lnTo>
                <a:lnTo>
                  <a:pt x="4641923" y="3139489"/>
                </a:lnTo>
                <a:lnTo>
                  <a:pt x="4640459" y="3139489"/>
                </a:lnTo>
                <a:lnTo>
                  <a:pt x="4638996" y="3139489"/>
                </a:lnTo>
                <a:lnTo>
                  <a:pt x="4637533" y="3139489"/>
                </a:lnTo>
                <a:lnTo>
                  <a:pt x="4636069" y="3139489"/>
                </a:lnTo>
                <a:lnTo>
                  <a:pt x="4634606" y="3139489"/>
                </a:lnTo>
                <a:lnTo>
                  <a:pt x="4633142" y="3139489"/>
                </a:lnTo>
                <a:lnTo>
                  <a:pt x="4631679" y="3139489"/>
                </a:lnTo>
                <a:lnTo>
                  <a:pt x="4630216" y="3139489"/>
                </a:lnTo>
                <a:lnTo>
                  <a:pt x="4628752" y="3139489"/>
                </a:lnTo>
                <a:lnTo>
                  <a:pt x="4627289" y="3139489"/>
                </a:lnTo>
                <a:lnTo>
                  <a:pt x="4625825" y="3139489"/>
                </a:lnTo>
                <a:lnTo>
                  <a:pt x="4624362" y="3139489"/>
                </a:lnTo>
                <a:lnTo>
                  <a:pt x="4622899" y="3139489"/>
                </a:lnTo>
                <a:lnTo>
                  <a:pt x="4621435" y="3139489"/>
                </a:lnTo>
                <a:lnTo>
                  <a:pt x="4619972" y="3139489"/>
                </a:lnTo>
                <a:lnTo>
                  <a:pt x="4618508" y="3139489"/>
                </a:lnTo>
                <a:lnTo>
                  <a:pt x="4617045" y="3139489"/>
                </a:lnTo>
                <a:lnTo>
                  <a:pt x="4615582" y="3139489"/>
                </a:lnTo>
                <a:lnTo>
                  <a:pt x="4614118" y="3139489"/>
                </a:lnTo>
                <a:lnTo>
                  <a:pt x="4612655" y="3139489"/>
                </a:lnTo>
                <a:lnTo>
                  <a:pt x="4611191" y="3139489"/>
                </a:lnTo>
                <a:lnTo>
                  <a:pt x="4609728" y="3139489"/>
                </a:lnTo>
                <a:lnTo>
                  <a:pt x="4608265" y="3139489"/>
                </a:lnTo>
                <a:lnTo>
                  <a:pt x="4606801" y="3139489"/>
                </a:lnTo>
                <a:lnTo>
                  <a:pt x="4605338" y="3139489"/>
                </a:lnTo>
                <a:lnTo>
                  <a:pt x="4603874" y="3139489"/>
                </a:lnTo>
                <a:lnTo>
                  <a:pt x="4602411" y="3139489"/>
                </a:lnTo>
                <a:lnTo>
                  <a:pt x="4600947" y="3139489"/>
                </a:lnTo>
                <a:lnTo>
                  <a:pt x="4599484" y="3139489"/>
                </a:lnTo>
                <a:lnTo>
                  <a:pt x="4598021" y="3139489"/>
                </a:lnTo>
                <a:lnTo>
                  <a:pt x="4596557" y="3139489"/>
                </a:lnTo>
                <a:lnTo>
                  <a:pt x="4595094" y="3139489"/>
                </a:lnTo>
                <a:lnTo>
                  <a:pt x="4593630" y="3139489"/>
                </a:lnTo>
                <a:lnTo>
                  <a:pt x="4592167" y="3139489"/>
                </a:lnTo>
                <a:lnTo>
                  <a:pt x="4590704" y="3139489"/>
                </a:lnTo>
                <a:lnTo>
                  <a:pt x="4589240" y="3139489"/>
                </a:lnTo>
                <a:lnTo>
                  <a:pt x="4587777" y="3139489"/>
                </a:lnTo>
                <a:lnTo>
                  <a:pt x="4586313" y="3139489"/>
                </a:lnTo>
                <a:lnTo>
                  <a:pt x="4584850" y="3139489"/>
                </a:lnTo>
                <a:lnTo>
                  <a:pt x="4583387" y="3139489"/>
                </a:lnTo>
                <a:lnTo>
                  <a:pt x="4581923" y="3139489"/>
                </a:lnTo>
                <a:lnTo>
                  <a:pt x="4580460" y="3139489"/>
                </a:lnTo>
                <a:lnTo>
                  <a:pt x="4578996" y="3139489"/>
                </a:lnTo>
                <a:lnTo>
                  <a:pt x="4577533" y="3139489"/>
                </a:lnTo>
                <a:lnTo>
                  <a:pt x="4576070" y="3139489"/>
                </a:lnTo>
                <a:lnTo>
                  <a:pt x="4574606" y="3139489"/>
                </a:lnTo>
                <a:lnTo>
                  <a:pt x="4573143" y="3139489"/>
                </a:lnTo>
                <a:lnTo>
                  <a:pt x="4571679" y="3139489"/>
                </a:lnTo>
                <a:lnTo>
                  <a:pt x="4570216" y="3139489"/>
                </a:lnTo>
                <a:lnTo>
                  <a:pt x="4568753" y="3139489"/>
                </a:lnTo>
                <a:lnTo>
                  <a:pt x="4567289" y="3139489"/>
                </a:lnTo>
                <a:lnTo>
                  <a:pt x="4565826" y="3139489"/>
                </a:lnTo>
                <a:lnTo>
                  <a:pt x="4564362" y="3139489"/>
                </a:lnTo>
                <a:lnTo>
                  <a:pt x="4562899" y="3139489"/>
                </a:lnTo>
                <a:lnTo>
                  <a:pt x="4561436" y="3139489"/>
                </a:lnTo>
                <a:lnTo>
                  <a:pt x="4559972" y="3139489"/>
                </a:lnTo>
                <a:lnTo>
                  <a:pt x="4558509" y="3139489"/>
                </a:lnTo>
                <a:lnTo>
                  <a:pt x="4557045" y="3139489"/>
                </a:lnTo>
                <a:lnTo>
                  <a:pt x="4555582" y="3139489"/>
                </a:lnTo>
                <a:lnTo>
                  <a:pt x="4554119" y="3139489"/>
                </a:lnTo>
                <a:lnTo>
                  <a:pt x="4552655" y="3139489"/>
                </a:lnTo>
                <a:lnTo>
                  <a:pt x="4551192" y="3139489"/>
                </a:lnTo>
                <a:lnTo>
                  <a:pt x="4549728" y="3139489"/>
                </a:lnTo>
                <a:lnTo>
                  <a:pt x="4548265" y="3139489"/>
                </a:lnTo>
                <a:lnTo>
                  <a:pt x="4546801" y="3139489"/>
                </a:lnTo>
                <a:lnTo>
                  <a:pt x="4545338" y="3139489"/>
                </a:lnTo>
                <a:lnTo>
                  <a:pt x="4543875" y="3139489"/>
                </a:lnTo>
                <a:lnTo>
                  <a:pt x="4542411" y="3139489"/>
                </a:lnTo>
                <a:lnTo>
                  <a:pt x="4540948" y="3139489"/>
                </a:lnTo>
                <a:lnTo>
                  <a:pt x="4539484" y="3139489"/>
                </a:lnTo>
                <a:lnTo>
                  <a:pt x="4538021" y="3139489"/>
                </a:lnTo>
                <a:lnTo>
                  <a:pt x="4536558" y="3139489"/>
                </a:lnTo>
                <a:lnTo>
                  <a:pt x="4535094" y="3139489"/>
                </a:lnTo>
                <a:lnTo>
                  <a:pt x="4533631" y="3139489"/>
                </a:lnTo>
                <a:lnTo>
                  <a:pt x="4532167" y="3139489"/>
                </a:lnTo>
                <a:lnTo>
                  <a:pt x="4530704" y="3139489"/>
                </a:lnTo>
                <a:lnTo>
                  <a:pt x="4529241" y="3139489"/>
                </a:lnTo>
                <a:lnTo>
                  <a:pt x="4527777" y="3139489"/>
                </a:lnTo>
                <a:lnTo>
                  <a:pt x="4526314" y="3139489"/>
                </a:lnTo>
                <a:lnTo>
                  <a:pt x="4524850" y="3139489"/>
                </a:lnTo>
                <a:lnTo>
                  <a:pt x="4523387" y="3139489"/>
                </a:lnTo>
                <a:lnTo>
                  <a:pt x="4521924" y="3139489"/>
                </a:lnTo>
                <a:lnTo>
                  <a:pt x="4520460" y="3139489"/>
                </a:lnTo>
                <a:lnTo>
                  <a:pt x="4518997" y="3139489"/>
                </a:lnTo>
                <a:lnTo>
                  <a:pt x="4517533" y="3139489"/>
                </a:lnTo>
                <a:lnTo>
                  <a:pt x="4516070" y="3139489"/>
                </a:lnTo>
                <a:lnTo>
                  <a:pt x="4514607" y="3139489"/>
                </a:lnTo>
                <a:lnTo>
                  <a:pt x="4513143" y="3139489"/>
                </a:lnTo>
                <a:lnTo>
                  <a:pt x="4511680" y="3139489"/>
                </a:lnTo>
                <a:lnTo>
                  <a:pt x="4510216" y="3139489"/>
                </a:lnTo>
                <a:lnTo>
                  <a:pt x="4508753" y="3139489"/>
                </a:lnTo>
                <a:lnTo>
                  <a:pt x="4507290" y="3139489"/>
                </a:lnTo>
                <a:lnTo>
                  <a:pt x="4505826" y="3139489"/>
                </a:lnTo>
                <a:lnTo>
                  <a:pt x="4504363" y="3139489"/>
                </a:lnTo>
                <a:lnTo>
                  <a:pt x="4502899" y="3139489"/>
                </a:lnTo>
                <a:lnTo>
                  <a:pt x="4501436" y="3139489"/>
                </a:lnTo>
                <a:lnTo>
                  <a:pt x="4499972" y="3139489"/>
                </a:lnTo>
                <a:lnTo>
                  <a:pt x="4498509" y="3139489"/>
                </a:lnTo>
                <a:lnTo>
                  <a:pt x="4497046" y="3139489"/>
                </a:lnTo>
                <a:lnTo>
                  <a:pt x="4495582" y="3139489"/>
                </a:lnTo>
                <a:lnTo>
                  <a:pt x="4494119" y="3139489"/>
                </a:lnTo>
                <a:lnTo>
                  <a:pt x="4492655" y="3139489"/>
                </a:lnTo>
                <a:lnTo>
                  <a:pt x="4491192" y="3139489"/>
                </a:lnTo>
                <a:lnTo>
                  <a:pt x="4489729" y="3139489"/>
                </a:lnTo>
                <a:lnTo>
                  <a:pt x="4488265" y="3139489"/>
                </a:lnTo>
                <a:lnTo>
                  <a:pt x="4486802" y="3139489"/>
                </a:lnTo>
                <a:lnTo>
                  <a:pt x="4485338" y="3139489"/>
                </a:lnTo>
                <a:lnTo>
                  <a:pt x="4483875" y="3139489"/>
                </a:lnTo>
                <a:lnTo>
                  <a:pt x="4482412" y="3139489"/>
                </a:lnTo>
                <a:lnTo>
                  <a:pt x="4480948" y="3139489"/>
                </a:lnTo>
                <a:lnTo>
                  <a:pt x="4479485" y="3139489"/>
                </a:lnTo>
                <a:lnTo>
                  <a:pt x="4478021" y="3139489"/>
                </a:lnTo>
                <a:lnTo>
                  <a:pt x="4476558" y="3139489"/>
                </a:lnTo>
                <a:lnTo>
                  <a:pt x="4475095" y="3139489"/>
                </a:lnTo>
                <a:lnTo>
                  <a:pt x="4473631" y="3139489"/>
                </a:lnTo>
                <a:lnTo>
                  <a:pt x="4472168" y="3139489"/>
                </a:lnTo>
                <a:lnTo>
                  <a:pt x="4470704" y="3139489"/>
                </a:lnTo>
                <a:lnTo>
                  <a:pt x="4469241" y="3139489"/>
                </a:lnTo>
                <a:lnTo>
                  <a:pt x="4467778" y="3139489"/>
                </a:lnTo>
                <a:lnTo>
                  <a:pt x="4466314" y="3139489"/>
                </a:lnTo>
                <a:lnTo>
                  <a:pt x="4464851" y="3139489"/>
                </a:lnTo>
                <a:lnTo>
                  <a:pt x="4463387" y="3139489"/>
                </a:lnTo>
                <a:lnTo>
                  <a:pt x="4461924" y="3139489"/>
                </a:lnTo>
                <a:lnTo>
                  <a:pt x="4460461" y="3139489"/>
                </a:lnTo>
                <a:lnTo>
                  <a:pt x="4458997" y="3139489"/>
                </a:lnTo>
                <a:lnTo>
                  <a:pt x="4457534" y="3139489"/>
                </a:lnTo>
                <a:lnTo>
                  <a:pt x="4456070" y="3139489"/>
                </a:lnTo>
                <a:lnTo>
                  <a:pt x="4454607" y="3139489"/>
                </a:lnTo>
                <a:lnTo>
                  <a:pt x="4453144" y="3139489"/>
                </a:lnTo>
                <a:lnTo>
                  <a:pt x="4451680" y="3139489"/>
                </a:lnTo>
                <a:lnTo>
                  <a:pt x="4450217" y="3139489"/>
                </a:lnTo>
                <a:lnTo>
                  <a:pt x="4448753" y="3139489"/>
                </a:lnTo>
                <a:lnTo>
                  <a:pt x="4447290" y="3139489"/>
                </a:lnTo>
                <a:lnTo>
                  <a:pt x="4445826" y="3139489"/>
                </a:lnTo>
                <a:lnTo>
                  <a:pt x="4444363" y="3139489"/>
                </a:lnTo>
                <a:lnTo>
                  <a:pt x="4442900" y="3139489"/>
                </a:lnTo>
                <a:lnTo>
                  <a:pt x="4441436" y="3139489"/>
                </a:lnTo>
                <a:lnTo>
                  <a:pt x="4439973" y="3139489"/>
                </a:lnTo>
                <a:lnTo>
                  <a:pt x="4438509" y="3139489"/>
                </a:lnTo>
                <a:lnTo>
                  <a:pt x="4437046" y="3139489"/>
                </a:lnTo>
                <a:lnTo>
                  <a:pt x="4435583" y="3139489"/>
                </a:lnTo>
                <a:lnTo>
                  <a:pt x="4434119" y="3139489"/>
                </a:lnTo>
                <a:lnTo>
                  <a:pt x="4432656" y="3139489"/>
                </a:lnTo>
                <a:lnTo>
                  <a:pt x="4431192" y="3139489"/>
                </a:lnTo>
                <a:lnTo>
                  <a:pt x="4429729" y="3139489"/>
                </a:lnTo>
                <a:lnTo>
                  <a:pt x="4428266" y="3139489"/>
                </a:lnTo>
                <a:lnTo>
                  <a:pt x="4426802" y="3139489"/>
                </a:lnTo>
                <a:lnTo>
                  <a:pt x="4425339" y="3139489"/>
                </a:lnTo>
                <a:lnTo>
                  <a:pt x="4423875" y="3139489"/>
                </a:lnTo>
                <a:lnTo>
                  <a:pt x="4422412" y="3139489"/>
                </a:lnTo>
                <a:lnTo>
                  <a:pt x="4420949" y="3139489"/>
                </a:lnTo>
                <a:lnTo>
                  <a:pt x="4419485" y="3139489"/>
                </a:lnTo>
                <a:lnTo>
                  <a:pt x="4418022" y="3139489"/>
                </a:lnTo>
                <a:lnTo>
                  <a:pt x="4416558" y="3139489"/>
                </a:lnTo>
                <a:lnTo>
                  <a:pt x="4415095" y="3139489"/>
                </a:lnTo>
                <a:lnTo>
                  <a:pt x="4413632" y="3139489"/>
                </a:lnTo>
                <a:lnTo>
                  <a:pt x="4412168" y="3139489"/>
                </a:lnTo>
                <a:lnTo>
                  <a:pt x="4410705" y="3139489"/>
                </a:lnTo>
                <a:lnTo>
                  <a:pt x="4409241" y="3139489"/>
                </a:lnTo>
                <a:lnTo>
                  <a:pt x="4407778" y="3139489"/>
                </a:lnTo>
                <a:lnTo>
                  <a:pt x="4406315" y="3139489"/>
                </a:lnTo>
                <a:lnTo>
                  <a:pt x="4404851" y="3139489"/>
                </a:lnTo>
                <a:lnTo>
                  <a:pt x="4403388" y="3139489"/>
                </a:lnTo>
                <a:lnTo>
                  <a:pt x="4401924" y="3139489"/>
                </a:lnTo>
                <a:lnTo>
                  <a:pt x="4400461" y="3139489"/>
                </a:lnTo>
                <a:lnTo>
                  <a:pt x="4398997" y="3139489"/>
                </a:lnTo>
                <a:lnTo>
                  <a:pt x="4397534" y="3139489"/>
                </a:lnTo>
                <a:lnTo>
                  <a:pt x="4396071" y="3139489"/>
                </a:lnTo>
                <a:lnTo>
                  <a:pt x="4394607" y="3139489"/>
                </a:lnTo>
                <a:lnTo>
                  <a:pt x="4393144" y="3139489"/>
                </a:lnTo>
                <a:lnTo>
                  <a:pt x="4391680" y="3139489"/>
                </a:lnTo>
                <a:lnTo>
                  <a:pt x="4390217" y="3139489"/>
                </a:lnTo>
                <a:lnTo>
                  <a:pt x="4388754" y="3139489"/>
                </a:lnTo>
                <a:lnTo>
                  <a:pt x="4387290" y="3139489"/>
                </a:lnTo>
                <a:lnTo>
                  <a:pt x="4385827" y="3139489"/>
                </a:lnTo>
                <a:lnTo>
                  <a:pt x="4384363" y="3139489"/>
                </a:lnTo>
                <a:lnTo>
                  <a:pt x="4382900" y="3139489"/>
                </a:lnTo>
                <a:lnTo>
                  <a:pt x="4381437" y="3139489"/>
                </a:lnTo>
                <a:lnTo>
                  <a:pt x="4379973" y="3139489"/>
                </a:lnTo>
                <a:lnTo>
                  <a:pt x="4378510" y="3139489"/>
                </a:lnTo>
                <a:lnTo>
                  <a:pt x="4377046" y="3139489"/>
                </a:lnTo>
                <a:lnTo>
                  <a:pt x="4375583" y="3139489"/>
                </a:lnTo>
                <a:lnTo>
                  <a:pt x="4374120" y="3139489"/>
                </a:lnTo>
                <a:lnTo>
                  <a:pt x="4372656" y="3139489"/>
                </a:lnTo>
                <a:lnTo>
                  <a:pt x="4371193" y="3139489"/>
                </a:lnTo>
                <a:lnTo>
                  <a:pt x="4369729" y="3139489"/>
                </a:lnTo>
                <a:lnTo>
                  <a:pt x="4368266" y="3139489"/>
                </a:lnTo>
                <a:lnTo>
                  <a:pt x="4366803" y="3139489"/>
                </a:lnTo>
                <a:lnTo>
                  <a:pt x="4365339" y="3139489"/>
                </a:lnTo>
                <a:lnTo>
                  <a:pt x="4363876" y="3139489"/>
                </a:lnTo>
                <a:lnTo>
                  <a:pt x="4362412" y="3139489"/>
                </a:lnTo>
                <a:lnTo>
                  <a:pt x="4360949" y="3139489"/>
                </a:lnTo>
                <a:lnTo>
                  <a:pt x="4359486" y="3139489"/>
                </a:lnTo>
                <a:lnTo>
                  <a:pt x="4358022" y="3139489"/>
                </a:lnTo>
                <a:lnTo>
                  <a:pt x="4356559" y="3139489"/>
                </a:lnTo>
                <a:lnTo>
                  <a:pt x="4355095" y="3139489"/>
                </a:lnTo>
                <a:lnTo>
                  <a:pt x="4353632" y="3139489"/>
                </a:lnTo>
                <a:lnTo>
                  <a:pt x="4352169" y="3139489"/>
                </a:lnTo>
                <a:lnTo>
                  <a:pt x="4350705" y="3139489"/>
                </a:lnTo>
                <a:lnTo>
                  <a:pt x="4349242" y="3139489"/>
                </a:lnTo>
                <a:lnTo>
                  <a:pt x="4347778" y="3139489"/>
                </a:lnTo>
                <a:lnTo>
                  <a:pt x="4346315" y="3139489"/>
                </a:lnTo>
                <a:lnTo>
                  <a:pt x="4344851" y="3139489"/>
                </a:lnTo>
                <a:lnTo>
                  <a:pt x="4343388" y="3139489"/>
                </a:lnTo>
                <a:lnTo>
                  <a:pt x="4341925" y="3139489"/>
                </a:lnTo>
                <a:lnTo>
                  <a:pt x="4340461" y="3139489"/>
                </a:lnTo>
                <a:lnTo>
                  <a:pt x="4338998" y="3139489"/>
                </a:lnTo>
                <a:lnTo>
                  <a:pt x="4337534" y="3139489"/>
                </a:lnTo>
                <a:lnTo>
                  <a:pt x="4336071" y="3139489"/>
                </a:lnTo>
                <a:lnTo>
                  <a:pt x="4334608" y="3139489"/>
                </a:lnTo>
                <a:lnTo>
                  <a:pt x="4333144" y="3139489"/>
                </a:lnTo>
                <a:lnTo>
                  <a:pt x="4331681" y="3139489"/>
                </a:lnTo>
                <a:lnTo>
                  <a:pt x="4330217" y="3139489"/>
                </a:lnTo>
                <a:lnTo>
                  <a:pt x="4328754" y="3139489"/>
                </a:lnTo>
                <a:lnTo>
                  <a:pt x="4327291" y="3139489"/>
                </a:lnTo>
                <a:lnTo>
                  <a:pt x="4325827" y="3139489"/>
                </a:lnTo>
                <a:lnTo>
                  <a:pt x="4324364" y="3139489"/>
                </a:lnTo>
                <a:lnTo>
                  <a:pt x="4322900" y="3139489"/>
                </a:lnTo>
                <a:lnTo>
                  <a:pt x="4321437" y="3139489"/>
                </a:lnTo>
                <a:lnTo>
                  <a:pt x="4319974" y="3139489"/>
                </a:lnTo>
                <a:lnTo>
                  <a:pt x="4318510" y="3139489"/>
                </a:lnTo>
                <a:lnTo>
                  <a:pt x="4317047" y="3139489"/>
                </a:lnTo>
                <a:lnTo>
                  <a:pt x="4315583" y="3139489"/>
                </a:lnTo>
                <a:lnTo>
                  <a:pt x="4314120" y="3139489"/>
                </a:lnTo>
                <a:lnTo>
                  <a:pt x="4312657" y="3139489"/>
                </a:lnTo>
                <a:lnTo>
                  <a:pt x="4311193" y="3139489"/>
                </a:lnTo>
                <a:lnTo>
                  <a:pt x="4309730" y="3139489"/>
                </a:lnTo>
                <a:lnTo>
                  <a:pt x="4308266" y="3139489"/>
                </a:lnTo>
                <a:lnTo>
                  <a:pt x="4306803" y="3139489"/>
                </a:lnTo>
                <a:lnTo>
                  <a:pt x="4305340" y="3139489"/>
                </a:lnTo>
                <a:lnTo>
                  <a:pt x="4303876" y="3139489"/>
                </a:lnTo>
                <a:lnTo>
                  <a:pt x="4302413" y="3139489"/>
                </a:lnTo>
                <a:lnTo>
                  <a:pt x="4300949" y="3139489"/>
                </a:lnTo>
                <a:lnTo>
                  <a:pt x="4299486" y="3139489"/>
                </a:lnTo>
                <a:lnTo>
                  <a:pt x="4298022" y="3139489"/>
                </a:lnTo>
                <a:lnTo>
                  <a:pt x="4296559" y="3139489"/>
                </a:lnTo>
                <a:lnTo>
                  <a:pt x="4295096" y="3139489"/>
                </a:lnTo>
                <a:lnTo>
                  <a:pt x="4293632" y="3139489"/>
                </a:lnTo>
                <a:lnTo>
                  <a:pt x="4292169" y="3139489"/>
                </a:lnTo>
                <a:lnTo>
                  <a:pt x="4290705" y="3139489"/>
                </a:lnTo>
                <a:lnTo>
                  <a:pt x="4289242" y="3139489"/>
                </a:lnTo>
                <a:lnTo>
                  <a:pt x="4287779" y="3139489"/>
                </a:lnTo>
                <a:lnTo>
                  <a:pt x="4286315" y="3139489"/>
                </a:lnTo>
                <a:lnTo>
                  <a:pt x="4284852" y="3139489"/>
                </a:lnTo>
                <a:lnTo>
                  <a:pt x="4283388" y="3139489"/>
                </a:lnTo>
                <a:lnTo>
                  <a:pt x="4281925" y="3139489"/>
                </a:lnTo>
                <a:lnTo>
                  <a:pt x="4280462" y="3139489"/>
                </a:lnTo>
                <a:lnTo>
                  <a:pt x="4278998" y="3139489"/>
                </a:lnTo>
                <a:lnTo>
                  <a:pt x="4277535" y="3139489"/>
                </a:lnTo>
                <a:lnTo>
                  <a:pt x="4276071" y="3139489"/>
                </a:lnTo>
                <a:lnTo>
                  <a:pt x="4274608" y="3139489"/>
                </a:lnTo>
                <a:lnTo>
                  <a:pt x="4273145" y="3139489"/>
                </a:lnTo>
                <a:lnTo>
                  <a:pt x="4271681" y="3139489"/>
                </a:lnTo>
                <a:lnTo>
                  <a:pt x="4270218" y="3139489"/>
                </a:lnTo>
                <a:lnTo>
                  <a:pt x="4268754" y="3139489"/>
                </a:lnTo>
                <a:lnTo>
                  <a:pt x="4267291" y="3139489"/>
                </a:lnTo>
                <a:lnTo>
                  <a:pt x="4265828" y="3139489"/>
                </a:lnTo>
                <a:lnTo>
                  <a:pt x="4264364" y="3139489"/>
                </a:lnTo>
                <a:lnTo>
                  <a:pt x="4262901" y="3139489"/>
                </a:lnTo>
                <a:lnTo>
                  <a:pt x="4261437" y="3139489"/>
                </a:lnTo>
                <a:lnTo>
                  <a:pt x="4259974" y="3139489"/>
                </a:lnTo>
                <a:lnTo>
                  <a:pt x="4258511" y="3139489"/>
                </a:lnTo>
                <a:lnTo>
                  <a:pt x="4257047" y="3139489"/>
                </a:lnTo>
                <a:lnTo>
                  <a:pt x="4255584" y="3139489"/>
                </a:lnTo>
                <a:lnTo>
                  <a:pt x="4254120" y="3139489"/>
                </a:lnTo>
                <a:lnTo>
                  <a:pt x="4252657" y="3139489"/>
                </a:lnTo>
                <a:lnTo>
                  <a:pt x="4251193" y="3139489"/>
                </a:lnTo>
                <a:lnTo>
                  <a:pt x="4249730" y="3139489"/>
                </a:lnTo>
                <a:lnTo>
                  <a:pt x="4248267" y="3139489"/>
                </a:lnTo>
                <a:lnTo>
                  <a:pt x="4246803" y="3139489"/>
                </a:lnTo>
                <a:lnTo>
                  <a:pt x="4245340" y="3139489"/>
                </a:lnTo>
                <a:lnTo>
                  <a:pt x="4243876" y="3139489"/>
                </a:lnTo>
                <a:lnTo>
                  <a:pt x="4242413" y="3139489"/>
                </a:lnTo>
                <a:lnTo>
                  <a:pt x="4240950" y="3139489"/>
                </a:lnTo>
                <a:lnTo>
                  <a:pt x="4239486" y="3139489"/>
                </a:lnTo>
                <a:lnTo>
                  <a:pt x="4238023" y="3139489"/>
                </a:lnTo>
                <a:lnTo>
                  <a:pt x="4236559" y="3139489"/>
                </a:lnTo>
                <a:lnTo>
                  <a:pt x="4235096" y="3139489"/>
                </a:lnTo>
                <a:lnTo>
                  <a:pt x="4233633" y="3139489"/>
                </a:lnTo>
                <a:lnTo>
                  <a:pt x="4232169" y="3139489"/>
                </a:lnTo>
                <a:lnTo>
                  <a:pt x="4230706" y="3139489"/>
                </a:lnTo>
                <a:lnTo>
                  <a:pt x="4229242" y="3139489"/>
                </a:lnTo>
                <a:lnTo>
                  <a:pt x="4227779" y="3139489"/>
                </a:lnTo>
                <a:lnTo>
                  <a:pt x="4226316" y="3139489"/>
                </a:lnTo>
                <a:lnTo>
                  <a:pt x="4224852" y="3139489"/>
                </a:lnTo>
                <a:lnTo>
                  <a:pt x="4223389" y="3139489"/>
                </a:lnTo>
                <a:lnTo>
                  <a:pt x="4221925" y="3139489"/>
                </a:lnTo>
                <a:lnTo>
                  <a:pt x="4220462" y="3139489"/>
                </a:lnTo>
                <a:lnTo>
                  <a:pt x="4218999" y="3139489"/>
                </a:lnTo>
                <a:lnTo>
                  <a:pt x="4217535" y="3139489"/>
                </a:lnTo>
                <a:lnTo>
                  <a:pt x="4216072" y="3139489"/>
                </a:lnTo>
                <a:lnTo>
                  <a:pt x="4214608" y="3139489"/>
                </a:lnTo>
                <a:lnTo>
                  <a:pt x="4213145" y="3139489"/>
                </a:lnTo>
                <a:lnTo>
                  <a:pt x="4211682" y="3139489"/>
                </a:lnTo>
                <a:lnTo>
                  <a:pt x="4210218" y="3139489"/>
                </a:lnTo>
                <a:lnTo>
                  <a:pt x="4208755" y="3139489"/>
                </a:lnTo>
                <a:lnTo>
                  <a:pt x="4207291" y="3139489"/>
                </a:lnTo>
                <a:lnTo>
                  <a:pt x="4205828" y="3139489"/>
                </a:lnTo>
                <a:lnTo>
                  <a:pt x="4204365" y="3139489"/>
                </a:lnTo>
                <a:lnTo>
                  <a:pt x="4202901" y="3139489"/>
                </a:lnTo>
                <a:lnTo>
                  <a:pt x="4201438" y="3139489"/>
                </a:lnTo>
                <a:lnTo>
                  <a:pt x="4199974" y="3139489"/>
                </a:lnTo>
                <a:lnTo>
                  <a:pt x="4198511" y="3139489"/>
                </a:lnTo>
                <a:lnTo>
                  <a:pt x="4197047" y="3139489"/>
                </a:lnTo>
                <a:lnTo>
                  <a:pt x="4195584" y="3139489"/>
                </a:lnTo>
                <a:lnTo>
                  <a:pt x="4194121" y="3139489"/>
                </a:lnTo>
                <a:lnTo>
                  <a:pt x="4192657" y="3139489"/>
                </a:lnTo>
                <a:lnTo>
                  <a:pt x="4191194" y="3139489"/>
                </a:lnTo>
                <a:lnTo>
                  <a:pt x="4189730" y="3139489"/>
                </a:lnTo>
                <a:lnTo>
                  <a:pt x="4188267" y="3139489"/>
                </a:lnTo>
                <a:lnTo>
                  <a:pt x="4186804" y="3139489"/>
                </a:lnTo>
                <a:lnTo>
                  <a:pt x="4185340" y="3139489"/>
                </a:lnTo>
                <a:lnTo>
                  <a:pt x="4183877" y="3139489"/>
                </a:lnTo>
                <a:lnTo>
                  <a:pt x="4182413" y="3139489"/>
                </a:lnTo>
                <a:lnTo>
                  <a:pt x="4180950" y="3139489"/>
                </a:lnTo>
                <a:lnTo>
                  <a:pt x="4179487" y="3139489"/>
                </a:lnTo>
                <a:lnTo>
                  <a:pt x="4178023" y="3139489"/>
                </a:lnTo>
                <a:lnTo>
                  <a:pt x="4176560" y="3139489"/>
                </a:lnTo>
                <a:lnTo>
                  <a:pt x="4175096" y="3139489"/>
                </a:lnTo>
                <a:lnTo>
                  <a:pt x="4173633" y="3139489"/>
                </a:lnTo>
                <a:lnTo>
                  <a:pt x="4172170" y="3139489"/>
                </a:lnTo>
                <a:lnTo>
                  <a:pt x="4170706" y="3139489"/>
                </a:lnTo>
                <a:lnTo>
                  <a:pt x="4169243" y="3139489"/>
                </a:lnTo>
                <a:lnTo>
                  <a:pt x="4167779" y="3139489"/>
                </a:lnTo>
                <a:lnTo>
                  <a:pt x="4166316" y="3139489"/>
                </a:lnTo>
                <a:lnTo>
                  <a:pt x="4164853" y="3139489"/>
                </a:lnTo>
                <a:lnTo>
                  <a:pt x="4163389" y="3139489"/>
                </a:lnTo>
                <a:lnTo>
                  <a:pt x="4161926" y="3139489"/>
                </a:lnTo>
                <a:lnTo>
                  <a:pt x="4160462" y="3139489"/>
                </a:lnTo>
                <a:lnTo>
                  <a:pt x="4158999" y="3139489"/>
                </a:lnTo>
                <a:lnTo>
                  <a:pt x="4157536" y="3139489"/>
                </a:lnTo>
                <a:lnTo>
                  <a:pt x="4156072" y="3139489"/>
                </a:lnTo>
                <a:lnTo>
                  <a:pt x="4154609" y="3139489"/>
                </a:lnTo>
                <a:lnTo>
                  <a:pt x="4153145" y="3139489"/>
                </a:lnTo>
                <a:lnTo>
                  <a:pt x="4151682" y="3139489"/>
                </a:lnTo>
                <a:lnTo>
                  <a:pt x="4150218" y="3139489"/>
                </a:lnTo>
                <a:lnTo>
                  <a:pt x="4148755" y="3139489"/>
                </a:lnTo>
                <a:lnTo>
                  <a:pt x="4147292" y="3139489"/>
                </a:lnTo>
                <a:lnTo>
                  <a:pt x="4145828" y="3139489"/>
                </a:lnTo>
                <a:lnTo>
                  <a:pt x="4144365" y="3139489"/>
                </a:lnTo>
                <a:lnTo>
                  <a:pt x="4142901" y="3139489"/>
                </a:lnTo>
                <a:lnTo>
                  <a:pt x="4141438" y="3139489"/>
                </a:lnTo>
                <a:lnTo>
                  <a:pt x="4139975" y="3139489"/>
                </a:lnTo>
                <a:lnTo>
                  <a:pt x="4138511" y="3139489"/>
                </a:lnTo>
                <a:lnTo>
                  <a:pt x="4137048" y="3139489"/>
                </a:lnTo>
                <a:lnTo>
                  <a:pt x="4135584" y="3139489"/>
                </a:lnTo>
                <a:lnTo>
                  <a:pt x="4134121" y="3139489"/>
                </a:lnTo>
                <a:lnTo>
                  <a:pt x="4132658" y="3139489"/>
                </a:lnTo>
                <a:lnTo>
                  <a:pt x="4131194" y="3139489"/>
                </a:lnTo>
                <a:lnTo>
                  <a:pt x="4129731" y="3139489"/>
                </a:lnTo>
                <a:lnTo>
                  <a:pt x="4128267" y="3139489"/>
                </a:lnTo>
                <a:lnTo>
                  <a:pt x="4126804" y="3139489"/>
                </a:lnTo>
                <a:lnTo>
                  <a:pt x="4125341" y="3139489"/>
                </a:lnTo>
                <a:lnTo>
                  <a:pt x="4123877" y="3139489"/>
                </a:lnTo>
                <a:lnTo>
                  <a:pt x="4122414" y="3139489"/>
                </a:lnTo>
                <a:lnTo>
                  <a:pt x="4120950" y="3139489"/>
                </a:lnTo>
                <a:lnTo>
                  <a:pt x="4119487" y="3139489"/>
                </a:lnTo>
                <a:lnTo>
                  <a:pt x="4118024" y="3139489"/>
                </a:lnTo>
                <a:lnTo>
                  <a:pt x="4116560" y="3139489"/>
                </a:lnTo>
                <a:lnTo>
                  <a:pt x="4115097" y="3139489"/>
                </a:lnTo>
                <a:lnTo>
                  <a:pt x="4113633" y="3139489"/>
                </a:lnTo>
                <a:lnTo>
                  <a:pt x="4112170" y="3139489"/>
                </a:lnTo>
                <a:lnTo>
                  <a:pt x="4110707" y="3139489"/>
                </a:lnTo>
                <a:lnTo>
                  <a:pt x="4109243" y="3139489"/>
                </a:lnTo>
                <a:lnTo>
                  <a:pt x="4107780" y="3139489"/>
                </a:lnTo>
                <a:lnTo>
                  <a:pt x="4106316" y="3139489"/>
                </a:lnTo>
                <a:lnTo>
                  <a:pt x="4104853" y="3139489"/>
                </a:lnTo>
                <a:lnTo>
                  <a:pt x="4103390" y="3139489"/>
                </a:lnTo>
                <a:lnTo>
                  <a:pt x="4101926" y="3139489"/>
                </a:lnTo>
                <a:lnTo>
                  <a:pt x="4100463" y="3139489"/>
                </a:lnTo>
                <a:lnTo>
                  <a:pt x="4098999" y="3139489"/>
                </a:lnTo>
                <a:lnTo>
                  <a:pt x="4097536" y="3139489"/>
                </a:lnTo>
                <a:lnTo>
                  <a:pt x="4096072" y="3139489"/>
                </a:lnTo>
                <a:lnTo>
                  <a:pt x="4094609" y="3139489"/>
                </a:lnTo>
                <a:lnTo>
                  <a:pt x="4093146" y="3139489"/>
                </a:lnTo>
                <a:lnTo>
                  <a:pt x="4091682" y="3139489"/>
                </a:lnTo>
                <a:lnTo>
                  <a:pt x="4090219" y="3139489"/>
                </a:lnTo>
                <a:lnTo>
                  <a:pt x="4088755" y="3139489"/>
                </a:lnTo>
                <a:lnTo>
                  <a:pt x="4087292" y="3139489"/>
                </a:lnTo>
                <a:lnTo>
                  <a:pt x="4085829" y="3139489"/>
                </a:lnTo>
                <a:lnTo>
                  <a:pt x="4084365" y="3139489"/>
                </a:lnTo>
                <a:lnTo>
                  <a:pt x="4082902" y="3139489"/>
                </a:lnTo>
                <a:lnTo>
                  <a:pt x="4081438" y="3139489"/>
                </a:lnTo>
                <a:lnTo>
                  <a:pt x="4079975" y="3139489"/>
                </a:lnTo>
                <a:lnTo>
                  <a:pt x="4078512" y="3139489"/>
                </a:lnTo>
                <a:lnTo>
                  <a:pt x="4077048" y="3139489"/>
                </a:lnTo>
                <a:lnTo>
                  <a:pt x="4075585" y="3139489"/>
                </a:lnTo>
                <a:lnTo>
                  <a:pt x="4074121" y="3139489"/>
                </a:lnTo>
                <a:lnTo>
                  <a:pt x="4072658" y="3139489"/>
                </a:lnTo>
                <a:lnTo>
                  <a:pt x="4071195" y="3139489"/>
                </a:lnTo>
                <a:lnTo>
                  <a:pt x="4069731" y="3139489"/>
                </a:lnTo>
                <a:lnTo>
                  <a:pt x="4068268" y="3139489"/>
                </a:lnTo>
                <a:lnTo>
                  <a:pt x="4066804" y="3139489"/>
                </a:lnTo>
                <a:lnTo>
                  <a:pt x="4065341" y="3139489"/>
                </a:lnTo>
                <a:lnTo>
                  <a:pt x="4063878" y="3139489"/>
                </a:lnTo>
                <a:lnTo>
                  <a:pt x="4062414" y="3139489"/>
                </a:lnTo>
                <a:lnTo>
                  <a:pt x="4060951" y="3139489"/>
                </a:lnTo>
                <a:lnTo>
                  <a:pt x="4059487" y="3139489"/>
                </a:lnTo>
                <a:lnTo>
                  <a:pt x="4058024" y="3139489"/>
                </a:lnTo>
                <a:lnTo>
                  <a:pt x="4056561" y="3139489"/>
                </a:lnTo>
                <a:lnTo>
                  <a:pt x="4055097" y="3139489"/>
                </a:lnTo>
                <a:lnTo>
                  <a:pt x="4053634" y="3139489"/>
                </a:lnTo>
                <a:lnTo>
                  <a:pt x="4052170" y="3139489"/>
                </a:lnTo>
                <a:lnTo>
                  <a:pt x="4050707" y="3139489"/>
                </a:lnTo>
                <a:lnTo>
                  <a:pt x="4049243" y="3139489"/>
                </a:lnTo>
                <a:lnTo>
                  <a:pt x="4047780" y="3139489"/>
                </a:lnTo>
                <a:lnTo>
                  <a:pt x="4046317" y="3139489"/>
                </a:lnTo>
                <a:lnTo>
                  <a:pt x="4044853" y="3139489"/>
                </a:lnTo>
                <a:lnTo>
                  <a:pt x="4043390" y="3139489"/>
                </a:lnTo>
                <a:lnTo>
                  <a:pt x="4041926" y="3139489"/>
                </a:lnTo>
                <a:lnTo>
                  <a:pt x="4040463" y="3139489"/>
                </a:lnTo>
                <a:lnTo>
                  <a:pt x="4039000" y="3139489"/>
                </a:lnTo>
                <a:lnTo>
                  <a:pt x="4037536" y="3139489"/>
                </a:lnTo>
                <a:lnTo>
                  <a:pt x="4036073" y="3139489"/>
                </a:lnTo>
                <a:lnTo>
                  <a:pt x="4034609" y="3139489"/>
                </a:lnTo>
                <a:lnTo>
                  <a:pt x="4033146" y="3139489"/>
                </a:lnTo>
                <a:lnTo>
                  <a:pt x="4031683" y="3139489"/>
                </a:lnTo>
                <a:lnTo>
                  <a:pt x="4030219" y="3139489"/>
                </a:lnTo>
                <a:lnTo>
                  <a:pt x="4028756" y="3139489"/>
                </a:lnTo>
                <a:lnTo>
                  <a:pt x="4027292" y="3139489"/>
                </a:lnTo>
                <a:lnTo>
                  <a:pt x="4025829" y="3139489"/>
                </a:lnTo>
                <a:lnTo>
                  <a:pt x="4024366" y="3139489"/>
                </a:lnTo>
                <a:lnTo>
                  <a:pt x="4022902" y="3139489"/>
                </a:lnTo>
                <a:lnTo>
                  <a:pt x="4021439" y="3139489"/>
                </a:lnTo>
                <a:lnTo>
                  <a:pt x="4019975" y="3139489"/>
                </a:lnTo>
                <a:lnTo>
                  <a:pt x="4018512" y="3139489"/>
                </a:lnTo>
                <a:lnTo>
                  <a:pt x="4017049" y="3139489"/>
                </a:lnTo>
                <a:lnTo>
                  <a:pt x="4015585" y="3139489"/>
                </a:lnTo>
                <a:lnTo>
                  <a:pt x="4014122" y="3139489"/>
                </a:lnTo>
                <a:lnTo>
                  <a:pt x="4012658" y="3139489"/>
                </a:lnTo>
                <a:lnTo>
                  <a:pt x="4011195" y="3139489"/>
                </a:lnTo>
                <a:lnTo>
                  <a:pt x="4009732" y="3139489"/>
                </a:lnTo>
                <a:lnTo>
                  <a:pt x="4008268" y="3139489"/>
                </a:lnTo>
                <a:lnTo>
                  <a:pt x="4006805" y="3139489"/>
                </a:lnTo>
                <a:lnTo>
                  <a:pt x="4005341" y="3139489"/>
                </a:lnTo>
                <a:lnTo>
                  <a:pt x="4003878" y="3139489"/>
                </a:lnTo>
                <a:lnTo>
                  <a:pt x="4002415" y="3139489"/>
                </a:lnTo>
                <a:lnTo>
                  <a:pt x="4000951" y="3139489"/>
                </a:lnTo>
                <a:lnTo>
                  <a:pt x="3999488" y="3139489"/>
                </a:lnTo>
                <a:lnTo>
                  <a:pt x="3998024" y="3139489"/>
                </a:lnTo>
                <a:lnTo>
                  <a:pt x="3996561" y="3139489"/>
                </a:lnTo>
                <a:lnTo>
                  <a:pt x="3995097" y="3139489"/>
                </a:lnTo>
                <a:lnTo>
                  <a:pt x="3993634" y="3139489"/>
                </a:lnTo>
                <a:lnTo>
                  <a:pt x="3992171" y="3139489"/>
                </a:lnTo>
                <a:lnTo>
                  <a:pt x="3990707" y="3139489"/>
                </a:lnTo>
                <a:lnTo>
                  <a:pt x="3989244" y="3139489"/>
                </a:lnTo>
                <a:lnTo>
                  <a:pt x="3987780" y="3139489"/>
                </a:lnTo>
                <a:lnTo>
                  <a:pt x="3986317" y="3139489"/>
                </a:lnTo>
                <a:lnTo>
                  <a:pt x="3984854" y="3139489"/>
                </a:lnTo>
                <a:lnTo>
                  <a:pt x="3983390" y="3139489"/>
                </a:lnTo>
                <a:lnTo>
                  <a:pt x="3981927" y="3139489"/>
                </a:lnTo>
                <a:lnTo>
                  <a:pt x="3980463" y="3139489"/>
                </a:lnTo>
                <a:lnTo>
                  <a:pt x="3979000" y="3139489"/>
                </a:lnTo>
                <a:lnTo>
                  <a:pt x="3977537" y="3139489"/>
                </a:lnTo>
                <a:lnTo>
                  <a:pt x="3976073" y="3139489"/>
                </a:lnTo>
                <a:lnTo>
                  <a:pt x="3974610" y="3139489"/>
                </a:lnTo>
                <a:lnTo>
                  <a:pt x="3973146" y="3139489"/>
                </a:lnTo>
                <a:lnTo>
                  <a:pt x="3971683" y="3139489"/>
                </a:lnTo>
                <a:lnTo>
                  <a:pt x="3970220" y="3139489"/>
                </a:lnTo>
                <a:lnTo>
                  <a:pt x="3968756" y="3139489"/>
                </a:lnTo>
                <a:lnTo>
                  <a:pt x="3967293" y="3139489"/>
                </a:lnTo>
                <a:lnTo>
                  <a:pt x="3965829" y="3139489"/>
                </a:lnTo>
                <a:lnTo>
                  <a:pt x="3964366" y="3139489"/>
                </a:lnTo>
                <a:lnTo>
                  <a:pt x="3962903" y="3139489"/>
                </a:lnTo>
                <a:lnTo>
                  <a:pt x="3961439" y="3139489"/>
                </a:lnTo>
                <a:lnTo>
                  <a:pt x="3959976" y="3139489"/>
                </a:lnTo>
                <a:lnTo>
                  <a:pt x="3958512" y="3139489"/>
                </a:lnTo>
                <a:lnTo>
                  <a:pt x="3957049" y="3139489"/>
                </a:lnTo>
                <a:lnTo>
                  <a:pt x="3955586" y="3139489"/>
                </a:lnTo>
                <a:lnTo>
                  <a:pt x="3954122" y="3139489"/>
                </a:lnTo>
                <a:lnTo>
                  <a:pt x="3952659" y="3139489"/>
                </a:lnTo>
                <a:lnTo>
                  <a:pt x="3951195" y="3139489"/>
                </a:lnTo>
                <a:lnTo>
                  <a:pt x="3949732" y="3139489"/>
                </a:lnTo>
                <a:lnTo>
                  <a:pt x="3948268" y="3139489"/>
                </a:lnTo>
                <a:lnTo>
                  <a:pt x="3946805" y="3139489"/>
                </a:lnTo>
                <a:lnTo>
                  <a:pt x="3945342" y="3139489"/>
                </a:lnTo>
                <a:lnTo>
                  <a:pt x="3943878" y="3139489"/>
                </a:lnTo>
                <a:lnTo>
                  <a:pt x="3942415" y="3139489"/>
                </a:lnTo>
                <a:lnTo>
                  <a:pt x="3940951" y="3139489"/>
                </a:lnTo>
                <a:lnTo>
                  <a:pt x="3939488" y="3139489"/>
                </a:lnTo>
                <a:lnTo>
                  <a:pt x="3938025" y="3139489"/>
                </a:lnTo>
                <a:lnTo>
                  <a:pt x="3936561" y="3139489"/>
                </a:lnTo>
                <a:lnTo>
                  <a:pt x="3935098" y="3139489"/>
                </a:lnTo>
                <a:lnTo>
                  <a:pt x="3933634" y="3139489"/>
                </a:lnTo>
                <a:lnTo>
                  <a:pt x="3932171" y="3139489"/>
                </a:lnTo>
                <a:lnTo>
                  <a:pt x="3930708" y="3139489"/>
                </a:lnTo>
                <a:lnTo>
                  <a:pt x="3929244" y="3139489"/>
                </a:lnTo>
                <a:lnTo>
                  <a:pt x="3927781" y="3139489"/>
                </a:lnTo>
                <a:lnTo>
                  <a:pt x="3926317" y="3139489"/>
                </a:lnTo>
                <a:lnTo>
                  <a:pt x="3924854" y="3139489"/>
                </a:lnTo>
                <a:lnTo>
                  <a:pt x="3923391" y="3139489"/>
                </a:lnTo>
                <a:lnTo>
                  <a:pt x="3921927" y="3139489"/>
                </a:lnTo>
                <a:lnTo>
                  <a:pt x="3920464" y="3139489"/>
                </a:lnTo>
                <a:lnTo>
                  <a:pt x="3919000" y="3139489"/>
                </a:lnTo>
                <a:lnTo>
                  <a:pt x="3917537" y="3139489"/>
                </a:lnTo>
                <a:lnTo>
                  <a:pt x="3916074" y="3139489"/>
                </a:lnTo>
                <a:lnTo>
                  <a:pt x="3914610" y="3139489"/>
                </a:lnTo>
                <a:lnTo>
                  <a:pt x="3913147" y="3139489"/>
                </a:lnTo>
                <a:lnTo>
                  <a:pt x="3911683" y="3139489"/>
                </a:lnTo>
                <a:lnTo>
                  <a:pt x="3910220" y="3139489"/>
                </a:lnTo>
                <a:lnTo>
                  <a:pt x="3908757" y="3139489"/>
                </a:lnTo>
                <a:lnTo>
                  <a:pt x="3907293" y="3139489"/>
                </a:lnTo>
                <a:lnTo>
                  <a:pt x="3905830" y="3139489"/>
                </a:lnTo>
                <a:lnTo>
                  <a:pt x="3904366" y="3139489"/>
                </a:lnTo>
                <a:lnTo>
                  <a:pt x="3902903" y="3139489"/>
                </a:lnTo>
                <a:lnTo>
                  <a:pt x="3901440" y="3139489"/>
                </a:lnTo>
                <a:lnTo>
                  <a:pt x="3899976" y="3139489"/>
                </a:lnTo>
                <a:lnTo>
                  <a:pt x="3898513" y="3139489"/>
                </a:lnTo>
                <a:lnTo>
                  <a:pt x="3897049" y="3139489"/>
                </a:lnTo>
                <a:lnTo>
                  <a:pt x="3895586" y="3139489"/>
                </a:lnTo>
                <a:lnTo>
                  <a:pt x="3894122" y="3139489"/>
                </a:lnTo>
                <a:lnTo>
                  <a:pt x="3892659" y="3139489"/>
                </a:lnTo>
                <a:lnTo>
                  <a:pt x="3891196" y="3139489"/>
                </a:lnTo>
                <a:lnTo>
                  <a:pt x="3889732" y="3139489"/>
                </a:lnTo>
                <a:lnTo>
                  <a:pt x="3888269" y="3139489"/>
                </a:lnTo>
                <a:lnTo>
                  <a:pt x="3886805" y="3139489"/>
                </a:lnTo>
                <a:lnTo>
                  <a:pt x="3885342" y="3139489"/>
                </a:lnTo>
                <a:lnTo>
                  <a:pt x="3883879" y="3139489"/>
                </a:lnTo>
                <a:lnTo>
                  <a:pt x="3882415" y="3139489"/>
                </a:lnTo>
                <a:lnTo>
                  <a:pt x="3880952" y="3139489"/>
                </a:lnTo>
                <a:lnTo>
                  <a:pt x="3879488" y="3139489"/>
                </a:lnTo>
                <a:lnTo>
                  <a:pt x="3878025" y="3139489"/>
                </a:lnTo>
                <a:lnTo>
                  <a:pt x="3876562" y="3139489"/>
                </a:lnTo>
                <a:lnTo>
                  <a:pt x="3875098" y="3139489"/>
                </a:lnTo>
                <a:lnTo>
                  <a:pt x="3873635" y="3139489"/>
                </a:lnTo>
                <a:lnTo>
                  <a:pt x="3872171" y="3139489"/>
                </a:lnTo>
                <a:lnTo>
                  <a:pt x="3870708" y="3139489"/>
                </a:lnTo>
                <a:lnTo>
                  <a:pt x="3869245" y="3139489"/>
                </a:lnTo>
                <a:lnTo>
                  <a:pt x="3867781" y="3139489"/>
                </a:lnTo>
                <a:lnTo>
                  <a:pt x="3866318" y="3139489"/>
                </a:lnTo>
                <a:lnTo>
                  <a:pt x="3864854" y="3139489"/>
                </a:lnTo>
                <a:lnTo>
                  <a:pt x="3863391" y="3139489"/>
                </a:lnTo>
                <a:lnTo>
                  <a:pt x="3861928" y="3139489"/>
                </a:lnTo>
                <a:lnTo>
                  <a:pt x="3860464" y="3139489"/>
                </a:lnTo>
                <a:lnTo>
                  <a:pt x="3859001" y="3139489"/>
                </a:lnTo>
                <a:lnTo>
                  <a:pt x="3857537" y="3139489"/>
                </a:lnTo>
                <a:lnTo>
                  <a:pt x="3856074" y="3139489"/>
                </a:lnTo>
                <a:lnTo>
                  <a:pt x="3854611" y="3139489"/>
                </a:lnTo>
                <a:lnTo>
                  <a:pt x="3853147" y="3139489"/>
                </a:lnTo>
                <a:lnTo>
                  <a:pt x="3851684" y="3139489"/>
                </a:lnTo>
                <a:lnTo>
                  <a:pt x="3850220" y="3139489"/>
                </a:lnTo>
                <a:lnTo>
                  <a:pt x="3848757" y="3139489"/>
                </a:lnTo>
                <a:lnTo>
                  <a:pt x="3847293" y="3139489"/>
                </a:lnTo>
                <a:lnTo>
                  <a:pt x="3845830" y="3139489"/>
                </a:lnTo>
                <a:lnTo>
                  <a:pt x="3844367" y="3139489"/>
                </a:lnTo>
                <a:lnTo>
                  <a:pt x="3842903" y="3139489"/>
                </a:lnTo>
                <a:lnTo>
                  <a:pt x="3841440" y="3139489"/>
                </a:lnTo>
                <a:lnTo>
                  <a:pt x="3839976" y="3139489"/>
                </a:lnTo>
                <a:lnTo>
                  <a:pt x="3838513" y="3139489"/>
                </a:lnTo>
                <a:lnTo>
                  <a:pt x="3837050" y="3139489"/>
                </a:lnTo>
                <a:lnTo>
                  <a:pt x="3835586" y="3139489"/>
                </a:lnTo>
                <a:lnTo>
                  <a:pt x="3834123" y="3139489"/>
                </a:lnTo>
                <a:lnTo>
                  <a:pt x="3832659" y="3139489"/>
                </a:lnTo>
                <a:lnTo>
                  <a:pt x="3831196" y="3139489"/>
                </a:lnTo>
                <a:lnTo>
                  <a:pt x="3829733" y="3139489"/>
                </a:lnTo>
                <a:lnTo>
                  <a:pt x="3828269" y="3139489"/>
                </a:lnTo>
                <a:lnTo>
                  <a:pt x="3826806" y="3139489"/>
                </a:lnTo>
                <a:lnTo>
                  <a:pt x="3825342" y="3139489"/>
                </a:lnTo>
                <a:lnTo>
                  <a:pt x="3823879" y="3139489"/>
                </a:lnTo>
                <a:lnTo>
                  <a:pt x="3822416" y="3139489"/>
                </a:lnTo>
                <a:lnTo>
                  <a:pt x="3820952" y="3139489"/>
                </a:lnTo>
                <a:lnTo>
                  <a:pt x="3819489" y="3139489"/>
                </a:lnTo>
                <a:lnTo>
                  <a:pt x="3818025" y="3139489"/>
                </a:lnTo>
                <a:lnTo>
                  <a:pt x="3816562" y="3139489"/>
                </a:lnTo>
                <a:lnTo>
                  <a:pt x="3815099" y="3139489"/>
                </a:lnTo>
                <a:lnTo>
                  <a:pt x="3813635" y="3139489"/>
                </a:lnTo>
                <a:lnTo>
                  <a:pt x="3812172" y="3139489"/>
                </a:lnTo>
                <a:lnTo>
                  <a:pt x="3810708" y="3139489"/>
                </a:lnTo>
                <a:lnTo>
                  <a:pt x="3809245" y="3139489"/>
                </a:lnTo>
                <a:lnTo>
                  <a:pt x="3807782" y="3139489"/>
                </a:lnTo>
                <a:lnTo>
                  <a:pt x="3806318" y="3139489"/>
                </a:lnTo>
                <a:lnTo>
                  <a:pt x="3804855" y="3139489"/>
                </a:lnTo>
                <a:lnTo>
                  <a:pt x="3803391" y="3139489"/>
                </a:lnTo>
                <a:lnTo>
                  <a:pt x="3801928" y="3139489"/>
                </a:lnTo>
                <a:lnTo>
                  <a:pt x="3800464" y="3139489"/>
                </a:lnTo>
                <a:lnTo>
                  <a:pt x="3799001" y="3139489"/>
                </a:lnTo>
                <a:lnTo>
                  <a:pt x="3797538" y="3139489"/>
                </a:lnTo>
                <a:lnTo>
                  <a:pt x="3796074" y="3139489"/>
                </a:lnTo>
                <a:lnTo>
                  <a:pt x="3794611" y="3139489"/>
                </a:lnTo>
                <a:lnTo>
                  <a:pt x="3793147" y="3139489"/>
                </a:lnTo>
                <a:lnTo>
                  <a:pt x="3791684" y="3139489"/>
                </a:lnTo>
                <a:lnTo>
                  <a:pt x="3790221" y="3139489"/>
                </a:lnTo>
                <a:lnTo>
                  <a:pt x="3788757" y="3139489"/>
                </a:lnTo>
                <a:lnTo>
                  <a:pt x="3787294" y="3139489"/>
                </a:lnTo>
                <a:lnTo>
                  <a:pt x="3785830" y="3139489"/>
                </a:lnTo>
                <a:lnTo>
                  <a:pt x="3784367" y="3139489"/>
                </a:lnTo>
                <a:lnTo>
                  <a:pt x="3782904" y="3139489"/>
                </a:lnTo>
                <a:lnTo>
                  <a:pt x="3781440" y="3139489"/>
                </a:lnTo>
                <a:lnTo>
                  <a:pt x="3779977" y="3139489"/>
                </a:lnTo>
                <a:lnTo>
                  <a:pt x="3778513" y="3139489"/>
                </a:lnTo>
                <a:lnTo>
                  <a:pt x="3777050" y="3139489"/>
                </a:lnTo>
                <a:lnTo>
                  <a:pt x="3775587" y="3139489"/>
                </a:lnTo>
                <a:lnTo>
                  <a:pt x="3774123" y="3139489"/>
                </a:lnTo>
                <a:lnTo>
                  <a:pt x="3772660" y="3139489"/>
                </a:lnTo>
                <a:lnTo>
                  <a:pt x="3771196" y="3139489"/>
                </a:lnTo>
                <a:lnTo>
                  <a:pt x="3769733" y="3139489"/>
                </a:lnTo>
                <a:lnTo>
                  <a:pt x="3768270" y="3139489"/>
                </a:lnTo>
                <a:lnTo>
                  <a:pt x="3766806" y="3139489"/>
                </a:lnTo>
                <a:lnTo>
                  <a:pt x="3765343" y="3139489"/>
                </a:lnTo>
                <a:lnTo>
                  <a:pt x="3763879" y="3139489"/>
                </a:lnTo>
                <a:lnTo>
                  <a:pt x="3762416" y="3139489"/>
                </a:lnTo>
                <a:lnTo>
                  <a:pt x="3760953" y="3139489"/>
                </a:lnTo>
                <a:lnTo>
                  <a:pt x="3759489" y="3139489"/>
                </a:lnTo>
                <a:lnTo>
                  <a:pt x="3758026" y="3139489"/>
                </a:lnTo>
                <a:lnTo>
                  <a:pt x="3756562" y="3139489"/>
                </a:lnTo>
                <a:lnTo>
                  <a:pt x="3755099" y="3139489"/>
                </a:lnTo>
                <a:lnTo>
                  <a:pt x="3753636" y="3139489"/>
                </a:lnTo>
                <a:lnTo>
                  <a:pt x="3752172" y="3139489"/>
                </a:lnTo>
                <a:lnTo>
                  <a:pt x="3750709" y="3139489"/>
                </a:lnTo>
                <a:lnTo>
                  <a:pt x="3749245" y="3139489"/>
                </a:lnTo>
                <a:lnTo>
                  <a:pt x="3747782" y="3139489"/>
                </a:lnTo>
                <a:lnTo>
                  <a:pt x="3746318" y="3139489"/>
                </a:lnTo>
                <a:lnTo>
                  <a:pt x="3744855" y="3139489"/>
                </a:lnTo>
                <a:lnTo>
                  <a:pt x="3743392" y="3139489"/>
                </a:lnTo>
                <a:lnTo>
                  <a:pt x="3741928" y="3139489"/>
                </a:lnTo>
                <a:lnTo>
                  <a:pt x="3740465" y="3139489"/>
                </a:lnTo>
                <a:lnTo>
                  <a:pt x="3739001" y="3139489"/>
                </a:lnTo>
                <a:lnTo>
                  <a:pt x="3737538" y="3139489"/>
                </a:lnTo>
                <a:lnTo>
                  <a:pt x="3736075" y="3139489"/>
                </a:lnTo>
                <a:lnTo>
                  <a:pt x="3734611" y="3139489"/>
                </a:lnTo>
                <a:lnTo>
                  <a:pt x="3733148" y="3139489"/>
                </a:lnTo>
                <a:lnTo>
                  <a:pt x="3731684" y="3139489"/>
                </a:lnTo>
                <a:lnTo>
                  <a:pt x="3730221" y="3139489"/>
                </a:lnTo>
                <a:lnTo>
                  <a:pt x="3728758" y="3139489"/>
                </a:lnTo>
                <a:lnTo>
                  <a:pt x="3727294" y="3139489"/>
                </a:lnTo>
                <a:lnTo>
                  <a:pt x="3725831" y="3139489"/>
                </a:lnTo>
                <a:lnTo>
                  <a:pt x="3724367" y="3139489"/>
                </a:lnTo>
                <a:lnTo>
                  <a:pt x="3722904" y="3139489"/>
                </a:lnTo>
                <a:lnTo>
                  <a:pt x="3721441" y="3139489"/>
                </a:lnTo>
                <a:lnTo>
                  <a:pt x="3719977" y="3139489"/>
                </a:lnTo>
                <a:lnTo>
                  <a:pt x="3718514" y="3139489"/>
                </a:lnTo>
                <a:lnTo>
                  <a:pt x="3717050" y="3139489"/>
                </a:lnTo>
                <a:lnTo>
                  <a:pt x="3715587" y="3139489"/>
                </a:lnTo>
                <a:lnTo>
                  <a:pt x="3714124" y="3139489"/>
                </a:lnTo>
                <a:lnTo>
                  <a:pt x="3712660" y="3139489"/>
                </a:lnTo>
                <a:lnTo>
                  <a:pt x="3711197" y="3139489"/>
                </a:lnTo>
                <a:lnTo>
                  <a:pt x="3709733" y="3139489"/>
                </a:lnTo>
                <a:lnTo>
                  <a:pt x="3708270" y="3139489"/>
                </a:lnTo>
                <a:lnTo>
                  <a:pt x="3706807" y="3139489"/>
                </a:lnTo>
                <a:lnTo>
                  <a:pt x="3705343" y="3139489"/>
                </a:lnTo>
                <a:lnTo>
                  <a:pt x="3703880" y="3139489"/>
                </a:lnTo>
                <a:lnTo>
                  <a:pt x="3702416" y="3139489"/>
                </a:lnTo>
                <a:lnTo>
                  <a:pt x="3700953" y="3139489"/>
                </a:lnTo>
                <a:lnTo>
                  <a:pt x="3699489" y="3139489"/>
                </a:lnTo>
                <a:lnTo>
                  <a:pt x="3698026" y="3139489"/>
                </a:lnTo>
                <a:lnTo>
                  <a:pt x="3696563" y="3139489"/>
                </a:lnTo>
                <a:lnTo>
                  <a:pt x="3695099" y="3139489"/>
                </a:lnTo>
                <a:lnTo>
                  <a:pt x="3693636" y="3139489"/>
                </a:lnTo>
                <a:lnTo>
                  <a:pt x="3692172" y="3139489"/>
                </a:lnTo>
                <a:lnTo>
                  <a:pt x="3690709" y="3139489"/>
                </a:lnTo>
                <a:lnTo>
                  <a:pt x="3689246" y="3139489"/>
                </a:lnTo>
                <a:lnTo>
                  <a:pt x="3687782" y="3139489"/>
                </a:lnTo>
                <a:lnTo>
                  <a:pt x="3686319" y="3139489"/>
                </a:lnTo>
                <a:lnTo>
                  <a:pt x="3684855" y="3139489"/>
                </a:lnTo>
                <a:lnTo>
                  <a:pt x="3683392" y="3139489"/>
                </a:lnTo>
                <a:lnTo>
                  <a:pt x="3681929" y="3139489"/>
                </a:lnTo>
                <a:lnTo>
                  <a:pt x="3680465" y="3139489"/>
                </a:lnTo>
                <a:lnTo>
                  <a:pt x="3679002" y="3139489"/>
                </a:lnTo>
                <a:lnTo>
                  <a:pt x="3677538" y="3139489"/>
                </a:lnTo>
                <a:lnTo>
                  <a:pt x="3676075" y="3139489"/>
                </a:lnTo>
                <a:lnTo>
                  <a:pt x="3674612" y="3139489"/>
                </a:lnTo>
                <a:lnTo>
                  <a:pt x="3673148" y="3139489"/>
                </a:lnTo>
                <a:lnTo>
                  <a:pt x="3671685" y="3139489"/>
                </a:lnTo>
                <a:lnTo>
                  <a:pt x="3670221" y="3139489"/>
                </a:lnTo>
                <a:lnTo>
                  <a:pt x="3668758" y="3139489"/>
                </a:lnTo>
                <a:lnTo>
                  <a:pt x="3667295" y="3139489"/>
                </a:lnTo>
                <a:lnTo>
                  <a:pt x="3665831" y="3139489"/>
                </a:lnTo>
                <a:lnTo>
                  <a:pt x="3664368" y="3139489"/>
                </a:lnTo>
                <a:lnTo>
                  <a:pt x="3662904" y="3139489"/>
                </a:lnTo>
                <a:lnTo>
                  <a:pt x="3661441" y="3139489"/>
                </a:lnTo>
                <a:lnTo>
                  <a:pt x="3659978" y="3139489"/>
                </a:lnTo>
                <a:lnTo>
                  <a:pt x="3658514" y="3139489"/>
                </a:lnTo>
                <a:lnTo>
                  <a:pt x="3657051" y="3139489"/>
                </a:lnTo>
                <a:lnTo>
                  <a:pt x="3655587" y="3139489"/>
                </a:lnTo>
                <a:lnTo>
                  <a:pt x="3654124" y="3139489"/>
                </a:lnTo>
                <a:lnTo>
                  <a:pt x="3652661" y="3139489"/>
                </a:lnTo>
                <a:lnTo>
                  <a:pt x="3651197" y="3139489"/>
                </a:lnTo>
                <a:lnTo>
                  <a:pt x="3649734" y="3139489"/>
                </a:lnTo>
                <a:lnTo>
                  <a:pt x="3648270" y="3139489"/>
                </a:lnTo>
                <a:lnTo>
                  <a:pt x="3646807" y="3139489"/>
                </a:lnTo>
                <a:lnTo>
                  <a:pt x="3645343" y="3139489"/>
                </a:lnTo>
                <a:lnTo>
                  <a:pt x="3643880" y="3139489"/>
                </a:lnTo>
                <a:lnTo>
                  <a:pt x="3642417" y="3139489"/>
                </a:lnTo>
                <a:lnTo>
                  <a:pt x="3640953" y="3139489"/>
                </a:lnTo>
                <a:lnTo>
                  <a:pt x="3639490" y="3139489"/>
                </a:lnTo>
                <a:lnTo>
                  <a:pt x="3638026" y="3139489"/>
                </a:lnTo>
                <a:lnTo>
                  <a:pt x="3636563" y="3139489"/>
                </a:lnTo>
                <a:lnTo>
                  <a:pt x="3635100" y="3139489"/>
                </a:lnTo>
                <a:lnTo>
                  <a:pt x="3633636" y="3139489"/>
                </a:lnTo>
                <a:lnTo>
                  <a:pt x="3632173" y="3139489"/>
                </a:lnTo>
                <a:lnTo>
                  <a:pt x="3630709" y="3139489"/>
                </a:lnTo>
                <a:lnTo>
                  <a:pt x="3629246" y="3139489"/>
                </a:lnTo>
                <a:lnTo>
                  <a:pt x="3627783" y="3139489"/>
                </a:lnTo>
                <a:lnTo>
                  <a:pt x="3626319" y="3139489"/>
                </a:lnTo>
                <a:lnTo>
                  <a:pt x="3624856" y="3139489"/>
                </a:lnTo>
                <a:lnTo>
                  <a:pt x="3623392" y="3139489"/>
                </a:lnTo>
                <a:lnTo>
                  <a:pt x="3621929" y="3139489"/>
                </a:lnTo>
                <a:lnTo>
                  <a:pt x="3620466" y="3139489"/>
                </a:lnTo>
                <a:lnTo>
                  <a:pt x="3619002" y="3139489"/>
                </a:lnTo>
                <a:lnTo>
                  <a:pt x="3617539" y="3139489"/>
                </a:lnTo>
                <a:lnTo>
                  <a:pt x="3616075" y="3139489"/>
                </a:lnTo>
                <a:lnTo>
                  <a:pt x="3614612" y="3139489"/>
                </a:lnTo>
                <a:lnTo>
                  <a:pt x="3613149" y="3139489"/>
                </a:lnTo>
                <a:lnTo>
                  <a:pt x="3611685" y="3139489"/>
                </a:lnTo>
                <a:lnTo>
                  <a:pt x="3610222" y="3139489"/>
                </a:lnTo>
                <a:lnTo>
                  <a:pt x="3608758" y="3139489"/>
                </a:lnTo>
                <a:lnTo>
                  <a:pt x="3607295" y="3139489"/>
                </a:lnTo>
                <a:lnTo>
                  <a:pt x="3605832" y="3139489"/>
                </a:lnTo>
                <a:lnTo>
                  <a:pt x="3604368" y="3139489"/>
                </a:lnTo>
                <a:lnTo>
                  <a:pt x="3602905" y="3139489"/>
                </a:lnTo>
                <a:lnTo>
                  <a:pt x="3601441" y="3139489"/>
                </a:lnTo>
                <a:lnTo>
                  <a:pt x="3599978" y="3139489"/>
                </a:lnTo>
                <a:lnTo>
                  <a:pt x="3598514" y="3139489"/>
                </a:lnTo>
                <a:lnTo>
                  <a:pt x="3597051" y="3139489"/>
                </a:lnTo>
                <a:lnTo>
                  <a:pt x="3595588" y="3139489"/>
                </a:lnTo>
                <a:lnTo>
                  <a:pt x="3594124" y="3139489"/>
                </a:lnTo>
                <a:lnTo>
                  <a:pt x="3592661" y="3139489"/>
                </a:lnTo>
                <a:lnTo>
                  <a:pt x="3591197" y="3139489"/>
                </a:lnTo>
                <a:lnTo>
                  <a:pt x="3589734" y="3139489"/>
                </a:lnTo>
                <a:lnTo>
                  <a:pt x="3588271" y="3139489"/>
                </a:lnTo>
                <a:lnTo>
                  <a:pt x="3586807" y="3139489"/>
                </a:lnTo>
                <a:lnTo>
                  <a:pt x="3585344" y="3139489"/>
                </a:lnTo>
                <a:lnTo>
                  <a:pt x="3583880" y="3139489"/>
                </a:lnTo>
                <a:lnTo>
                  <a:pt x="3582417" y="3139489"/>
                </a:lnTo>
                <a:lnTo>
                  <a:pt x="3580954" y="3139489"/>
                </a:lnTo>
                <a:lnTo>
                  <a:pt x="3579490" y="3139489"/>
                </a:lnTo>
                <a:lnTo>
                  <a:pt x="3578027" y="3139489"/>
                </a:lnTo>
                <a:lnTo>
                  <a:pt x="3576563" y="3139489"/>
                </a:lnTo>
                <a:lnTo>
                  <a:pt x="3575100" y="3139489"/>
                </a:lnTo>
                <a:lnTo>
                  <a:pt x="3573637" y="3139489"/>
                </a:lnTo>
                <a:lnTo>
                  <a:pt x="3572173" y="3139489"/>
                </a:lnTo>
                <a:lnTo>
                  <a:pt x="3570710" y="3139489"/>
                </a:lnTo>
                <a:lnTo>
                  <a:pt x="3569246" y="3139489"/>
                </a:lnTo>
                <a:lnTo>
                  <a:pt x="3567783" y="3139489"/>
                </a:lnTo>
                <a:lnTo>
                  <a:pt x="3566320" y="3139489"/>
                </a:lnTo>
                <a:lnTo>
                  <a:pt x="3564856" y="3139489"/>
                </a:lnTo>
                <a:lnTo>
                  <a:pt x="3563393" y="3139489"/>
                </a:lnTo>
                <a:lnTo>
                  <a:pt x="3561929" y="3139489"/>
                </a:lnTo>
                <a:lnTo>
                  <a:pt x="3560466" y="3139489"/>
                </a:lnTo>
                <a:lnTo>
                  <a:pt x="3559003" y="3139489"/>
                </a:lnTo>
                <a:lnTo>
                  <a:pt x="3557539" y="3139489"/>
                </a:lnTo>
                <a:lnTo>
                  <a:pt x="3556076" y="3139489"/>
                </a:lnTo>
                <a:lnTo>
                  <a:pt x="3554612" y="3139489"/>
                </a:lnTo>
                <a:lnTo>
                  <a:pt x="3553149" y="3139489"/>
                </a:lnTo>
                <a:lnTo>
                  <a:pt x="3551686" y="3139489"/>
                </a:lnTo>
                <a:lnTo>
                  <a:pt x="3550222" y="3139489"/>
                </a:lnTo>
                <a:lnTo>
                  <a:pt x="3548759" y="3139489"/>
                </a:lnTo>
                <a:lnTo>
                  <a:pt x="3547295" y="3139489"/>
                </a:lnTo>
                <a:lnTo>
                  <a:pt x="3545832" y="3139489"/>
                </a:lnTo>
                <a:lnTo>
                  <a:pt x="3544368" y="3139489"/>
                </a:lnTo>
                <a:lnTo>
                  <a:pt x="3542905" y="3139489"/>
                </a:lnTo>
                <a:lnTo>
                  <a:pt x="3541442" y="3139489"/>
                </a:lnTo>
                <a:lnTo>
                  <a:pt x="3539978" y="3139489"/>
                </a:lnTo>
                <a:lnTo>
                  <a:pt x="3538515" y="3139489"/>
                </a:lnTo>
                <a:lnTo>
                  <a:pt x="3537051" y="3139489"/>
                </a:lnTo>
                <a:lnTo>
                  <a:pt x="3535588" y="3139489"/>
                </a:lnTo>
                <a:lnTo>
                  <a:pt x="3534125" y="3139489"/>
                </a:lnTo>
                <a:lnTo>
                  <a:pt x="3532661" y="3139489"/>
                </a:lnTo>
                <a:lnTo>
                  <a:pt x="3531198" y="3139489"/>
                </a:lnTo>
                <a:lnTo>
                  <a:pt x="3529734" y="3139489"/>
                </a:lnTo>
                <a:lnTo>
                  <a:pt x="3528271" y="3139489"/>
                </a:lnTo>
                <a:lnTo>
                  <a:pt x="3526808" y="3139489"/>
                </a:lnTo>
                <a:lnTo>
                  <a:pt x="3525344" y="3139489"/>
                </a:lnTo>
                <a:lnTo>
                  <a:pt x="3523881" y="3139489"/>
                </a:lnTo>
                <a:lnTo>
                  <a:pt x="3522417" y="3139489"/>
                </a:lnTo>
                <a:lnTo>
                  <a:pt x="3520954" y="3139489"/>
                </a:lnTo>
                <a:lnTo>
                  <a:pt x="3519491" y="3139489"/>
                </a:lnTo>
                <a:lnTo>
                  <a:pt x="3518027" y="3139489"/>
                </a:lnTo>
                <a:lnTo>
                  <a:pt x="3516564" y="3139489"/>
                </a:lnTo>
                <a:lnTo>
                  <a:pt x="3515100" y="3139489"/>
                </a:lnTo>
                <a:lnTo>
                  <a:pt x="3513637" y="3139489"/>
                </a:lnTo>
                <a:lnTo>
                  <a:pt x="3512174" y="3139489"/>
                </a:lnTo>
                <a:lnTo>
                  <a:pt x="3510710" y="3139489"/>
                </a:lnTo>
                <a:lnTo>
                  <a:pt x="3509247" y="3139489"/>
                </a:lnTo>
                <a:lnTo>
                  <a:pt x="3507783" y="3139489"/>
                </a:lnTo>
                <a:lnTo>
                  <a:pt x="3506320" y="3139489"/>
                </a:lnTo>
                <a:lnTo>
                  <a:pt x="3504857" y="3139489"/>
                </a:lnTo>
                <a:lnTo>
                  <a:pt x="3503393" y="3139489"/>
                </a:lnTo>
                <a:lnTo>
                  <a:pt x="3501930" y="3139489"/>
                </a:lnTo>
                <a:lnTo>
                  <a:pt x="3500466" y="3139489"/>
                </a:lnTo>
                <a:lnTo>
                  <a:pt x="3499003" y="3139489"/>
                </a:lnTo>
                <a:lnTo>
                  <a:pt x="3497539" y="3139489"/>
                </a:lnTo>
                <a:lnTo>
                  <a:pt x="3496076" y="3139489"/>
                </a:lnTo>
                <a:lnTo>
                  <a:pt x="3494613" y="3139489"/>
                </a:lnTo>
                <a:lnTo>
                  <a:pt x="3493149" y="3139489"/>
                </a:lnTo>
                <a:lnTo>
                  <a:pt x="3491686" y="3139489"/>
                </a:lnTo>
                <a:lnTo>
                  <a:pt x="3490222" y="3139489"/>
                </a:lnTo>
                <a:lnTo>
                  <a:pt x="3488759" y="3139489"/>
                </a:lnTo>
                <a:lnTo>
                  <a:pt x="3487296" y="3139489"/>
                </a:lnTo>
                <a:lnTo>
                  <a:pt x="3485832" y="3139489"/>
                </a:lnTo>
                <a:lnTo>
                  <a:pt x="3484369" y="3139489"/>
                </a:lnTo>
                <a:lnTo>
                  <a:pt x="3482905" y="3139489"/>
                </a:lnTo>
                <a:lnTo>
                  <a:pt x="3481442" y="3139489"/>
                </a:lnTo>
                <a:lnTo>
                  <a:pt x="3479979" y="3139489"/>
                </a:lnTo>
                <a:lnTo>
                  <a:pt x="3478515" y="3139489"/>
                </a:lnTo>
                <a:lnTo>
                  <a:pt x="3477052" y="3139489"/>
                </a:lnTo>
                <a:lnTo>
                  <a:pt x="3475588" y="3139489"/>
                </a:lnTo>
                <a:lnTo>
                  <a:pt x="3474125" y="3139489"/>
                </a:lnTo>
                <a:lnTo>
                  <a:pt x="3472662" y="3139489"/>
                </a:lnTo>
                <a:lnTo>
                  <a:pt x="3471198" y="3139489"/>
                </a:lnTo>
                <a:lnTo>
                  <a:pt x="3469735" y="3139489"/>
                </a:lnTo>
                <a:lnTo>
                  <a:pt x="3468271" y="3139489"/>
                </a:lnTo>
                <a:lnTo>
                  <a:pt x="3466808" y="3139489"/>
                </a:lnTo>
                <a:lnTo>
                  <a:pt x="3465345" y="3139489"/>
                </a:lnTo>
                <a:lnTo>
                  <a:pt x="3463881" y="3139489"/>
                </a:lnTo>
                <a:lnTo>
                  <a:pt x="3462418" y="3139489"/>
                </a:lnTo>
                <a:lnTo>
                  <a:pt x="3460954" y="3139489"/>
                </a:lnTo>
                <a:lnTo>
                  <a:pt x="3459491" y="3139489"/>
                </a:lnTo>
                <a:lnTo>
                  <a:pt x="3458028" y="3139489"/>
                </a:lnTo>
                <a:lnTo>
                  <a:pt x="3456564" y="3139489"/>
                </a:lnTo>
                <a:lnTo>
                  <a:pt x="3455101" y="3139489"/>
                </a:lnTo>
                <a:lnTo>
                  <a:pt x="3453637" y="3139489"/>
                </a:lnTo>
                <a:lnTo>
                  <a:pt x="3452174" y="3139489"/>
                </a:lnTo>
                <a:lnTo>
                  <a:pt x="3450710" y="3139489"/>
                </a:lnTo>
                <a:lnTo>
                  <a:pt x="3449247" y="3139489"/>
                </a:lnTo>
                <a:lnTo>
                  <a:pt x="3447784" y="3139489"/>
                </a:lnTo>
                <a:lnTo>
                  <a:pt x="3446320" y="3139489"/>
                </a:lnTo>
                <a:lnTo>
                  <a:pt x="3444857" y="3139489"/>
                </a:lnTo>
                <a:lnTo>
                  <a:pt x="3443393" y="3139489"/>
                </a:lnTo>
                <a:lnTo>
                  <a:pt x="3441930" y="3139489"/>
                </a:lnTo>
                <a:lnTo>
                  <a:pt x="3440467" y="3139489"/>
                </a:lnTo>
                <a:lnTo>
                  <a:pt x="3439003" y="3139489"/>
                </a:lnTo>
                <a:lnTo>
                  <a:pt x="3437540" y="3139489"/>
                </a:lnTo>
                <a:lnTo>
                  <a:pt x="3436076" y="3139489"/>
                </a:lnTo>
                <a:lnTo>
                  <a:pt x="3434613" y="3139489"/>
                </a:lnTo>
                <a:lnTo>
                  <a:pt x="3433150" y="3139489"/>
                </a:lnTo>
                <a:lnTo>
                  <a:pt x="3431686" y="3139489"/>
                </a:lnTo>
                <a:lnTo>
                  <a:pt x="3430223" y="3139489"/>
                </a:lnTo>
                <a:lnTo>
                  <a:pt x="3428759" y="3139489"/>
                </a:lnTo>
                <a:lnTo>
                  <a:pt x="3427296" y="3139489"/>
                </a:lnTo>
                <a:lnTo>
                  <a:pt x="3425833" y="3139489"/>
                </a:lnTo>
                <a:lnTo>
                  <a:pt x="3424369" y="3139489"/>
                </a:lnTo>
                <a:lnTo>
                  <a:pt x="3422906" y="3139489"/>
                </a:lnTo>
                <a:lnTo>
                  <a:pt x="3421442" y="3139489"/>
                </a:lnTo>
                <a:lnTo>
                  <a:pt x="3419979" y="3139489"/>
                </a:lnTo>
                <a:lnTo>
                  <a:pt x="3418516" y="3139489"/>
                </a:lnTo>
                <a:lnTo>
                  <a:pt x="3417052" y="3139489"/>
                </a:lnTo>
                <a:lnTo>
                  <a:pt x="3415589" y="3139489"/>
                </a:lnTo>
                <a:lnTo>
                  <a:pt x="3414125" y="3139489"/>
                </a:lnTo>
                <a:lnTo>
                  <a:pt x="3412662" y="3139489"/>
                </a:lnTo>
                <a:lnTo>
                  <a:pt x="3411199" y="3139489"/>
                </a:lnTo>
                <a:lnTo>
                  <a:pt x="3409735" y="3139489"/>
                </a:lnTo>
                <a:lnTo>
                  <a:pt x="3408272" y="3139489"/>
                </a:lnTo>
                <a:lnTo>
                  <a:pt x="3406808" y="3139489"/>
                </a:lnTo>
                <a:lnTo>
                  <a:pt x="3405345" y="3139489"/>
                </a:lnTo>
                <a:lnTo>
                  <a:pt x="3403882" y="3139489"/>
                </a:lnTo>
                <a:lnTo>
                  <a:pt x="3402418" y="3139489"/>
                </a:lnTo>
                <a:lnTo>
                  <a:pt x="3400955" y="3139489"/>
                </a:lnTo>
                <a:lnTo>
                  <a:pt x="3399491" y="3139489"/>
                </a:lnTo>
                <a:lnTo>
                  <a:pt x="3398028" y="3139489"/>
                </a:lnTo>
                <a:lnTo>
                  <a:pt x="3396564" y="3139489"/>
                </a:lnTo>
                <a:lnTo>
                  <a:pt x="3395101" y="3139489"/>
                </a:lnTo>
                <a:lnTo>
                  <a:pt x="3393638" y="3139489"/>
                </a:lnTo>
                <a:lnTo>
                  <a:pt x="3392174" y="3139489"/>
                </a:lnTo>
                <a:lnTo>
                  <a:pt x="3390711" y="3139489"/>
                </a:lnTo>
                <a:lnTo>
                  <a:pt x="3389247" y="3139489"/>
                </a:lnTo>
                <a:lnTo>
                  <a:pt x="3387784" y="3139489"/>
                </a:lnTo>
                <a:lnTo>
                  <a:pt x="3386321" y="3139489"/>
                </a:lnTo>
                <a:lnTo>
                  <a:pt x="3384857" y="3139489"/>
                </a:lnTo>
                <a:lnTo>
                  <a:pt x="3383394" y="3139489"/>
                </a:lnTo>
                <a:lnTo>
                  <a:pt x="3381930" y="3139489"/>
                </a:lnTo>
                <a:lnTo>
                  <a:pt x="3380467" y="3139489"/>
                </a:lnTo>
                <a:lnTo>
                  <a:pt x="3379004" y="3139489"/>
                </a:lnTo>
                <a:lnTo>
                  <a:pt x="3377540" y="3139489"/>
                </a:lnTo>
                <a:lnTo>
                  <a:pt x="3376077" y="3139489"/>
                </a:lnTo>
                <a:lnTo>
                  <a:pt x="3374613" y="3139489"/>
                </a:lnTo>
                <a:lnTo>
                  <a:pt x="3373150" y="3139489"/>
                </a:lnTo>
                <a:lnTo>
                  <a:pt x="3371687" y="3139489"/>
                </a:lnTo>
                <a:lnTo>
                  <a:pt x="3370223" y="3139489"/>
                </a:lnTo>
                <a:lnTo>
                  <a:pt x="3368760" y="3139489"/>
                </a:lnTo>
                <a:lnTo>
                  <a:pt x="3367296" y="3139489"/>
                </a:lnTo>
                <a:lnTo>
                  <a:pt x="3365833" y="3139489"/>
                </a:lnTo>
                <a:lnTo>
                  <a:pt x="3364370" y="3139489"/>
                </a:lnTo>
                <a:lnTo>
                  <a:pt x="3362906" y="3139489"/>
                </a:lnTo>
                <a:lnTo>
                  <a:pt x="3361443" y="3139489"/>
                </a:lnTo>
                <a:lnTo>
                  <a:pt x="3359979" y="3139489"/>
                </a:lnTo>
                <a:lnTo>
                  <a:pt x="3358516" y="3139489"/>
                </a:lnTo>
                <a:lnTo>
                  <a:pt x="3357053" y="3139489"/>
                </a:lnTo>
                <a:lnTo>
                  <a:pt x="3355589" y="3139489"/>
                </a:lnTo>
                <a:lnTo>
                  <a:pt x="3354126" y="3139489"/>
                </a:lnTo>
                <a:lnTo>
                  <a:pt x="3352662" y="3139489"/>
                </a:lnTo>
                <a:lnTo>
                  <a:pt x="3351199" y="3139489"/>
                </a:lnTo>
                <a:lnTo>
                  <a:pt x="3349735" y="3139489"/>
                </a:lnTo>
                <a:lnTo>
                  <a:pt x="3348272" y="3139489"/>
                </a:lnTo>
                <a:lnTo>
                  <a:pt x="3346809" y="3139489"/>
                </a:lnTo>
                <a:lnTo>
                  <a:pt x="3345345" y="3139489"/>
                </a:lnTo>
                <a:lnTo>
                  <a:pt x="3343882" y="3139489"/>
                </a:lnTo>
                <a:lnTo>
                  <a:pt x="3342418" y="3139489"/>
                </a:lnTo>
                <a:lnTo>
                  <a:pt x="3340955" y="3139489"/>
                </a:lnTo>
                <a:lnTo>
                  <a:pt x="3339492" y="3139489"/>
                </a:lnTo>
                <a:lnTo>
                  <a:pt x="3338028" y="3139489"/>
                </a:lnTo>
                <a:lnTo>
                  <a:pt x="3336565" y="3139489"/>
                </a:lnTo>
                <a:lnTo>
                  <a:pt x="3335101" y="3139489"/>
                </a:lnTo>
                <a:lnTo>
                  <a:pt x="3333638" y="3139489"/>
                </a:lnTo>
                <a:lnTo>
                  <a:pt x="3332175" y="3139489"/>
                </a:lnTo>
                <a:lnTo>
                  <a:pt x="3330711" y="3139489"/>
                </a:lnTo>
                <a:lnTo>
                  <a:pt x="3329248" y="3139489"/>
                </a:lnTo>
                <a:lnTo>
                  <a:pt x="3327784" y="3139489"/>
                </a:lnTo>
                <a:lnTo>
                  <a:pt x="3326321" y="3139489"/>
                </a:lnTo>
                <a:lnTo>
                  <a:pt x="3324858" y="3139489"/>
                </a:lnTo>
                <a:lnTo>
                  <a:pt x="3323394" y="3139489"/>
                </a:lnTo>
                <a:lnTo>
                  <a:pt x="3321931" y="3139489"/>
                </a:lnTo>
                <a:lnTo>
                  <a:pt x="3320467" y="3139489"/>
                </a:lnTo>
                <a:lnTo>
                  <a:pt x="3319004" y="3139489"/>
                </a:lnTo>
                <a:lnTo>
                  <a:pt x="3317541" y="3139489"/>
                </a:lnTo>
                <a:lnTo>
                  <a:pt x="3316077" y="3139489"/>
                </a:lnTo>
                <a:lnTo>
                  <a:pt x="3314614" y="3139489"/>
                </a:lnTo>
                <a:lnTo>
                  <a:pt x="3313150" y="3139489"/>
                </a:lnTo>
                <a:lnTo>
                  <a:pt x="3311687" y="3139489"/>
                </a:lnTo>
                <a:lnTo>
                  <a:pt x="3310224" y="3139489"/>
                </a:lnTo>
                <a:lnTo>
                  <a:pt x="3308760" y="3139489"/>
                </a:lnTo>
                <a:lnTo>
                  <a:pt x="3307297" y="3139489"/>
                </a:lnTo>
                <a:lnTo>
                  <a:pt x="3305833" y="3139489"/>
                </a:lnTo>
                <a:lnTo>
                  <a:pt x="3304370" y="3139489"/>
                </a:lnTo>
                <a:lnTo>
                  <a:pt x="3302907" y="3139489"/>
                </a:lnTo>
                <a:lnTo>
                  <a:pt x="3301443" y="3139489"/>
                </a:lnTo>
                <a:lnTo>
                  <a:pt x="3299980" y="3139489"/>
                </a:lnTo>
                <a:lnTo>
                  <a:pt x="3298516" y="3139489"/>
                </a:lnTo>
                <a:lnTo>
                  <a:pt x="3297053" y="3139489"/>
                </a:lnTo>
                <a:lnTo>
                  <a:pt x="3295589" y="3139489"/>
                </a:lnTo>
                <a:lnTo>
                  <a:pt x="3294126" y="3139489"/>
                </a:lnTo>
                <a:lnTo>
                  <a:pt x="3292663" y="3139489"/>
                </a:lnTo>
                <a:lnTo>
                  <a:pt x="3291199" y="3139489"/>
                </a:lnTo>
                <a:lnTo>
                  <a:pt x="3289736" y="3139489"/>
                </a:lnTo>
                <a:lnTo>
                  <a:pt x="3288272" y="3139489"/>
                </a:lnTo>
                <a:lnTo>
                  <a:pt x="3286809" y="3139489"/>
                </a:lnTo>
                <a:lnTo>
                  <a:pt x="3285346" y="3139489"/>
                </a:lnTo>
                <a:lnTo>
                  <a:pt x="3283882" y="3139489"/>
                </a:lnTo>
                <a:lnTo>
                  <a:pt x="3282419" y="3139489"/>
                </a:lnTo>
                <a:lnTo>
                  <a:pt x="3280955" y="3139489"/>
                </a:lnTo>
                <a:lnTo>
                  <a:pt x="3279492" y="3139489"/>
                </a:lnTo>
                <a:lnTo>
                  <a:pt x="3278029" y="3139489"/>
                </a:lnTo>
                <a:lnTo>
                  <a:pt x="3276565" y="3139489"/>
                </a:lnTo>
                <a:lnTo>
                  <a:pt x="3275102" y="3139489"/>
                </a:lnTo>
                <a:lnTo>
                  <a:pt x="3273638" y="3139489"/>
                </a:lnTo>
                <a:lnTo>
                  <a:pt x="3272175" y="3139489"/>
                </a:lnTo>
                <a:lnTo>
                  <a:pt x="3270712" y="3139489"/>
                </a:lnTo>
                <a:lnTo>
                  <a:pt x="3269248" y="3139489"/>
                </a:lnTo>
                <a:lnTo>
                  <a:pt x="3267785" y="3139489"/>
                </a:lnTo>
                <a:lnTo>
                  <a:pt x="3266321" y="3139489"/>
                </a:lnTo>
                <a:lnTo>
                  <a:pt x="3264858" y="3139489"/>
                </a:lnTo>
                <a:lnTo>
                  <a:pt x="3263395" y="3139489"/>
                </a:lnTo>
                <a:lnTo>
                  <a:pt x="3261931" y="3139489"/>
                </a:lnTo>
                <a:lnTo>
                  <a:pt x="3260468" y="3139489"/>
                </a:lnTo>
                <a:lnTo>
                  <a:pt x="3259004" y="3139489"/>
                </a:lnTo>
                <a:lnTo>
                  <a:pt x="3257541" y="3139489"/>
                </a:lnTo>
                <a:lnTo>
                  <a:pt x="3256078" y="3139489"/>
                </a:lnTo>
                <a:lnTo>
                  <a:pt x="3254614" y="3139489"/>
                </a:lnTo>
                <a:lnTo>
                  <a:pt x="3253151" y="3139489"/>
                </a:lnTo>
                <a:lnTo>
                  <a:pt x="3251687" y="3139489"/>
                </a:lnTo>
                <a:lnTo>
                  <a:pt x="3250224" y="3139489"/>
                </a:lnTo>
                <a:lnTo>
                  <a:pt x="3248760" y="3139489"/>
                </a:lnTo>
                <a:lnTo>
                  <a:pt x="3247297" y="3139489"/>
                </a:lnTo>
                <a:lnTo>
                  <a:pt x="3245834" y="3139489"/>
                </a:lnTo>
                <a:lnTo>
                  <a:pt x="3244370" y="3139489"/>
                </a:lnTo>
                <a:lnTo>
                  <a:pt x="3242907" y="3139489"/>
                </a:lnTo>
                <a:lnTo>
                  <a:pt x="3241443" y="3139489"/>
                </a:lnTo>
                <a:lnTo>
                  <a:pt x="3239980" y="3139489"/>
                </a:lnTo>
                <a:lnTo>
                  <a:pt x="3238517" y="3139489"/>
                </a:lnTo>
                <a:lnTo>
                  <a:pt x="3237053" y="3139489"/>
                </a:lnTo>
                <a:lnTo>
                  <a:pt x="3235590" y="3139489"/>
                </a:lnTo>
                <a:lnTo>
                  <a:pt x="3234126" y="3139489"/>
                </a:lnTo>
                <a:lnTo>
                  <a:pt x="3232663" y="3139489"/>
                </a:lnTo>
                <a:lnTo>
                  <a:pt x="3231200" y="3139489"/>
                </a:lnTo>
                <a:lnTo>
                  <a:pt x="3229736" y="3139489"/>
                </a:lnTo>
                <a:lnTo>
                  <a:pt x="3228273" y="3139489"/>
                </a:lnTo>
                <a:lnTo>
                  <a:pt x="3226809" y="3139489"/>
                </a:lnTo>
                <a:lnTo>
                  <a:pt x="3225346" y="3139489"/>
                </a:lnTo>
                <a:lnTo>
                  <a:pt x="3223883" y="3139489"/>
                </a:lnTo>
                <a:lnTo>
                  <a:pt x="3222419" y="3139489"/>
                </a:lnTo>
                <a:lnTo>
                  <a:pt x="3220956" y="3139489"/>
                </a:lnTo>
                <a:lnTo>
                  <a:pt x="3219492" y="3139489"/>
                </a:lnTo>
                <a:lnTo>
                  <a:pt x="3218029" y="3139489"/>
                </a:lnTo>
                <a:lnTo>
                  <a:pt x="3216566" y="3139489"/>
                </a:lnTo>
                <a:lnTo>
                  <a:pt x="3215102" y="3139489"/>
                </a:lnTo>
                <a:lnTo>
                  <a:pt x="3213639" y="3139489"/>
                </a:lnTo>
                <a:lnTo>
                  <a:pt x="3212175" y="3139489"/>
                </a:lnTo>
                <a:lnTo>
                  <a:pt x="3210712" y="3139489"/>
                </a:lnTo>
                <a:lnTo>
                  <a:pt x="3209249" y="3139489"/>
                </a:lnTo>
                <a:lnTo>
                  <a:pt x="3207785" y="3139489"/>
                </a:lnTo>
                <a:lnTo>
                  <a:pt x="3206322" y="3139489"/>
                </a:lnTo>
                <a:lnTo>
                  <a:pt x="3204858" y="3139489"/>
                </a:lnTo>
                <a:lnTo>
                  <a:pt x="3203395" y="3139489"/>
                </a:lnTo>
                <a:lnTo>
                  <a:pt x="3201932" y="3139489"/>
                </a:lnTo>
                <a:lnTo>
                  <a:pt x="3200468" y="3139489"/>
                </a:lnTo>
                <a:lnTo>
                  <a:pt x="3199005" y="3139489"/>
                </a:lnTo>
                <a:lnTo>
                  <a:pt x="3197541" y="3139489"/>
                </a:lnTo>
                <a:lnTo>
                  <a:pt x="3196078" y="3139489"/>
                </a:lnTo>
                <a:lnTo>
                  <a:pt x="3194614" y="3139489"/>
                </a:lnTo>
                <a:lnTo>
                  <a:pt x="3193151" y="3139489"/>
                </a:lnTo>
                <a:lnTo>
                  <a:pt x="3191688" y="3139489"/>
                </a:lnTo>
                <a:lnTo>
                  <a:pt x="3190224" y="3139489"/>
                </a:lnTo>
                <a:lnTo>
                  <a:pt x="3188761" y="3139489"/>
                </a:lnTo>
                <a:lnTo>
                  <a:pt x="3187297" y="3139489"/>
                </a:lnTo>
                <a:lnTo>
                  <a:pt x="3185834" y="3139489"/>
                </a:lnTo>
                <a:lnTo>
                  <a:pt x="3184371" y="3139489"/>
                </a:lnTo>
                <a:lnTo>
                  <a:pt x="3182907" y="3139489"/>
                </a:lnTo>
                <a:lnTo>
                  <a:pt x="3181444" y="3139489"/>
                </a:lnTo>
                <a:lnTo>
                  <a:pt x="3179980" y="3139489"/>
                </a:lnTo>
                <a:lnTo>
                  <a:pt x="3178517" y="3139489"/>
                </a:lnTo>
                <a:lnTo>
                  <a:pt x="3177054" y="3139489"/>
                </a:lnTo>
                <a:lnTo>
                  <a:pt x="3175590" y="3139489"/>
                </a:lnTo>
                <a:lnTo>
                  <a:pt x="3174127" y="3139489"/>
                </a:lnTo>
                <a:lnTo>
                  <a:pt x="3172663" y="3139489"/>
                </a:lnTo>
                <a:lnTo>
                  <a:pt x="3171200" y="3139489"/>
                </a:lnTo>
                <a:lnTo>
                  <a:pt x="3169737" y="3139489"/>
                </a:lnTo>
                <a:lnTo>
                  <a:pt x="3168273" y="3139489"/>
                </a:lnTo>
                <a:lnTo>
                  <a:pt x="3166810" y="3139489"/>
                </a:lnTo>
                <a:lnTo>
                  <a:pt x="3165346" y="3139489"/>
                </a:lnTo>
                <a:lnTo>
                  <a:pt x="3163883" y="3139489"/>
                </a:lnTo>
                <a:lnTo>
                  <a:pt x="3162420" y="3139489"/>
                </a:lnTo>
                <a:lnTo>
                  <a:pt x="3160956" y="3139489"/>
                </a:lnTo>
                <a:lnTo>
                  <a:pt x="3159493" y="3139489"/>
                </a:lnTo>
                <a:lnTo>
                  <a:pt x="3158029" y="3139489"/>
                </a:lnTo>
                <a:lnTo>
                  <a:pt x="3156566" y="3139489"/>
                </a:lnTo>
                <a:lnTo>
                  <a:pt x="3155103" y="3139489"/>
                </a:lnTo>
                <a:lnTo>
                  <a:pt x="3153639" y="3139489"/>
                </a:lnTo>
                <a:lnTo>
                  <a:pt x="3152176" y="3139489"/>
                </a:lnTo>
                <a:lnTo>
                  <a:pt x="3150712" y="3139489"/>
                </a:lnTo>
                <a:lnTo>
                  <a:pt x="3149249" y="3139489"/>
                </a:lnTo>
                <a:lnTo>
                  <a:pt x="3147785" y="3139489"/>
                </a:lnTo>
                <a:lnTo>
                  <a:pt x="3146322" y="3139489"/>
                </a:lnTo>
                <a:lnTo>
                  <a:pt x="3144859" y="3139489"/>
                </a:lnTo>
                <a:lnTo>
                  <a:pt x="3143395" y="3139489"/>
                </a:lnTo>
                <a:lnTo>
                  <a:pt x="3141932" y="3139489"/>
                </a:lnTo>
                <a:lnTo>
                  <a:pt x="3140468" y="3139489"/>
                </a:lnTo>
                <a:lnTo>
                  <a:pt x="3139005" y="3139489"/>
                </a:lnTo>
                <a:lnTo>
                  <a:pt x="3137542" y="3139489"/>
                </a:lnTo>
                <a:lnTo>
                  <a:pt x="3136078" y="3139489"/>
                </a:lnTo>
                <a:lnTo>
                  <a:pt x="3134615" y="3139489"/>
                </a:lnTo>
                <a:lnTo>
                  <a:pt x="3133151" y="3139489"/>
                </a:lnTo>
                <a:lnTo>
                  <a:pt x="3131688" y="3139489"/>
                </a:lnTo>
                <a:lnTo>
                  <a:pt x="3130225" y="3139489"/>
                </a:lnTo>
                <a:lnTo>
                  <a:pt x="3128761" y="3139489"/>
                </a:lnTo>
                <a:lnTo>
                  <a:pt x="3127298" y="3139489"/>
                </a:lnTo>
                <a:lnTo>
                  <a:pt x="3125834" y="3139489"/>
                </a:lnTo>
                <a:lnTo>
                  <a:pt x="3124371" y="3139489"/>
                </a:lnTo>
                <a:lnTo>
                  <a:pt x="3122908" y="3139489"/>
                </a:lnTo>
                <a:lnTo>
                  <a:pt x="3121444" y="3139489"/>
                </a:lnTo>
                <a:lnTo>
                  <a:pt x="3119981" y="3139489"/>
                </a:lnTo>
                <a:lnTo>
                  <a:pt x="3118517" y="3139489"/>
                </a:lnTo>
                <a:lnTo>
                  <a:pt x="3117054" y="3139489"/>
                </a:lnTo>
                <a:lnTo>
                  <a:pt x="3115591" y="3139489"/>
                </a:lnTo>
                <a:lnTo>
                  <a:pt x="3114127" y="3139489"/>
                </a:lnTo>
                <a:lnTo>
                  <a:pt x="3112664" y="3139489"/>
                </a:lnTo>
                <a:lnTo>
                  <a:pt x="3111200" y="3139489"/>
                </a:lnTo>
                <a:lnTo>
                  <a:pt x="3109737" y="3139489"/>
                </a:lnTo>
                <a:lnTo>
                  <a:pt x="3108274" y="3139489"/>
                </a:lnTo>
                <a:lnTo>
                  <a:pt x="3106810" y="3139489"/>
                </a:lnTo>
                <a:lnTo>
                  <a:pt x="3105347" y="3139489"/>
                </a:lnTo>
                <a:lnTo>
                  <a:pt x="3103883" y="3139489"/>
                </a:lnTo>
                <a:lnTo>
                  <a:pt x="3102420" y="3139489"/>
                </a:lnTo>
                <a:lnTo>
                  <a:pt x="3100956" y="3139489"/>
                </a:lnTo>
                <a:lnTo>
                  <a:pt x="3099493" y="3139489"/>
                </a:lnTo>
                <a:lnTo>
                  <a:pt x="3098030" y="3139489"/>
                </a:lnTo>
                <a:lnTo>
                  <a:pt x="3096566" y="3139489"/>
                </a:lnTo>
                <a:lnTo>
                  <a:pt x="3095103" y="3139489"/>
                </a:lnTo>
                <a:lnTo>
                  <a:pt x="3093639" y="3139489"/>
                </a:lnTo>
                <a:lnTo>
                  <a:pt x="3092176" y="3139489"/>
                </a:lnTo>
                <a:lnTo>
                  <a:pt x="3090713" y="3139489"/>
                </a:lnTo>
                <a:lnTo>
                  <a:pt x="3089249" y="3139489"/>
                </a:lnTo>
                <a:lnTo>
                  <a:pt x="3087786" y="3139489"/>
                </a:lnTo>
                <a:lnTo>
                  <a:pt x="3086322" y="3139489"/>
                </a:lnTo>
                <a:lnTo>
                  <a:pt x="3084859" y="3139489"/>
                </a:lnTo>
                <a:lnTo>
                  <a:pt x="3083396" y="3139489"/>
                </a:lnTo>
                <a:lnTo>
                  <a:pt x="3081932" y="3139489"/>
                </a:lnTo>
                <a:lnTo>
                  <a:pt x="3080469" y="3139489"/>
                </a:lnTo>
                <a:lnTo>
                  <a:pt x="3079005" y="3139489"/>
                </a:lnTo>
                <a:lnTo>
                  <a:pt x="3077542" y="3139489"/>
                </a:lnTo>
                <a:lnTo>
                  <a:pt x="3076079" y="3139489"/>
                </a:lnTo>
                <a:lnTo>
                  <a:pt x="3074615" y="3139489"/>
                </a:lnTo>
                <a:lnTo>
                  <a:pt x="3073152" y="3139489"/>
                </a:lnTo>
                <a:lnTo>
                  <a:pt x="3071688" y="3139489"/>
                </a:lnTo>
                <a:lnTo>
                  <a:pt x="3070225" y="3139489"/>
                </a:lnTo>
                <a:lnTo>
                  <a:pt x="3068762" y="3139489"/>
                </a:lnTo>
                <a:lnTo>
                  <a:pt x="3067298" y="3139489"/>
                </a:lnTo>
                <a:lnTo>
                  <a:pt x="3065835" y="3139489"/>
                </a:lnTo>
                <a:lnTo>
                  <a:pt x="3064371" y="3139489"/>
                </a:lnTo>
                <a:lnTo>
                  <a:pt x="3062908" y="3139489"/>
                </a:lnTo>
                <a:lnTo>
                  <a:pt x="3061445" y="3139489"/>
                </a:lnTo>
                <a:lnTo>
                  <a:pt x="3059981" y="3139489"/>
                </a:lnTo>
                <a:lnTo>
                  <a:pt x="3058518" y="3139489"/>
                </a:lnTo>
                <a:lnTo>
                  <a:pt x="3057054" y="3139489"/>
                </a:lnTo>
                <a:lnTo>
                  <a:pt x="3055591" y="3139489"/>
                </a:lnTo>
                <a:lnTo>
                  <a:pt x="3054128" y="3139489"/>
                </a:lnTo>
                <a:lnTo>
                  <a:pt x="3052664" y="3139489"/>
                </a:lnTo>
                <a:lnTo>
                  <a:pt x="3051201" y="3139489"/>
                </a:lnTo>
                <a:lnTo>
                  <a:pt x="3049737" y="3139489"/>
                </a:lnTo>
                <a:lnTo>
                  <a:pt x="3048274" y="3139489"/>
                </a:lnTo>
                <a:lnTo>
                  <a:pt x="3046810" y="3139489"/>
                </a:lnTo>
                <a:lnTo>
                  <a:pt x="3045347" y="3139489"/>
                </a:lnTo>
                <a:lnTo>
                  <a:pt x="3043884" y="3139489"/>
                </a:lnTo>
                <a:lnTo>
                  <a:pt x="3042420" y="3139489"/>
                </a:lnTo>
                <a:lnTo>
                  <a:pt x="3040957" y="3139489"/>
                </a:lnTo>
                <a:lnTo>
                  <a:pt x="3039493" y="3139489"/>
                </a:lnTo>
                <a:lnTo>
                  <a:pt x="3038030" y="3139489"/>
                </a:lnTo>
                <a:lnTo>
                  <a:pt x="3036567" y="3139489"/>
                </a:lnTo>
                <a:lnTo>
                  <a:pt x="3035103" y="3139489"/>
                </a:lnTo>
                <a:lnTo>
                  <a:pt x="3033640" y="3139489"/>
                </a:lnTo>
                <a:lnTo>
                  <a:pt x="3032176" y="3139489"/>
                </a:lnTo>
                <a:lnTo>
                  <a:pt x="3030713" y="3139489"/>
                </a:lnTo>
                <a:lnTo>
                  <a:pt x="3029250" y="3139489"/>
                </a:lnTo>
                <a:lnTo>
                  <a:pt x="3027786" y="3139489"/>
                </a:lnTo>
                <a:lnTo>
                  <a:pt x="3026323" y="3139489"/>
                </a:lnTo>
                <a:lnTo>
                  <a:pt x="3024859" y="3139489"/>
                </a:lnTo>
                <a:lnTo>
                  <a:pt x="3023396" y="3139489"/>
                </a:lnTo>
                <a:lnTo>
                  <a:pt x="3021933" y="3139489"/>
                </a:lnTo>
                <a:lnTo>
                  <a:pt x="3020469" y="3139489"/>
                </a:lnTo>
                <a:lnTo>
                  <a:pt x="3019006" y="3139489"/>
                </a:lnTo>
                <a:lnTo>
                  <a:pt x="3017542" y="3139489"/>
                </a:lnTo>
                <a:lnTo>
                  <a:pt x="3016079" y="3139489"/>
                </a:lnTo>
                <a:lnTo>
                  <a:pt x="3014616" y="3139489"/>
                </a:lnTo>
                <a:lnTo>
                  <a:pt x="3013152" y="3139489"/>
                </a:lnTo>
                <a:lnTo>
                  <a:pt x="3011689" y="3139489"/>
                </a:lnTo>
                <a:lnTo>
                  <a:pt x="3010225" y="3139489"/>
                </a:lnTo>
                <a:lnTo>
                  <a:pt x="3008762" y="3139489"/>
                </a:lnTo>
                <a:lnTo>
                  <a:pt x="3007299" y="3139489"/>
                </a:lnTo>
                <a:lnTo>
                  <a:pt x="3005835" y="3139489"/>
                </a:lnTo>
                <a:lnTo>
                  <a:pt x="3004372" y="3139489"/>
                </a:lnTo>
                <a:lnTo>
                  <a:pt x="3002908" y="3139489"/>
                </a:lnTo>
                <a:lnTo>
                  <a:pt x="3001445" y="3139489"/>
                </a:lnTo>
                <a:lnTo>
                  <a:pt x="2999981" y="3139489"/>
                </a:lnTo>
                <a:lnTo>
                  <a:pt x="2998518" y="3139489"/>
                </a:lnTo>
                <a:lnTo>
                  <a:pt x="2997055" y="3139489"/>
                </a:lnTo>
                <a:lnTo>
                  <a:pt x="2995591" y="3139489"/>
                </a:lnTo>
                <a:lnTo>
                  <a:pt x="2994128" y="3139489"/>
                </a:lnTo>
                <a:lnTo>
                  <a:pt x="2992664" y="3139489"/>
                </a:lnTo>
                <a:lnTo>
                  <a:pt x="2991201" y="3139489"/>
                </a:lnTo>
                <a:lnTo>
                  <a:pt x="2989738" y="3139489"/>
                </a:lnTo>
                <a:lnTo>
                  <a:pt x="2988274" y="3139489"/>
                </a:lnTo>
                <a:lnTo>
                  <a:pt x="2986811" y="3139489"/>
                </a:lnTo>
                <a:lnTo>
                  <a:pt x="2985347" y="3139489"/>
                </a:lnTo>
                <a:lnTo>
                  <a:pt x="2983884" y="3139489"/>
                </a:lnTo>
                <a:lnTo>
                  <a:pt x="2982421" y="3139489"/>
                </a:lnTo>
                <a:lnTo>
                  <a:pt x="2980957" y="3139489"/>
                </a:lnTo>
                <a:lnTo>
                  <a:pt x="2979494" y="3139489"/>
                </a:lnTo>
                <a:lnTo>
                  <a:pt x="2978030" y="3139489"/>
                </a:lnTo>
                <a:lnTo>
                  <a:pt x="2976567" y="3139489"/>
                </a:lnTo>
                <a:lnTo>
                  <a:pt x="2975104" y="3139489"/>
                </a:lnTo>
                <a:lnTo>
                  <a:pt x="2973640" y="3139489"/>
                </a:lnTo>
                <a:lnTo>
                  <a:pt x="2972177" y="3139489"/>
                </a:lnTo>
                <a:lnTo>
                  <a:pt x="2970713" y="3139489"/>
                </a:lnTo>
                <a:lnTo>
                  <a:pt x="2969250" y="3139489"/>
                </a:lnTo>
                <a:lnTo>
                  <a:pt x="2967787" y="3139489"/>
                </a:lnTo>
                <a:lnTo>
                  <a:pt x="2966323" y="3139489"/>
                </a:lnTo>
                <a:lnTo>
                  <a:pt x="2964860" y="3139489"/>
                </a:lnTo>
                <a:lnTo>
                  <a:pt x="2963396" y="3139489"/>
                </a:lnTo>
                <a:lnTo>
                  <a:pt x="2961933" y="3139489"/>
                </a:lnTo>
                <a:lnTo>
                  <a:pt x="2960470" y="3139489"/>
                </a:lnTo>
                <a:lnTo>
                  <a:pt x="2959006" y="3139489"/>
                </a:lnTo>
                <a:lnTo>
                  <a:pt x="2957543" y="3139489"/>
                </a:lnTo>
                <a:lnTo>
                  <a:pt x="2956079" y="3139489"/>
                </a:lnTo>
                <a:lnTo>
                  <a:pt x="2954616" y="3139489"/>
                </a:lnTo>
                <a:lnTo>
                  <a:pt x="2953153" y="3139489"/>
                </a:lnTo>
                <a:lnTo>
                  <a:pt x="2951689" y="3139489"/>
                </a:lnTo>
                <a:lnTo>
                  <a:pt x="2950226" y="3139489"/>
                </a:lnTo>
                <a:lnTo>
                  <a:pt x="2948762" y="3139489"/>
                </a:lnTo>
                <a:lnTo>
                  <a:pt x="2947299" y="3139489"/>
                </a:lnTo>
                <a:lnTo>
                  <a:pt x="2945835" y="3139489"/>
                </a:lnTo>
                <a:lnTo>
                  <a:pt x="2944372" y="3139489"/>
                </a:lnTo>
                <a:lnTo>
                  <a:pt x="2942909" y="3139489"/>
                </a:lnTo>
                <a:lnTo>
                  <a:pt x="2941445" y="3139489"/>
                </a:lnTo>
                <a:lnTo>
                  <a:pt x="2939982" y="3139489"/>
                </a:lnTo>
                <a:lnTo>
                  <a:pt x="2938518" y="3139489"/>
                </a:lnTo>
                <a:lnTo>
                  <a:pt x="2937055" y="3139489"/>
                </a:lnTo>
                <a:lnTo>
                  <a:pt x="2935592" y="3139489"/>
                </a:lnTo>
                <a:lnTo>
                  <a:pt x="2934128" y="3139489"/>
                </a:lnTo>
                <a:lnTo>
                  <a:pt x="2932665" y="3139489"/>
                </a:lnTo>
                <a:lnTo>
                  <a:pt x="2931201" y="3139489"/>
                </a:lnTo>
                <a:lnTo>
                  <a:pt x="2929738" y="3139489"/>
                </a:lnTo>
                <a:lnTo>
                  <a:pt x="2928275" y="3139489"/>
                </a:lnTo>
                <a:lnTo>
                  <a:pt x="2926811" y="3139489"/>
                </a:lnTo>
                <a:lnTo>
                  <a:pt x="2925348" y="3139489"/>
                </a:lnTo>
                <a:lnTo>
                  <a:pt x="2923884" y="3139489"/>
                </a:lnTo>
                <a:lnTo>
                  <a:pt x="2922421" y="3139489"/>
                </a:lnTo>
                <a:lnTo>
                  <a:pt x="2920958" y="3139489"/>
                </a:lnTo>
                <a:lnTo>
                  <a:pt x="2919494" y="3139489"/>
                </a:lnTo>
                <a:lnTo>
                  <a:pt x="2918031" y="3139489"/>
                </a:lnTo>
                <a:lnTo>
                  <a:pt x="2916567" y="3139489"/>
                </a:lnTo>
                <a:lnTo>
                  <a:pt x="2915104" y="3139489"/>
                </a:lnTo>
                <a:lnTo>
                  <a:pt x="2913641" y="3139489"/>
                </a:lnTo>
                <a:lnTo>
                  <a:pt x="2912177" y="3139489"/>
                </a:lnTo>
                <a:lnTo>
                  <a:pt x="2910714" y="3139489"/>
                </a:lnTo>
                <a:lnTo>
                  <a:pt x="2909250" y="3139489"/>
                </a:lnTo>
                <a:lnTo>
                  <a:pt x="2907787" y="3139489"/>
                </a:lnTo>
                <a:lnTo>
                  <a:pt x="2906324" y="3139489"/>
                </a:lnTo>
                <a:lnTo>
                  <a:pt x="2904860" y="3139489"/>
                </a:lnTo>
                <a:lnTo>
                  <a:pt x="2903397" y="3139489"/>
                </a:lnTo>
                <a:lnTo>
                  <a:pt x="2901933" y="3139489"/>
                </a:lnTo>
                <a:lnTo>
                  <a:pt x="2900470" y="3139489"/>
                </a:lnTo>
                <a:lnTo>
                  <a:pt x="2899006" y="3139489"/>
                </a:lnTo>
                <a:lnTo>
                  <a:pt x="2897543" y="3139489"/>
                </a:lnTo>
                <a:lnTo>
                  <a:pt x="2896080" y="3139489"/>
                </a:lnTo>
                <a:lnTo>
                  <a:pt x="2894616" y="3139489"/>
                </a:lnTo>
                <a:lnTo>
                  <a:pt x="2893153" y="3139489"/>
                </a:lnTo>
                <a:lnTo>
                  <a:pt x="2891689" y="3139489"/>
                </a:lnTo>
                <a:lnTo>
                  <a:pt x="2890226" y="3139489"/>
                </a:lnTo>
                <a:lnTo>
                  <a:pt x="2888763" y="3139489"/>
                </a:lnTo>
                <a:lnTo>
                  <a:pt x="2887299" y="3139489"/>
                </a:lnTo>
                <a:lnTo>
                  <a:pt x="2885836" y="3139489"/>
                </a:lnTo>
                <a:lnTo>
                  <a:pt x="2884372" y="3139489"/>
                </a:lnTo>
                <a:lnTo>
                  <a:pt x="2882909" y="3139489"/>
                </a:lnTo>
                <a:lnTo>
                  <a:pt x="2881446" y="3139489"/>
                </a:lnTo>
                <a:lnTo>
                  <a:pt x="2879982" y="3139489"/>
                </a:lnTo>
                <a:lnTo>
                  <a:pt x="2878519" y="3139489"/>
                </a:lnTo>
                <a:lnTo>
                  <a:pt x="2877055" y="3139489"/>
                </a:lnTo>
                <a:lnTo>
                  <a:pt x="2875592" y="3139489"/>
                </a:lnTo>
                <a:lnTo>
                  <a:pt x="2874129" y="3139489"/>
                </a:lnTo>
                <a:lnTo>
                  <a:pt x="2872665" y="3139489"/>
                </a:lnTo>
                <a:lnTo>
                  <a:pt x="2871202" y="3139489"/>
                </a:lnTo>
                <a:lnTo>
                  <a:pt x="2869738" y="3139489"/>
                </a:lnTo>
                <a:lnTo>
                  <a:pt x="2868275" y="3139489"/>
                </a:lnTo>
                <a:lnTo>
                  <a:pt x="2866812" y="3139489"/>
                </a:lnTo>
                <a:lnTo>
                  <a:pt x="2865348" y="3139489"/>
                </a:lnTo>
                <a:lnTo>
                  <a:pt x="2863885" y="3139489"/>
                </a:lnTo>
                <a:lnTo>
                  <a:pt x="2862421" y="3139489"/>
                </a:lnTo>
                <a:lnTo>
                  <a:pt x="2860958" y="3139489"/>
                </a:lnTo>
                <a:lnTo>
                  <a:pt x="2859495" y="3139489"/>
                </a:lnTo>
                <a:lnTo>
                  <a:pt x="2858031" y="3139489"/>
                </a:lnTo>
                <a:lnTo>
                  <a:pt x="2856568" y="3139489"/>
                </a:lnTo>
                <a:lnTo>
                  <a:pt x="2855104" y="3139489"/>
                </a:lnTo>
                <a:lnTo>
                  <a:pt x="2853641" y="3139489"/>
                </a:lnTo>
                <a:lnTo>
                  <a:pt x="2852178" y="3139489"/>
                </a:lnTo>
                <a:lnTo>
                  <a:pt x="2850714" y="3139489"/>
                </a:lnTo>
                <a:lnTo>
                  <a:pt x="2849251" y="3139489"/>
                </a:lnTo>
                <a:lnTo>
                  <a:pt x="2847787" y="3139489"/>
                </a:lnTo>
                <a:lnTo>
                  <a:pt x="2846324" y="3139489"/>
                </a:lnTo>
                <a:lnTo>
                  <a:pt x="2844860" y="3139489"/>
                </a:lnTo>
                <a:lnTo>
                  <a:pt x="2843397" y="3139489"/>
                </a:lnTo>
                <a:lnTo>
                  <a:pt x="2841934" y="3139489"/>
                </a:lnTo>
                <a:lnTo>
                  <a:pt x="2840470" y="3139489"/>
                </a:lnTo>
                <a:lnTo>
                  <a:pt x="2839007" y="3139489"/>
                </a:lnTo>
                <a:lnTo>
                  <a:pt x="2837543" y="3139489"/>
                </a:lnTo>
                <a:lnTo>
                  <a:pt x="2836080" y="3139489"/>
                </a:lnTo>
                <a:lnTo>
                  <a:pt x="2834617" y="3139489"/>
                </a:lnTo>
                <a:lnTo>
                  <a:pt x="2833153" y="3139489"/>
                </a:lnTo>
                <a:lnTo>
                  <a:pt x="2831690" y="3139489"/>
                </a:lnTo>
                <a:lnTo>
                  <a:pt x="2830226" y="3139489"/>
                </a:lnTo>
                <a:lnTo>
                  <a:pt x="2828763" y="3139489"/>
                </a:lnTo>
                <a:lnTo>
                  <a:pt x="2827300" y="3139489"/>
                </a:lnTo>
                <a:lnTo>
                  <a:pt x="2825836" y="3139489"/>
                </a:lnTo>
                <a:lnTo>
                  <a:pt x="2824373" y="3139489"/>
                </a:lnTo>
                <a:lnTo>
                  <a:pt x="2822909" y="3139489"/>
                </a:lnTo>
                <a:lnTo>
                  <a:pt x="2821446" y="3139489"/>
                </a:lnTo>
                <a:lnTo>
                  <a:pt x="2819983" y="3139489"/>
                </a:lnTo>
                <a:lnTo>
                  <a:pt x="2818519" y="3139489"/>
                </a:lnTo>
                <a:lnTo>
                  <a:pt x="2817056" y="3139489"/>
                </a:lnTo>
                <a:lnTo>
                  <a:pt x="2815592" y="3139489"/>
                </a:lnTo>
                <a:lnTo>
                  <a:pt x="2814129" y="3139489"/>
                </a:lnTo>
                <a:lnTo>
                  <a:pt x="2812666" y="3139489"/>
                </a:lnTo>
                <a:lnTo>
                  <a:pt x="2811202" y="3139489"/>
                </a:lnTo>
                <a:lnTo>
                  <a:pt x="2809739" y="3139489"/>
                </a:lnTo>
                <a:lnTo>
                  <a:pt x="2808275" y="3139489"/>
                </a:lnTo>
                <a:lnTo>
                  <a:pt x="2806812" y="3139489"/>
                </a:lnTo>
                <a:lnTo>
                  <a:pt x="2805349" y="3139489"/>
                </a:lnTo>
                <a:lnTo>
                  <a:pt x="2803885" y="3139489"/>
                </a:lnTo>
                <a:lnTo>
                  <a:pt x="2802422" y="3139489"/>
                </a:lnTo>
                <a:lnTo>
                  <a:pt x="2800958" y="3139489"/>
                </a:lnTo>
                <a:lnTo>
                  <a:pt x="2799495" y="3139489"/>
                </a:lnTo>
                <a:lnTo>
                  <a:pt x="2798031" y="3139489"/>
                </a:lnTo>
                <a:lnTo>
                  <a:pt x="2796568" y="3139489"/>
                </a:lnTo>
                <a:lnTo>
                  <a:pt x="2795105" y="3139489"/>
                </a:lnTo>
                <a:lnTo>
                  <a:pt x="2793641" y="3139489"/>
                </a:lnTo>
                <a:lnTo>
                  <a:pt x="2792178" y="3139489"/>
                </a:lnTo>
                <a:lnTo>
                  <a:pt x="2790714" y="3139489"/>
                </a:lnTo>
                <a:lnTo>
                  <a:pt x="2789251" y="3139489"/>
                </a:lnTo>
                <a:lnTo>
                  <a:pt x="2787788" y="3139489"/>
                </a:lnTo>
                <a:lnTo>
                  <a:pt x="2786324" y="3139489"/>
                </a:lnTo>
                <a:lnTo>
                  <a:pt x="2784861" y="3139489"/>
                </a:lnTo>
                <a:lnTo>
                  <a:pt x="2783397" y="3139489"/>
                </a:lnTo>
                <a:lnTo>
                  <a:pt x="2781934" y="3139489"/>
                </a:lnTo>
                <a:lnTo>
                  <a:pt x="2780471" y="3139489"/>
                </a:lnTo>
                <a:lnTo>
                  <a:pt x="2779007" y="3139489"/>
                </a:lnTo>
                <a:lnTo>
                  <a:pt x="2777544" y="3139489"/>
                </a:lnTo>
                <a:lnTo>
                  <a:pt x="2776080" y="3139489"/>
                </a:lnTo>
                <a:lnTo>
                  <a:pt x="2774617" y="3139489"/>
                </a:lnTo>
                <a:lnTo>
                  <a:pt x="2773154" y="3139489"/>
                </a:lnTo>
                <a:lnTo>
                  <a:pt x="2771690" y="3139489"/>
                </a:lnTo>
                <a:lnTo>
                  <a:pt x="2770227" y="3139489"/>
                </a:lnTo>
                <a:lnTo>
                  <a:pt x="2768763" y="3139489"/>
                </a:lnTo>
                <a:lnTo>
                  <a:pt x="2767300" y="3139489"/>
                </a:lnTo>
                <a:lnTo>
                  <a:pt x="2765837" y="3139489"/>
                </a:lnTo>
                <a:lnTo>
                  <a:pt x="2764373" y="3139489"/>
                </a:lnTo>
                <a:lnTo>
                  <a:pt x="2762910" y="3139489"/>
                </a:lnTo>
                <a:lnTo>
                  <a:pt x="2761446" y="3139489"/>
                </a:lnTo>
                <a:lnTo>
                  <a:pt x="2759983" y="3139489"/>
                </a:lnTo>
                <a:lnTo>
                  <a:pt x="2758520" y="3139489"/>
                </a:lnTo>
                <a:lnTo>
                  <a:pt x="2757056" y="3139489"/>
                </a:lnTo>
                <a:lnTo>
                  <a:pt x="2755593" y="3139489"/>
                </a:lnTo>
                <a:lnTo>
                  <a:pt x="2754129" y="3139489"/>
                </a:lnTo>
                <a:lnTo>
                  <a:pt x="2752666" y="3139489"/>
                </a:lnTo>
                <a:lnTo>
                  <a:pt x="2751203" y="3139489"/>
                </a:lnTo>
                <a:lnTo>
                  <a:pt x="2749739" y="3139489"/>
                </a:lnTo>
                <a:lnTo>
                  <a:pt x="2748276" y="3139489"/>
                </a:lnTo>
                <a:lnTo>
                  <a:pt x="2746812" y="3139489"/>
                </a:lnTo>
                <a:lnTo>
                  <a:pt x="2745349" y="3139489"/>
                </a:lnTo>
                <a:lnTo>
                  <a:pt x="2743885" y="3139489"/>
                </a:lnTo>
                <a:lnTo>
                  <a:pt x="2742422" y="3139489"/>
                </a:lnTo>
                <a:lnTo>
                  <a:pt x="2740959" y="3139489"/>
                </a:lnTo>
                <a:lnTo>
                  <a:pt x="2739495" y="3139489"/>
                </a:lnTo>
                <a:lnTo>
                  <a:pt x="2738032" y="3139489"/>
                </a:lnTo>
                <a:lnTo>
                  <a:pt x="2736568" y="3139489"/>
                </a:lnTo>
                <a:lnTo>
                  <a:pt x="2735105" y="3139489"/>
                </a:lnTo>
                <a:lnTo>
                  <a:pt x="2733642" y="3139489"/>
                </a:lnTo>
                <a:lnTo>
                  <a:pt x="2732178" y="3139489"/>
                </a:lnTo>
                <a:lnTo>
                  <a:pt x="2730715" y="3139489"/>
                </a:lnTo>
                <a:lnTo>
                  <a:pt x="2729251" y="3139489"/>
                </a:lnTo>
                <a:lnTo>
                  <a:pt x="2727788" y="3139489"/>
                </a:lnTo>
                <a:lnTo>
                  <a:pt x="2726325" y="3139489"/>
                </a:lnTo>
                <a:lnTo>
                  <a:pt x="2724861" y="3139489"/>
                </a:lnTo>
                <a:lnTo>
                  <a:pt x="2723398" y="3139489"/>
                </a:lnTo>
                <a:lnTo>
                  <a:pt x="2721934" y="3139489"/>
                </a:lnTo>
                <a:lnTo>
                  <a:pt x="2720471" y="3139489"/>
                </a:lnTo>
                <a:lnTo>
                  <a:pt x="2719008" y="3139489"/>
                </a:lnTo>
                <a:lnTo>
                  <a:pt x="2717544" y="3139489"/>
                </a:lnTo>
                <a:lnTo>
                  <a:pt x="2716081" y="3139489"/>
                </a:lnTo>
                <a:lnTo>
                  <a:pt x="2714617" y="3139489"/>
                </a:lnTo>
                <a:lnTo>
                  <a:pt x="2713154" y="3139489"/>
                </a:lnTo>
                <a:lnTo>
                  <a:pt x="2711691" y="3139489"/>
                </a:lnTo>
                <a:lnTo>
                  <a:pt x="2710227" y="3139489"/>
                </a:lnTo>
                <a:lnTo>
                  <a:pt x="2708764" y="3139489"/>
                </a:lnTo>
                <a:lnTo>
                  <a:pt x="2707300" y="3139489"/>
                </a:lnTo>
                <a:lnTo>
                  <a:pt x="2705837" y="3139489"/>
                </a:lnTo>
                <a:lnTo>
                  <a:pt x="2704374" y="3139489"/>
                </a:lnTo>
                <a:lnTo>
                  <a:pt x="2702910" y="3139489"/>
                </a:lnTo>
                <a:lnTo>
                  <a:pt x="2701447" y="3139489"/>
                </a:lnTo>
                <a:lnTo>
                  <a:pt x="2699983" y="3139489"/>
                </a:lnTo>
                <a:lnTo>
                  <a:pt x="2698520" y="3139489"/>
                </a:lnTo>
                <a:lnTo>
                  <a:pt x="2697056" y="3139489"/>
                </a:lnTo>
                <a:lnTo>
                  <a:pt x="2695593" y="3139489"/>
                </a:lnTo>
                <a:lnTo>
                  <a:pt x="2694130" y="3139489"/>
                </a:lnTo>
                <a:lnTo>
                  <a:pt x="2692666" y="3139489"/>
                </a:lnTo>
                <a:lnTo>
                  <a:pt x="2691203" y="3139489"/>
                </a:lnTo>
                <a:lnTo>
                  <a:pt x="2689739" y="3139489"/>
                </a:lnTo>
                <a:lnTo>
                  <a:pt x="2688276" y="3139489"/>
                </a:lnTo>
                <a:lnTo>
                  <a:pt x="2686813" y="3139489"/>
                </a:lnTo>
                <a:lnTo>
                  <a:pt x="2685349" y="3139489"/>
                </a:lnTo>
                <a:lnTo>
                  <a:pt x="2683886" y="3139489"/>
                </a:lnTo>
                <a:lnTo>
                  <a:pt x="2682422" y="3139489"/>
                </a:lnTo>
                <a:lnTo>
                  <a:pt x="2680959" y="3139489"/>
                </a:lnTo>
                <a:lnTo>
                  <a:pt x="2679496" y="3139489"/>
                </a:lnTo>
                <a:lnTo>
                  <a:pt x="2678032" y="3139489"/>
                </a:lnTo>
                <a:lnTo>
                  <a:pt x="2676569" y="3139489"/>
                </a:lnTo>
                <a:lnTo>
                  <a:pt x="2675105" y="3139489"/>
                </a:lnTo>
                <a:lnTo>
                  <a:pt x="2673642" y="3139489"/>
                </a:lnTo>
                <a:lnTo>
                  <a:pt x="2672179" y="3139489"/>
                </a:lnTo>
                <a:lnTo>
                  <a:pt x="2670715" y="3139489"/>
                </a:lnTo>
                <a:lnTo>
                  <a:pt x="2669252" y="3139489"/>
                </a:lnTo>
                <a:lnTo>
                  <a:pt x="2667788" y="3139489"/>
                </a:lnTo>
                <a:lnTo>
                  <a:pt x="2666325" y="3139489"/>
                </a:lnTo>
                <a:lnTo>
                  <a:pt x="2664862" y="3139489"/>
                </a:lnTo>
                <a:lnTo>
                  <a:pt x="2663398" y="3139489"/>
                </a:lnTo>
                <a:lnTo>
                  <a:pt x="2661935" y="3139489"/>
                </a:lnTo>
                <a:lnTo>
                  <a:pt x="2660471" y="3139489"/>
                </a:lnTo>
                <a:lnTo>
                  <a:pt x="2659008" y="3139489"/>
                </a:lnTo>
                <a:lnTo>
                  <a:pt x="2657545" y="3139489"/>
                </a:lnTo>
                <a:lnTo>
                  <a:pt x="2656081" y="3139489"/>
                </a:lnTo>
                <a:lnTo>
                  <a:pt x="2654618" y="3139489"/>
                </a:lnTo>
                <a:lnTo>
                  <a:pt x="2653154" y="3139489"/>
                </a:lnTo>
                <a:lnTo>
                  <a:pt x="2651691" y="3139489"/>
                </a:lnTo>
                <a:lnTo>
                  <a:pt x="2650227" y="3139489"/>
                </a:lnTo>
                <a:lnTo>
                  <a:pt x="2648764" y="3139489"/>
                </a:lnTo>
                <a:lnTo>
                  <a:pt x="2647301" y="3139489"/>
                </a:lnTo>
                <a:lnTo>
                  <a:pt x="2645837" y="3139489"/>
                </a:lnTo>
                <a:lnTo>
                  <a:pt x="2644374" y="3139489"/>
                </a:lnTo>
                <a:lnTo>
                  <a:pt x="2642910" y="3139489"/>
                </a:lnTo>
                <a:lnTo>
                  <a:pt x="2641447" y="3139489"/>
                </a:lnTo>
                <a:lnTo>
                  <a:pt x="2639984" y="3139489"/>
                </a:lnTo>
                <a:lnTo>
                  <a:pt x="2638520" y="3139489"/>
                </a:lnTo>
                <a:lnTo>
                  <a:pt x="2637057" y="3139489"/>
                </a:lnTo>
                <a:lnTo>
                  <a:pt x="2635593" y="3139489"/>
                </a:lnTo>
                <a:lnTo>
                  <a:pt x="2634130" y="3139489"/>
                </a:lnTo>
                <a:lnTo>
                  <a:pt x="2632667" y="3139489"/>
                </a:lnTo>
                <a:lnTo>
                  <a:pt x="2631203" y="3139489"/>
                </a:lnTo>
                <a:lnTo>
                  <a:pt x="2629740" y="3139489"/>
                </a:lnTo>
                <a:lnTo>
                  <a:pt x="2628276" y="3139489"/>
                </a:lnTo>
                <a:lnTo>
                  <a:pt x="2626813" y="3139489"/>
                </a:lnTo>
                <a:lnTo>
                  <a:pt x="2625350" y="3139489"/>
                </a:lnTo>
                <a:lnTo>
                  <a:pt x="2623886" y="3139489"/>
                </a:lnTo>
                <a:lnTo>
                  <a:pt x="2622423" y="3139489"/>
                </a:lnTo>
                <a:lnTo>
                  <a:pt x="2620959" y="3139489"/>
                </a:lnTo>
                <a:lnTo>
                  <a:pt x="2619496" y="3139489"/>
                </a:lnTo>
                <a:lnTo>
                  <a:pt x="2618033" y="3139489"/>
                </a:lnTo>
                <a:lnTo>
                  <a:pt x="2616569" y="3139489"/>
                </a:lnTo>
                <a:lnTo>
                  <a:pt x="2615106" y="3139489"/>
                </a:lnTo>
                <a:lnTo>
                  <a:pt x="2613642" y="3139489"/>
                </a:lnTo>
                <a:lnTo>
                  <a:pt x="2612179" y="3139489"/>
                </a:lnTo>
                <a:lnTo>
                  <a:pt x="2610716" y="3139489"/>
                </a:lnTo>
                <a:lnTo>
                  <a:pt x="2609252" y="3139489"/>
                </a:lnTo>
                <a:lnTo>
                  <a:pt x="2607789" y="3139489"/>
                </a:lnTo>
                <a:lnTo>
                  <a:pt x="2606325" y="3139489"/>
                </a:lnTo>
                <a:lnTo>
                  <a:pt x="2604862" y="3139489"/>
                </a:lnTo>
                <a:lnTo>
                  <a:pt x="2603399" y="3139489"/>
                </a:lnTo>
                <a:lnTo>
                  <a:pt x="2601935" y="3139489"/>
                </a:lnTo>
                <a:lnTo>
                  <a:pt x="2600472" y="3139489"/>
                </a:lnTo>
                <a:lnTo>
                  <a:pt x="2599008" y="3139489"/>
                </a:lnTo>
                <a:lnTo>
                  <a:pt x="2597545" y="3139489"/>
                </a:lnTo>
                <a:lnTo>
                  <a:pt x="2596081" y="3139489"/>
                </a:lnTo>
                <a:lnTo>
                  <a:pt x="2594618" y="3139489"/>
                </a:lnTo>
                <a:lnTo>
                  <a:pt x="2593155" y="3139489"/>
                </a:lnTo>
                <a:lnTo>
                  <a:pt x="2591691" y="3139489"/>
                </a:lnTo>
                <a:lnTo>
                  <a:pt x="2590228" y="3139489"/>
                </a:lnTo>
                <a:lnTo>
                  <a:pt x="2588764" y="3139489"/>
                </a:lnTo>
                <a:lnTo>
                  <a:pt x="2587301" y="3139489"/>
                </a:lnTo>
                <a:lnTo>
                  <a:pt x="2585838" y="3139489"/>
                </a:lnTo>
                <a:lnTo>
                  <a:pt x="2584374" y="3139489"/>
                </a:lnTo>
                <a:lnTo>
                  <a:pt x="2582911" y="3139489"/>
                </a:lnTo>
                <a:lnTo>
                  <a:pt x="2581447" y="3139489"/>
                </a:lnTo>
                <a:lnTo>
                  <a:pt x="2579984" y="3139489"/>
                </a:lnTo>
                <a:lnTo>
                  <a:pt x="2578521" y="3139489"/>
                </a:lnTo>
                <a:lnTo>
                  <a:pt x="2577057" y="3139489"/>
                </a:lnTo>
                <a:lnTo>
                  <a:pt x="2575594" y="3139489"/>
                </a:lnTo>
                <a:lnTo>
                  <a:pt x="2574130" y="3139489"/>
                </a:lnTo>
                <a:lnTo>
                  <a:pt x="2572667" y="3139489"/>
                </a:lnTo>
                <a:lnTo>
                  <a:pt x="2571204" y="3139489"/>
                </a:lnTo>
                <a:lnTo>
                  <a:pt x="2569740" y="3139489"/>
                </a:lnTo>
                <a:lnTo>
                  <a:pt x="2568277" y="3139489"/>
                </a:lnTo>
                <a:lnTo>
                  <a:pt x="2566813" y="3139489"/>
                </a:lnTo>
                <a:lnTo>
                  <a:pt x="2565350" y="3139489"/>
                </a:lnTo>
                <a:lnTo>
                  <a:pt x="2563887" y="3139489"/>
                </a:lnTo>
                <a:lnTo>
                  <a:pt x="2562423" y="3139489"/>
                </a:lnTo>
                <a:lnTo>
                  <a:pt x="2560960" y="3139489"/>
                </a:lnTo>
                <a:lnTo>
                  <a:pt x="2559496" y="3139489"/>
                </a:lnTo>
                <a:lnTo>
                  <a:pt x="2558033" y="3139489"/>
                </a:lnTo>
                <a:lnTo>
                  <a:pt x="2556570" y="3139489"/>
                </a:lnTo>
                <a:lnTo>
                  <a:pt x="2555106" y="3139489"/>
                </a:lnTo>
                <a:lnTo>
                  <a:pt x="2553643" y="3139489"/>
                </a:lnTo>
                <a:lnTo>
                  <a:pt x="2552179" y="3139489"/>
                </a:lnTo>
                <a:lnTo>
                  <a:pt x="2550716" y="3139489"/>
                </a:lnTo>
                <a:lnTo>
                  <a:pt x="2549252" y="3139489"/>
                </a:lnTo>
                <a:lnTo>
                  <a:pt x="2547789" y="3139489"/>
                </a:lnTo>
                <a:lnTo>
                  <a:pt x="2546326" y="3139489"/>
                </a:lnTo>
                <a:lnTo>
                  <a:pt x="2544862" y="3139489"/>
                </a:lnTo>
                <a:lnTo>
                  <a:pt x="2543399" y="3139489"/>
                </a:lnTo>
                <a:lnTo>
                  <a:pt x="2541935" y="3139489"/>
                </a:lnTo>
                <a:lnTo>
                  <a:pt x="2540472" y="3139489"/>
                </a:lnTo>
                <a:lnTo>
                  <a:pt x="2539009" y="3139489"/>
                </a:lnTo>
                <a:lnTo>
                  <a:pt x="2537545" y="3139489"/>
                </a:lnTo>
                <a:lnTo>
                  <a:pt x="2536082" y="3139489"/>
                </a:lnTo>
                <a:lnTo>
                  <a:pt x="2534618" y="3139489"/>
                </a:lnTo>
                <a:lnTo>
                  <a:pt x="2533155" y="3139489"/>
                </a:lnTo>
                <a:lnTo>
                  <a:pt x="2531692" y="3139489"/>
                </a:lnTo>
                <a:lnTo>
                  <a:pt x="2530228" y="3139489"/>
                </a:lnTo>
                <a:lnTo>
                  <a:pt x="2528765" y="3139489"/>
                </a:lnTo>
                <a:lnTo>
                  <a:pt x="2527301" y="3139489"/>
                </a:lnTo>
                <a:lnTo>
                  <a:pt x="2525838" y="3139489"/>
                </a:lnTo>
                <a:lnTo>
                  <a:pt x="2524375" y="3139489"/>
                </a:lnTo>
                <a:lnTo>
                  <a:pt x="2522911" y="3139489"/>
                </a:lnTo>
                <a:lnTo>
                  <a:pt x="2521448" y="3139489"/>
                </a:lnTo>
                <a:lnTo>
                  <a:pt x="2519984" y="3139489"/>
                </a:lnTo>
                <a:lnTo>
                  <a:pt x="2518521" y="3139489"/>
                </a:lnTo>
                <a:lnTo>
                  <a:pt x="2517058" y="3139489"/>
                </a:lnTo>
                <a:lnTo>
                  <a:pt x="2515594" y="3139489"/>
                </a:lnTo>
                <a:lnTo>
                  <a:pt x="2514131" y="3139489"/>
                </a:lnTo>
                <a:lnTo>
                  <a:pt x="2512667" y="3139489"/>
                </a:lnTo>
                <a:lnTo>
                  <a:pt x="2511204" y="3139489"/>
                </a:lnTo>
                <a:lnTo>
                  <a:pt x="2509741" y="3139489"/>
                </a:lnTo>
                <a:lnTo>
                  <a:pt x="2508277" y="3139489"/>
                </a:lnTo>
                <a:lnTo>
                  <a:pt x="2506814" y="3139489"/>
                </a:lnTo>
                <a:lnTo>
                  <a:pt x="2505350" y="3139489"/>
                </a:lnTo>
                <a:lnTo>
                  <a:pt x="2503887" y="3139489"/>
                </a:lnTo>
                <a:lnTo>
                  <a:pt x="2502424" y="3139489"/>
                </a:lnTo>
                <a:lnTo>
                  <a:pt x="2500960" y="3139489"/>
                </a:lnTo>
                <a:lnTo>
                  <a:pt x="2499497" y="3139489"/>
                </a:lnTo>
                <a:lnTo>
                  <a:pt x="2498033" y="3139489"/>
                </a:lnTo>
                <a:lnTo>
                  <a:pt x="2496570" y="3139489"/>
                </a:lnTo>
                <a:lnTo>
                  <a:pt x="2495106" y="3139489"/>
                </a:lnTo>
                <a:lnTo>
                  <a:pt x="2493643" y="3139489"/>
                </a:lnTo>
                <a:lnTo>
                  <a:pt x="2492180" y="3139489"/>
                </a:lnTo>
                <a:lnTo>
                  <a:pt x="2490716" y="3139489"/>
                </a:lnTo>
                <a:lnTo>
                  <a:pt x="2489253" y="3139489"/>
                </a:lnTo>
                <a:lnTo>
                  <a:pt x="2487789" y="3139489"/>
                </a:lnTo>
                <a:lnTo>
                  <a:pt x="2486326" y="3139489"/>
                </a:lnTo>
                <a:lnTo>
                  <a:pt x="2484863" y="3139489"/>
                </a:lnTo>
                <a:lnTo>
                  <a:pt x="2483399" y="3139489"/>
                </a:lnTo>
                <a:lnTo>
                  <a:pt x="2481936" y="3139489"/>
                </a:lnTo>
                <a:lnTo>
                  <a:pt x="2480472" y="3139489"/>
                </a:lnTo>
                <a:lnTo>
                  <a:pt x="2479009" y="3139489"/>
                </a:lnTo>
                <a:lnTo>
                  <a:pt x="2477546" y="3139489"/>
                </a:lnTo>
                <a:lnTo>
                  <a:pt x="2476082" y="3139489"/>
                </a:lnTo>
                <a:lnTo>
                  <a:pt x="2474619" y="3139489"/>
                </a:lnTo>
                <a:lnTo>
                  <a:pt x="2473155" y="3139489"/>
                </a:lnTo>
                <a:lnTo>
                  <a:pt x="2471692" y="3139489"/>
                </a:lnTo>
                <a:lnTo>
                  <a:pt x="2470229" y="3139489"/>
                </a:lnTo>
                <a:lnTo>
                  <a:pt x="2468765" y="3139489"/>
                </a:lnTo>
                <a:lnTo>
                  <a:pt x="2467302" y="3139489"/>
                </a:lnTo>
                <a:lnTo>
                  <a:pt x="2465838" y="3139489"/>
                </a:lnTo>
                <a:lnTo>
                  <a:pt x="2464375" y="3139489"/>
                </a:lnTo>
                <a:lnTo>
                  <a:pt x="2462912" y="3139489"/>
                </a:lnTo>
                <a:lnTo>
                  <a:pt x="2461448" y="3139489"/>
                </a:lnTo>
                <a:lnTo>
                  <a:pt x="2459985" y="3139489"/>
                </a:lnTo>
                <a:lnTo>
                  <a:pt x="2458521" y="3139489"/>
                </a:lnTo>
                <a:lnTo>
                  <a:pt x="2457058" y="3139489"/>
                </a:lnTo>
                <a:lnTo>
                  <a:pt x="2455595" y="3139489"/>
                </a:lnTo>
                <a:lnTo>
                  <a:pt x="2454131" y="3139489"/>
                </a:lnTo>
                <a:lnTo>
                  <a:pt x="2452668" y="3139489"/>
                </a:lnTo>
                <a:lnTo>
                  <a:pt x="2451204" y="3139489"/>
                </a:lnTo>
                <a:lnTo>
                  <a:pt x="2449741" y="3139489"/>
                </a:lnTo>
                <a:lnTo>
                  <a:pt x="2448277" y="3139489"/>
                </a:lnTo>
                <a:lnTo>
                  <a:pt x="2446814" y="3139489"/>
                </a:lnTo>
                <a:lnTo>
                  <a:pt x="2445351" y="3139489"/>
                </a:lnTo>
                <a:lnTo>
                  <a:pt x="2443887" y="3139489"/>
                </a:lnTo>
                <a:lnTo>
                  <a:pt x="2442424" y="3139489"/>
                </a:lnTo>
                <a:lnTo>
                  <a:pt x="2440960" y="3139489"/>
                </a:lnTo>
                <a:lnTo>
                  <a:pt x="2439497" y="3139489"/>
                </a:lnTo>
                <a:lnTo>
                  <a:pt x="2438034" y="3139489"/>
                </a:lnTo>
                <a:lnTo>
                  <a:pt x="2436570" y="3139489"/>
                </a:lnTo>
                <a:lnTo>
                  <a:pt x="2435107" y="3139489"/>
                </a:lnTo>
                <a:lnTo>
                  <a:pt x="2433643" y="3139489"/>
                </a:lnTo>
                <a:lnTo>
                  <a:pt x="2432180" y="3139489"/>
                </a:lnTo>
                <a:lnTo>
                  <a:pt x="2430717" y="3139489"/>
                </a:lnTo>
                <a:lnTo>
                  <a:pt x="2429253" y="3139489"/>
                </a:lnTo>
                <a:lnTo>
                  <a:pt x="2427790" y="3139489"/>
                </a:lnTo>
                <a:lnTo>
                  <a:pt x="2426326" y="3139489"/>
                </a:lnTo>
                <a:lnTo>
                  <a:pt x="2424863" y="3139489"/>
                </a:lnTo>
                <a:lnTo>
                  <a:pt x="2423400" y="3139489"/>
                </a:lnTo>
                <a:lnTo>
                  <a:pt x="2421936" y="3139489"/>
                </a:lnTo>
                <a:lnTo>
                  <a:pt x="2420473" y="3139489"/>
                </a:lnTo>
                <a:lnTo>
                  <a:pt x="2419009" y="3139489"/>
                </a:lnTo>
                <a:lnTo>
                  <a:pt x="2417546" y="3139489"/>
                </a:lnTo>
                <a:lnTo>
                  <a:pt x="2416083" y="3139489"/>
                </a:lnTo>
                <a:lnTo>
                  <a:pt x="2414619" y="3139489"/>
                </a:lnTo>
                <a:lnTo>
                  <a:pt x="2413156" y="3139489"/>
                </a:lnTo>
                <a:lnTo>
                  <a:pt x="2411692" y="3139489"/>
                </a:lnTo>
                <a:lnTo>
                  <a:pt x="2410229" y="3139489"/>
                </a:lnTo>
                <a:lnTo>
                  <a:pt x="2408766" y="3139489"/>
                </a:lnTo>
                <a:lnTo>
                  <a:pt x="2407302" y="3139489"/>
                </a:lnTo>
                <a:lnTo>
                  <a:pt x="2405839" y="3139489"/>
                </a:lnTo>
                <a:lnTo>
                  <a:pt x="2404375" y="3139489"/>
                </a:lnTo>
                <a:lnTo>
                  <a:pt x="2402912" y="3139489"/>
                </a:lnTo>
                <a:lnTo>
                  <a:pt x="2401449" y="3139489"/>
                </a:lnTo>
                <a:lnTo>
                  <a:pt x="2399985" y="3139489"/>
                </a:lnTo>
                <a:lnTo>
                  <a:pt x="2398522" y="3139489"/>
                </a:lnTo>
                <a:lnTo>
                  <a:pt x="2397058" y="3139489"/>
                </a:lnTo>
                <a:lnTo>
                  <a:pt x="2395595" y="3139489"/>
                </a:lnTo>
                <a:lnTo>
                  <a:pt x="2394131" y="3139489"/>
                </a:lnTo>
                <a:lnTo>
                  <a:pt x="2392668" y="3139489"/>
                </a:lnTo>
                <a:lnTo>
                  <a:pt x="2391205" y="3139489"/>
                </a:lnTo>
                <a:lnTo>
                  <a:pt x="2389741" y="3139489"/>
                </a:lnTo>
                <a:lnTo>
                  <a:pt x="2388278" y="3139489"/>
                </a:lnTo>
                <a:lnTo>
                  <a:pt x="2386814" y="3139489"/>
                </a:lnTo>
                <a:lnTo>
                  <a:pt x="2385351" y="3139489"/>
                </a:lnTo>
                <a:lnTo>
                  <a:pt x="2383888" y="3139489"/>
                </a:lnTo>
                <a:lnTo>
                  <a:pt x="2382424" y="3139489"/>
                </a:lnTo>
                <a:lnTo>
                  <a:pt x="2380961" y="3139489"/>
                </a:lnTo>
                <a:lnTo>
                  <a:pt x="2379497" y="3139489"/>
                </a:lnTo>
                <a:lnTo>
                  <a:pt x="2378034" y="3139489"/>
                </a:lnTo>
                <a:lnTo>
                  <a:pt x="2376571" y="3139489"/>
                </a:lnTo>
                <a:lnTo>
                  <a:pt x="2375107" y="3139489"/>
                </a:lnTo>
                <a:lnTo>
                  <a:pt x="2373644" y="3139489"/>
                </a:lnTo>
                <a:lnTo>
                  <a:pt x="2372180" y="3139489"/>
                </a:lnTo>
                <a:lnTo>
                  <a:pt x="2370717" y="3139489"/>
                </a:lnTo>
                <a:lnTo>
                  <a:pt x="2369254" y="3139489"/>
                </a:lnTo>
                <a:lnTo>
                  <a:pt x="2367790" y="3139489"/>
                </a:lnTo>
                <a:lnTo>
                  <a:pt x="2366327" y="3139489"/>
                </a:lnTo>
                <a:lnTo>
                  <a:pt x="2364863" y="3139489"/>
                </a:lnTo>
                <a:lnTo>
                  <a:pt x="2363400" y="3139489"/>
                </a:lnTo>
                <a:lnTo>
                  <a:pt x="2361937" y="3139489"/>
                </a:lnTo>
                <a:lnTo>
                  <a:pt x="2360473" y="3139489"/>
                </a:lnTo>
                <a:lnTo>
                  <a:pt x="2359010" y="3139489"/>
                </a:lnTo>
                <a:lnTo>
                  <a:pt x="2357546" y="3139489"/>
                </a:lnTo>
                <a:lnTo>
                  <a:pt x="2356083" y="3139489"/>
                </a:lnTo>
                <a:lnTo>
                  <a:pt x="2354620" y="3139489"/>
                </a:lnTo>
                <a:lnTo>
                  <a:pt x="2353156" y="3139489"/>
                </a:lnTo>
                <a:lnTo>
                  <a:pt x="2351693" y="3139489"/>
                </a:lnTo>
                <a:lnTo>
                  <a:pt x="2350229" y="3139489"/>
                </a:lnTo>
                <a:lnTo>
                  <a:pt x="2348766" y="3139489"/>
                </a:lnTo>
                <a:lnTo>
                  <a:pt x="2347302" y="3139489"/>
                </a:lnTo>
                <a:lnTo>
                  <a:pt x="2345839" y="3139489"/>
                </a:lnTo>
                <a:lnTo>
                  <a:pt x="2344376" y="3139489"/>
                </a:lnTo>
                <a:lnTo>
                  <a:pt x="2342912" y="3139489"/>
                </a:lnTo>
                <a:lnTo>
                  <a:pt x="2341449" y="3139489"/>
                </a:lnTo>
                <a:lnTo>
                  <a:pt x="2339985" y="3139489"/>
                </a:lnTo>
                <a:lnTo>
                  <a:pt x="2338522" y="3139489"/>
                </a:lnTo>
                <a:lnTo>
                  <a:pt x="2337059" y="3139489"/>
                </a:lnTo>
                <a:lnTo>
                  <a:pt x="2335595" y="3139489"/>
                </a:lnTo>
                <a:lnTo>
                  <a:pt x="2334132" y="3139489"/>
                </a:lnTo>
                <a:lnTo>
                  <a:pt x="2332668" y="3139489"/>
                </a:lnTo>
                <a:lnTo>
                  <a:pt x="2331205" y="3139489"/>
                </a:lnTo>
                <a:lnTo>
                  <a:pt x="2329742" y="3139489"/>
                </a:lnTo>
                <a:lnTo>
                  <a:pt x="2328278" y="3139489"/>
                </a:lnTo>
                <a:lnTo>
                  <a:pt x="2326815" y="3139489"/>
                </a:lnTo>
                <a:lnTo>
                  <a:pt x="2325351" y="3139489"/>
                </a:lnTo>
                <a:lnTo>
                  <a:pt x="2323888" y="3139489"/>
                </a:lnTo>
                <a:lnTo>
                  <a:pt x="2322425" y="3139489"/>
                </a:lnTo>
                <a:lnTo>
                  <a:pt x="2320961" y="3139489"/>
                </a:lnTo>
                <a:lnTo>
                  <a:pt x="2319498" y="3139489"/>
                </a:lnTo>
                <a:lnTo>
                  <a:pt x="2318034" y="3139489"/>
                </a:lnTo>
                <a:lnTo>
                  <a:pt x="2316571" y="3139489"/>
                </a:lnTo>
                <a:lnTo>
                  <a:pt x="2315108" y="3139489"/>
                </a:lnTo>
                <a:lnTo>
                  <a:pt x="2313644" y="3139489"/>
                </a:lnTo>
                <a:lnTo>
                  <a:pt x="2312181" y="3139489"/>
                </a:lnTo>
                <a:lnTo>
                  <a:pt x="2310717" y="3139489"/>
                </a:lnTo>
                <a:lnTo>
                  <a:pt x="2309254" y="3139489"/>
                </a:lnTo>
                <a:lnTo>
                  <a:pt x="2307791" y="3139489"/>
                </a:lnTo>
                <a:lnTo>
                  <a:pt x="2306327" y="3139489"/>
                </a:lnTo>
                <a:lnTo>
                  <a:pt x="2304864" y="3139489"/>
                </a:lnTo>
                <a:lnTo>
                  <a:pt x="2303400" y="3139489"/>
                </a:lnTo>
                <a:lnTo>
                  <a:pt x="2301937" y="3139489"/>
                </a:lnTo>
                <a:lnTo>
                  <a:pt x="2300473" y="3139489"/>
                </a:lnTo>
                <a:lnTo>
                  <a:pt x="2299010" y="3139489"/>
                </a:lnTo>
                <a:lnTo>
                  <a:pt x="2297547" y="3139489"/>
                </a:lnTo>
                <a:lnTo>
                  <a:pt x="2296083" y="3139489"/>
                </a:lnTo>
                <a:lnTo>
                  <a:pt x="2294620" y="3139489"/>
                </a:lnTo>
                <a:lnTo>
                  <a:pt x="2293156" y="3139489"/>
                </a:lnTo>
                <a:lnTo>
                  <a:pt x="2291693" y="3139489"/>
                </a:lnTo>
                <a:lnTo>
                  <a:pt x="2290230" y="3139489"/>
                </a:lnTo>
                <a:lnTo>
                  <a:pt x="2288766" y="3139489"/>
                </a:lnTo>
                <a:lnTo>
                  <a:pt x="2287303" y="3139489"/>
                </a:lnTo>
                <a:lnTo>
                  <a:pt x="2285839" y="3139489"/>
                </a:lnTo>
                <a:lnTo>
                  <a:pt x="2284376" y="3139489"/>
                </a:lnTo>
                <a:lnTo>
                  <a:pt x="2282913" y="3139489"/>
                </a:lnTo>
                <a:lnTo>
                  <a:pt x="2281449" y="3139489"/>
                </a:lnTo>
                <a:lnTo>
                  <a:pt x="2279986" y="3139489"/>
                </a:lnTo>
                <a:lnTo>
                  <a:pt x="2278522" y="3139489"/>
                </a:lnTo>
                <a:lnTo>
                  <a:pt x="2277059" y="3139489"/>
                </a:lnTo>
                <a:lnTo>
                  <a:pt x="2275596" y="3139489"/>
                </a:lnTo>
                <a:lnTo>
                  <a:pt x="2274132" y="3139489"/>
                </a:lnTo>
                <a:lnTo>
                  <a:pt x="2272669" y="3139489"/>
                </a:lnTo>
                <a:lnTo>
                  <a:pt x="2271205" y="3139489"/>
                </a:lnTo>
                <a:lnTo>
                  <a:pt x="2269742" y="3139489"/>
                </a:lnTo>
                <a:lnTo>
                  <a:pt x="2268279" y="3139489"/>
                </a:lnTo>
                <a:lnTo>
                  <a:pt x="2266815" y="3139489"/>
                </a:lnTo>
                <a:lnTo>
                  <a:pt x="2265352" y="3139489"/>
                </a:lnTo>
                <a:lnTo>
                  <a:pt x="2263888" y="3139489"/>
                </a:lnTo>
                <a:lnTo>
                  <a:pt x="2262425" y="3139489"/>
                </a:lnTo>
                <a:lnTo>
                  <a:pt x="2260962" y="3139489"/>
                </a:lnTo>
                <a:lnTo>
                  <a:pt x="2259498" y="3139489"/>
                </a:lnTo>
                <a:lnTo>
                  <a:pt x="2258035" y="3139489"/>
                </a:lnTo>
                <a:lnTo>
                  <a:pt x="2256571" y="3139489"/>
                </a:lnTo>
                <a:lnTo>
                  <a:pt x="2255108" y="3139489"/>
                </a:lnTo>
                <a:lnTo>
                  <a:pt x="2253645" y="3139489"/>
                </a:lnTo>
                <a:lnTo>
                  <a:pt x="2252181" y="3139489"/>
                </a:lnTo>
                <a:lnTo>
                  <a:pt x="2250718" y="3139489"/>
                </a:lnTo>
                <a:lnTo>
                  <a:pt x="2249254" y="3139489"/>
                </a:lnTo>
                <a:lnTo>
                  <a:pt x="2247791" y="3139489"/>
                </a:lnTo>
                <a:lnTo>
                  <a:pt x="2246327" y="3139489"/>
                </a:lnTo>
                <a:lnTo>
                  <a:pt x="2244864" y="3139489"/>
                </a:lnTo>
                <a:lnTo>
                  <a:pt x="2243401" y="3139489"/>
                </a:lnTo>
                <a:lnTo>
                  <a:pt x="2241937" y="3139489"/>
                </a:lnTo>
                <a:lnTo>
                  <a:pt x="2240474" y="3139489"/>
                </a:lnTo>
                <a:lnTo>
                  <a:pt x="2239010" y="3139489"/>
                </a:lnTo>
                <a:lnTo>
                  <a:pt x="2237547" y="3139489"/>
                </a:lnTo>
                <a:lnTo>
                  <a:pt x="2236084" y="3139489"/>
                </a:lnTo>
                <a:lnTo>
                  <a:pt x="2234620" y="3139489"/>
                </a:lnTo>
                <a:lnTo>
                  <a:pt x="2233157" y="3139489"/>
                </a:lnTo>
                <a:lnTo>
                  <a:pt x="2231693" y="3139489"/>
                </a:lnTo>
                <a:lnTo>
                  <a:pt x="2230230" y="3139489"/>
                </a:lnTo>
                <a:lnTo>
                  <a:pt x="2228767" y="3139489"/>
                </a:lnTo>
                <a:lnTo>
                  <a:pt x="2227303" y="3139489"/>
                </a:lnTo>
                <a:lnTo>
                  <a:pt x="2225840" y="3139489"/>
                </a:lnTo>
                <a:lnTo>
                  <a:pt x="2224376" y="3139489"/>
                </a:lnTo>
                <a:lnTo>
                  <a:pt x="2222913" y="3139489"/>
                </a:lnTo>
                <a:lnTo>
                  <a:pt x="2221450" y="3139489"/>
                </a:lnTo>
                <a:lnTo>
                  <a:pt x="2219986" y="3139489"/>
                </a:lnTo>
                <a:lnTo>
                  <a:pt x="2218523" y="3139489"/>
                </a:lnTo>
                <a:lnTo>
                  <a:pt x="2217059" y="3139489"/>
                </a:lnTo>
                <a:lnTo>
                  <a:pt x="2215596" y="3139489"/>
                </a:lnTo>
                <a:lnTo>
                  <a:pt x="2214133" y="3139489"/>
                </a:lnTo>
                <a:lnTo>
                  <a:pt x="2212669" y="3139489"/>
                </a:lnTo>
                <a:lnTo>
                  <a:pt x="2211206" y="3139489"/>
                </a:lnTo>
                <a:lnTo>
                  <a:pt x="2209742" y="3139489"/>
                </a:lnTo>
                <a:lnTo>
                  <a:pt x="2208279" y="3139489"/>
                </a:lnTo>
                <a:lnTo>
                  <a:pt x="2206816" y="3139489"/>
                </a:lnTo>
                <a:lnTo>
                  <a:pt x="2205352" y="3139489"/>
                </a:lnTo>
                <a:lnTo>
                  <a:pt x="2203889" y="3139489"/>
                </a:lnTo>
                <a:lnTo>
                  <a:pt x="2202425" y="3139489"/>
                </a:lnTo>
                <a:lnTo>
                  <a:pt x="2200962" y="3139489"/>
                </a:lnTo>
                <a:lnTo>
                  <a:pt x="2199498" y="3139489"/>
                </a:lnTo>
                <a:lnTo>
                  <a:pt x="2198035" y="3139489"/>
                </a:lnTo>
                <a:lnTo>
                  <a:pt x="2196572" y="3139489"/>
                </a:lnTo>
                <a:lnTo>
                  <a:pt x="2195108" y="3139489"/>
                </a:lnTo>
                <a:lnTo>
                  <a:pt x="2193645" y="3139489"/>
                </a:lnTo>
                <a:lnTo>
                  <a:pt x="2192181" y="3139489"/>
                </a:lnTo>
                <a:lnTo>
                  <a:pt x="2190718" y="3139489"/>
                </a:lnTo>
                <a:lnTo>
                  <a:pt x="2189255" y="3139489"/>
                </a:lnTo>
                <a:lnTo>
                  <a:pt x="2187791" y="3139489"/>
                </a:lnTo>
                <a:lnTo>
                  <a:pt x="2186328" y="3139489"/>
                </a:lnTo>
                <a:lnTo>
                  <a:pt x="2184864" y="3139489"/>
                </a:lnTo>
                <a:lnTo>
                  <a:pt x="2183401" y="3139489"/>
                </a:lnTo>
                <a:lnTo>
                  <a:pt x="2181938" y="3139489"/>
                </a:lnTo>
                <a:lnTo>
                  <a:pt x="2180474" y="3139489"/>
                </a:lnTo>
                <a:lnTo>
                  <a:pt x="2179011" y="3139489"/>
                </a:lnTo>
                <a:lnTo>
                  <a:pt x="2177547" y="3139489"/>
                </a:lnTo>
                <a:lnTo>
                  <a:pt x="2176084" y="3139489"/>
                </a:lnTo>
                <a:lnTo>
                  <a:pt x="2174621" y="3139489"/>
                </a:lnTo>
                <a:lnTo>
                  <a:pt x="2173157" y="3139489"/>
                </a:lnTo>
                <a:lnTo>
                  <a:pt x="2171694" y="3139489"/>
                </a:lnTo>
                <a:lnTo>
                  <a:pt x="2170230" y="3139489"/>
                </a:lnTo>
                <a:lnTo>
                  <a:pt x="2168767" y="3139489"/>
                </a:lnTo>
                <a:lnTo>
                  <a:pt x="2167304" y="3139489"/>
                </a:lnTo>
                <a:lnTo>
                  <a:pt x="2165840" y="3139489"/>
                </a:lnTo>
                <a:lnTo>
                  <a:pt x="2164377" y="3139489"/>
                </a:lnTo>
                <a:lnTo>
                  <a:pt x="2162913" y="3139489"/>
                </a:lnTo>
                <a:lnTo>
                  <a:pt x="2161450" y="3139489"/>
                </a:lnTo>
                <a:lnTo>
                  <a:pt x="2159987" y="3139489"/>
                </a:lnTo>
                <a:lnTo>
                  <a:pt x="2158523" y="3139489"/>
                </a:lnTo>
                <a:lnTo>
                  <a:pt x="2157060" y="3139489"/>
                </a:lnTo>
                <a:lnTo>
                  <a:pt x="2155596" y="3139489"/>
                </a:lnTo>
                <a:lnTo>
                  <a:pt x="2154133" y="3139489"/>
                </a:lnTo>
                <a:lnTo>
                  <a:pt x="2152670" y="3139489"/>
                </a:lnTo>
                <a:lnTo>
                  <a:pt x="2151206" y="3139489"/>
                </a:lnTo>
                <a:lnTo>
                  <a:pt x="2149743" y="3139489"/>
                </a:lnTo>
                <a:lnTo>
                  <a:pt x="2148279" y="3139489"/>
                </a:lnTo>
                <a:lnTo>
                  <a:pt x="2146816" y="3139489"/>
                </a:lnTo>
                <a:lnTo>
                  <a:pt x="2145352" y="3139489"/>
                </a:lnTo>
                <a:lnTo>
                  <a:pt x="2143889" y="3139489"/>
                </a:lnTo>
                <a:lnTo>
                  <a:pt x="2142426" y="3139489"/>
                </a:lnTo>
                <a:lnTo>
                  <a:pt x="2140962" y="3139489"/>
                </a:lnTo>
                <a:lnTo>
                  <a:pt x="2139499" y="3139489"/>
                </a:lnTo>
                <a:lnTo>
                  <a:pt x="2138035" y="3139489"/>
                </a:lnTo>
                <a:lnTo>
                  <a:pt x="2136572" y="3139489"/>
                </a:lnTo>
                <a:lnTo>
                  <a:pt x="2135109" y="3139489"/>
                </a:lnTo>
                <a:lnTo>
                  <a:pt x="2133645" y="3139489"/>
                </a:lnTo>
                <a:lnTo>
                  <a:pt x="2132182" y="3139489"/>
                </a:lnTo>
                <a:lnTo>
                  <a:pt x="2130718" y="3139489"/>
                </a:lnTo>
                <a:lnTo>
                  <a:pt x="2129255" y="3139489"/>
                </a:lnTo>
                <a:lnTo>
                  <a:pt x="2127792" y="3139489"/>
                </a:lnTo>
                <a:lnTo>
                  <a:pt x="2126328" y="3139489"/>
                </a:lnTo>
                <a:lnTo>
                  <a:pt x="2124865" y="3139489"/>
                </a:lnTo>
                <a:lnTo>
                  <a:pt x="2123401" y="3139489"/>
                </a:lnTo>
                <a:lnTo>
                  <a:pt x="2121938" y="3139489"/>
                </a:lnTo>
                <a:lnTo>
                  <a:pt x="2120475" y="3139489"/>
                </a:lnTo>
                <a:lnTo>
                  <a:pt x="2119011" y="3139489"/>
                </a:lnTo>
                <a:lnTo>
                  <a:pt x="2117548" y="3139489"/>
                </a:lnTo>
                <a:lnTo>
                  <a:pt x="2116084" y="3139489"/>
                </a:lnTo>
                <a:lnTo>
                  <a:pt x="2114621" y="3139489"/>
                </a:lnTo>
                <a:lnTo>
                  <a:pt x="2113158" y="3139489"/>
                </a:lnTo>
                <a:lnTo>
                  <a:pt x="2111694" y="3139489"/>
                </a:lnTo>
                <a:lnTo>
                  <a:pt x="2110231" y="3139489"/>
                </a:lnTo>
                <a:lnTo>
                  <a:pt x="2108767" y="3139489"/>
                </a:lnTo>
                <a:lnTo>
                  <a:pt x="2107304" y="3139489"/>
                </a:lnTo>
                <a:lnTo>
                  <a:pt x="2105841" y="3139489"/>
                </a:lnTo>
                <a:lnTo>
                  <a:pt x="2104377" y="3139489"/>
                </a:lnTo>
                <a:lnTo>
                  <a:pt x="2102914" y="3139489"/>
                </a:lnTo>
                <a:lnTo>
                  <a:pt x="2101450" y="3139489"/>
                </a:lnTo>
                <a:lnTo>
                  <a:pt x="2099987" y="3139489"/>
                </a:lnTo>
                <a:lnTo>
                  <a:pt x="2098523" y="3139489"/>
                </a:lnTo>
                <a:lnTo>
                  <a:pt x="2097060" y="3139489"/>
                </a:lnTo>
                <a:lnTo>
                  <a:pt x="2095597" y="3139489"/>
                </a:lnTo>
                <a:lnTo>
                  <a:pt x="2094133" y="3139489"/>
                </a:lnTo>
                <a:lnTo>
                  <a:pt x="2092670" y="3139489"/>
                </a:lnTo>
                <a:lnTo>
                  <a:pt x="2091206" y="3139489"/>
                </a:lnTo>
                <a:lnTo>
                  <a:pt x="2089743" y="3139489"/>
                </a:lnTo>
                <a:lnTo>
                  <a:pt x="2088280" y="3139489"/>
                </a:lnTo>
                <a:lnTo>
                  <a:pt x="2086816" y="3139489"/>
                </a:lnTo>
                <a:lnTo>
                  <a:pt x="2085353" y="3139489"/>
                </a:lnTo>
                <a:lnTo>
                  <a:pt x="2083889" y="3139489"/>
                </a:lnTo>
                <a:lnTo>
                  <a:pt x="2082426" y="3139489"/>
                </a:lnTo>
                <a:lnTo>
                  <a:pt x="2080963" y="3139489"/>
                </a:lnTo>
                <a:lnTo>
                  <a:pt x="2079499" y="3139489"/>
                </a:lnTo>
                <a:lnTo>
                  <a:pt x="2078036" y="3139489"/>
                </a:lnTo>
                <a:lnTo>
                  <a:pt x="2076572" y="3139489"/>
                </a:lnTo>
                <a:lnTo>
                  <a:pt x="2075109" y="3139489"/>
                </a:lnTo>
                <a:lnTo>
                  <a:pt x="2073646" y="3139489"/>
                </a:lnTo>
                <a:lnTo>
                  <a:pt x="2072182" y="3139489"/>
                </a:lnTo>
                <a:lnTo>
                  <a:pt x="2070719" y="3139489"/>
                </a:lnTo>
                <a:lnTo>
                  <a:pt x="2069255" y="3139489"/>
                </a:lnTo>
                <a:lnTo>
                  <a:pt x="2067792" y="3139489"/>
                </a:lnTo>
                <a:lnTo>
                  <a:pt x="2066329" y="3139489"/>
                </a:lnTo>
                <a:lnTo>
                  <a:pt x="2064865" y="3139489"/>
                </a:lnTo>
                <a:lnTo>
                  <a:pt x="2063402" y="3139489"/>
                </a:lnTo>
                <a:lnTo>
                  <a:pt x="2061938" y="3139489"/>
                </a:lnTo>
                <a:lnTo>
                  <a:pt x="2060475" y="3139489"/>
                </a:lnTo>
                <a:lnTo>
                  <a:pt x="2059012" y="3139489"/>
                </a:lnTo>
                <a:lnTo>
                  <a:pt x="2057548" y="3139489"/>
                </a:lnTo>
                <a:lnTo>
                  <a:pt x="2056085" y="3139489"/>
                </a:lnTo>
                <a:lnTo>
                  <a:pt x="2054621" y="3139489"/>
                </a:lnTo>
                <a:lnTo>
                  <a:pt x="2053158" y="3139489"/>
                </a:lnTo>
                <a:lnTo>
                  <a:pt x="2051695" y="3139489"/>
                </a:lnTo>
                <a:lnTo>
                  <a:pt x="2050231" y="3139489"/>
                </a:lnTo>
                <a:lnTo>
                  <a:pt x="2048768" y="3139489"/>
                </a:lnTo>
                <a:lnTo>
                  <a:pt x="2047304" y="3139489"/>
                </a:lnTo>
                <a:lnTo>
                  <a:pt x="2045841" y="3139489"/>
                </a:lnTo>
                <a:lnTo>
                  <a:pt x="2044377" y="3139489"/>
                </a:lnTo>
                <a:lnTo>
                  <a:pt x="2042914" y="3139489"/>
                </a:lnTo>
                <a:lnTo>
                  <a:pt x="2041451" y="3139489"/>
                </a:lnTo>
                <a:lnTo>
                  <a:pt x="2039987" y="3139489"/>
                </a:lnTo>
                <a:lnTo>
                  <a:pt x="2038524" y="3139489"/>
                </a:lnTo>
                <a:lnTo>
                  <a:pt x="2037060" y="3139489"/>
                </a:lnTo>
                <a:lnTo>
                  <a:pt x="2035597" y="3139489"/>
                </a:lnTo>
                <a:lnTo>
                  <a:pt x="2034134" y="3139489"/>
                </a:lnTo>
                <a:lnTo>
                  <a:pt x="2032670" y="3139489"/>
                </a:lnTo>
                <a:lnTo>
                  <a:pt x="2031207" y="3139489"/>
                </a:lnTo>
                <a:lnTo>
                  <a:pt x="2029743" y="3139489"/>
                </a:lnTo>
                <a:lnTo>
                  <a:pt x="2028280" y="3139489"/>
                </a:lnTo>
                <a:lnTo>
                  <a:pt x="2026817" y="3139489"/>
                </a:lnTo>
                <a:lnTo>
                  <a:pt x="2025353" y="3139489"/>
                </a:lnTo>
                <a:lnTo>
                  <a:pt x="2023890" y="3139489"/>
                </a:lnTo>
                <a:lnTo>
                  <a:pt x="2022426" y="3139489"/>
                </a:lnTo>
                <a:lnTo>
                  <a:pt x="2020963" y="3139489"/>
                </a:lnTo>
                <a:lnTo>
                  <a:pt x="2019500" y="3139489"/>
                </a:lnTo>
                <a:lnTo>
                  <a:pt x="2018036" y="3139489"/>
                </a:lnTo>
                <a:lnTo>
                  <a:pt x="2016573" y="3139489"/>
                </a:lnTo>
                <a:lnTo>
                  <a:pt x="2015109" y="3139489"/>
                </a:lnTo>
                <a:lnTo>
                  <a:pt x="2013646" y="3139489"/>
                </a:lnTo>
                <a:lnTo>
                  <a:pt x="2012183" y="3139489"/>
                </a:lnTo>
                <a:lnTo>
                  <a:pt x="2010719" y="3139489"/>
                </a:lnTo>
                <a:lnTo>
                  <a:pt x="2009256" y="3139489"/>
                </a:lnTo>
                <a:lnTo>
                  <a:pt x="2007792" y="3139489"/>
                </a:lnTo>
                <a:lnTo>
                  <a:pt x="2006329" y="3139489"/>
                </a:lnTo>
                <a:lnTo>
                  <a:pt x="2004866" y="3139489"/>
                </a:lnTo>
                <a:lnTo>
                  <a:pt x="2003402" y="3139489"/>
                </a:lnTo>
                <a:lnTo>
                  <a:pt x="2001939" y="3139489"/>
                </a:lnTo>
                <a:lnTo>
                  <a:pt x="2000475" y="3139489"/>
                </a:lnTo>
                <a:lnTo>
                  <a:pt x="1999012" y="3139489"/>
                </a:lnTo>
                <a:lnTo>
                  <a:pt x="1997548" y="3139489"/>
                </a:lnTo>
                <a:lnTo>
                  <a:pt x="1996085" y="3139489"/>
                </a:lnTo>
                <a:lnTo>
                  <a:pt x="1994622" y="3139489"/>
                </a:lnTo>
                <a:lnTo>
                  <a:pt x="1993158" y="3139489"/>
                </a:lnTo>
                <a:lnTo>
                  <a:pt x="1991695" y="3139489"/>
                </a:lnTo>
                <a:lnTo>
                  <a:pt x="1990231" y="3139489"/>
                </a:lnTo>
                <a:lnTo>
                  <a:pt x="1988768" y="3139489"/>
                </a:lnTo>
                <a:lnTo>
                  <a:pt x="1987305" y="3139489"/>
                </a:lnTo>
                <a:lnTo>
                  <a:pt x="1985841" y="3139489"/>
                </a:lnTo>
                <a:lnTo>
                  <a:pt x="1984378" y="3139489"/>
                </a:lnTo>
                <a:lnTo>
                  <a:pt x="1982914" y="3139489"/>
                </a:lnTo>
                <a:lnTo>
                  <a:pt x="1981451" y="3139489"/>
                </a:lnTo>
                <a:lnTo>
                  <a:pt x="1979988" y="3139489"/>
                </a:lnTo>
                <a:lnTo>
                  <a:pt x="1978524" y="3139489"/>
                </a:lnTo>
                <a:lnTo>
                  <a:pt x="1977061" y="3139489"/>
                </a:lnTo>
                <a:lnTo>
                  <a:pt x="1975597" y="3139489"/>
                </a:lnTo>
                <a:lnTo>
                  <a:pt x="1974134" y="3139489"/>
                </a:lnTo>
                <a:lnTo>
                  <a:pt x="1972671" y="3139489"/>
                </a:lnTo>
                <a:lnTo>
                  <a:pt x="1971207" y="3139489"/>
                </a:lnTo>
                <a:lnTo>
                  <a:pt x="1969744" y="3139489"/>
                </a:lnTo>
                <a:lnTo>
                  <a:pt x="1968280" y="3139489"/>
                </a:lnTo>
                <a:lnTo>
                  <a:pt x="1966817" y="3139489"/>
                </a:lnTo>
                <a:lnTo>
                  <a:pt x="1965354" y="3139489"/>
                </a:lnTo>
                <a:lnTo>
                  <a:pt x="1963890" y="3139489"/>
                </a:lnTo>
                <a:lnTo>
                  <a:pt x="1962427" y="3139489"/>
                </a:lnTo>
                <a:lnTo>
                  <a:pt x="1960963" y="3139489"/>
                </a:lnTo>
                <a:lnTo>
                  <a:pt x="1959500" y="3139489"/>
                </a:lnTo>
                <a:lnTo>
                  <a:pt x="1958037" y="3139489"/>
                </a:lnTo>
                <a:lnTo>
                  <a:pt x="1956573" y="3139489"/>
                </a:lnTo>
                <a:lnTo>
                  <a:pt x="1955110" y="3139489"/>
                </a:lnTo>
                <a:lnTo>
                  <a:pt x="1953646" y="3139489"/>
                </a:lnTo>
                <a:lnTo>
                  <a:pt x="1952183" y="3139489"/>
                </a:lnTo>
                <a:lnTo>
                  <a:pt x="1950720" y="3139489"/>
                </a:lnTo>
                <a:lnTo>
                  <a:pt x="1949256" y="3139489"/>
                </a:lnTo>
                <a:lnTo>
                  <a:pt x="1947793" y="3139489"/>
                </a:lnTo>
                <a:lnTo>
                  <a:pt x="1946329" y="3139489"/>
                </a:lnTo>
                <a:lnTo>
                  <a:pt x="1944866" y="3139489"/>
                </a:lnTo>
                <a:lnTo>
                  <a:pt x="1943402" y="3139489"/>
                </a:lnTo>
                <a:lnTo>
                  <a:pt x="1941939" y="3139489"/>
                </a:lnTo>
                <a:lnTo>
                  <a:pt x="1940476" y="3139489"/>
                </a:lnTo>
                <a:lnTo>
                  <a:pt x="1939012" y="3139489"/>
                </a:lnTo>
                <a:lnTo>
                  <a:pt x="1937549" y="3139489"/>
                </a:lnTo>
                <a:lnTo>
                  <a:pt x="1936085" y="3139489"/>
                </a:lnTo>
                <a:lnTo>
                  <a:pt x="1934622" y="3139489"/>
                </a:lnTo>
                <a:lnTo>
                  <a:pt x="1933159" y="3139489"/>
                </a:lnTo>
                <a:lnTo>
                  <a:pt x="1931695" y="3139489"/>
                </a:lnTo>
                <a:lnTo>
                  <a:pt x="1930232" y="3139489"/>
                </a:lnTo>
                <a:lnTo>
                  <a:pt x="1928768" y="3139489"/>
                </a:lnTo>
                <a:lnTo>
                  <a:pt x="1927305" y="3139489"/>
                </a:lnTo>
                <a:lnTo>
                  <a:pt x="1925842" y="3139489"/>
                </a:lnTo>
                <a:lnTo>
                  <a:pt x="1924378" y="3139489"/>
                </a:lnTo>
                <a:lnTo>
                  <a:pt x="1922915" y="3139489"/>
                </a:lnTo>
                <a:lnTo>
                  <a:pt x="1921451" y="3139489"/>
                </a:lnTo>
                <a:lnTo>
                  <a:pt x="1919988" y="3139489"/>
                </a:lnTo>
                <a:lnTo>
                  <a:pt x="1918525" y="3139489"/>
                </a:lnTo>
                <a:lnTo>
                  <a:pt x="1917061" y="3139489"/>
                </a:lnTo>
                <a:lnTo>
                  <a:pt x="1915598" y="3139489"/>
                </a:lnTo>
                <a:lnTo>
                  <a:pt x="1914134" y="3139489"/>
                </a:lnTo>
                <a:lnTo>
                  <a:pt x="1912671" y="3139489"/>
                </a:lnTo>
                <a:lnTo>
                  <a:pt x="1911208" y="3139489"/>
                </a:lnTo>
                <a:lnTo>
                  <a:pt x="1909744" y="3139489"/>
                </a:lnTo>
                <a:lnTo>
                  <a:pt x="1908281" y="3139489"/>
                </a:lnTo>
                <a:lnTo>
                  <a:pt x="1906817" y="3139489"/>
                </a:lnTo>
                <a:lnTo>
                  <a:pt x="1905354" y="3139489"/>
                </a:lnTo>
                <a:lnTo>
                  <a:pt x="1903891" y="3139489"/>
                </a:lnTo>
                <a:lnTo>
                  <a:pt x="1902427" y="3139489"/>
                </a:lnTo>
                <a:lnTo>
                  <a:pt x="1900964" y="3139489"/>
                </a:lnTo>
                <a:lnTo>
                  <a:pt x="1899500" y="3139489"/>
                </a:lnTo>
                <a:lnTo>
                  <a:pt x="1898037" y="3139489"/>
                </a:lnTo>
                <a:lnTo>
                  <a:pt x="1896573" y="3139489"/>
                </a:lnTo>
                <a:lnTo>
                  <a:pt x="1895110" y="3139489"/>
                </a:lnTo>
                <a:lnTo>
                  <a:pt x="1893647" y="3139489"/>
                </a:lnTo>
                <a:lnTo>
                  <a:pt x="1892183" y="3139489"/>
                </a:lnTo>
                <a:lnTo>
                  <a:pt x="1890720" y="3139489"/>
                </a:lnTo>
                <a:lnTo>
                  <a:pt x="1889256" y="3139489"/>
                </a:lnTo>
                <a:lnTo>
                  <a:pt x="1887793" y="3139489"/>
                </a:lnTo>
                <a:lnTo>
                  <a:pt x="1886330" y="3139489"/>
                </a:lnTo>
                <a:lnTo>
                  <a:pt x="1884866" y="3139489"/>
                </a:lnTo>
                <a:lnTo>
                  <a:pt x="1883403" y="3139489"/>
                </a:lnTo>
                <a:lnTo>
                  <a:pt x="1881939" y="3139489"/>
                </a:lnTo>
                <a:lnTo>
                  <a:pt x="1880476" y="3139489"/>
                </a:lnTo>
                <a:lnTo>
                  <a:pt x="1879013" y="3139489"/>
                </a:lnTo>
                <a:lnTo>
                  <a:pt x="1877549" y="3139489"/>
                </a:lnTo>
                <a:lnTo>
                  <a:pt x="1876086" y="3139489"/>
                </a:lnTo>
                <a:lnTo>
                  <a:pt x="1874622" y="3139489"/>
                </a:lnTo>
                <a:lnTo>
                  <a:pt x="1873159" y="3139489"/>
                </a:lnTo>
                <a:lnTo>
                  <a:pt x="1871696" y="3139489"/>
                </a:lnTo>
                <a:lnTo>
                  <a:pt x="1870232" y="3139489"/>
                </a:lnTo>
                <a:lnTo>
                  <a:pt x="1868769" y="3139489"/>
                </a:lnTo>
                <a:lnTo>
                  <a:pt x="1867305" y="3139489"/>
                </a:lnTo>
                <a:lnTo>
                  <a:pt x="1865842" y="3139489"/>
                </a:lnTo>
                <a:lnTo>
                  <a:pt x="1864379" y="3139489"/>
                </a:lnTo>
                <a:lnTo>
                  <a:pt x="1862915" y="3139489"/>
                </a:lnTo>
                <a:lnTo>
                  <a:pt x="1861452" y="3139489"/>
                </a:lnTo>
                <a:lnTo>
                  <a:pt x="1859988" y="3139489"/>
                </a:lnTo>
                <a:lnTo>
                  <a:pt x="1858525" y="3139489"/>
                </a:lnTo>
                <a:lnTo>
                  <a:pt x="1857062" y="3139489"/>
                </a:lnTo>
                <a:lnTo>
                  <a:pt x="1855598" y="3139489"/>
                </a:lnTo>
                <a:lnTo>
                  <a:pt x="1854135" y="3139489"/>
                </a:lnTo>
                <a:lnTo>
                  <a:pt x="1852671" y="3139489"/>
                </a:lnTo>
                <a:lnTo>
                  <a:pt x="1851208" y="3139489"/>
                </a:lnTo>
                <a:lnTo>
                  <a:pt x="1849744" y="3139489"/>
                </a:lnTo>
                <a:lnTo>
                  <a:pt x="1848281" y="3139489"/>
                </a:lnTo>
                <a:lnTo>
                  <a:pt x="1846818" y="3139489"/>
                </a:lnTo>
                <a:lnTo>
                  <a:pt x="1845354" y="3139489"/>
                </a:lnTo>
                <a:lnTo>
                  <a:pt x="1843891" y="3139489"/>
                </a:lnTo>
                <a:lnTo>
                  <a:pt x="1842427" y="3139489"/>
                </a:lnTo>
                <a:lnTo>
                  <a:pt x="1840964" y="3139489"/>
                </a:lnTo>
                <a:lnTo>
                  <a:pt x="1839501" y="3139489"/>
                </a:lnTo>
                <a:lnTo>
                  <a:pt x="1838037" y="3139489"/>
                </a:lnTo>
                <a:lnTo>
                  <a:pt x="1836574" y="3139489"/>
                </a:lnTo>
                <a:lnTo>
                  <a:pt x="1835110" y="3139489"/>
                </a:lnTo>
                <a:lnTo>
                  <a:pt x="1833647" y="3139489"/>
                </a:lnTo>
                <a:lnTo>
                  <a:pt x="1832184" y="3139489"/>
                </a:lnTo>
                <a:lnTo>
                  <a:pt x="1830720" y="3139489"/>
                </a:lnTo>
                <a:lnTo>
                  <a:pt x="1829257" y="3139489"/>
                </a:lnTo>
                <a:lnTo>
                  <a:pt x="1827793" y="3139489"/>
                </a:lnTo>
                <a:lnTo>
                  <a:pt x="1826330" y="3139489"/>
                </a:lnTo>
                <a:lnTo>
                  <a:pt x="1824867" y="3139489"/>
                </a:lnTo>
                <a:lnTo>
                  <a:pt x="1823403" y="3139489"/>
                </a:lnTo>
                <a:lnTo>
                  <a:pt x="1821940" y="3139489"/>
                </a:lnTo>
                <a:lnTo>
                  <a:pt x="1820476" y="3139489"/>
                </a:lnTo>
                <a:lnTo>
                  <a:pt x="1819013" y="3139489"/>
                </a:lnTo>
                <a:lnTo>
                  <a:pt x="1817550" y="3139489"/>
                </a:lnTo>
                <a:lnTo>
                  <a:pt x="1816086" y="3139489"/>
                </a:lnTo>
                <a:lnTo>
                  <a:pt x="1814623" y="3139489"/>
                </a:lnTo>
                <a:lnTo>
                  <a:pt x="1813159" y="3139489"/>
                </a:lnTo>
                <a:lnTo>
                  <a:pt x="1811696" y="3139489"/>
                </a:lnTo>
                <a:lnTo>
                  <a:pt x="1810233" y="3139489"/>
                </a:lnTo>
                <a:lnTo>
                  <a:pt x="1808769" y="3139489"/>
                </a:lnTo>
                <a:lnTo>
                  <a:pt x="1807306" y="3139489"/>
                </a:lnTo>
                <a:lnTo>
                  <a:pt x="1805842" y="3139489"/>
                </a:lnTo>
                <a:lnTo>
                  <a:pt x="1804379" y="3139489"/>
                </a:lnTo>
                <a:lnTo>
                  <a:pt x="1802916" y="3139489"/>
                </a:lnTo>
                <a:lnTo>
                  <a:pt x="1801452" y="3139489"/>
                </a:lnTo>
                <a:lnTo>
                  <a:pt x="1799989" y="3139489"/>
                </a:lnTo>
                <a:lnTo>
                  <a:pt x="1798525" y="3139489"/>
                </a:lnTo>
                <a:lnTo>
                  <a:pt x="1797062" y="3139489"/>
                </a:lnTo>
                <a:lnTo>
                  <a:pt x="1795598" y="3139489"/>
                </a:lnTo>
                <a:lnTo>
                  <a:pt x="1794135" y="3139489"/>
                </a:lnTo>
                <a:lnTo>
                  <a:pt x="1792672" y="3139489"/>
                </a:lnTo>
                <a:lnTo>
                  <a:pt x="1791208" y="3139489"/>
                </a:lnTo>
                <a:lnTo>
                  <a:pt x="1789745" y="3139489"/>
                </a:lnTo>
                <a:lnTo>
                  <a:pt x="1788281" y="3139489"/>
                </a:lnTo>
                <a:lnTo>
                  <a:pt x="1786818" y="3139489"/>
                </a:lnTo>
                <a:lnTo>
                  <a:pt x="1785355" y="3139489"/>
                </a:lnTo>
                <a:lnTo>
                  <a:pt x="1783891" y="3139489"/>
                </a:lnTo>
                <a:lnTo>
                  <a:pt x="1782428" y="3139489"/>
                </a:lnTo>
                <a:lnTo>
                  <a:pt x="1780964" y="3139489"/>
                </a:lnTo>
                <a:lnTo>
                  <a:pt x="1779501" y="3139489"/>
                </a:lnTo>
                <a:lnTo>
                  <a:pt x="1778038" y="3139489"/>
                </a:lnTo>
                <a:lnTo>
                  <a:pt x="1776574" y="3139489"/>
                </a:lnTo>
                <a:lnTo>
                  <a:pt x="1775111" y="3139489"/>
                </a:lnTo>
                <a:lnTo>
                  <a:pt x="1773647" y="3139489"/>
                </a:lnTo>
                <a:lnTo>
                  <a:pt x="1772184" y="3139489"/>
                </a:lnTo>
                <a:lnTo>
                  <a:pt x="1770721" y="3139489"/>
                </a:lnTo>
                <a:lnTo>
                  <a:pt x="1769257" y="3139489"/>
                </a:lnTo>
                <a:lnTo>
                  <a:pt x="1767794" y="3139489"/>
                </a:lnTo>
                <a:lnTo>
                  <a:pt x="1766330" y="3139489"/>
                </a:lnTo>
                <a:lnTo>
                  <a:pt x="1764867" y="3139489"/>
                </a:lnTo>
                <a:lnTo>
                  <a:pt x="1763404" y="3139489"/>
                </a:lnTo>
                <a:lnTo>
                  <a:pt x="1761940" y="3139489"/>
                </a:lnTo>
                <a:lnTo>
                  <a:pt x="1760477" y="3139489"/>
                </a:lnTo>
                <a:lnTo>
                  <a:pt x="1759013" y="3139489"/>
                </a:lnTo>
                <a:lnTo>
                  <a:pt x="1757550" y="3139489"/>
                </a:lnTo>
                <a:lnTo>
                  <a:pt x="1756087" y="3139489"/>
                </a:lnTo>
                <a:lnTo>
                  <a:pt x="1754623" y="3139489"/>
                </a:lnTo>
                <a:lnTo>
                  <a:pt x="1753160" y="3139489"/>
                </a:lnTo>
                <a:lnTo>
                  <a:pt x="1751696" y="3139489"/>
                </a:lnTo>
                <a:lnTo>
                  <a:pt x="1750233" y="3139489"/>
                </a:lnTo>
                <a:lnTo>
                  <a:pt x="1748769" y="3139489"/>
                </a:lnTo>
                <a:lnTo>
                  <a:pt x="1747306" y="3139489"/>
                </a:lnTo>
                <a:lnTo>
                  <a:pt x="1745843" y="3139489"/>
                </a:lnTo>
                <a:lnTo>
                  <a:pt x="1744379" y="3139489"/>
                </a:lnTo>
                <a:lnTo>
                  <a:pt x="1742916" y="3139489"/>
                </a:lnTo>
                <a:lnTo>
                  <a:pt x="1741452" y="3139489"/>
                </a:lnTo>
                <a:lnTo>
                  <a:pt x="1739989" y="3139489"/>
                </a:lnTo>
                <a:lnTo>
                  <a:pt x="1738526" y="3139489"/>
                </a:lnTo>
                <a:lnTo>
                  <a:pt x="1737062" y="3139489"/>
                </a:lnTo>
                <a:lnTo>
                  <a:pt x="1735599" y="3139489"/>
                </a:lnTo>
                <a:lnTo>
                  <a:pt x="1734135" y="3139489"/>
                </a:lnTo>
                <a:lnTo>
                  <a:pt x="1732672" y="3139489"/>
                </a:lnTo>
                <a:lnTo>
                  <a:pt x="1731209" y="3139489"/>
                </a:lnTo>
                <a:lnTo>
                  <a:pt x="1729745" y="3139489"/>
                </a:lnTo>
                <a:lnTo>
                  <a:pt x="1728282" y="3139489"/>
                </a:lnTo>
                <a:lnTo>
                  <a:pt x="1726818" y="3139489"/>
                </a:lnTo>
                <a:lnTo>
                  <a:pt x="1725355" y="3139489"/>
                </a:lnTo>
                <a:lnTo>
                  <a:pt x="1723892" y="3139489"/>
                </a:lnTo>
                <a:lnTo>
                  <a:pt x="1722428" y="3139489"/>
                </a:lnTo>
                <a:lnTo>
                  <a:pt x="1720965" y="3139489"/>
                </a:lnTo>
                <a:lnTo>
                  <a:pt x="1719501" y="3139489"/>
                </a:lnTo>
                <a:lnTo>
                  <a:pt x="1718038" y="3139489"/>
                </a:lnTo>
                <a:lnTo>
                  <a:pt x="1716575" y="3139489"/>
                </a:lnTo>
                <a:lnTo>
                  <a:pt x="1715111" y="3139489"/>
                </a:lnTo>
                <a:lnTo>
                  <a:pt x="1713648" y="3139489"/>
                </a:lnTo>
                <a:lnTo>
                  <a:pt x="1712184" y="3139489"/>
                </a:lnTo>
                <a:lnTo>
                  <a:pt x="1710721" y="3139489"/>
                </a:lnTo>
                <a:lnTo>
                  <a:pt x="1709258" y="3139489"/>
                </a:lnTo>
                <a:lnTo>
                  <a:pt x="1707794" y="3139489"/>
                </a:lnTo>
                <a:lnTo>
                  <a:pt x="1706331" y="3139489"/>
                </a:lnTo>
                <a:lnTo>
                  <a:pt x="1704867" y="3139489"/>
                </a:lnTo>
                <a:lnTo>
                  <a:pt x="1703404" y="3139489"/>
                </a:lnTo>
                <a:lnTo>
                  <a:pt x="1701941" y="3139489"/>
                </a:lnTo>
                <a:lnTo>
                  <a:pt x="1700477" y="3139489"/>
                </a:lnTo>
                <a:lnTo>
                  <a:pt x="1699014" y="3139489"/>
                </a:lnTo>
                <a:lnTo>
                  <a:pt x="1697550" y="3139489"/>
                </a:lnTo>
                <a:lnTo>
                  <a:pt x="1696087" y="3139489"/>
                </a:lnTo>
                <a:lnTo>
                  <a:pt x="1694623" y="3139489"/>
                </a:lnTo>
                <a:lnTo>
                  <a:pt x="1693160" y="3139489"/>
                </a:lnTo>
                <a:lnTo>
                  <a:pt x="1691697" y="3139489"/>
                </a:lnTo>
                <a:lnTo>
                  <a:pt x="1690233" y="3139489"/>
                </a:lnTo>
                <a:lnTo>
                  <a:pt x="1688770" y="3139489"/>
                </a:lnTo>
                <a:lnTo>
                  <a:pt x="1687306" y="3139489"/>
                </a:lnTo>
                <a:lnTo>
                  <a:pt x="1685843" y="3139489"/>
                </a:lnTo>
                <a:lnTo>
                  <a:pt x="1684380" y="3139489"/>
                </a:lnTo>
                <a:lnTo>
                  <a:pt x="1682916" y="3139489"/>
                </a:lnTo>
                <a:lnTo>
                  <a:pt x="1681453" y="3139489"/>
                </a:lnTo>
                <a:lnTo>
                  <a:pt x="1679989" y="3139489"/>
                </a:lnTo>
                <a:lnTo>
                  <a:pt x="1678526" y="3139489"/>
                </a:lnTo>
                <a:lnTo>
                  <a:pt x="1677063" y="3139489"/>
                </a:lnTo>
                <a:lnTo>
                  <a:pt x="1675599" y="3139489"/>
                </a:lnTo>
                <a:lnTo>
                  <a:pt x="1674136" y="3139489"/>
                </a:lnTo>
                <a:lnTo>
                  <a:pt x="1672672" y="3139489"/>
                </a:lnTo>
                <a:lnTo>
                  <a:pt x="1671209" y="3139489"/>
                </a:lnTo>
                <a:lnTo>
                  <a:pt x="1669746" y="3139489"/>
                </a:lnTo>
                <a:lnTo>
                  <a:pt x="1668282" y="3139489"/>
                </a:lnTo>
                <a:lnTo>
                  <a:pt x="1666819" y="3139489"/>
                </a:lnTo>
                <a:lnTo>
                  <a:pt x="1665355" y="3139489"/>
                </a:lnTo>
                <a:lnTo>
                  <a:pt x="1663892" y="3139489"/>
                </a:lnTo>
                <a:lnTo>
                  <a:pt x="1662429" y="3139489"/>
                </a:lnTo>
                <a:lnTo>
                  <a:pt x="1660965" y="3139489"/>
                </a:lnTo>
                <a:lnTo>
                  <a:pt x="1659502" y="3139489"/>
                </a:lnTo>
                <a:lnTo>
                  <a:pt x="1658038" y="3139489"/>
                </a:lnTo>
                <a:lnTo>
                  <a:pt x="1656575" y="3139489"/>
                </a:lnTo>
                <a:lnTo>
                  <a:pt x="1655112" y="3139489"/>
                </a:lnTo>
                <a:lnTo>
                  <a:pt x="1653648" y="3139489"/>
                </a:lnTo>
                <a:lnTo>
                  <a:pt x="1652185" y="3139489"/>
                </a:lnTo>
                <a:lnTo>
                  <a:pt x="1650721" y="3139489"/>
                </a:lnTo>
                <a:lnTo>
                  <a:pt x="1649258" y="3139489"/>
                </a:lnTo>
                <a:lnTo>
                  <a:pt x="1647794" y="3139489"/>
                </a:lnTo>
                <a:lnTo>
                  <a:pt x="1646331" y="3139489"/>
                </a:lnTo>
                <a:lnTo>
                  <a:pt x="1644868" y="3139489"/>
                </a:lnTo>
                <a:lnTo>
                  <a:pt x="1643404" y="3139489"/>
                </a:lnTo>
                <a:lnTo>
                  <a:pt x="1641941" y="3139489"/>
                </a:lnTo>
                <a:lnTo>
                  <a:pt x="1640477" y="3139489"/>
                </a:lnTo>
                <a:lnTo>
                  <a:pt x="1639014" y="3139489"/>
                </a:lnTo>
                <a:lnTo>
                  <a:pt x="1637551" y="3139489"/>
                </a:lnTo>
                <a:lnTo>
                  <a:pt x="1636087" y="3139489"/>
                </a:lnTo>
                <a:lnTo>
                  <a:pt x="1634624" y="3139489"/>
                </a:lnTo>
                <a:lnTo>
                  <a:pt x="1633160" y="3139489"/>
                </a:lnTo>
                <a:lnTo>
                  <a:pt x="1631697" y="3139489"/>
                </a:lnTo>
                <a:lnTo>
                  <a:pt x="1630234" y="3139489"/>
                </a:lnTo>
                <a:lnTo>
                  <a:pt x="1628770" y="3139489"/>
                </a:lnTo>
                <a:lnTo>
                  <a:pt x="1627307" y="3139489"/>
                </a:lnTo>
                <a:lnTo>
                  <a:pt x="1625843" y="3139489"/>
                </a:lnTo>
                <a:lnTo>
                  <a:pt x="1624380" y="3139489"/>
                </a:lnTo>
                <a:lnTo>
                  <a:pt x="1622917" y="3139489"/>
                </a:lnTo>
                <a:lnTo>
                  <a:pt x="1621453" y="3139489"/>
                </a:lnTo>
                <a:lnTo>
                  <a:pt x="1619990" y="3139489"/>
                </a:lnTo>
                <a:lnTo>
                  <a:pt x="1618526" y="3139489"/>
                </a:lnTo>
                <a:lnTo>
                  <a:pt x="1617063" y="3139489"/>
                </a:lnTo>
                <a:lnTo>
                  <a:pt x="1615600" y="3139489"/>
                </a:lnTo>
                <a:lnTo>
                  <a:pt x="1614136" y="3139489"/>
                </a:lnTo>
                <a:lnTo>
                  <a:pt x="1612673" y="3139489"/>
                </a:lnTo>
                <a:lnTo>
                  <a:pt x="1611209" y="3139489"/>
                </a:lnTo>
                <a:lnTo>
                  <a:pt x="1609746" y="3139489"/>
                </a:lnTo>
                <a:lnTo>
                  <a:pt x="1608283" y="3139489"/>
                </a:lnTo>
                <a:lnTo>
                  <a:pt x="1606819" y="3139489"/>
                </a:lnTo>
                <a:lnTo>
                  <a:pt x="1605356" y="3139489"/>
                </a:lnTo>
                <a:lnTo>
                  <a:pt x="1603892" y="3139489"/>
                </a:lnTo>
                <a:lnTo>
                  <a:pt x="1602429" y="3139489"/>
                </a:lnTo>
                <a:lnTo>
                  <a:pt x="1600966" y="3139489"/>
                </a:lnTo>
                <a:lnTo>
                  <a:pt x="1599502" y="3139489"/>
                </a:lnTo>
                <a:lnTo>
                  <a:pt x="1598039" y="3139489"/>
                </a:lnTo>
                <a:lnTo>
                  <a:pt x="1596575" y="3139489"/>
                </a:lnTo>
                <a:lnTo>
                  <a:pt x="1595112" y="3139489"/>
                </a:lnTo>
                <a:lnTo>
                  <a:pt x="1593648" y="3139489"/>
                </a:lnTo>
                <a:lnTo>
                  <a:pt x="1592185" y="3139489"/>
                </a:lnTo>
                <a:lnTo>
                  <a:pt x="1590722" y="3139489"/>
                </a:lnTo>
                <a:lnTo>
                  <a:pt x="1589258" y="3139489"/>
                </a:lnTo>
                <a:lnTo>
                  <a:pt x="1587795" y="3139489"/>
                </a:lnTo>
                <a:lnTo>
                  <a:pt x="1586331" y="3139489"/>
                </a:lnTo>
                <a:lnTo>
                  <a:pt x="1584868" y="3139489"/>
                </a:lnTo>
                <a:lnTo>
                  <a:pt x="1583405" y="3139489"/>
                </a:lnTo>
                <a:lnTo>
                  <a:pt x="1581941" y="3139489"/>
                </a:lnTo>
                <a:lnTo>
                  <a:pt x="1580478" y="3139489"/>
                </a:lnTo>
                <a:lnTo>
                  <a:pt x="1579014" y="3139489"/>
                </a:lnTo>
                <a:lnTo>
                  <a:pt x="1577551" y="3139489"/>
                </a:lnTo>
                <a:lnTo>
                  <a:pt x="1576088" y="3139489"/>
                </a:lnTo>
                <a:lnTo>
                  <a:pt x="1574624" y="3139489"/>
                </a:lnTo>
                <a:lnTo>
                  <a:pt x="1573161" y="3139489"/>
                </a:lnTo>
                <a:lnTo>
                  <a:pt x="1571697" y="3139489"/>
                </a:lnTo>
                <a:lnTo>
                  <a:pt x="1570234" y="3139489"/>
                </a:lnTo>
                <a:lnTo>
                  <a:pt x="1568771" y="3139489"/>
                </a:lnTo>
                <a:lnTo>
                  <a:pt x="1567307" y="3139489"/>
                </a:lnTo>
                <a:lnTo>
                  <a:pt x="1565844" y="3139489"/>
                </a:lnTo>
                <a:lnTo>
                  <a:pt x="1564380" y="3139489"/>
                </a:lnTo>
                <a:lnTo>
                  <a:pt x="1562917" y="3139489"/>
                </a:lnTo>
                <a:lnTo>
                  <a:pt x="1561454" y="3139489"/>
                </a:lnTo>
                <a:lnTo>
                  <a:pt x="1559990" y="3139489"/>
                </a:lnTo>
                <a:lnTo>
                  <a:pt x="1558527" y="3139489"/>
                </a:lnTo>
                <a:lnTo>
                  <a:pt x="1557063" y="3139489"/>
                </a:lnTo>
                <a:lnTo>
                  <a:pt x="1555600" y="3139489"/>
                </a:lnTo>
                <a:lnTo>
                  <a:pt x="1554137" y="3139489"/>
                </a:lnTo>
                <a:lnTo>
                  <a:pt x="1552673" y="3139489"/>
                </a:lnTo>
                <a:lnTo>
                  <a:pt x="1551210" y="3139489"/>
                </a:lnTo>
                <a:lnTo>
                  <a:pt x="1549746" y="3139489"/>
                </a:lnTo>
                <a:lnTo>
                  <a:pt x="1548283" y="3139489"/>
                </a:lnTo>
                <a:lnTo>
                  <a:pt x="1546819" y="3139489"/>
                </a:lnTo>
                <a:lnTo>
                  <a:pt x="1545356" y="3139489"/>
                </a:lnTo>
                <a:lnTo>
                  <a:pt x="1543893" y="3139489"/>
                </a:lnTo>
                <a:lnTo>
                  <a:pt x="1542429" y="3139489"/>
                </a:lnTo>
                <a:lnTo>
                  <a:pt x="1540966" y="3139489"/>
                </a:lnTo>
                <a:lnTo>
                  <a:pt x="1539502" y="3139489"/>
                </a:lnTo>
                <a:lnTo>
                  <a:pt x="1538039" y="3139489"/>
                </a:lnTo>
                <a:lnTo>
                  <a:pt x="1536576" y="3139489"/>
                </a:lnTo>
                <a:lnTo>
                  <a:pt x="1535112" y="3139489"/>
                </a:lnTo>
                <a:lnTo>
                  <a:pt x="1533649" y="3139489"/>
                </a:lnTo>
                <a:lnTo>
                  <a:pt x="1532185" y="3139489"/>
                </a:lnTo>
                <a:lnTo>
                  <a:pt x="1530722" y="3139489"/>
                </a:lnTo>
                <a:lnTo>
                  <a:pt x="1529259" y="3139489"/>
                </a:lnTo>
                <a:lnTo>
                  <a:pt x="1527795" y="3139489"/>
                </a:lnTo>
                <a:lnTo>
                  <a:pt x="1526332" y="3139489"/>
                </a:lnTo>
                <a:lnTo>
                  <a:pt x="1524868" y="3139489"/>
                </a:lnTo>
                <a:lnTo>
                  <a:pt x="1523405" y="3139489"/>
                </a:lnTo>
                <a:lnTo>
                  <a:pt x="1521942" y="3139489"/>
                </a:lnTo>
                <a:lnTo>
                  <a:pt x="1520478" y="3139489"/>
                </a:lnTo>
                <a:lnTo>
                  <a:pt x="1519015" y="3139489"/>
                </a:lnTo>
                <a:lnTo>
                  <a:pt x="1517551" y="3139489"/>
                </a:lnTo>
                <a:lnTo>
                  <a:pt x="1516088" y="3139489"/>
                </a:lnTo>
                <a:lnTo>
                  <a:pt x="1514625" y="3139489"/>
                </a:lnTo>
                <a:lnTo>
                  <a:pt x="1513161" y="3139489"/>
                </a:lnTo>
                <a:lnTo>
                  <a:pt x="1511698" y="3139489"/>
                </a:lnTo>
                <a:lnTo>
                  <a:pt x="1510234" y="3139489"/>
                </a:lnTo>
                <a:lnTo>
                  <a:pt x="1508771" y="3139489"/>
                </a:lnTo>
                <a:lnTo>
                  <a:pt x="1507308" y="3139489"/>
                </a:lnTo>
                <a:lnTo>
                  <a:pt x="1505844" y="3139489"/>
                </a:lnTo>
                <a:lnTo>
                  <a:pt x="1504381" y="3139489"/>
                </a:lnTo>
                <a:lnTo>
                  <a:pt x="1502917" y="3139489"/>
                </a:lnTo>
                <a:lnTo>
                  <a:pt x="1501454" y="3139489"/>
                </a:lnTo>
                <a:lnTo>
                  <a:pt x="1499990" y="3139489"/>
                </a:lnTo>
                <a:lnTo>
                  <a:pt x="1498527" y="3139489"/>
                </a:lnTo>
                <a:lnTo>
                  <a:pt x="1497064" y="3139489"/>
                </a:lnTo>
                <a:lnTo>
                  <a:pt x="1495600" y="3139489"/>
                </a:lnTo>
                <a:lnTo>
                  <a:pt x="1494137" y="3139489"/>
                </a:lnTo>
                <a:lnTo>
                  <a:pt x="1492673" y="3139489"/>
                </a:lnTo>
                <a:lnTo>
                  <a:pt x="1491210" y="3139489"/>
                </a:lnTo>
                <a:lnTo>
                  <a:pt x="1489747" y="3139489"/>
                </a:lnTo>
                <a:lnTo>
                  <a:pt x="1488283" y="3139489"/>
                </a:lnTo>
                <a:lnTo>
                  <a:pt x="1486820" y="3139489"/>
                </a:lnTo>
                <a:lnTo>
                  <a:pt x="1485356" y="3139489"/>
                </a:lnTo>
                <a:lnTo>
                  <a:pt x="1483893" y="3139489"/>
                </a:lnTo>
                <a:lnTo>
                  <a:pt x="1482430" y="3139489"/>
                </a:lnTo>
                <a:lnTo>
                  <a:pt x="1480966" y="3139489"/>
                </a:lnTo>
                <a:lnTo>
                  <a:pt x="1479503" y="3139489"/>
                </a:lnTo>
                <a:lnTo>
                  <a:pt x="1478039" y="3139489"/>
                </a:lnTo>
                <a:lnTo>
                  <a:pt x="1476576" y="3139489"/>
                </a:lnTo>
                <a:lnTo>
                  <a:pt x="1475113" y="3139489"/>
                </a:lnTo>
                <a:lnTo>
                  <a:pt x="1473649" y="3139489"/>
                </a:lnTo>
                <a:lnTo>
                  <a:pt x="1472186" y="3139489"/>
                </a:lnTo>
                <a:lnTo>
                  <a:pt x="1470722" y="3139489"/>
                </a:lnTo>
                <a:lnTo>
                  <a:pt x="1469259" y="3139489"/>
                </a:lnTo>
                <a:lnTo>
                  <a:pt x="1467796" y="3139489"/>
                </a:lnTo>
                <a:lnTo>
                  <a:pt x="1466332" y="3139489"/>
                </a:lnTo>
                <a:lnTo>
                  <a:pt x="1464869" y="3139489"/>
                </a:lnTo>
                <a:lnTo>
                  <a:pt x="1463405" y="3139489"/>
                </a:lnTo>
                <a:lnTo>
                  <a:pt x="1461942" y="3139489"/>
                </a:lnTo>
                <a:lnTo>
                  <a:pt x="1460479" y="3139489"/>
                </a:lnTo>
                <a:lnTo>
                  <a:pt x="1459015" y="3139489"/>
                </a:lnTo>
                <a:lnTo>
                  <a:pt x="1457552" y="3139489"/>
                </a:lnTo>
                <a:lnTo>
                  <a:pt x="1456088" y="3139489"/>
                </a:lnTo>
                <a:lnTo>
                  <a:pt x="1454625" y="3139489"/>
                </a:lnTo>
                <a:lnTo>
                  <a:pt x="1453162" y="3139489"/>
                </a:lnTo>
                <a:lnTo>
                  <a:pt x="1451698" y="3139489"/>
                </a:lnTo>
                <a:lnTo>
                  <a:pt x="1450235" y="3139489"/>
                </a:lnTo>
                <a:lnTo>
                  <a:pt x="1448771" y="3139489"/>
                </a:lnTo>
                <a:lnTo>
                  <a:pt x="1447308" y="3139489"/>
                </a:lnTo>
                <a:lnTo>
                  <a:pt x="1445844" y="3139489"/>
                </a:lnTo>
                <a:lnTo>
                  <a:pt x="1444381" y="3139489"/>
                </a:lnTo>
                <a:lnTo>
                  <a:pt x="1442918" y="3139489"/>
                </a:lnTo>
                <a:lnTo>
                  <a:pt x="1441454" y="3139489"/>
                </a:lnTo>
                <a:lnTo>
                  <a:pt x="1439991" y="3139489"/>
                </a:lnTo>
                <a:lnTo>
                  <a:pt x="1438527" y="3139489"/>
                </a:lnTo>
                <a:lnTo>
                  <a:pt x="1437064" y="3139489"/>
                </a:lnTo>
                <a:lnTo>
                  <a:pt x="1435601" y="3139489"/>
                </a:lnTo>
                <a:lnTo>
                  <a:pt x="1434137" y="3139489"/>
                </a:lnTo>
                <a:lnTo>
                  <a:pt x="1432674" y="3139489"/>
                </a:lnTo>
                <a:lnTo>
                  <a:pt x="1431210" y="3139489"/>
                </a:lnTo>
                <a:lnTo>
                  <a:pt x="1429747" y="3139489"/>
                </a:lnTo>
                <a:lnTo>
                  <a:pt x="1428284" y="3139489"/>
                </a:lnTo>
                <a:lnTo>
                  <a:pt x="1426820" y="3139489"/>
                </a:lnTo>
                <a:lnTo>
                  <a:pt x="1425357" y="3139489"/>
                </a:lnTo>
                <a:lnTo>
                  <a:pt x="1423893" y="3139489"/>
                </a:lnTo>
                <a:lnTo>
                  <a:pt x="1422430" y="3139489"/>
                </a:lnTo>
                <a:lnTo>
                  <a:pt x="1420967" y="3139489"/>
                </a:lnTo>
                <a:lnTo>
                  <a:pt x="1419503" y="3139489"/>
                </a:lnTo>
                <a:lnTo>
                  <a:pt x="1418040" y="3139489"/>
                </a:lnTo>
                <a:lnTo>
                  <a:pt x="1416576" y="3139489"/>
                </a:lnTo>
                <a:lnTo>
                  <a:pt x="1415113" y="3139489"/>
                </a:lnTo>
                <a:lnTo>
                  <a:pt x="1413650" y="3139489"/>
                </a:lnTo>
                <a:lnTo>
                  <a:pt x="1412186" y="3139489"/>
                </a:lnTo>
                <a:lnTo>
                  <a:pt x="1410723" y="3139489"/>
                </a:lnTo>
                <a:lnTo>
                  <a:pt x="1409259" y="3139489"/>
                </a:lnTo>
                <a:lnTo>
                  <a:pt x="1407796" y="3139489"/>
                </a:lnTo>
                <a:lnTo>
                  <a:pt x="1406333" y="3139489"/>
                </a:lnTo>
                <a:lnTo>
                  <a:pt x="1404869" y="3139489"/>
                </a:lnTo>
                <a:lnTo>
                  <a:pt x="1403406" y="3139489"/>
                </a:lnTo>
                <a:lnTo>
                  <a:pt x="1401942" y="3139489"/>
                </a:lnTo>
                <a:lnTo>
                  <a:pt x="1400479" y="3139489"/>
                </a:lnTo>
                <a:lnTo>
                  <a:pt x="1399015" y="3139489"/>
                </a:lnTo>
                <a:lnTo>
                  <a:pt x="1397552" y="3139489"/>
                </a:lnTo>
                <a:lnTo>
                  <a:pt x="1396089" y="3139489"/>
                </a:lnTo>
                <a:lnTo>
                  <a:pt x="1394625" y="3139489"/>
                </a:lnTo>
                <a:lnTo>
                  <a:pt x="1393162" y="3139489"/>
                </a:lnTo>
                <a:lnTo>
                  <a:pt x="1391698" y="3139489"/>
                </a:lnTo>
                <a:lnTo>
                  <a:pt x="1390235" y="3139489"/>
                </a:lnTo>
                <a:lnTo>
                  <a:pt x="1388772" y="3139489"/>
                </a:lnTo>
                <a:lnTo>
                  <a:pt x="1387308" y="3139489"/>
                </a:lnTo>
                <a:lnTo>
                  <a:pt x="1385845" y="3139489"/>
                </a:lnTo>
                <a:lnTo>
                  <a:pt x="1384381" y="3139489"/>
                </a:lnTo>
                <a:lnTo>
                  <a:pt x="1382918" y="3139489"/>
                </a:lnTo>
                <a:lnTo>
                  <a:pt x="1381455" y="3139489"/>
                </a:lnTo>
                <a:lnTo>
                  <a:pt x="1379991" y="3139489"/>
                </a:lnTo>
                <a:lnTo>
                  <a:pt x="1378528" y="3139489"/>
                </a:lnTo>
                <a:lnTo>
                  <a:pt x="1377064" y="3139489"/>
                </a:lnTo>
                <a:lnTo>
                  <a:pt x="1375601" y="3139489"/>
                </a:lnTo>
                <a:lnTo>
                  <a:pt x="1374138" y="3139489"/>
                </a:lnTo>
                <a:lnTo>
                  <a:pt x="1372674" y="3139489"/>
                </a:lnTo>
                <a:lnTo>
                  <a:pt x="1371211" y="3139489"/>
                </a:lnTo>
                <a:lnTo>
                  <a:pt x="1369747" y="3139489"/>
                </a:lnTo>
                <a:lnTo>
                  <a:pt x="1368284" y="3139489"/>
                </a:lnTo>
                <a:lnTo>
                  <a:pt x="1366821" y="3139489"/>
                </a:lnTo>
                <a:lnTo>
                  <a:pt x="1365357" y="3139489"/>
                </a:lnTo>
                <a:lnTo>
                  <a:pt x="1363894" y="3139489"/>
                </a:lnTo>
                <a:lnTo>
                  <a:pt x="1362430" y="3139489"/>
                </a:lnTo>
                <a:lnTo>
                  <a:pt x="1360967" y="3139489"/>
                </a:lnTo>
                <a:lnTo>
                  <a:pt x="1359504" y="3139489"/>
                </a:lnTo>
                <a:lnTo>
                  <a:pt x="1358040" y="3139489"/>
                </a:lnTo>
                <a:lnTo>
                  <a:pt x="1356577" y="3139489"/>
                </a:lnTo>
                <a:lnTo>
                  <a:pt x="1355113" y="3139489"/>
                </a:lnTo>
                <a:lnTo>
                  <a:pt x="1353650" y="3139489"/>
                </a:lnTo>
                <a:lnTo>
                  <a:pt x="1352187" y="3139489"/>
                </a:lnTo>
                <a:lnTo>
                  <a:pt x="1350723" y="3139489"/>
                </a:lnTo>
                <a:lnTo>
                  <a:pt x="1349260" y="3139489"/>
                </a:lnTo>
                <a:lnTo>
                  <a:pt x="1347796" y="3139489"/>
                </a:lnTo>
                <a:lnTo>
                  <a:pt x="1346333" y="3139489"/>
                </a:lnTo>
                <a:lnTo>
                  <a:pt x="1344869" y="3139489"/>
                </a:lnTo>
                <a:lnTo>
                  <a:pt x="1343406" y="3139489"/>
                </a:lnTo>
                <a:lnTo>
                  <a:pt x="1341943" y="3139489"/>
                </a:lnTo>
                <a:lnTo>
                  <a:pt x="1340479" y="3139489"/>
                </a:lnTo>
                <a:lnTo>
                  <a:pt x="1339016" y="3139489"/>
                </a:lnTo>
                <a:lnTo>
                  <a:pt x="1337552" y="3139489"/>
                </a:lnTo>
                <a:lnTo>
                  <a:pt x="1336089" y="3139489"/>
                </a:lnTo>
                <a:lnTo>
                  <a:pt x="1334626" y="3139489"/>
                </a:lnTo>
                <a:lnTo>
                  <a:pt x="1333162" y="3139489"/>
                </a:lnTo>
                <a:lnTo>
                  <a:pt x="1331699" y="3139489"/>
                </a:lnTo>
                <a:lnTo>
                  <a:pt x="1330235" y="3139489"/>
                </a:lnTo>
                <a:lnTo>
                  <a:pt x="1328772" y="3139489"/>
                </a:lnTo>
                <a:lnTo>
                  <a:pt x="1327309" y="3139489"/>
                </a:lnTo>
                <a:lnTo>
                  <a:pt x="1325845" y="3139489"/>
                </a:lnTo>
                <a:lnTo>
                  <a:pt x="1324382" y="3139489"/>
                </a:lnTo>
                <a:lnTo>
                  <a:pt x="1322918" y="3139489"/>
                </a:lnTo>
                <a:lnTo>
                  <a:pt x="1321455" y="3139489"/>
                </a:lnTo>
                <a:lnTo>
                  <a:pt x="1319992" y="3139489"/>
                </a:lnTo>
                <a:lnTo>
                  <a:pt x="1318528" y="3139489"/>
                </a:lnTo>
                <a:lnTo>
                  <a:pt x="1317065" y="3139489"/>
                </a:lnTo>
                <a:lnTo>
                  <a:pt x="1315601" y="3139489"/>
                </a:lnTo>
                <a:lnTo>
                  <a:pt x="1314138" y="3139489"/>
                </a:lnTo>
                <a:lnTo>
                  <a:pt x="1312675" y="3139489"/>
                </a:lnTo>
                <a:lnTo>
                  <a:pt x="1311211" y="3139489"/>
                </a:lnTo>
                <a:lnTo>
                  <a:pt x="1309748" y="3139489"/>
                </a:lnTo>
                <a:lnTo>
                  <a:pt x="1308284" y="3139489"/>
                </a:lnTo>
                <a:lnTo>
                  <a:pt x="1306821" y="3139489"/>
                </a:lnTo>
                <a:lnTo>
                  <a:pt x="1305358" y="3139489"/>
                </a:lnTo>
                <a:lnTo>
                  <a:pt x="1303894" y="3139489"/>
                </a:lnTo>
                <a:lnTo>
                  <a:pt x="1302431" y="3139489"/>
                </a:lnTo>
                <a:lnTo>
                  <a:pt x="1300967" y="3139489"/>
                </a:lnTo>
                <a:lnTo>
                  <a:pt x="1299504" y="3139489"/>
                </a:lnTo>
                <a:lnTo>
                  <a:pt x="1298040" y="3139489"/>
                </a:lnTo>
                <a:lnTo>
                  <a:pt x="1296577" y="3139489"/>
                </a:lnTo>
                <a:lnTo>
                  <a:pt x="1295114" y="3139489"/>
                </a:lnTo>
                <a:lnTo>
                  <a:pt x="1293650" y="3139489"/>
                </a:lnTo>
                <a:lnTo>
                  <a:pt x="1292187" y="3139489"/>
                </a:lnTo>
                <a:lnTo>
                  <a:pt x="1290723" y="3139489"/>
                </a:lnTo>
                <a:lnTo>
                  <a:pt x="1289260" y="3139489"/>
                </a:lnTo>
                <a:lnTo>
                  <a:pt x="1287797" y="3139489"/>
                </a:lnTo>
                <a:lnTo>
                  <a:pt x="1286333" y="3139489"/>
                </a:lnTo>
                <a:lnTo>
                  <a:pt x="1284870" y="3139489"/>
                </a:lnTo>
                <a:lnTo>
                  <a:pt x="1283406" y="3139489"/>
                </a:lnTo>
                <a:lnTo>
                  <a:pt x="1281943" y="3139489"/>
                </a:lnTo>
                <a:lnTo>
                  <a:pt x="1280480" y="3139489"/>
                </a:lnTo>
                <a:lnTo>
                  <a:pt x="1279016" y="3139489"/>
                </a:lnTo>
                <a:lnTo>
                  <a:pt x="1277553" y="3139489"/>
                </a:lnTo>
                <a:lnTo>
                  <a:pt x="1276089" y="3139489"/>
                </a:lnTo>
                <a:lnTo>
                  <a:pt x="1274626" y="3139489"/>
                </a:lnTo>
                <a:lnTo>
                  <a:pt x="1273163" y="3139489"/>
                </a:lnTo>
                <a:lnTo>
                  <a:pt x="1271699" y="3139489"/>
                </a:lnTo>
                <a:lnTo>
                  <a:pt x="1270236" y="3139489"/>
                </a:lnTo>
                <a:lnTo>
                  <a:pt x="1268772" y="3139489"/>
                </a:lnTo>
                <a:lnTo>
                  <a:pt x="1267309" y="3139489"/>
                </a:lnTo>
                <a:lnTo>
                  <a:pt x="1265846" y="3139489"/>
                </a:lnTo>
                <a:lnTo>
                  <a:pt x="1264382" y="3139489"/>
                </a:lnTo>
                <a:lnTo>
                  <a:pt x="1262919" y="3139489"/>
                </a:lnTo>
                <a:lnTo>
                  <a:pt x="1261455" y="3139489"/>
                </a:lnTo>
                <a:lnTo>
                  <a:pt x="1259992" y="3139489"/>
                </a:lnTo>
                <a:lnTo>
                  <a:pt x="1258529" y="3139489"/>
                </a:lnTo>
                <a:lnTo>
                  <a:pt x="1257065" y="3139489"/>
                </a:lnTo>
                <a:lnTo>
                  <a:pt x="1255602" y="3139489"/>
                </a:lnTo>
                <a:lnTo>
                  <a:pt x="1254138" y="3139489"/>
                </a:lnTo>
                <a:lnTo>
                  <a:pt x="1252675" y="3139489"/>
                </a:lnTo>
                <a:lnTo>
                  <a:pt x="1251212" y="3139489"/>
                </a:lnTo>
                <a:lnTo>
                  <a:pt x="1249748" y="3139489"/>
                </a:lnTo>
                <a:lnTo>
                  <a:pt x="1248285" y="3139489"/>
                </a:lnTo>
                <a:lnTo>
                  <a:pt x="1246821" y="3139489"/>
                </a:lnTo>
                <a:lnTo>
                  <a:pt x="1245358" y="3139489"/>
                </a:lnTo>
                <a:lnTo>
                  <a:pt x="1243894" y="3139489"/>
                </a:lnTo>
                <a:lnTo>
                  <a:pt x="1242431" y="3139489"/>
                </a:lnTo>
                <a:lnTo>
                  <a:pt x="1240968" y="3139489"/>
                </a:lnTo>
                <a:lnTo>
                  <a:pt x="1239504" y="3139489"/>
                </a:lnTo>
                <a:lnTo>
                  <a:pt x="1238041" y="3139489"/>
                </a:lnTo>
                <a:lnTo>
                  <a:pt x="1236577" y="3139489"/>
                </a:lnTo>
                <a:lnTo>
                  <a:pt x="1235114" y="3139489"/>
                </a:lnTo>
                <a:lnTo>
                  <a:pt x="1233651" y="3139489"/>
                </a:lnTo>
                <a:lnTo>
                  <a:pt x="1232187" y="3139489"/>
                </a:lnTo>
                <a:lnTo>
                  <a:pt x="1230724" y="3139489"/>
                </a:lnTo>
                <a:lnTo>
                  <a:pt x="1229260" y="3139489"/>
                </a:lnTo>
                <a:lnTo>
                  <a:pt x="1227797" y="3139489"/>
                </a:lnTo>
                <a:lnTo>
                  <a:pt x="1226334" y="3139489"/>
                </a:lnTo>
                <a:lnTo>
                  <a:pt x="1224870" y="3139489"/>
                </a:lnTo>
                <a:lnTo>
                  <a:pt x="1223407" y="3139489"/>
                </a:lnTo>
                <a:lnTo>
                  <a:pt x="1221943" y="3139489"/>
                </a:lnTo>
                <a:lnTo>
                  <a:pt x="1220480" y="3139489"/>
                </a:lnTo>
                <a:lnTo>
                  <a:pt x="1219017" y="3139489"/>
                </a:lnTo>
                <a:lnTo>
                  <a:pt x="1217553" y="3139489"/>
                </a:lnTo>
                <a:lnTo>
                  <a:pt x="1216090" y="3139489"/>
                </a:lnTo>
                <a:lnTo>
                  <a:pt x="1214626" y="3139489"/>
                </a:lnTo>
                <a:lnTo>
                  <a:pt x="1213163" y="3139489"/>
                </a:lnTo>
                <a:lnTo>
                  <a:pt x="1211700" y="3139489"/>
                </a:lnTo>
                <a:lnTo>
                  <a:pt x="1210236" y="3139489"/>
                </a:lnTo>
                <a:lnTo>
                  <a:pt x="1208773" y="3139489"/>
                </a:lnTo>
                <a:lnTo>
                  <a:pt x="1207309" y="3139489"/>
                </a:lnTo>
                <a:lnTo>
                  <a:pt x="1205846" y="3139489"/>
                </a:lnTo>
                <a:lnTo>
                  <a:pt x="1204383" y="3139489"/>
                </a:lnTo>
                <a:lnTo>
                  <a:pt x="1202919" y="3139489"/>
                </a:lnTo>
                <a:lnTo>
                  <a:pt x="1201456" y="3139489"/>
                </a:lnTo>
                <a:lnTo>
                  <a:pt x="1199992" y="3139489"/>
                </a:lnTo>
                <a:lnTo>
                  <a:pt x="1198529" y="3139489"/>
                </a:lnTo>
                <a:lnTo>
                  <a:pt x="1197065" y="3139489"/>
                </a:lnTo>
                <a:lnTo>
                  <a:pt x="1195602" y="3139489"/>
                </a:lnTo>
                <a:lnTo>
                  <a:pt x="1194139" y="3139489"/>
                </a:lnTo>
                <a:lnTo>
                  <a:pt x="1192675" y="3139489"/>
                </a:lnTo>
                <a:lnTo>
                  <a:pt x="1191212" y="3139489"/>
                </a:lnTo>
                <a:lnTo>
                  <a:pt x="1189748" y="3139489"/>
                </a:lnTo>
                <a:lnTo>
                  <a:pt x="1188285" y="3139489"/>
                </a:lnTo>
                <a:lnTo>
                  <a:pt x="1186822" y="3139489"/>
                </a:lnTo>
                <a:lnTo>
                  <a:pt x="1185358" y="3139489"/>
                </a:lnTo>
                <a:lnTo>
                  <a:pt x="1183895" y="3139489"/>
                </a:lnTo>
                <a:lnTo>
                  <a:pt x="1182431" y="3139489"/>
                </a:lnTo>
                <a:lnTo>
                  <a:pt x="1180968" y="3139489"/>
                </a:lnTo>
                <a:lnTo>
                  <a:pt x="1179505" y="3139489"/>
                </a:lnTo>
                <a:lnTo>
                  <a:pt x="1178041" y="3139489"/>
                </a:lnTo>
                <a:lnTo>
                  <a:pt x="1176578" y="3139489"/>
                </a:lnTo>
                <a:lnTo>
                  <a:pt x="1175114" y="3139489"/>
                </a:lnTo>
                <a:lnTo>
                  <a:pt x="1173651" y="3139489"/>
                </a:lnTo>
                <a:lnTo>
                  <a:pt x="1172188" y="3139489"/>
                </a:lnTo>
                <a:lnTo>
                  <a:pt x="1170724" y="3139489"/>
                </a:lnTo>
                <a:lnTo>
                  <a:pt x="1169261" y="3139489"/>
                </a:lnTo>
                <a:lnTo>
                  <a:pt x="1167797" y="3139489"/>
                </a:lnTo>
                <a:lnTo>
                  <a:pt x="1166334" y="3139489"/>
                </a:lnTo>
                <a:lnTo>
                  <a:pt x="1164871" y="3139489"/>
                </a:lnTo>
                <a:lnTo>
                  <a:pt x="1163407" y="3139489"/>
                </a:lnTo>
                <a:lnTo>
                  <a:pt x="1161944" y="3139489"/>
                </a:lnTo>
                <a:lnTo>
                  <a:pt x="1160480" y="3139489"/>
                </a:lnTo>
                <a:lnTo>
                  <a:pt x="1159017" y="3139489"/>
                </a:lnTo>
                <a:lnTo>
                  <a:pt x="1157554" y="3139489"/>
                </a:lnTo>
                <a:lnTo>
                  <a:pt x="1156090" y="3139489"/>
                </a:lnTo>
                <a:lnTo>
                  <a:pt x="1154627" y="3139489"/>
                </a:lnTo>
                <a:lnTo>
                  <a:pt x="1153163" y="3139489"/>
                </a:lnTo>
                <a:lnTo>
                  <a:pt x="1151700" y="3139489"/>
                </a:lnTo>
                <a:lnTo>
                  <a:pt x="1150236" y="3139489"/>
                </a:lnTo>
                <a:lnTo>
                  <a:pt x="1148773" y="3139489"/>
                </a:lnTo>
                <a:lnTo>
                  <a:pt x="1147310" y="3139489"/>
                </a:lnTo>
                <a:lnTo>
                  <a:pt x="1145846" y="3139489"/>
                </a:lnTo>
                <a:lnTo>
                  <a:pt x="1144383" y="3139489"/>
                </a:lnTo>
                <a:lnTo>
                  <a:pt x="1142919" y="3139489"/>
                </a:lnTo>
                <a:lnTo>
                  <a:pt x="1141456" y="3139489"/>
                </a:lnTo>
                <a:lnTo>
                  <a:pt x="1139993" y="3139489"/>
                </a:lnTo>
                <a:lnTo>
                  <a:pt x="1138529" y="3139489"/>
                </a:lnTo>
                <a:lnTo>
                  <a:pt x="1137066" y="3139489"/>
                </a:lnTo>
                <a:lnTo>
                  <a:pt x="1135602" y="3139489"/>
                </a:lnTo>
                <a:lnTo>
                  <a:pt x="1134139" y="3139489"/>
                </a:lnTo>
                <a:lnTo>
                  <a:pt x="1132676" y="3139489"/>
                </a:lnTo>
                <a:lnTo>
                  <a:pt x="1131212" y="3139489"/>
                </a:lnTo>
                <a:lnTo>
                  <a:pt x="1129749" y="3139489"/>
                </a:lnTo>
                <a:lnTo>
                  <a:pt x="1128285" y="3139489"/>
                </a:lnTo>
                <a:lnTo>
                  <a:pt x="1126822" y="3139489"/>
                </a:lnTo>
                <a:lnTo>
                  <a:pt x="1125359" y="3139489"/>
                </a:lnTo>
                <a:lnTo>
                  <a:pt x="1123895" y="3139489"/>
                </a:lnTo>
                <a:lnTo>
                  <a:pt x="1122432" y="3139489"/>
                </a:lnTo>
                <a:lnTo>
                  <a:pt x="1120968" y="3139489"/>
                </a:lnTo>
                <a:lnTo>
                  <a:pt x="1119505" y="3139489"/>
                </a:lnTo>
                <a:lnTo>
                  <a:pt x="1118042" y="3139489"/>
                </a:lnTo>
                <a:lnTo>
                  <a:pt x="1116578" y="3139489"/>
                </a:lnTo>
                <a:lnTo>
                  <a:pt x="1115115" y="3139489"/>
                </a:lnTo>
                <a:lnTo>
                  <a:pt x="1113651" y="3139489"/>
                </a:lnTo>
                <a:lnTo>
                  <a:pt x="1112188" y="3139489"/>
                </a:lnTo>
                <a:lnTo>
                  <a:pt x="1110725" y="3139489"/>
                </a:lnTo>
                <a:lnTo>
                  <a:pt x="1109261" y="3139489"/>
                </a:lnTo>
                <a:lnTo>
                  <a:pt x="1107798" y="3139489"/>
                </a:lnTo>
                <a:lnTo>
                  <a:pt x="1106334" y="3139489"/>
                </a:lnTo>
                <a:lnTo>
                  <a:pt x="1104871" y="3139489"/>
                </a:lnTo>
                <a:lnTo>
                  <a:pt x="1103408" y="3139489"/>
                </a:lnTo>
                <a:lnTo>
                  <a:pt x="1101944" y="3139489"/>
                </a:lnTo>
                <a:lnTo>
                  <a:pt x="1100481" y="3139489"/>
                </a:lnTo>
                <a:lnTo>
                  <a:pt x="1099017" y="3139489"/>
                </a:lnTo>
                <a:lnTo>
                  <a:pt x="1097554" y="3139489"/>
                </a:lnTo>
                <a:lnTo>
                  <a:pt x="1096090" y="3139489"/>
                </a:lnTo>
                <a:lnTo>
                  <a:pt x="1094627" y="3139489"/>
                </a:lnTo>
                <a:lnTo>
                  <a:pt x="1093164" y="3139489"/>
                </a:lnTo>
                <a:lnTo>
                  <a:pt x="1091700" y="3139489"/>
                </a:lnTo>
                <a:lnTo>
                  <a:pt x="1090237" y="3139489"/>
                </a:lnTo>
                <a:lnTo>
                  <a:pt x="1088773" y="3139489"/>
                </a:lnTo>
                <a:lnTo>
                  <a:pt x="1087310" y="3139489"/>
                </a:lnTo>
                <a:lnTo>
                  <a:pt x="1085847" y="3139489"/>
                </a:lnTo>
                <a:lnTo>
                  <a:pt x="1084383" y="3139489"/>
                </a:lnTo>
                <a:lnTo>
                  <a:pt x="1082920" y="3139489"/>
                </a:lnTo>
                <a:lnTo>
                  <a:pt x="1081456" y="3139489"/>
                </a:lnTo>
                <a:lnTo>
                  <a:pt x="1079993" y="3139489"/>
                </a:lnTo>
                <a:lnTo>
                  <a:pt x="1078530" y="3139489"/>
                </a:lnTo>
                <a:lnTo>
                  <a:pt x="1077066" y="3139489"/>
                </a:lnTo>
                <a:lnTo>
                  <a:pt x="1075603" y="3139489"/>
                </a:lnTo>
                <a:lnTo>
                  <a:pt x="1074139" y="3139489"/>
                </a:lnTo>
                <a:lnTo>
                  <a:pt x="1072676" y="3139489"/>
                </a:lnTo>
                <a:lnTo>
                  <a:pt x="1071213" y="3139489"/>
                </a:lnTo>
                <a:lnTo>
                  <a:pt x="1069749" y="3139489"/>
                </a:lnTo>
                <a:lnTo>
                  <a:pt x="1068286" y="3139489"/>
                </a:lnTo>
                <a:lnTo>
                  <a:pt x="1066822" y="3139489"/>
                </a:lnTo>
                <a:lnTo>
                  <a:pt x="1065359" y="3139489"/>
                </a:lnTo>
                <a:lnTo>
                  <a:pt x="1063896" y="3139489"/>
                </a:lnTo>
                <a:lnTo>
                  <a:pt x="1062432" y="3139489"/>
                </a:lnTo>
                <a:lnTo>
                  <a:pt x="1060969" y="3139489"/>
                </a:lnTo>
                <a:lnTo>
                  <a:pt x="1059505" y="3139489"/>
                </a:lnTo>
                <a:lnTo>
                  <a:pt x="1058042" y="3139489"/>
                </a:lnTo>
                <a:lnTo>
                  <a:pt x="1056579" y="3139489"/>
                </a:lnTo>
                <a:lnTo>
                  <a:pt x="1055115" y="3139489"/>
                </a:lnTo>
                <a:lnTo>
                  <a:pt x="1053652" y="3139489"/>
                </a:lnTo>
                <a:lnTo>
                  <a:pt x="1052188" y="3139489"/>
                </a:lnTo>
                <a:lnTo>
                  <a:pt x="1050725" y="3139489"/>
                </a:lnTo>
                <a:lnTo>
                  <a:pt x="1049261" y="3139489"/>
                </a:lnTo>
                <a:lnTo>
                  <a:pt x="1047798" y="3139489"/>
                </a:lnTo>
                <a:lnTo>
                  <a:pt x="1046335" y="3139489"/>
                </a:lnTo>
                <a:lnTo>
                  <a:pt x="1044871" y="3139489"/>
                </a:lnTo>
                <a:lnTo>
                  <a:pt x="1043408" y="3139489"/>
                </a:lnTo>
                <a:lnTo>
                  <a:pt x="1041944" y="3139489"/>
                </a:lnTo>
                <a:lnTo>
                  <a:pt x="1040481" y="3139489"/>
                </a:lnTo>
                <a:lnTo>
                  <a:pt x="1039018" y="3139489"/>
                </a:lnTo>
                <a:lnTo>
                  <a:pt x="1037554" y="3139489"/>
                </a:lnTo>
                <a:lnTo>
                  <a:pt x="1036091" y="3139489"/>
                </a:lnTo>
                <a:lnTo>
                  <a:pt x="1034627" y="3139489"/>
                </a:lnTo>
                <a:lnTo>
                  <a:pt x="1033164" y="3139489"/>
                </a:lnTo>
                <a:lnTo>
                  <a:pt x="1031701" y="3139489"/>
                </a:lnTo>
                <a:lnTo>
                  <a:pt x="1030237" y="3139489"/>
                </a:lnTo>
                <a:lnTo>
                  <a:pt x="1028774" y="3139489"/>
                </a:lnTo>
                <a:lnTo>
                  <a:pt x="1027310" y="3139489"/>
                </a:lnTo>
                <a:lnTo>
                  <a:pt x="1025847" y="3139489"/>
                </a:lnTo>
                <a:lnTo>
                  <a:pt x="1024384" y="3139489"/>
                </a:lnTo>
                <a:lnTo>
                  <a:pt x="1022920" y="3139489"/>
                </a:lnTo>
                <a:lnTo>
                  <a:pt x="1021457" y="3139489"/>
                </a:lnTo>
                <a:lnTo>
                  <a:pt x="1019993" y="3139489"/>
                </a:lnTo>
                <a:lnTo>
                  <a:pt x="1018530" y="3139489"/>
                </a:lnTo>
                <a:lnTo>
                  <a:pt x="1017067" y="3139489"/>
                </a:lnTo>
                <a:lnTo>
                  <a:pt x="1015603" y="3139489"/>
                </a:lnTo>
                <a:lnTo>
                  <a:pt x="1014140" y="3139489"/>
                </a:lnTo>
                <a:lnTo>
                  <a:pt x="1012676" y="3139489"/>
                </a:lnTo>
                <a:lnTo>
                  <a:pt x="1011213" y="3139489"/>
                </a:lnTo>
                <a:lnTo>
                  <a:pt x="1009750" y="3139489"/>
                </a:lnTo>
                <a:lnTo>
                  <a:pt x="1008286" y="3139489"/>
                </a:lnTo>
                <a:lnTo>
                  <a:pt x="1006823" y="3139489"/>
                </a:lnTo>
                <a:lnTo>
                  <a:pt x="1005359" y="3139489"/>
                </a:lnTo>
                <a:lnTo>
                  <a:pt x="1003896" y="3139489"/>
                </a:lnTo>
                <a:lnTo>
                  <a:pt x="1002433" y="3139489"/>
                </a:lnTo>
                <a:lnTo>
                  <a:pt x="1000969" y="3139489"/>
                </a:lnTo>
                <a:lnTo>
                  <a:pt x="999506" y="3139489"/>
                </a:lnTo>
                <a:lnTo>
                  <a:pt x="998042" y="3139489"/>
                </a:lnTo>
                <a:lnTo>
                  <a:pt x="996579" y="3139489"/>
                </a:lnTo>
                <a:lnTo>
                  <a:pt x="995115" y="3139489"/>
                </a:lnTo>
                <a:lnTo>
                  <a:pt x="993652" y="3139489"/>
                </a:lnTo>
                <a:lnTo>
                  <a:pt x="992189" y="3139489"/>
                </a:lnTo>
                <a:lnTo>
                  <a:pt x="990725" y="3139489"/>
                </a:lnTo>
                <a:lnTo>
                  <a:pt x="989262" y="3139489"/>
                </a:lnTo>
                <a:lnTo>
                  <a:pt x="987798" y="3139489"/>
                </a:lnTo>
                <a:lnTo>
                  <a:pt x="986335" y="3139489"/>
                </a:lnTo>
                <a:lnTo>
                  <a:pt x="984872" y="3139489"/>
                </a:lnTo>
                <a:lnTo>
                  <a:pt x="983408" y="3139489"/>
                </a:lnTo>
                <a:lnTo>
                  <a:pt x="981945" y="3139489"/>
                </a:lnTo>
                <a:lnTo>
                  <a:pt x="980481" y="3139489"/>
                </a:lnTo>
                <a:lnTo>
                  <a:pt x="979018" y="3139489"/>
                </a:lnTo>
                <a:lnTo>
                  <a:pt x="977555" y="3139489"/>
                </a:lnTo>
                <a:lnTo>
                  <a:pt x="976091" y="3139489"/>
                </a:lnTo>
                <a:lnTo>
                  <a:pt x="974628" y="3139489"/>
                </a:lnTo>
                <a:lnTo>
                  <a:pt x="973164" y="3139489"/>
                </a:lnTo>
                <a:lnTo>
                  <a:pt x="971701" y="3139489"/>
                </a:lnTo>
                <a:lnTo>
                  <a:pt x="970238" y="3139489"/>
                </a:lnTo>
                <a:lnTo>
                  <a:pt x="968774" y="3139489"/>
                </a:lnTo>
                <a:lnTo>
                  <a:pt x="967311" y="3139489"/>
                </a:lnTo>
                <a:lnTo>
                  <a:pt x="965847" y="3139489"/>
                </a:lnTo>
                <a:lnTo>
                  <a:pt x="964384" y="3139489"/>
                </a:lnTo>
                <a:lnTo>
                  <a:pt x="962921" y="3139489"/>
                </a:lnTo>
                <a:lnTo>
                  <a:pt x="961457" y="3139489"/>
                </a:lnTo>
                <a:lnTo>
                  <a:pt x="959994" y="3139489"/>
                </a:lnTo>
                <a:lnTo>
                  <a:pt x="958530" y="3139489"/>
                </a:lnTo>
                <a:lnTo>
                  <a:pt x="957067" y="3139489"/>
                </a:lnTo>
                <a:lnTo>
                  <a:pt x="955604" y="3139489"/>
                </a:lnTo>
                <a:lnTo>
                  <a:pt x="954140" y="3139489"/>
                </a:lnTo>
                <a:lnTo>
                  <a:pt x="952677" y="3139489"/>
                </a:lnTo>
                <a:lnTo>
                  <a:pt x="951213" y="3139489"/>
                </a:lnTo>
                <a:lnTo>
                  <a:pt x="949750" y="3139489"/>
                </a:lnTo>
                <a:lnTo>
                  <a:pt x="948286" y="3139489"/>
                </a:lnTo>
                <a:lnTo>
                  <a:pt x="946823" y="3139489"/>
                </a:lnTo>
                <a:lnTo>
                  <a:pt x="945360" y="3139489"/>
                </a:lnTo>
                <a:lnTo>
                  <a:pt x="943896" y="3139489"/>
                </a:lnTo>
                <a:lnTo>
                  <a:pt x="942433" y="3139489"/>
                </a:lnTo>
                <a:lnTo>
                  <a:pt x="940969" y="3139489"/>
                </a:lnTo>
                <a:lnTo>
                  <a:pt x="939506" y="3139489"/>
                </a:lnTo>
                <a:lnTo>
                  <a:pt x="938043" y="3139489"/>
                </a:lnTo>
                <a:lnTo>
                  <a:pt x="936579" y="3139489"/>
                </a:lnTo>
                <a:lnTo>
                  <a:pt x="935116" y="3139489"/>
                </a:lnTo>
                <a:lnTo>
                  <a:pt x="933652" y="3139489"/>
                </a:lnTo>
                <a:lnTo>
                  <a:pt x="932189" y="3139489"/>
                </a:lnTo>
                <a:lnTo>
                  <a:pt x="930726" y="3139489"/>
                </a:lnTo>
                <a:lnTo>
                  <a:pt x="929262" y="3139489"/>
                </a:lnTo>
                <a:lnTo>
                  <a:pt x="927799" y="3139489"/>
                </a:lnTo>
                <a:lnTo>
                  <a:pt x="926335" y="3139489"/>
                </a:lnTo>
                <a:lnTo>
                  <a:pt x="924872" y="3139489"/>
                </a:lnTo>
                <a:lnTo>
                  <a:pt x="923409" y="3139489"/>
                </a:lnTo>
                <a:lnTo>
                  <a:pt x="921945" y="3139489"/>
                </a:lnTo>
                <a:lnTo>
                  <a:pt x="920482" y="3139489"/>
                </a:lnTo>
                <a:lnTo>
                  <a:pt x="919018" y="3139489"/>
                </a:lnTo>
                <a:lnTo>
                  <a:pt x="917555" y="3139489"/>
                </a:lnTo>
                <a:lnTo>
                  <a:pt x="916092" y="3139489"/>
                </a:lnTo>
                <a:lnTo>
                  <a:pt x="914628" y="3139489"/>
                </a:lnTo>
                <a:lnTo>
                  <a:pt x="913165" y="3139489"/>
                </a:lnTo>
                <a:lnTo>
                  <a:pt x="911701" y="3139489"/>
                </a:lnTo>
                <a:lnTo>
                  <a:pt x="910238" y="3139489"/>
                </a:lnTo>
                <a:lnTo>
                  <a:pt x="908775" y="3139489"/>
                </a:lnTo>
                <a:lnTo>
                  <a:pt x="907311" y="3139489"/>
                </a:lnTo>
                <a:lnTo>
                  <a:pt x="905848" y="3139489"/>
                </a:lnTo>
                <a:lnTo>
                  <a:pt x="904384" y="3139489"/>
                </a:lnTo>
                <a:lnTo>
                  <a:pt x="902921" y="3139489"/>
                </a:lnTo>
                <a:lnTo>
                  <a:pt x="901458" y="3139489"/>
                </a:lnTo>
                <a:lnTo>
                  <a:pt x="899994" y="3139489"/>
                </a:lnTo>
                <a:lnTo>
                  <a:pt x="898531" y="3139489"/>
                </a:lnTo>
                <a:lnTo>
                  <a:pt x="897067" y="3139489"/>
                </a:lnTo>
                <a:lnTo>
                  <a:pt x="895604" y="3139489"/>
                </a:lnTo>
                <a:lnTo>
                  <a:pt x="894140" y="3139489"/>
                </a:lnTo>
                <a:lnTo>
                  <a:pt x="892677" y="3139489"/>
                </a:lnTo>
                <a:lnTo>
                  <a:pt x="891214" y="3139489"/>
                </a:lnTo>
                <a:lnTo>
                  <a:pt x="889750" y="3139489"/>
                </a:lnTo>
                <a:lnTo>
                  <a:pt x="888287" y="3139489"/>
                </a:lnTo>
                <a:lnTo>
                  <a:pt x="886823" y="3139489"/>
                </a:lnTo>
                <a:lnTo>
                  <a:pt x="885360" y="3139489"/>
                </a:lnTo>
                <a:lnTo>
                  <a:pt x="883897" y="3139489"/>
                </a:lnTo>
                <a:lnTo>
                  <a:pt x="882433" y="3139489"/>
                </a:lnTo>
                <a:lnTo>
                  <a:pt x="880970" y="3139489"/>
                </a:lnTo>
                <a:lnTo>
                  <a:pt x="879506" y="3139489"/>
                </a:lnTo>
                <a:lnTo>
                  <a:pt x="878043" y="3139489"/>
                </a:lnTo>
                <a:lnTo>
                  <a:pt x="876580" y="3139489"/>
                </a:lnTo>
                <a:lnTo>
                  <a:pt x="875116" y="3139489"/>
                </a:lnTo>
                <a:lnTo>
                  <a:pt x="873653" y="3139489"/>
                </a:lnTo>
                <a:lnTo>
                  <a:pt x="872189" y="3139489"/>
                </a:lnTo>
                <a:lnTo>
                  <a:pt x="870726" y="3139489"/>
                </a:lnTo>
                <a:lnTo>
                  <a:pt x="869263" y="3139489"/>
                </a:lnTo>
                <a:lnTo>
                  <a:pt x="867799" y="3139489"/>
                </a:lnTo>
                <a:lnTo>
                  <a:pt x="866336" y="3139489"/>
                </a:lnTo>
                <a:lnTo>
                  <a:pt x="864872" y="3139489"/>
                </a:lnTo>
                <a:lnTo>
                  <a:pt x="863409" y="3139489"/>
                </a:lnTo>
                <a:lnTo>
                  <a:pt x="861946" y="3139489"/>
                </a:lnTo>
                <a:lnTo>
                  <a:pt x="860482" y="3139489"/>
                </a:lnTo>
                <a:lnTo>
                  <a:pt x="859019" y="3139489"/>
                </a:lnTo>
                <a:lnTo>
                  <a:pt x="857555" y="3139489"/>
                </a:lnTo>
                <a:lnTo>
                  <a:pt x="856092" y="3139489"/>
                </a:lnTo>
                <a:lnTo>
                  <a:pt x="854629" y="3139489"/>
                </a:lnTo>
                <a:lnTo>
                  <a:pt x="853165" y="3139489"/>
                </a:lnTo>
                <a:lnTo>
                  <a:pt x="851702" y="3139489"/>
                </a:lnTo>
                <a:lnTo>
                  <a:pt x="850238" y="3139489"/>
                </a:lnTo>
                <a:lnTo>
                  <a:pt x="848775" y="3139489"/>
                </a:lnTo>
                <a:lnTo>
                  <a:pt x="847311" y="3139489"/>
                </a:lnTo>
                <a:lnTo>
                  <a:pt x="845848" y="3139489"/>
                </a:lnTo>
                <a:lnTo>
                  <a:pt x="844385" y="3139489"/>
                </a:lnTo>
                <a:lnTo>
                  <a:pt x="842921" y="3139489"/>
                </a:lnTo>
                <a:lnTo>
                  <a:pt x="841458" y="3139489"/>
                </a:lnTo>
                <a:lnTo>
                  <a:pt x="839994" y="3139489"/>
                </a:lnTo>
                <a:lnTo>
                  <a:pt x="838531" y="3139489"/>
                </a:lnTo>
                <a:lnTo>
                  <a:pt x="837068" y="3139489"/>
                </a:lnTo>
                <a:lnTo>
                  <a:pt x="835604" y="3139489"/>
                </a:lnTo>
                <a:lnTo>
                  <a:pt x="834141" y="3139489"/>
                </a:lnTo>
                <a:lnTo>
                  <a:pt x="832677" y="3139489"/>
                </a:lnTo>
                <a:lnTo>
                  <a:pt x="831214" y="3139489"/>
                </a:lnTo>
                <a:lnTo>
                  <a:pt x="829751" y="3139489"/>
                </a:lnTo>
                <a:lnTo>
                  <a:pt x="828287" y="3139489"/>
                </a:lnTo>
                <a:lnTo>
                  <a:pt x="826824" y="3139489"/>
                </a:lnTo>
                <a:lnTo>
                  <a:pt x="825360" y="3139489"/>
                </a:lnTo>
                <a:lnTo>
                  <a:pt x="823897" y="3139489"/>
                </a:lnTo>
                <a:lnTo>
                  <a:pt x="822434" y="3139489"/>
                </a:lnTo>
                <a:lnTo>
                  <a:pt x="820970" y="3139489"/>
                </a:lnTo>
                <a:lnTo>
                  <a:pt x="819507" y="3139489"/>
                </a:lnTo>
                <a:lnTo>
                  <a:pt x="818043" y="3139489"/>
                </a:lnTo>
                <a:lnTo>
                  <a:pt x="816580" y="3139489"/>
                </a:lnTo>
                <a:lnTo>
                  <a:pt x="815117" y="3139489"/>
                </a:lnTo>
                <a:lnTo>
                  <a:pt x="813653" y="3139489"/>
                </a:lnTo>
                <a:lnTo>
                  <a:pt x="812190" y="3139489"/>
                </a:lnTo>
                <a:lnTo>
                  <a:pt x="810726" y="3139489"/>
                </a:lnTo>
                <a:lnTo>
                  <a:pt x="809263" y="3139489"/>
                </a:lnTo>
                <a:lnTo>
                  <a:pt x="807800" y="3139489"/>
                </a:lnTo>
                <a:lnTo>
                  <a:pt x="806336" y="3139489"/>
                </a:lnTo>
                <a:lnTo>
                  <a:pt x="804873" y="3139489"/>
                </a:lnTo>
                <a:lnTo>
                  <a:pt x="803409" y="3139489"/>
                </a:lnTo>
                <a:lnTo>
                  <a:pt x="801946" y="3139489"/>
                </a:lnTo>
                <a:lnTo>
                  <a:pt x="800483" y="3139489"/>
                </a:lnTo>
                <a:lnTo>
                  <a:pt x="799019" y="3139489"/>
                </a:lnTo>
                <a:lnTo>
                  <a:pt x="797556" y="3139489"/>
                </a:lnTo>
                <a:lnTo>
                  <a:pt x="796092" y="3139489"/>
                </a:lnTo>
                <a:lnTo>
                  <a:pt x="794629" y="3139489"/>
                </a:lnTo>
                <a:lnTo>
                  <a:pt x="793165" y="3139489"/>
                </a:lnTo>
                <a:lnTo>
                  <a:pt x="791702" y="3139489"/>
                </a:lnTo>
                <a:lnTo>
                  <a:pt x="790239" y="3139489"/>
                </a:lnTo>
                <a:lnTo>
                  <a:pt x="788775" y="3139489"/>
                </a:lnTo>
                <a:lnTo>
                  <a:pt x="787312" y="3139489"/>
                </a:lnTo>
                <a:lnTo>
                  <a:pt x="785848" y="3139489"/>
                </a:lnTo>
                <a:lnTo>
                  <a:pt x="784385" y="3139489"/>
                </a:lnTo>
                <a:lnTo>
                  <a:pt x="782922" y="3139489"/>
                </a:lnTo>
                <a:lnTo>
                  <a:pt x="781458" y="3139489"/>
                </a:lnTo>
                <a:lnTo>
                  <a:pt x="779995" y="3139489"/>
                </a:lnTo>
                <a:lnTo>
                  <a:pt x="778531" y="3139489"/>
                </a:lnTo>
                <a:lnTo>
                  <a:pt x="777068" y="3139489"/>
                </a:lnTo>
                <a:lnTo>
                  <a:pt x="775605" y="3139489"/>
                </a:lnTo>
                <a:lnTo>
                  <a:pt x="774141" y="3139489"/>
                </a:lnTo>
                <a:lnTo>
                  <a:pt x="772678" y="3139489"/>
                </a:lnTo>
                <a:lnTo>
                  <a:pt x="771214" y="3139489"/>
                </a:lnTo>
                <a:lnTo>
                  <a:pt x="769751" y="3139489"/>
                </a:lnTo>
                <a:lnTo>
                  <a:pt x="768288" y="3139489"/>
                </a:lnTo>
                <a:lnTo>
                  <a:pt x="766824" y="3139489"/>
                </a:lnTo>
                <a:lnTo>
                  <a:pt x="765361" y="3139489"/>
                </a:lnTo>
                <a:lnTo>
                  <a:pt x="763897" y="3139489"/>
                </a:lnTo>
                <a:lnTo>
                  <a:pt x="762434" y="3139489"/>
                </a:lnTo>
                <a:lnTo>
                  <a:pt x="760971" y="3139489"/>
                </a:lnTo>
                <a:lnTo>
                  <a:pt x="759507" y="3139489"/>
                </a:lnTo>
                <a:lnTo>
                  <a:pt x="758044" y="3139489"/>
                </a:lnTo>
                <a:lnTo>
                  <a:pt x="756580" y="3139489"/>
                </a:lnTo>
                <a:lnTo>
                  <a:pt x="755117" y="3139489"/>
                </a:lnTo>
                <a:lnTo>
                  <a:pt x="753654" y="3139489"/>
                </a:lnTo>
                <a:lnTo>
                  <a:pt x="752190" y="3139489"/>
                </a:lnTo>
                <a:lnTo>
                  <a:pt x="750727" y="3139489"/>
                </a:lnTo>
                <a:lnTo>
                  <a:pt x="749263" y="3139489"/>
                </a:lnTo>
                <a:lnTo>
                  <a:pt x="747800" y="3139489"/>
                </a:lnTo>
                <a:lnTo>
                  <a:pt x="746336" y="3139489"/>
                </a:lnTo>
                <a:lnTo>
                  <a:pt x="744873" y="3139489"/>
                </a:lnTo>
                <a:lnTo>
                  <a:pt x="743410" y="3139489"/>
                </a:lnTo>
                <a:lnTo>
                  <a:pt x="741946" y="3139489"/>
                </a:lnTo>
                <a:lnTo>
                  <a:pt x="740483" y="3139489"/>
                </a:lnTo>
                <a:lnTo>
                  <a:pt x="739019" y="3139489"/>
                </a:lnTo>
                <a:lnTo>
                  <a:pt x="737556" y="3139489"/>
                </a:lnTo>
                <a:lnTo>
                  <a:pt x="736093" y="3139489"/>
                </a:lnTo>
                <a:lnTo>
                  <a:pt x="734629" y="3139489"/>
                </a:lnTo>
                <a:lnTo>
                  <a:pt x="733166" y="3139489"/>
                </a:lnTo>
                <a:lnTo>
                  <a:pt x="731702" y="3139489"/>
                </a:lnTo>
                <a:lnTo>
                  <a:pt x="730239" y="3139489"/>
                </a:lnTo>
                <a:lnTo>
                  <a:pt x="728776" y="3139489"/>
                </a:lnTo>
                <a:lnTo>
                  <a:pt x="727312" y="3139489"/>
                </a:lnTo>
                <a:lnTo>
                  <a:pt x="725849" y="3139489"/>
                </a:lnTo>
                <a:lnTo>
                  <a:pt x="724385" y="3139489"/>
                </a:lnTo>
                <a:lnTo>
                  <a:pt x="722922" y="3139489"/>
                </a:lnTo>
                <a:lnTo>
                  <a:pt x="721459" y="3139489"/>
                </a:lnTo>
                <a:lnTo>
                  <a:pt x="719995" y="3139489"/>
                </a:lnTo>
                <a:lnTo>
                  <a:pt x="718532" y="3139489"/>
                </a:lnTo>
                <a:lnTo>
                  <a:pt x="717068" y="3139489"/>
                </a:lnTo>
                <a:lnTo>
                  <a:pt x="715605" y="3139489"/>
                </a:lnTo>
                <a:lnTo>
                  <a:pt x="714142" y="3139489"/>
                </a:lnTo>
                <a:lnTo>
                  <a:pt x="712678" y="3139489"/>
                </a:lnTo>
                <a:lnTo>
                  <a:pt x="711215" y="3139489"/>
                </a:lnTo>
                <a:lnTo>
                  <a:pt x="709751" y="3139489"/>
                </a:lnTo>
                <a:lnTo>
                  <a:pt x="708288" y="3139489"/>
                </a:lnTo>
                <a:lnTo>
                  <a:pt x="706825" y="3139489"/>
                </a:lnTo>
                <a:lnTo>
                  <a:pt x="705361" y="3139489"/>
                </a:lnTo>
                <a:lnTo>
                  <a:pt x="703898" y="3139489"/>
                </a:lnTo>
                <a:lnTo>
                  <a:pt x="702434" y="3139489"/>
                </a:lnTo>
                <a:lnTo>
                  <a:pt x="700971" y="3139489"/>
                </a:lnTo>
                <a:lnTo>
                  <a:pt x="699507" y="3139489"/>
                </a:lnTo>
                <a:lnTo>
                  <a:pt x="698044" y="3139489"/>
                </a:lnTo>
                <a:lnTo>
                  <a:pt x="696581" y="3139489"/>
                </a:lnTo>
                <a:lnTo>
                  <a:pt x="695117" y="3139489"/>
                </a:lnTo>
                <a:lnTo>
                  <a:pt x="693654" y="3139489"/>
                </a:lnTo>
                <a:lnTo>
                  <a:pt x="692190" y="3139489"/>
                </a:lnTo>
                <a:lnTo>
                  <a:pt x="690727" y="3139489"/>
                </a:lnTo>
                <a:lnTo>
                  <a:pt x="689264" y="3139489"/>
                </a:lnTo>
                <a:lnTo>
                  <a:pt x="687800" y="3139489"/>
                </a:lnTo>
                <a:lnTo>
                  <a:pt x="686337" y="3139489"/>
                </a:lnTo>
                <a:lnTo>
                  <a:pt x="684873" y="3139489"/>
                </a:lnTo>
                <a:lnTo>
                  <a:pt x="683410" y="3139489"/>
                </a:lnTo>
                <a:lnTo>
                  <a:pt x="681947" y="3139489"/>
                </a:lnTo>
                <a:lnTo>
                  <a:pt x="680483" y="3139489"/>
                </a:lnTo>
                <a:lnTo>
                  <a:pt x="679020" y="3139489"/>
                </a:lnTo>
                <a:lnTo>
                  <a:pt x="677556" y="3139489"/>
                </a:lnTo>
                <a:lnTo>
                  <a:pt x="676093" y="3139489"/>
                </a:lnTo>
                <a:lnTo>
                  <a:pt x="674630" y="3139489"/>
                </a:lnTo>
                <a:lnTo>
                  <a:pt x="673166" y="3139489"/>
                </a:lnTo>
                <a:lnTo>
                  <a:pt x="671703" y="3139489"/>
                </a:lnTo>
                <a:lnTo>
                  <a:pt x="670239" y="3139489"/>
                </a:lnTo>
                <a:lnTo>
                  <a:pt x="668776" y="3139489"/>
                </a:lnTo>
                <a:lnTo>
                  <a:pt x="667313" y="3139489"/>
                </a:lnTo>
                <a:lnTo>
                  <a:pt x="665849" y="3139489"/>
                </a:lnTo>
                <a:lnTo>
                  <a:pt x="664386" y="3139489"/>
                </a:lnTo>
                <a:lnTo>
                  <a:pt x="662922" y="3139489"/>
                </a:lnTo>
                <a:lnTo>
                  <a:pt x="661459" y="3139489"/>
                </a:lnTo>
                <a:lnTo>
                  <a:pt x="659996" y="3139489"/>
                </a:lnTo>
                <a:lnTo>
                  <a:pt x="658532" y="3139489"/>
                </a:lnTo>
                <a:lnTo>
                  <a:pt x="657069" y="3139489"/>
                </a:lnTo>
                <a:lnTo>
                  <a:pt x="655605" y="3139489"/>
                </a:lnTo>
                <a:lnTo>
                  <a:pt x="654142" y="3139489"/>
                </a:lnTo>
                <a:lnTo>
                  <a:pt x="652679" y="3139489"/>
                </a:lnTo>
                <a:lnTo>
                  <a:pt x="651215" y="3139489"/>
                </a:lnTo>
                <a:lnTo>
                  <a:pt x="649752" y="3139489"/>
                </a:lnTo>
                <a:lnTo>
                  <a:pt x="648288" y="3139489"/>
                </a:lnTo>
                <a:lnTo>
                  <a:pt x="646825" y="3139489"/>
                </a:lnTo>
                <a:lnTo>
                  <a:pt x="645361" y="3139489"/>
                </a:lnTo>
                <a:lnTo>
                  <a:pt x="643898" y="3139489"/>
                </a:lnTo>
                <a:lnTo>
                  <a:pt x="642435" y="3139489"/>
                </a:lnTo>
                <a:lnTo>
                  <a:pt x="640971" y="3139489"/>
                </a:lnTo>
                <a:lnTo>
                  <a:pt x="639508" y="3139489"/>
                </a:lnTo>
                <a:lnTo>
                  <a:pt x="638044" y="3139489"/>
                </a:lnTo>
                <a:lnTo>
                  <a:pt x="636581" y="3139489"/>
                </a:lnTo>
                <a:lnTo>
                  <a:pt x="635118" y="3139489"/>
                </a:lnTo>
                <a:lnTo>
                  <a:pt x="633654" y="3139489"/>
                </a:lnTo>
                <a:lnTo>
                  <a:pt x="632191" y="3139489"/>
                </a:lnTo>
                <a:lnTo>
                  <a:pt x="630727" y="3139489"/>
                </a:lnTo>
                <a:lnTo>
                  <a:pt x="629264" y="3139489"/>
                </a:lnTo>
                <a:lnTo>
                  <a:pt x="627801" y="3139489"/>
                </a:lnTo>
                <a:lnTo>
                  <a:pt x="626337" y="3139489"/>
                </a:lnTo>
                <a:lnTo>
                  <a:pt x="624874" y="3139489"/>
                </a:lnTo>
                <a:lnTo>
                  <a:pt x="623410" y="3139489"/>
                </a:lnTo>
                <a:lnTo>
                  <a:pt x="621947" y="3139489"/>
                </a:lnTo>
                <a:lnTo>
                  <a:pt x="620484" y="3139489"/>
                </a:lnTo>
                <a:lnTo>
                  <a:pt x="619020" y="3139489"/>
                </a:lnTo>
                <a:lnTo>
                  <a:pt x="617557" y="3139489"/>
                </a:lnTo>
                <a:lnTo>
                  <a:pt x="616093" y="3139489"/>
                </a:lnTo>
                <a:lnTo>
                  <a:pt x="614630" y="3139489"/>
                </a:lnTo>
                <a:lnTo>
                  <a:pt x="613167" y="3139489"/>
                </a:lnTo>
                <a:lnTo>
                  <a:pt x="611703" y="3139489"/>
                </a:lnTo>
                <a:lnTo>
                  <a:pt x="610240" y="3139489"/>
                </a:lnTo>
                <a:lnTo>
                  <a:pt x="608776" y="3139489"/>
                </a:lnTo>
                <a:lnTo>
                  <a:pt x="607313" y="3139489"/>
                </a:lnTo>
                <a:lnTo>
                  <a:pt x="605850" y="3139489"/>
                </a:lnTo>
                <a:lnTo>
                  <a:pt x="604386" y="3139489"/>
                </a:lnTo>
                <a:lnTo>
                  <a:pt x="602923" y="3139489"/>
                </a:lnTo>
                <a:lnTo>
                  <a:pt x="601459" y="3139489"/>
                </a:lnTo>
                <a:lnTo>
                  <a:pt x="599996" y="3139489"/>
                </a:lnTo>
                <a:lnTo>
                  <a:pt x="598532" y="3139489"/>
                </a:lnTo>
                <a:lnTo>
                  <a:pt x="597069" y="3139489"/>
                </a:lnTo>
                <a:lnTo>
                  <a:pt x="595606" y="3139489"/>
                </a:lnTo>
                <a:lnTo>
                  <a:pt x="594142" y="3139489"/>
                </a:lnTo>
                <a:lnTo>
                  <a:pt x="592679" y="3139489"/>
                </a:lnTo>
                <a:lnTo>
                  <a:pt x="591215" y="3139489"/>
                </a:lnTo>
                <a:lnTo>
                  <a:pt x="589752" y="3139489"/>
                </a:lnTo>
                <a:lnTo>
                  <a:pt x="588289" y="3139489"/>
                </a:lnTo>
                <a:lnTo>
                  <a:pt x="586825" y="3139489"/>
                </a:lnTo>
                <a:lnTo>
                  <a:pt x="585362" y="3139489"/>
                </a:lnTo>
                <a:lnTo>
                  <a:pt x="583898" y="3139489"/>
                </a:lnTo>
                <a:lnTo>
                  <a:pt x="582435" y="3139489"/>
                </a:lnTo>
                <a:lnTo>
                  <a:pt x="580972" y="3139489"/>
                </a:lnTo>
                <a:lnTo>
                  <a:pt x="579508" y="3139489"/>
                </a:lnTo>
                <a:lnTo>
                  <a:pt x="578045" y="3139489"/>
                </a:lnTo>
                <a:lnTo>
                  <a:pt x="576581" y="3139489"/>
                </a:lnTo>
                <a:lnTo>
                  <a:pt x="575118" y="3139489"/>
                </a:lnTo>
                <a:lnTo>
                  <a:pt x="573655" y="3139489"/>
                </a:lnTo>
                <a:lnTo>
                  <a:pt x="572191" y="3139489"/>
                </a:lnTo>
                <a:lnTo>
                  <a:pt x="570728" y="3139489"/>
                </a:lnTo>
                <a:lnTo>
                  <a:pt x="569264" y="3139489"/>
                </a:lnTo>
                <a:lnTo>
                  <a:pt x="567801" y="3139489"/>
                </a:lnTo>
                <a:lnTo>
                  <a:pt x="566338" y="3139489"/>
                </a:lnTo>
                <a:lnTo>
                  <a:pt x="564874" y="3139489"/>
                </a:lnTo>
                <a:lnTo>
                  <a:pt x="563411" y="3139489"/>
                </a:lnTo>
                <a:lnTo>
                  <a:pt x="561947" y="3139489"/>
                </a:lnTo>
                <a:lnTo>
                  <a:pt x="560484" y="3139489"/>
                </a:lnTo>
                <a:lnTo>
                  <a:pt x="559021" y="3139489"/>
                </a:lnTo>
                <a:lnTo>
                  <a:pt x="557557" y="3139489"/>
                </a:lnTo>
                <a:lnTo>
                  <a:pt x="556094" y="3139489"/>
                </a:lnTo>
                <a:lnTo>
                  <a:pt x="554630" y="3139489"/>
                </a:lnTo>
                <a:lnTo>
                  <a:pt x="553167" y="3139489"/>
                </a:lnTo>
                <a:lnTo>
                  <a:pt x="551704" y="3139489"/>
                </a:lnTo>
                <a:lnTo>
                  <a:pt x="550240" y="3139489"/>
                </a:lnTo>
                <a:lnTo>
                  <a:pt x="548777" y="3139489"/>
                </a:lnTo>
                <a:lnTo>
                  <a:pt x="547313" y="3139489"/>
                </a:lnTo>
                <a:lnTo>
                  <a:pt x="545850" y="3139489"/>
                </a:lnTo>
                <a:lnTo>
                  <a:pt x="544386" y="3139489"/>
                </a:lnTo>
                <a:lnTo>
                  <a:pt x="542923" y="3139489"/>
                </a:lnTo>
                <a:lnTo>
                  <a:pt x="541460" y="3139489"/>
                </a:lnTo>
                <a:lnTo>
                  <a:pt x="539996" y="3139489"/>
                </a:lnTo>
                <a:lnTo>
                  <a:pt x="538533" y="3139489"/>
                </a:lnTo>
                <a:lnTo>
                  <a:pt x="537069" y="3139489"/>
                </a:lnTo>
                <a:lnTo>
                  <a:pt x="535606" y="3139489"/>
                </a:lnTo>
                <a:lnTo>
                  <a:pt x="534143" y="3139489"/>
                </a:lnTo>
                <a:lnTo>
                  <a:pt x="532679" y="3139489"/>
                </a:lnTo>
                <a:lnTo>
                  <a:pt x="531216" y="3139489"/>
                </a:lnTo>
                <a:lnTo>
                  <a:pt x="529752" y="3139489"/>
                </a:lnTo>
                <a:lnTo>
                  <a:pt x="528289" y="3139489"/>
                </a:lnTo>
                <a:lnTo>
                  <a:pt x="526826" y="3139489"/>
                </a:lnTo>
                <a:lnTo>
                  <a:pt x="525362" y="3139489"/>
                </a:lnTo>
                <a:lnTo>
                  <a:pt x="523899" y="3139489"/>
                </a:lnTo>
                <a:lnTo>
                  <a:pt x="522435" y="3139489"/>
                </a:lnTo>
                <a:lnTo>
                  <a:pt x="520972" y="3139489"/>
                </a:lnTo>
                <a:lnTo>
                  <a:pt x="519509" y="3139489"/>
                </a:lnTo>
                <a:lnTo>
                  <a:pt x="518045" y="3139489"/>
                </a:lnTo>
                <a:lnTo>
                  <a:pt x="516582" y="3139489"/>
                </a:lnTo>
                <a:lnTo>
                  <a:pt x="515118" y="3139489"/>
                </a:lnTo>
                <a:lnTo>
                  <a:pt x="513655" y="3139489"/>
                </a:lnTo>
                <a:lnTo>
                  <a:pt x="512192" y="3139489"/>
                </a:lnTo>
                <a:lnTo>
                  <a:pt x="510728" y="3139489"/>
                </a:lnTo>
                <a:lnTo>
                  <a:pt x="509265" y="3139489"/>
                </a:lnTo>
                <a:lnTo>
                  <a:pt x="507801" y="3139489"/>
                </a:lnTo>
                <a:lnTo>
                  <a:pt x="506338" y="3139489"/>
                </a:lnTo>
                <a:lnTo>
                  <a:pt x="504875" y="3139489"/>
                </a:lnTo>
                <a:lnTo>
                  <a:pt x="503411" y="3139489"/>
                </a:lnTo>
                <a:lnTo>
                  <a:pt x="501948" y="3139489"/>
                </a:lnTo>
                <a:lnTo>
                  <a:pt x="500484" y="3139489"/>
                </a:lnTo>
                <a:lnTo>
                  <a:pt x="499021" y="3139489"/>
                </a:lnTo>
                <a:lnTo>
                  <a:pt x="497557" y="3139489"/>
                </a:lnTo>
                <a:lnTo>
                  <a:pt x="496094" y="3139489"/>
                </a:lnTo>
                <a:lnTo>
                  <a:pt x="494631" y="3139489"/>
                </a:lnTo>
                <a:lnTo>
                  <a:pt x="493167" y="3139489"/>
                </a:lnTo>
                <a:lnTo>
                  <a:pt x="491704" y="3139489"/>
                </a:lnTo>
                <a:lnTo>
                  <a:pt x="490240" y="3139489"/>
                </a:lnTo>
                <a:lnTo>
                  <a:pt x="488777" y="3139489"/>
                </a:lnTo>
                <a:lnTo>
                  <a:pt x="487314" y="3139489"/>
                </a:lnTo>
                <a:lnTo>
                  <a:pt x="485850" y="3139489"/>
                </a:lnTo>
                <a:lnTo>
                  <a:pt x="484387" y="3139489"/>
                </a:lnTo>
                <a:lnTo>
                  <a:pt x="482923" y="3139489"/>
                </a:lnTo>
                <a:lnTo>
                  <a:pt x="481460" y="3139489"/>
                </a:lnTo>
                <a:lnTo>
                  <a:pt x="479997" y="3139489"/>
                </a:lnTo>
                <a:lnTo>
                  <a:pt x="478533" y="3139489"/>
                </a:lnTo>
                <a:lnTo>
                  <a:pt x="477070" y="3139489"/>
                </a:lnTo>
                <a:lnTo>
                  <a:pt x="475606" y="3139489"/>
                </a:lnTo>
                <a:lnTo>
                  <a:pt x="474143" y="3139489"/>
                </a:lnTo>
                <a:lnTo>
                  <a:pt x="472680" y="3139489"/>
                </a:lnTo>
                <a:lnTo>
                  <a:pt x="471216" y="3139489"/>
                </a:lnTo>
                <a:lnTo>
                  <a:pt x="469753" y="3139489"/>
                </a:lnTo>
                <a:lnTo>
                  <a:pt x="468289" y="3139489"/>
                </a:lnTo>
                <a:lnTo>
                  <a:pt x="466826" y="3139489"/>
                </a:lnTo>
                <a:lnTo>
                  <a:pt x="465363" y="3139489"/>
                </a:lnTo>
                <a:lnTo>
                  <a:pt x="463899" y="3139489"/>
                </a:lnTo>
                <a:lnTo>
                  <a:pt x="462436" y="3139489"/>
                </a:lnTo>
                <a:lnTo>
                  <a:pt x="460972" y="3139489"/>
                </a:lnTo>
                <a:lnTo>
                  <a:pt x="459509" y="3139489"/>
                </a:lnTo>
                <a:lnTo>
                  <a:pt x="458046" y="3139489"/>
                </a:lnTo>
                <a:lnTo>
                  <a:pt x="456582" y="3139489"/>
                </a:lnTo>
                <a:lnTo>
                  <a:pt x="455119" y="3139489"/>
                </a:lnTo>
                <a:lnTo>
                  <a:pt x="453655" y="3139489"/>
                </a:lnTo>
                <a:lnTo>
                  <a:pt x="452192" y="3139489"/>
                </a:lnTo>
                <a:lnTo>
                  <a:pt x="450729" y="3139489"/>
                </a:lnTo>
                <a:lnTo>
                  <a:pt x="449265" y="3139489"/>
                </a:lnTo>
                <a:lnTo>
                  <a:pt x="447802" y="3139489"/>
                </a:lnTo>
                <a:lnTo>
                  <a:pt x="446338" y="3139489"/>
                </a:lnTo>
                <a:lnTo>
                  <a:pt x="444875" y="3139489"/>
                </a:lnTo>
                <a:lnTo>
                  <a:pt x="443411" y="3139489"/>
                </a:lnTo>
                <a:lnTo>
                  <a:pt x="441948" y="3139489"/>
                </a:lnTo>
                <a:lnTo>
                  <a:pt x="440485" y="3139489"/>
                </a:lnTo>
                <a:lnTo>
                  <a:pt x="439021" y="3139489"/>
                </a:lnTo>
                <a:lnTo>
                  <a:pt x="437558" y="3139489"/>
                </a:lnTo>
                <a:lnTo>
                  <a:pt x="436094" y="3139489"/>
                </a:lnTo>
                <a:lnTo>
                  <a:pt x="434631" y="3139489"/>
                </a:lnTo>
                <a:lnTo>
                  <a:pt x="433168" y="3139489"/>
                </a:lnTo>
                <a:lnTo>
                  <a:pt x="431704" y="3139489"/>
                </a:lnTo>
                <a:lnTo>
                  <a:pt x="430241" y="3139489"/>
                </a:lnTo>
                <a:lnTo>
                  <a:pt x="428777" y="3139489"/>
                </a:lnTo>
                <a:lnTo>
                  <a:pt x="427314" y="3139489"/>
                </a:lnTo>
                <a:lnTo>
                  <a:pt x="425851" y="3139489"/>
                </a:lnTo>
                <a:lnTo>
                  <a:pt x="424387" y="3139489"/>
                </a:lnTo>
                <a:lnTo>
                  <a:pt x="422924" y="3139489"/>
                </a:lnTo>
                <a:lnTo>
                  <a:pt x="421460" y="3139489"/>
                </a:lnTo>
                <a:lnTo>
                  <a:pt x="419997" y="3139489"/>
                </a:lnTo>
                <a:lnTo>
                  <a:pt x="418534" y="3139489"/>
                </a:lnTo>
                <a:lnTo>
                  <a:pt x="417070" y="3139489"/>
                </a:lnTo>
                <a:lnTo>
                  <a:pt x="415607" y="3139489"/>
                </a:lnTo>
                <a:lnTo>
                  <a:pt x="414143" y="3139489"/>
                </a:lnTo>
                <a:lnTo>
                  <a:pt x="412680" y="3139489"/>
                </a:lnTo>
                <a:lnTo>
                  <a:pt x="411217" y="3139489"/>
                </a:lnTo>
                <a:lnTo>
                  <a:pt x="409753" y="3139489"/>
                </a:lnTo>
                <a:lnTo>
                  <a:pt x="408290" y="3139489"/>
                </a:lnTo>
                <a:lnTo>
                  <a:pt x="406826" y="3139489"/>
                </a:lnTo>
                <a:lnTo>
                  <a:pt x="405363" y="3139489"/>
                </a:lnTo>
                <a:lnTo>
                  <a:pt x="403900" y="3139489"/>
                </a:lnTo>
                <a:lnTo>
                  <a:pt x="402436" y="3139489"/>
                </a:lnTo>
                <a:lnTo>
                  <a:pt x="400973" y="3139489"/>
                </a:lnTo>
                <a:lnTo>
                  <a:pt x="399509" y="3139489"/>
                </a:lnTo>
                <a:lnTo>
                  <a:pt x="398046" y="3139489"/>
                </a:lnTo>
                <a:lnTo>
                  <a:pt x="396582" y="3139489"/>
                </a:lnTo>
                <a:lnTo>
                  <a:pt x="395119" y="3139489"/>
                </a:lnTo>
                <a:lnTo>
                  <a:pt x="393656" y="3139489"/>
                </a:lnTo>
                <a:lnTo>
                  <a:pt x="392192" y="3139489"/>
                </a:lnTo>
                <a:lnTo>
                  <a:pt x="390729" y="3139489"/>
                </a:lnTo>
                <a:lnTo>
                  <a:pt x="389265" y="3139489"/>
                </a:lnTo>
                <a:lnTo>
                  <a:pt x="387802" y="3139489"/>
                </a:lnTo>
                <a:lnTo>
                  <a:pt x="386339" y="3139489"/>
                </a:lnTo>
                <a:lnTo>
                  <a:pt x="384875" y="3139489"/>
                </a:lnTo>
                <a:lnTo>
                  <a:pt x="383412" y="3139489"/>
                </a:lnTo>
                <a:lnTo>
                  <a:pt x="381948" y="3139489"/>
                </a:lnTo>
                <a:lnTo>
                  <a:pt x="380485" y="3139489"/>
                </a:lnTo>
                <a:lnTo>
                  <a:pt x="379022" y="3139489"/>
                </a:lnTo>
                <a:lnTo>
                  <a:pt x="377558" y="3139489"/>
                </a:lnTo>
                <a:lnTo>
                  <a:pt x="376095" y="3139489"/>
                </a:lnTo>
                <a:lnTo>
                  <a:pt x="374631" y="3139489"/>
                </a:lnTo>
                <a:lnTo>
                  <a:pt x="373168" y="3139489"/>
                </a:lnTo>
                <a:lnTo>
                  <a:pt x="371705" y="3139489"/>
                </a:lnTo>
                <a:lnTo>
                  <a:pt x="370241" y="3139489"/>
                </a:lnTo>
                <a:lnTo>
                  <a:pt x="368778" y="3139489"/>
                </a:lnTo>
                <a:lnTo>
                  <a:pt x="367314" y="3139489"/>
                </a:lnTo>
                <a:lnTo>
                  <a:pt x="365851" y="3139489"/>
                </a:lnTo>
                <a:lnTo>
                  <a:pt x="364388" y="3139489"/>
                </a:lnTo>
                <a:lnTo>
                  <a:pt x="362924" y="3139489"/>
                </a:lnTo>
                <a:lnTo>
                  <a:pt x="361461" y="3139489"/>
                </a:lnTo>
                <a:lnTo>
                  <a:pt x="359997" y="3139489"/>
                </a:lnTo>
                <a:lnTo>
                  <a:pt x="358534" y="3139489"/>
                </a:lnTo>
                <a:lnTo>
                  <a:pt x="357071" y="3139489"/>
                </a:lnTo>
                <a:lnTo>
                  <a:pt x="355607" y="3139489"/>
                </a:lnTo>
                <a:lnTo>
                  <a:pt x="354144" y="3139489"/>
                </a:lnTo>
                <a:lnTo>
                  <a:pt x="352680" y="3139489"/>
                </a:lnTo>
                <a:lnTo>
                  <a:pt x="351217" y="3139489"/>
                </a:lnTo>
                <a:lnTo>
                  <a:pt x="349753" y="3139489"/>
                </a:lnTo>
                <a:lnTo>
                  <a:pt x="348290" y="3139489"/>
                </a:lnTo>
                <a:lnTo>
                  <a:pt x="346827" y="3139489"/>
                </a:lnTo>
                <a:lnTo>
                  <a:pt x="345363" y="3139489"/>
                </a:lnTo>
                <a:lnTo>
                  <a:pt x="343900" y="3139489"/>
                </a:lnTo>
                <a:lnTo>
                  <a:pt x="342436" y="3139489"/>
                </a:lnTo>
                <a:lnTo>
                  <a:pt x="340973" y="3139489"/>
                </a:lnTo>
                <a:lnTo>
                  <a:pt x="339510" y="3139489"/>
                </a:lnTo>
                <a:lnTo>
                  <a:pt x="338046" y="3139489"/>
                </a:lnTo>
                <a:lnTo>
                  <a:pt x="336583" y="3139489"/>
                </a:lnTo>
                <a:lnTo>
                  <a:pt x="335119" y="3139489"/>
                </a:lnTo>
                <a:lnTo>
                  <a:pt x="333656" y="3139489"/>
                </a:lnTo>
                <a:lnTo>
                  <a:pt x="332193" y="3139489"/>
                </a:lnTo>
                <a:lnTo>
                  <a:pt x="330729" y="3139489"/>
                </a:lnTo>
                <a:lnTo>
                  <a:pt x="329266" y="3139489"/>
                </a:lnTo>
                <a:lnTo>
                  <a:pt x="327802" y="3139489"/>
                </a:lnTo>
                <a:lnTo>
                  <a:pt x="326339" y="3139489"/>
                </a:lnTo>
                <a:lnTo>
                  <a:pt x="324876" y="3139489"/>
                </a:lnTo>
                <a:lnTo>
                  <a:pt x="323412" y="3139489"/>
                </a:lnTo>
                <a:lnTo>
                  <a:pt x="321949" y="3139489"/>
                </a:lnTo>
                <a:lnTo>
                  <a:pt x="320485" y="3139489"/>
                </a:lnTo>
                <a:lnTo>
                  <a:pt x="319022" y="3139489"/>
                </a:lnTo>
                <a:lnTo>
                  <a:pt x="317559" y="3139489"/>
                </a:lnTo>
                <a:lnTo>
                  <a:pt x="316095" y="3139489"/>
                </a:lnTo>
                <a:lnTo>
                  <a:pt x="314632" y="3139489"/>
                </a:lnTo>
                <a:lnTo>
                  <a:pt x="313168" y="3139489"/>
                </a:lnTo>
                <a:lnTo>
                  <a:pt x="311705" y="3139489"/>
                </a:lnTo>
                <a:lnTo>
                  <a:pt x="310242" y="3139489"/>
                </a:lnTo>
                <a:lnTo>
                  <a:pt x="308778" y="3139489"/>
                </a:lnTo>
                <a:lnTo>
                  <a:pt x="307315" y="3139489"/>
                </a:lnTo>
                <a:lnTo>
                  <a:pt x="305851" y="3139489"/>
                </a:lnTo>
                <a:lnTo>
                  <a:pt x="304388" y="3139489"/>
                </a:lnTo>
                <a:lnTo>
                  <a:pt x="302925" y="3139489"/>
                </a:lnTo>
                <a:lnTo>
                  <a:pt x="301461" y="3139489"/>
                </a:lnTo>
                <a:lnTo>
                  <a:pt x="299998" y="3139489"/>
                </a:lnTo>
                <a:lnTo>
                  <a:pt x="298534" y="3139489"/>
                </a:lnTo>
                <a:lnTo>
                  <a:pt x="297071" y="3139489"/>
                </a:lnTo>
                <a:lnTo>
                  <a:pt x="295607" y="3139489"/>
                </a:lnTo>
                <a:lnTo>
                  <a:pt x="294144" y="3139489"/>
                </a:lnTo>
                <a:lnTo>
                  <a:pt x="292681" y="3139489"/>
                </a:lnTo>
                <a:lnTo>
                  <a:pt x="291217" y="3139489"/>
                </a:lnTo>
                <a:lnTo>
                  <a:pt x="289754" y="3139489"/>
                </a:lnTo>
                <a:lnTo>
                  <a:pt x="288290" y="3139489"/>
                </a:lnTo>
                <a:lnTo>
                  <a:pt x="286827" y="3139489"/>
                </a:lnTo>
                <a:lnTo>
                  <a:pt x="285364" y="3139489"/>
                </a:lnTo>
                <a:lnTo>
                  <a:pt x="283900" y="3139489"/>
                </a:lnTo>
                <a:lnTo>
                  <a:pt x="282437" y="3139489"/>
                </a:lnTo>
                <a:lnTo>
                  <a:pt x="280973" y="3139489"/>
                </a:lnTo>
                <a:lnTo>
                  <a:pt x="279510" y="3139489"/>
                </a:lnTo>
                <a:lnTo>
                  <a:pt x="278047" y="3139489"/>
                </a:lnTo>
                <a:lnTo>
                  <a:pt x="276583" y="3139489"/>
                </a:lnTo>
                <a:lnTo>
                  <a:pt x="275120" y="3139489"/>
                </a:lnTo>
                <a:lnTo>
                  <a:pt x="273656" y="3139489"/>
                </a:lnTo>
                <a:lnTo>
                  <a:pt x="272193" y="3139489"/>
                </a:lnTo>
                <a:lnTo>
                  <a:pt x="270730" y="3139489"/>
                </a:lnTo>
                <a:lnTo>
                  <a:pt x="269266" y="3139489"/>
                </a:lnTo>
                <a:lnTo>
                  <a:pt x="267803" y="3139489"/>
                </a:lnTo>
                <a:lnTo>
                  <a:pt x="266339" y="3139489"/>
                </a:lnTo>
                <a:lnTo>
                  <a:pt x="264876" y="3139489"/>
                </a:lnTo>
                <a:lnTo>
                  <a:pt x="263413" y="3139489"/>
                </a:lnTo>
                <a:lnTo>
                  <a:pt x="261949" y="3139489"/>
                </a:lnTo>
                <a:lnTo>
                  <a:pt x="260486" y="3139489"/>
                </a:lnTo>
                <a:lnTo>
                  <a:pt x="259022" y="3139489"/>
                </a:lnTo>
                <a:lnTo>
                  <a:pt x="257559" y="3139489"/>
                </a:lnTo>
                <a:lnTo>
                  <a:pt x="256096" y="3139489"/>
                </a:lnTo>
                <a:lnTo>
                  <a:pt x="254632" y="3139489"/>
                </a:lnTo>
                <a:lnTo>
                  <a:pt x="253169" y="3139489"/>
                </a:lnTo>
                <a:lnTo>
                  <a:pt x="251705" y="3139489"/>
                </a:lnTo>
                <a:lnTo>
                  <a:pt x="250242" y="3139489"/>
                </a:lnTo>
                <a:lnTo>
                  <a:pt x="248778" y="3139489"/>
                </a:lnTo>
                <a:lnTo>
                  <a:pt x="247315" y="3139489"/>
                </a:lnTo>
                <a:lnTo>
                  <a:pt x="245852" y="3139489"/>
                </a:lnTo>
                <a:lnTo>
                  <a:pt x="244388" y="3139489"/>
                </a:lnTo>
                <a:lnTo>
                  <a:pt x="242925" y="3139489"/>
                </a:lnTo>
                <a:lnTo>
                  <a:pt x="241461" y="3139489"/>
                </a:lnTo>
                <a:lnTo>
                  <a:pt x="239998" y="3139489"/>
                </a:lnTo>
                <a:lnTo>
                  <a:pt x="238535" y="3139489"/>
                </a:lnTo>
                <a:lnTo>
                  <a:pt x="237071" y="3139489"/>
                </a:lnTo>
                <a:lnTo>
                  <a:pt x="235608" y="3139489"/>
                </a:lnTo>
                <a:lnTo>
                  <a:pt x="234144" y="3139489"/>
                </a:lnTo>
                <a:lnTo>
                  <a:pt x="232681" y="3139489"/>
                </a:lnTo>
                <a:lnTo>
                  <a:pt x="231218" y="3139489"/>
                </a:lnTo>
                <a:lnTo>
                  <a:pt x="229754" y="3139489"/>
                </a:lnTo>
                <a:lnTo>
                  <a:pt x="228291" y="3139489"/>
                </a:lnTo>
                <a:lnTo>
                  <a:pt x="226827" y="3139489"/>
                </a:lnTo>
                <a:lnTo>
                  <a:pt x="225364" y="3139489"/>
                </a:lnTo>
                <a:lnTo>
                  <a:pt x="223901" y="3139489"/>
                </a:lnTo>
                <a:lnTo>
                  <a:pt x="222437" y="3139489"/>
                </a:lnTo>
                <a:lnTo>
                  <a:pt x="220974" y="3139489"/>
                </a:lnTo>
                <a:lnTo>
                  <a:pt x="219510" y="3139489"/>
                </a:lnTo>
                <a:lnTo>
                  <a:pt x="218047" y="3139489"/>
                </a:lnTo>
                <a:lnTo>
                  <a:pt x="216584" y="3139489"/>
                </a:lnTo>
                <a:lnTo>
                  <a:pt x="215120" y="3139489"/>
                </a:lnTo>
                <a:lnTo>
                  <a:pt x="213657" y="3139489"/>
                </a:lnTo>
                <a:lnTo>
                  <a:pt x="212193" y="3139489"/>
                </a:lnTo>
                <a:lnTo>
                  <a:pt x="210730" y="3139489"/>
                </a:lnTo>
                <a:lnTo>
                  <a:pt x="209267" y="3139489"/>
                </a:lnTo>
                <a:lnTo>
                  <a:pt x="207803" y="3139489"/>
                </a:lnTo>
                <a:lnTo>
                  <a:pt x="206340" y="3139489"/>
                </a:lnTo>
                <a:lnTo>
                  <a:pt x="204876" y="3139489"/>
                </a:lnTo>
                <a:lnTo>
                  <a:pt x="203413" y="3139489"/>
                </a:lnTo>
                <a:lnTo>
                  <a:pt x="201950" y="3139489"/>
                </a:lnTo>
                <a:lnTo>
                  <a:pt x="200486" y="3139489"/>
                </a:lnTo>
                <a:lnTo>
                  <a:pt x="199023" y="3139489"/>
                </a:lnTo>
                <a:lnTo>
                  <a:pt x="197559" y="3139489"/>
                </a:lnTo>
                <a:lnTo>
                  <a:pt x="196096" y="3139489"/>
                </a:lnTo>
                <a:lnTo>
                  <a:pt x="194632" y="3139489"/>
                </a:lnTo>
                <a:lnTo>
                  <a:pt x="193169" y="3139489"/>
                </a:lnTo>
                <a:lnTo>
                  <a:pt x="191706" y="3139489"/>
                </a:lnTo>
                <a:lnTo>
                  <a:pt x="190242" y="3139489"/>
                </a:lnTo>
                <a:lnTo>
                  <a:pt x="188779" y="3139489"/>
                </a:lnTo>
                <a:lnTo>
                  <a:pt x="187315" y="3139489"/>
                </a:lnTo>
                <a:lnTo>
                  <a:pt x="185852" y="3139489"/>
                </a:lnTo>
                <a:lnTo>
                  <a:pt x="184389" y="3139489"/>
                </a:lnTo>
                <a:lnTo>
                  <a:pt x="182925" y="3139489"/>
                </a:lnTo>
                <a:lnTo>
                  <a:pt x="181462" y="3139489"/>
                </a:lnTo>
                <a:lnTo>
                  <a:pt x="179998" y="3139489"/>
                </a:lnTo>
                <a:lnTo>
                  <a:pt x="178535" y="3139489"/>
                </a:lnTo>
                <a:lnTo>
                  <a:pt x="177072" y="3139489"/>
                </a:lnTo>
                <a:lnTo>
                  <a:pt x="175608" y="3139489"/>
                </a:lnTo>
                <a:lnTo>
                  <a:pt x="174145" y="3139489"/>
                </a:lnTo>
                <a:lnTo>
                  <a:pt x="172681" y="3139489"/>
                </a:lnTo>
                <a:lnTo>
                  <a:pt x="171218" y="3139489"/>
                </a:lnTo>
                <a:lnTo>
                  <a:pt x="169755" y="3139489"/>
                </a:lnTo>
                <a:lnTo>
                  <a:pt x="168291" y="3139489"/>
                </a:lnTo>
                <a:lnTo>
                  <a:pt x="166828" y="3139489"/>
                </a:lnTo>
                <a:lnTo>
                  <a:pt x="165364" y="3139489"/>
                </a:lnTo>
                <a:lnTo>
                  <a:pt x="163901" y="3139489"/>
                </a:lnTo>
                <a:lnTo>
                  <a:pt x="162438" y="3139489"/>
                </a:lnTo>
                <a:lnTo>
                  <a:pt x="160974" y="3139489"/>
                </a:lnTo>
                <a:lnTo>
                  <a:pt x="159511" y="3139489"/>
                </a:lnTo>
                <a:lnTo>
                  <a:pt x="158047" y="3139489"/>
                </a:lnTo>
                <a:lnTo>
                  <a:pt x="156584" y="3139489"/>
                </a:lnTo>
                <a:lnTo>
                  <a:pt x="155121" y="3139489"/>
                </a:lnTo>
                <a:lnTo>
                  <a:pt x="153657" y="3139489"/>
                </a:lnTo>
                <a:lnTo>
                  <a:pt x="152194" y="3139489"/>
                </a:lnTo>
                <a:lnTo>
                  <a:pt x="150730" y="3139489"/>
                </a:lnTo>
                <a:lnTo>
                  <a:pt x="149267" y="3139489"/>
                </a:lnTo>
                <a:lnTo>
                  <a:pt x="147803" y="3139489"/>
                </a:lnTo>
                <a:lnTo>
                  <a:pt x="146340" y="3139489"/>
                </a:lnTo>
                <a:lnTo>
                  <a:pt x="144877" y="3139489"/>
                </a:lnTo>
                <a:lnTo>
                  <a:pt x="143413" y="3139489"/>
                </a:lnTo>
                <a:lnTo>
                  <a:pt x="141950" y="3139489"/>
                </a:lnTo>
                <a:lnTo>
                  <a:pt x="140486" y="3139489"/>
                </a:lnTo>
                <a:lnTo>
                  <a:pt x="139023" y="3139489"/>
                </a:lnTo>
                <a:lnTo>
                  <a:pt x="137560" y="3139489"/>
                </a:lnTo>
                <a:lnTo>
                  <a:pt x="136096" y="3139489"/>
                </a:lnTo>
                <a:lnTo>
                  <a:pt x="134633" y="3139489"/>
                </a:lnTo>
                <a:lnTo>
                  <a:pt x="133169" y="3139489"/>
                </a:lnTo>
                <a:lnTo>
                  <a:pt x="131706" y="3139489"/>
                </a:lnTo>
                <a:lnTo>
                  <a:pt x="130243" y="3139489"/>
                </a:lnTo>
                <a:lnTo>
                  <a:pt x="128779" y="3139489"/>
                </a:lnTo>
                <a:lnTo>
                  <a:pt x="127316" y="3139489"/>
                </a:lnTo>
                <a:lnTo>
                  <a:pt x="125852" y="3139489"/>
                </a:lnTo>
                <a:lnTo>
                  <a:pt x="124389" y="3139489"/>
                </a:lnTo>
                <a:lnTo>
                  <a:pt x="122926" y="3139489"/>
                </a:lnTo>
                <a:lnTo>
                  <a:pt x="121462" y="3139489"/>
                </a:lnTo>
                <a:lnTo>
                  <a:pt x="119999" y="3139489"/>
                </a:lnTo>
                <a:lnTo>
                  <a:pt x="118535" y="3139489"/>
                </a:lnTo>
                <a:lnTo>
                  <a:pt x="117072" y="3139489"/>
                </a:lnTo>
                <a:lnTo>
                  <a:pt x="115609" y="3139489"/>
                </a:lnTo>
                <a:lnTo>
                  <a:pt x="114145" y="3139489"/>
                </a:lnTo>
                <a:lnTo>
                  <a:pt x="112682" y="3139489"/>
                </a:lnTo>
                <a:lnTo>
                  <a:pt x="111218" y="3139489"/>
                </a:lnTo>
                <a:lnTo>
                  <a:pt x="109755" y="3139489"/>
                </a:lnTo>
                <a:lnTo>
                  <a:pt x="108292" y="3139489"/>
                </a:lnTo>
                <a:lnTo>
                  <a:pt x="106828" y="3139489"/>
                </a:lnTo>
                <a:lnTo>
                  <a:pt x="105365" y="3139489"/>
                </a:lnTo>
                <a:lnTo>
                  <a:pt x="103901" y="3139489"/>
                </a:lnTo>
                <a:lnTo>
                  <a:pt x="102438" y="3139489"/>
                </a:lnTo>
                <a:lnTo>
                  <a:pt x="100975" y="3139489"/>
                </a:lnTo>
                <a:lnTo>
                  <a:pt x="99511" y="3139489"/>
                </a:lnTo>
                <a:lnTo>
                  <a:pt x="98048" y="3139489"/>
                </a:lnTo>
                <a:lnTo>
                  <a:pt x="96584" y="3139489"/>
                </a:lnTo>
                <a:lnTo>
                  <a:pt x="95121" y="3139489"/>
                </a:lnTo>
                <a:lnTo>
                  <a:pt x="93657" y="3139489"/>
                </a:lnTo>
                <a:lnTo>
                  <a:pt x="92194" y="3139489"/>
                </a:lnTo>
                <a:lnTo>
                  <a:pt x="90731" y="3139489"/>
                </a:lnTo>
                <a:lnTo>
                  <a:pt x="89267" y="3139489"/>
                </a:lnTo>
                <a:lnTo>
                  <a:pt x="87804" y="3139489"/>
                </a:lnTo>
                <a:lnTo>
                  <a:pt x="86340" y="3139489"/>
                </a:lnTo>
                <a:lnTo>
                  <a:pt x="84877" y="3139489"/>
                </a:lnTo>
                <a:lnTo>
                  <a:pt x="83414" y="3139489"/>
                </a:lnTo>
                <a:lnTo>
                  <a:pt x="81950" y="3139489"/>
                </a:lnTo>
                <a:lnTo>
                  <a:pt x="80487" y="3139489"/>
                </a:lnTo>
                <a:lnTo>
                  <a:pt x="79023" y="3139489"/>
                </a:lnTo>
                <a:lnTo>
                  <a:pt x="77560" y="3139489"/>
                </a:lnTo>
                <a:lnTo>
                  <a:pt x="76097" y="3139489"/>
                </a:lnTo>
                <a:lnTo>
                  <a:pt x="74633" y="3139489"/>
                </a:lnTo>
                <a:lnTo>
                  <a:pt x="73170" y="3139489"/>
                </a:lnTo>
                <a:lnTo>
                  <a:pt x="71706" y="3139489"/>
                </a:lnTo>
                <a:lnTo>
                  <a:pt x="70243" y="3139489"/>
                </a:lnTo>
                <a:lnTo>
                  <a:pt x="68780" y="3139489"/>
                </a:lnTo>
                <a:lnTo>
                  <a:pt x="67316" y="3139489"/>
                </a:lnTo>
                <a:lnTo>
                  <a:pt x="65853" y="3139489"/>
                </a:lnTo>
                <a:lnTo>
                  <a:pt x="64389" y="3139489"/>
                </a:lnTo>
                <a:lnTo>
                  <a:pt x="62926" y="3139489"/>
                </a:lnTo>
                <a:lnTo>
                  <a:pt x="61463" y="3139489"/>
                </a:lnTo>
                <a:lnTo>
                  <a:pt x="59999" y="3139489"/>
                </a:lnTo>
                <a:lnTo>
                  <a:pt x="58536" y="3139489"/>
                </a:lnTo>
                <a:lnTo>
                  <a:pt x="57072" y="3139489"/>
                </a:lnTo>
                <a:lnTo>
                  <a:pt x="55609" y="3139489"/>
                </a:lnTo>
                <a:lnTo>
                  <a:pt x="54146" y="3139489"/>
                </a:lnTo>
                <a:lnTo>
                  <a:pt x="52682" y="3139489"/>
                </a:lnTo>
                <a:lnTo>
                  <a:pt x="51219" y="3139489"/>
                </a:lnTo>
                <a:lnTo>
                  <a:pt x="49755" y="3139489"/>
                </a:lnTo>
                <a:lnTo>
                  <a:pt x="48292" y="3139489"/>
                </a:lnTo>
                <a:lnTo>
                  <a:pt x="46828" y="3139489"/>
                </a:lnTo>
                <a:lnTo>
                  <a:pt x="45365" y="3139489"/>
                </a:lnTo>
                <a:lnTo>
                  <a:pt x="43902" y="3139489"/>
                </a:lnTo>
                <a:lnTo>
                  <a:pt x="42438" y="3139489"/>
                </a:lnTo>
                <a:lnTo>
                  <a:pt x="40975" y="3139489"/>
                </a:lnTo>
                <a:lnTo>
                  <a:pt x="39511" y="3139489"/>
                </a:lnTo>
                <a:lnTo>
                  <a:pt x="38048" y="3139489"/>
                </a:lnTo>
                <a:lnTo>
                  <a:pt x="36585" y="3139489"/>
                </a:lnTo>
                <a:lnTo>
                  <a:pt x="35121" y="3139489"/>
                </a:lnTo>
                <a:lnTo>
                  <a:pt x="33658" y="3139489"/>
                </a:lnTo>
                <a:lnTo>
                  <a:pt x="32194" y="3139489"/>
                </a:lnTo>
                <a:lnTo>
                  <a:pt x="30731" y="3139489"/>
                </a:lnTo>
                <a:lnTo>
                  <a:pt x="29268" y="3139489"/>
                </a:lnTo>
                <a:lnTo>
                  <a:pt x="27804" y="3139489"/>
                </a:lnTo>
                <a:lnTo>
                  <a:pt x="26341" y="3139489"/>
                </a:lnTo>
                <a:lnTo>
                  <a:pt x="24877" y="3139489"/>
                </a:lnTo>
                <a:lnTo>
                  <a:pt x="23414" y="3139489"/>
                </a:lnTo>
                <a:lnTo>
                  <a:pt x="21951" y="3139489"/>
                </a:lnTo>
                <a:lnTo>
                  <a:pt x="20487" y="3139489"/>
                </a:lnTo>
                <a:lnTo>
                  <a:pt x="19024" y="3139489"/>
                </a:lnTo>
                <a:lnTo>
                  <a:pt x="17560" y="3139489"/>
                </a:lnTo>
                <a:lnTo>
                  <a:pt x="16097" y="3139489"/>
                </a:lnTo>
                <a:lnTo>
                  <a:pt x="14634" y="3139489"/>
                </a:lnTo>
                <a:lnTo>
                  <a:pt x="13170" y="3139489"/>
                </a:lnTo>
                <a:lnTo>
                  <a:pt x="11707" y="3139489"/>
                </a:lnTo>
                <a:lnTo>
                  <a:pt x="10243" y="3139489"/>
                </a:lnTo>
                <a:lnTo>
                  <a:pt x="8780" y="3139489"/>
                </a:lnTo>
                <a:lnTo>
                  <a:pt x="7317" y="3139489"/>
                </a:lnTo>
                <a:lnTo>
                  <a:pt x="5853" y="3139489"/>
                </a:lnTo>
                <a:lnTo>
                  <a:pt x="4390" y="3139489"/>
                </a:lnTo>
                <a:lnTo>
                  <a:pt x="2926" y="3139489"/>
                </a:lnTo>
                <a:lnTo>
                  <a:pt x="1463" y="3139489"/>
                </a:lnTo>
                <a:lnTo>
                  <a:pt x="0" y="3139489"/>
                </a:lnTo>
                <a:close/>
              </a:path>
            </a:pathLst>
          </a:custGeom>
          <a:solidFill>
            <a:srgbClr val="8EDBD4">
              <a:alpha val="18000"/>
            </a:srgbClr>
          </a:solidFill>
          <a:ln w="10160">
            <a:solidFill>
              <a:srgbClr val="8EDBD4">
                <a:alpha val="18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C3-E21 ellipse 35" descr="sci-ppt:o035"/>
          <p:cNvSpPr/>
          <p:nvPr/>
        </p:nvSpPr>
        <p:spPr>
          <a:xfrm>
            <a:off x="4919760" y="1816559"/>
            <a:ext cx="146304" cy="146304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8" name="C3-E21 line 36" descr="sci-ppt:o036"/>
          <p:cNvCxnSpPr/>
          <p:nvPr/>
        </p:nvCxnSpPr>
        <p:spPr>
          <a:xfrm>
            <a:off x="4992912" y="1371600"/>
            <a:ext cx="0" cy="3657600"/>
          </a:xfrm>
          <a:prstGeom prst="line">
            <a:avLst/>
          </a:prstGeom>
          <a:ln w="16510">
            <a:solidFill>
              <a:srgbClr val="F2B880"/>
            </a:solidFill>
            <a:prstDash val="dash"/>
          </a:ln>
          <a:effectLst/>
        </p:spPr>
      </p:cxnSp>
      <p:sp>
        <p:nvSpPr>
          <p:cNvPr id="39" name="C3-E21 text 37" descr="sci-ppt:o037"/>
          <p:cNvSpPr txBox="1"/>
          <p:nvPr/>
        </p:nvSpPr>
        <p:spPr>
          <a:xfrm>
            <a:off x="1975392" y="1843991"/>
            <a:ext cx="29260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2B880"/>
                </a:solidFill>
                <a:latin typeface="Arial"/>
              </a:rPr>
              <a:t>peak: q = 0.697, g t_σ = 0.3433</a:t>
            </a:r>
          </a:p>
        </p:txBody>
      </p:sp>
      <p:sp>
        <p:nvSpPr>
          <p:cNvPr id="40" name="C3-E21 text 38" descr="sci-ppt:o038"/>
          <p:cNvSpPr txBox="1"/>
          <p:nvPr/>
        </p:nvSpPr>
        <p:spPr>
          <a:xfrm>
            <a:off x="5786323" y="4389120"/>
            <a:ext cx="128016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stable for q ≥ 1</a:t>
            </a:r>
          </a:p>
        </p:txBody>
      </p:sp>
      <p:sp>
        <p:nvSpPr>
          <p:cNvPr id="41" name="C3-E21 round_rect 39" descr="sci-ppt:o039"/>
          <p:cNvSpPr/>
          <p:nvPr/>
        </p:nvSpPr>
        <p:spPr>
          <a:xfrm>
            <a:off x="7040880" y="1371600"/>
            <a:ext cx="4800600" cy="365760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C3-E21 text 40" descr="sci-ppt:o040"/>
          <p:cNvSpPr txBox="1"/>
          <p:nvPr/>
        </p:nvSpPr>
        <p:spPr>
          <a:xfrm>
            <a:off x="7150608" y="1426464"/>
            <a:ext cx="4581144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8EDBD4"/>
                </a:solidFill>
                <a:latin typeface="Arial"/>
              </a:rPr>
              <a:t>Rayleigh–Plateau growth (inviscid)</a:t>
            </a:r>
          </a:p>
        </p:txBody>
      </p:sp>
      <p:sp>
        <p:nvSpPr>
          <p:cNvPr id="43" name="C3-E21 text 41" descr="sci-ppt:o041"/>
          <p:cNvSpPr txBox="1"/>
          <p:nvPr/>
        </p:nvSpPr>
        <p:spPr>
          <a:xfrm>
            <a:off x="7178040" y="1828800"/>
            <a:ext cx="45720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E7F0F3"/>
                </a:solidFill>
                <a:latin typeface="Arial"/>
              </a:rPr>
              <a:t>g² = (σⱼ / ρa₀³) q(1 − q²) I₁(q)/I₀(q)</a:t>
            </a:r>
          </a:p>
        </p:txBody>
      </p:sp>
      <p:sp>
        <p:nvSpPr>
          <p:cNvPr id="44" name="C3-E21 text 42" descr="sci-ppt:o042"/>
          <p:cNvSpPr txBox="1"/>
          <p:nvPr/>
        </p:nvSpPr>
        <p:spPr>
          <a:xfrm>
            <a:off x="7178040" y="2377440"/>
            <a:ext cx="45720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2B880"/>
                </a:solidFill>
                <a:latin typeface="Arial"/>
              </a:rPr>
              <a:t>a = a₀ + δ(t) cos[k(z − Uⱼ t)],  δ = δ₀ e^(gt)</a:t>
            </a:r>
          </a:p>
        </p:txBody>
      </p:sp>
      <p:sp>
        <p:nvSpPr>
          <p:cNvPr id="45" name="C3-E21 polygon 43" descr="sci-ppt:o043"/>
          <p:cNvSpPr/>
          <p:nvPr/>
        </p:nvSpPr>
        <p:spPr>
          <a:xfrm>
            <a:off x="7223760" y="3456432"/>
            <a:ext cx="4480560" cy="1225296"/>
          </a:xfrm>
          <a:custGeom>
            <a:avLst/>
            <a:gdLst/>
            <a:ahLst/>
            <a:cxnLst/>
            <a:rect l="l" t="t" r="r" b="b"/>
            <a:pathLst>
              <a:path w="4480560" h="1225296">
                <a:moveTo>
                  <a:pt x="0" y="0"/>
                </a:moveTo>
                <a:lnTo>
                  <a:pt x="45258" y="838"/>
                </a:lnTo>
                <a:lnTo>
                  <a:pt x="90516" y="3346"/>
                </a:lnTo>
                <a:lnTo>
                  <a:pt x="135774" y="7496"/>
                </a:lnTo>
                <a:lnTo>
                  <a:pt x="181032" y="13242"/>
                </a:lnTo>
                <a:lnTo>
                  <a:pt x="226290" y="20523"/>
                </a:lnTo>
                <a:lnTo>
                  <a:pt x="271549" y="29261"/>
                </a:lnTo>
                <a:lnTo>
                  <a:pt x="316807" y="39361"/>
                </a:lnTo>
                <a:lnTo>
                  <a:pt x="362065" y="50713"/>
                </a:lnTo>
                <a:lnTo>
                  <a:pt x="407323" y="63196"/>
                </a:lnTo>
                <a:lnTo>
                  <a:pt x="452581" y="76675"/>
                </a:lnTo>
                <a:lnTo>
                  <a:pt x="497840" y="91004"/>
                </a:lnTo>
                <a:lnTo>
                  <a:pt x="543098" y="106029"/>
                </a:lnTo>
                <a:lnTo>
                  <a:pt x="588356" y="121587"/>
                </a:lnTo>
                <a:lnTo>
                  <a:pt x="633614" y="137511"/>
                </a:lnTo>
                <a:lnTo>
                  <a:pt x="678872" y="153628"/>
                </a:lnTo>
                <a:lnTo>
                  <a:pt x="724130" y="169765"/>
                </a:lnTo>
                <a:lnTo>
                  <a:pt x="769389" y="185747"/>
                </a:lnTo>
                <a:lnTo>
                  <a:pt x="814647" y="201402"/>
                </a:lnTo>
                <a:lnTo>
                  <a:pt x="859905" y="216561"/>
                </a:lnTo>
                <a:lnTo>
                  <a:pt x="905163" y="231061"/>
                </a:lnTo>
                <a:lnTo>
                  <a:pt x="950421" y="244744"/>
                </a:lnTo>
                <a:lnTo>
                  <a:pt x="995680" y="257464"/>
                </a:lnTo>
                <a:lnTo>
                  <a:pt x="1040938" y="269082"/>
                </a:lnTo>
                <a:lnTo>
                  <a:pt x="1086196" y="279474"/>
                </a:lnTo>
                <a:lnTo>
                  <a:pt x="1131454" y="288528"/>
                </a:lnTo>
                <a:lnTo>
                  <a:pt x="1176712" y="296144"/>
                </a:lnTo>
                <a:lnTo>
                  <a:pt x="1221970" y="302242"/>
                </a:lnTo>
                <a:lnTo>
                  <a:pt x="1267229" y="306756"/>
                </a:lnTo>
                <a:lnTo>
                  <a:pt x="1312487" y="309637"/>
                </a:lnTo>
                <a:lnTo>
                  <a:pt x="1357745" y="310853"/>
                </a:lnTo>
                <a:lnTo>
                  <a:pt x="1403003" y="310392"/>
                </a:lnTo>
                <a:lnTo>
                  <a:pt x="1448261" y="308258"/>
                </a:lnTo>
                <a:lnTo>
                  <a:pt x="1493520" y="304475"/>
                </a:lnTo>
                <a:lnTo>
                  <a:pt x="1538778" y="299084"/>
                </a:lnTo>
                <a:lnTo>
                  <a:pt x="1584036" y="292142"/>
                </a:lnTo>
                <a:lnTo>
                  <a:pt x="1629294" y="283724"/>
                </a:lnTo>
                <a:lnTo>
                  <a:pt x="1674552" y="273923"/>
                </a:lnTo>
                <a:lnTo>
                  <a:pt x="1719810" y="262842"/>
                </a:lnTo>
                <a:lnTo>
                  <a:pt x="1765069" y="250602"/>
                </a:lnTo>
                <a:lnTo>
                  <a:pt x="1810327" y="237335"/>
                </a:lnTo>
                <a:lnTo>
                  <a:pt x="1855585" y="223184"/>
                </a:lnTo>
                <a:lnTo>
                  <a:pt x="1900843" y="208302"/>
                </a:lnTo>
                <a:lnTo>
                  <a:pt x="1946101" y="192850"/>
                </a:lnTo>
                <a:lnTo>
                  <a:pt x="1991360" y="176994"/>
                </a:lnTo>
                <a:lnTo>
                  <a:pt x="2036618" y="160905"/>
                </a:lnTo>
                <a:lnTo>
                  <a:pt x="2081876" y="144758"/>
                </a:lnTo>
                <a:lnTo>
                  <a:pt x="2127134" y="128725"/>
                </a:lnTo>
                <a:lnTo>
                  <a:pt x="2172392" y="112982"/>
                </a:lnTo>
                <a:lnTo>
                  <a:pt x="2217650" y="97696"/>
                </a:lnTo>
                <a:lnTo>
                  <a:pt x="2262909" y="83034"/>
                </a:lnTo>
                <a:lnTo>
                  <a:pt x="2308167" y="69154"/>
                </a:lnTo>
                <a:lnTo>
                  <a:pt x="2353425" y="56205"/>
                </a:lnTo>
                <a:lnTo>
                  <a:pt x="2398683" y="44327"/>
                </a:lnTo>
                <a:lnTo>
                  <a:pt x="2443941" y="33648"/>
                </a:lnTo>
                <a:lnTo>
                  <a:pt x="2489200" y="24284"/>
                </a:lnTo>
                <a:lnTo>
                  <a:pt x="2534458" y="16336"/>
                </a:lnTo>
                <a:lnTo>
                  <a:pt x="2579716" y="9890"/>
                </a:lnTo>
                <a:lnTo>
                  <a:pt x="2624974" y="5014"/>
                </a:lnTo>
                <a:lnTo>
                  <a:pt x="2670232" y="1763"/>
                </a:lnTo>
                <a:lnTo>
                  <a:pt x="2715490" y="170"/>
                </a:lnTo>
                <a:lnTo>
                  <a:pt x="2760749" y="253"/>
                </a:lnTo>
                <a:lnTo>
                  <a:pt x="2806007" y="2011"/>
                </a:lnTo>
                <a:lnTo>
                  <a:pt x="2851265" y="5426"/>
                </a:lnTo>
                <a:lnTo>
                  <a:pt x="2896523" y="10459"/>
                </a:lnTo>
                <a:lnTo>
                  <a:pt x="2941781" y="17058"/>
                </a:lnTo>
                <a:lnTo>
                  <a:pt x="2987040" y="25150"/>
                </a:lnTo>
                <a:lnTo>
                  <a:pt x="3032298" y="34649"/>
                </a:lnTo>
                <a:lnTo>
                  <a:pt x="3077556" y="45452"/>
                </a:lnTo>
                <a:lnTo>
                  <a:pt x="3122814" y="57442"/>
                </a:lnTo>
                <a:lnTo>
                  <a:pt x="3168072" y="70489"/>
                </a:lnTo>
                <a:lnTo>
                  <a:pt x="3213330" y="84454"/>
                </a:lnTo>
                <a:lnTo>
                  <a:pt x="3258589" y="99185"/>
                </a:lnTo>
                <a:lnTo>
                  <a:pt x="3303847" y="114523"/>
                </a:lnTo>
                <a:lnTo>
                  <a:pt x="3349105" y="130303"/>
                </a:lnTo>
                <a:lnTo>
                  <a:pt x="3394363" y="146355"/>
                </a:lnTo>
                <a:lnTo>
                  <a:pt x="3439621" y="162504"/>
                </a:lnTo>
                <a:lnTo>
                  <a:pt x="3484880" y="178578"/>
                </a:lnTo>
                <a:lnTo>
                  <a:pt x="3530138" y="194401"/>
                </a:lnTo>
                <a:lnTo>
                  <a:pt x="3575396" y="209805"/>
                </a:lnTo>
                <a:lnTo>
                  <a:pt x="3620654" y="224621"/>
                </a:lnTo>
                <a:lnTo>
                  <a:pt x="3665912" y="238691"/>
                </a:lnTo>
                <a:lnTo>
                  <a:pt x="3711170" y="251863"/>
                </a:lnTo>
                <a:lnTo>
                  <a:pt x="3756429" y="263993"/>
                </a:lnTo>
                <a:lnTo>
                  <a:pt x="3801687" y="274952"/>
                </a:lnTo>
                <a:lnTo>
                  <a:pt x="3846945" y="284622"/>
                </a:lnTo>
                <a:lnTo>
                  <a:pt x="3892203" y="292897"/>
                </a:lnTo>
                <a:lnTo>
                  <a:pt x="3937461" y="299688"/>
                </a:lnTo>
                <a:lnTo>
                  <a:pt x="3982720" y="304923"/>
                </a:lnTo>
                <a:lnTo>
                  <a:pt x="4027978" y="308544"/>
                </a:lnTo>
                <a:lnTo>
                  <a:pt x="4073236" y="310512"/>
                </a:lnTo>
                <a:lnTo>
                  <a:pt x="4118494" y="310807"/>
                </a:lnTo>
                <a:lnTo>
                  <a:pt x="4163752" y="309425"/>
                </a:lnTo>
                <a:lnTo>
                  <a:pt x="4209010" y="306381"/>
                </a:lnTo>
                <a:lnTo>
                  <a:pt x="4254269" y="301708"/>
                </a:lnTo>
                <a:lnTo>
                  <a:pt x="4299527" y="295456"/>
                </a:lnTo>
                <a:lnTo>
                  <a:pt x="4344785" y="287693"/>
                </a:lnTo>
                <a:lnTo>
                  <a:pt x="4390043" y="278503"/>
                </a:lnTo>
                <a:lnTo>
                  <a:pt x="4435301" y="267984"/>
                </a:lnTo>
                <a:lnTo>
                  <a:pt x="4480560" y="256251"/>
                </a:lnTo>
                <a:lnTo>
                  <a:pt x="4480560" y="969044"/>
                </a:lnTo>
                <a:lnTo>
                  <a:pt x="4435301" y="957311"/>
                </a:lnTo>
                <a:lnTo>
                  <a:pt x="4390043" y="946792"/>
                </a:lnTo>
                <a:lnTo>
                  <a:pt x="4344785" y="937602"/>
                </a:lnTo>
                <a:lnTo>
                  <a:pt x="4299527" y="929839"/>
                </a:lnTo>
                <a:lnTo>
                  <a:pt x="4254269" y="923587"/>
                </a:lnTo>
                <a:lnTo>
                  <a:pt x="4209010" y="918914"/>
                </a:lnTo>
                <a:lnTo>
                  <a:pt x="4163752" y="915870"/>
                </a:lnTo>
                <a:lnTo>
                  <a:pt x="4118494" y="914488"/>
                </a:lnTo>
                <a:lnTo>
                  <a:pt x="4073236" y="914783"/>
                </a:lnTo>
                <a:lnTo>
                  <a:pt x="4027978" y="916751"/>
                </a:lnTo>
                <a:lnTo>
                  <a:pt x="3982720" y="920372"/>
                </a:lnTo>
                <a:lnTo>
                  <a:pt x="3937461" y="925607"/>
                </a:lnTo>
                <a:lnTo>
                  <a:pt x="3892203" y="932398"/>
                </a:lnTo>
                <a:lnTo>
                  <a:pt x="3846945" y="940673"/>
                </a:lnTo>
                <a:lnTo>
                  <a:pt x="3801687" y="950343"/>
                </a:lnTo>
                <a:lnTo>
                  <a:pt x="3756429" y="961302"/>
                </a:lnTo>
                <a:lnTo>
                  <a:pt x="3711170" y="973432"/>
                </a:lnTo>
                <a:lnTo>
                  <a:pt x="3665912" y="986604"/>
                </a:lnTo>
                <a:lnTo>
                  <a:pt x="3620654" y="1000674"/>
                </a:lnTo>
                <a:lnTo>
                  <a:pt x="3575396" y="1015490"/>
                </a:lnTo>
                <a:lnTo>
                  <a:pt x="3530138" y="1030894"/>
                </a:lnTo>
                <a:lnTo>
                  <a:pt x="3484880" y="1046717"/>
                </a:lnTo>
                <a:lnTo>
                  <a:pt x="3439621" y="1062791"/>
                </a:lnTo>
                <a:lnTo>
                  <a:pt x="3394363" y="1078940"/>
                </a:lnTo>
                <a:lnTo>
                  <a:pt x="3349105" y="1094992"/>
                </a:lnTo>
                <a:lnTo>
                  <a:pt x="3303847" y="1110772"/>
                </a:lnTo>
                <a:lnTo>
                  <a:pt x="3258589" y="1126110"/>
                </a:lnTo>
                <a:lnTo>
                  <a:pt x="3213330" y="1140841"/>
                </a:lnTo>
                <a:lnTo>
                  <a:pt x="3168072" y="1154806"/>
                </a:lnTo>
                <a:lnTo>
                  <a:pt x="3122814" y="1167853"/>
                </a:lnTo>
                <a:lnTo>
                  <a:pt x="3077556" y="1179843"/>
                </a:lnTo>
                <a:lnTo>
                  <a:pt x="3032298" y="1190646"/>
                </a:lnTo>
                <a:lnTo>
                  <a:pt x="2987040" y="1200145"/>
                </a:lnTo>
                <a:lnTo>
                  <a:pt x="2941781" y="1208237"/>
                </a:lnTo>
                <a:lnTo>
                  <a:pt x="2896523" y="1214836"/>
                </a:lnTo>
                <a:lnTo>
                  <a:pt x="2851265" y="1219869"/>
                </a:lnTo>
                <a:lnTo>
                  <a:pt x="2806007" y="1223284"/>
                </a:lnTo>
                <a:lnTo>
                  <a:pt x="2760749" y="1225042"/>
                </a:lnTo>
                <a:lnTo>
                  <a:pt x="2715490" y="1225125"/>
                </a:lnTo>
                <a:lnTo>
                  <a:pt x="2670232" y="1223532"/>
                </a:lnTo>
                <a:lnTo>
                  <a:pt x="2624974" y="1220281"/>
                </a:lnTo>
                <a:lnTo>
                  <a:pt x="2579716" y="1215405"/>
                </a:lnTo>
                <a:lnTo>
                  <a:pt x="2534458" y="1208959"/>
                </a:lnTo>
                <a:lnTo>
                  <a:pt x="2489200" y="1201011"/>
                </a:lnTo>
                <a:lnTo>
                  <a:pt x="2443941" y="1191647"/>
                </a:lnTo>
                <a:lnTo>
                  <a:pt x="2398683" y="1180968"/>
                </a:lnTo>
                <a:lnTo>
                  <a:pt x="2353425" y="1169090"/>
                </a:lnTo>
                <a:lnTo>
                  <a:pt x="2308167" y="1156141"/>
                </a:lnTo>
                <a:lnTo>
                  <a:pt x="2262909" y="1142261"/>
                </a:lnTo>
                <a:lnTo>
                  <a:pt x="2217650" y="1127599"/>
                </a:lnTo>
                <a:lnTo>
                  <a:pt x="2172392" y="1112313"/>
                </a:lnTo>
                <a:lnTo>
                  <a:pt x="2127134" y="1096570"/>
                </a:lnTo>
                <a:lnTo>
                  <a:pt x="2081876" y="1080537"/>
                </a:lnTo>
                <a:lnTo>
                  <a:pt x="2036618" y="1064390"/>
                </a:lnTo>
                <a:lnTo>
                  <a:pt x="1991360" y="1048301"/>
                </a:lnTo>
                <a:lnTo>
                  <a:pt x="1946101" y="1032445"/>
                </a:lnTo>
                <a:lnTo>
                  <a:pt x="1900843" y="1016993"/>
                </a:lnTo>
                <a:lnTo>
                  <a:pt x="1855585" y="1002111"/>
                </a:lnTo>
                <a:lnTo>
                  <a:pt x="1810327" y="987960"/>
                </a:lnTo>
                <a:lnTo>
                  <a:pt x="1765069" y="974693"/>
                </a:lnTo>
                <a:lnTo>
                  <a:pt x="1719810" y="962453"/>
                </a:lnTo>
                <a:lnTo>
                  <a:pt x="1674552" y="951372"/>
                </a:lnTo>
                <a:lnTo>
                  <a:pt x="1629294" y="941571"/>
                </a:lnTo>
                <a:lnTo>
                  <a:pt x="1584036" y="933153"/>
                </a:lnTo>
                <a:lnTo>
                  <a:pt x="1538778" y="926211"/>
                </a:lnTo>
                <a:lnTo>
                  <a:pt x="1493520" y="920820"/>
                </a:lnTo>
                <a:lnTo>
                  <a:pt x="1448261" y="917037"/>
                </a:lnTo>
                <a:lnTo>
                  <a:pt x="1403003" y="914903"/>
                </a:lnTo>
                <a:lnTo>
                  <a:pt x="1357745" y="914442"/>
                </a:lnTo>
                <a:lnTo>
                  <a:pt x="1312487" y="915658"/>
                </a:lnTo>
                <a:lnTo>
                  <a:pt x="1267229" y="918539"/>
                </a:lnTo>
                <a:lnTo>
                  <a:pt x="1221970" y="923053"/>
                </a:lnTo>
                <a:lnTo>
                  <a:pt x="1176712" y="929151"/>
                </a:lnTo>
                <a:lnTo>
                  <a:pt x="1131454" y="936767"/>
                </a:lnTo>
                <a:lnTo>
                  <a:pt x="1086196" y="945821"/>
                </a:lnTo>
                <a:lnTo>
                  <a:pt x="1040938" y="956213"/>
                </a:lnTo>
                <a:lnTo>
                  <a:pt x="995680" y="967831"/>
                </a:lnTo>
                <a:lnTo>
                  <a:pt x="950421" y="980551"/>
                </a:lnTo>
                <a:lnTo>
                  <a:pt x="905163" y="994234"/>
                </a:lnTo>
                <a:lnTo>
                  <a:pt x="859905" y="1008734"/>
                </a:lnTo>
                <a:lnTo>
                  <a:pt x="814647" y="1023893"/>
                </a:lnTo>
                <a:lnTo>
                  <a:pt x="769389" y="1039548"/>
                </a:lnTo>
                <a:lnTo>
                  <a:pt x="724130" y="1055530"/>
                </a:lnTo>
                <a:lnTo>
                  <a:pt x="678872" y="1071667"/>
                </a:lnTo>
                <a:lnTo>
                  <a:pt x="633614" y="1087784"/>
                </a:lnTo>
                <a:lnTo>
                  <a:pt x="588356" y="1103708"/>
                </a:lnTo>
                <a:lnTo>
                  <a:pt x="543098" y="1119266"/>
                </a:lnTo>
                <a:lnTo>
                  <a:pt x="497840" y="1134291"/>
                </a:lnTo>
                <a:lnTo>
                  <a:pt x="452581" y="1148620"/>
                </a:lnTo>
                <a:lnTo>
                  <a:pt x="407323" y="1162099"/>
                </a:lnTo>
                <a:lnTo>
                  <a:pt x="362065" y="1174582"/>
                </a:lnTo>
                <a:lnTo>
                  <a:pt x="316807" y="1185934"/>
                </a:lnTo>
                <a:lnTo>
                  <a:pt x="271549" y="1196034"/>
                </a:lnTo>
                <a:lnTo>
                  <a:pt x="226290" y="1204772"/>
                </a:lnTo>
                <a:lnTo>
                  <a:pt x="181032" y="1212053"/>
                </a:lnTo>
                <a:lnTo>
                  <a:pt x="135774" y="1217799"/>
                </a:lnTo>
                <a:lnTo>
                  <a:pt x="90516" y="1221949"/>
                </a:lnTo>
                <a:lnTo>
                  <a:pt x="45258" y="1224457"/>
                </a:lnTo>
                <a:lnTo>
                  <a:pt x="0" y="1225296"/>
                </a:lnTo>
                <a:close/>
              </a:path>
            </a:pathLst>
          </a:custGeom>
          <a:solidFill>
            <a:srgbClr val="1E4A5A"/>
          </a:solidFill>
          <a:ln w="254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6" name="C3-E21 line 44" descr="sci-ppt:o044"/>
          <p:cNvCxnSpPr/>
          <p:nvPr/>
        </p:nvCxnSpPr>
        <p:spPr>
          <a:xfrm>
            <a:off x="7223760" y="4892040"/>
            <a:ext cx="1367939" cy="0"/>
          </a:xfrm>
          <a:prstGeom prst="line">
            <a:avLst/>
          </a:prstGeom>
          <a:ln w="16510">
            <a:solidFill>
              <a:srgbClr val="B4C7D2"/>
            </a:solidFill>
          </a:ln>
          <a:effectLst/>
        </p:spPr>
      </p:cxnSp>
      <p:cxnSp>
        <p:nvCxnSpPr>
          <p:cNvPr id="47" name="C3-E21 line 45" descr="sci-ppt:o045"/>
          <p:cNvCxnSpPr/>
          <p:nvPr/>
        </p:nvCxnSpPr>
        <p:spPr>
          <a:xfrm>
            <a:off x="7223760" y="4828031"/>
            <a:ext cx="0" cy="128017"/>
          </a:xfrm>
          <a:prstGeom prst="line">
            <a:avLst/>
          </a:prstGeom>
          <a:ln w="16510">
            <a:solidFill>
              <a:srgbClr val="B4C7D2"/>
            </a:solidFill>
          </a:ln>
          <a:effectLst/>
        </p:spPr>
      </p:cxnSp>
      <p:cxnSp>
        <p:nvCxnSpPr>
          <p:cNvPr id="48" name="C3-E21 line 46" descr="sci-ppt:o046"/>
          <p:cNvCxnSpPr/>
          <p:nvPr/>
        </p:nvCxnSpPr>
        <p:spPr>
          <a:xfrm>
            <a:off x="8591699" y="4828031"/>
            <a:ext cx="0" cy="128017"/>
          </a:xfrm>
          <a:prstGeom prst="line">
            <a:avLst/>
          </a:prstGeom>
          <a:ln w="16510">
            <a:solidFill>
              <a:srgbClr val="B4C7D2"/>
            </a:solidFill>
          </a:ln>
          <a:effectLst/>
        </p:spPr>
      </p:cxnSp>
      <p:sp>
        <p:nvSpPr>
          <p:cNvPr id="49" name="C3-E21 text 47" descr="sci-ppt:o047"/>
          <p:cNvSpPr txBox="1"/>
          <p:nvPr/>
        </p:nvSpPr>
        <p:spPr>
          <a:xfrm>
            <a:off x="6993329" y="4621530"/>
            <a:ext cx="182880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λ = 2πa₀/q</a:t>
            </a:r>
          </a:p>
        </p:txBody>
      </p:sp>
      <p:sp>
        <p:nvSpPr>
          <p:cNvPr id="50" name="C3-E21 text 48" descr="sci-ppt:o048"/>
          <p:cNvSpPr txBox="1"/>
          <p:nvPr/>
        </p:nvSpPr>
        <p:spPr>
          <a:xfrm>
            <a:off x="914400" y="5733288"/>
            <a:ext cx="109728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Surface tension destabilises a liquid cylinder for 0 &lt; q &lt; 1; the fastest mode has wavelength λₘₐₓ = 2πa₀ / 0.697.</a:t>
            </a:r>
          </a:p>
        </p:txBody>
      </p:sp>
      <p:sp>
        <p:nvSpPr>
          <p:cNvPr id="51" name="C3-E21 text 49" descr="sci-ppt:o049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Linear growth rate of Eq. C3-E21 from the modified Bessel functions I₀, I₁.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