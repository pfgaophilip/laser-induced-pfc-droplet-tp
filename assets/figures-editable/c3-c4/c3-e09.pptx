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C3-E09 · Integrated solution on the inward branch</a:t>
            </a:r>
          </a:p>
        </p:txBody>
      </p:sp>
      <p:cxnSp>
        <p:nvCxnSpPr>
          <p:cNvPr id="3" name="C3-E09 line 1" descr="sci-ppt:o001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09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09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09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09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3-E09 line 6" descr="sci-ppt:o006"/>
          <p:cNvCxnSpPr/>
          <p:nvPr/>
        </p:nvCxnSpPr>
        <p:spPr>
          <a:xfrm>
            <a:off x="24231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09 line 7" descr="sci-ppt:o007"/>
          <p:cNvCxnSpPr/>
          <p:nvPr/>
        </p:nvCxnSpPr>
        <p:spPr>
          <a:xfrm>
            <a:off x="24231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09 text 8" descr="sci-ppt:o008"/>
          <p:cNvSpPr txBox="1"/>
          <p:nvPr/>
        </p:nvSpPr>
        <p:spPr>
          <a:xfrm>
            <a:off x="19659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3-E09 line 9" descr="sci-ppt:o009"/>
          <p:cNvCxnSpPr/>
          <p:nvPr/>
        </p:nvCxnSpPr>
        <p:spPr>
          <a:xfrm>
            <a:off x="39319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09 line 10" descr="sci-ppt:o010"/>
          <p:cNvCxnSpPr/>
          <p:nvPr/>
        </p:nvCxnSpPr>
        <p:spPr>
          <a:xfrm>
            <a:off x="39319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09 text 11" descr="sci-ppt:o011"/>
          <p:cNvSpPr txBox="1"/>
          <p:nvPr/>
        </p:nvSpPr>
        <p:spPr>
          <a:xfrm>
            <a:off x="34747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3-E09 line 12" descr="sci-ppt:o012"/>
          <p:cNvCxnSpPr/>
          <p:nvPr/>
        </p:nvCxnSpPr>
        <p:spPr>
          <a:xfrm>
            <a:off x="544067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09 line 13" descr="sci-ppt:o013"/>
          <p:cNvCxnSpPr/>
          <p:nvPr/>
        </p:nvCxnSpPr>
        <p:spPr>
          <a:xfrm>
            <a:off x="544067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09 text 14" descr="sci-ppt:o014"/>
          <p:cNvSpPr txBox="1"/>
          <p:nvPr/>
        </p:nvSpPr>
        <p:spPr>
          <a:xfrm>
            <a:off x="498347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3-E09 line 15" descr="sci-ppt:o015"/>
          <p:cNvCxnSpPr/>
          <p:nvPr/>
        </p:nvCxnSpPr>
        <p:spPr>
          <a:xfrm>
            <a:off x="6949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09 line 16" descr="sci-ppt:o016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09 text 17" descr="sci-ppt:o017"/>
          <p:cNvSpPr txBox="1"/>
          <p:nvPr/>
        </p:nvSpPr>
        <p:spPr>
          <a:xfrm>
            <a:off x="6492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3-E09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09 line 19" descr="sci-ppt:o019"/>
          <p:cNvCxnSpPr/>
          <p:nvPr/>
        </p:nvCxnSpPr>
        <p:spPr>
          <a:xfrm>
            <a:off x="850392" y="3810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3-E09 line 20" descr="sci-ppt:o020"/>
          <p:cNvCxnSpPr/>
          <p:nvPr/>
        </p:nvCxnSpPr>
        <p:spPr>
          <a:xfrm>
            <a:off x="914400" y="38100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3-E09 text 21" descr="sci-ppt:o021"/>
          <p:cNvSpPr txBox="1"/>
          <p:nvPr/>
        </p:nvSpPr>
        <p:spPr>
          <a:xfrm>
            <a:off x="45720" y="3727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4" name="C3-E09 line 22" descr="sci-ppt:o022"/>
          <p:cNvCxnSpPr/>
          <p:nvPr/>
        </p:nvCxnSpPr>
        <p:spPr>
          <a:xfrm>
            <a:off x="850392" y="2590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09 line 23" descr="sci-ppt:o023"/>
          <p:cNvCxnSpPr/>
          <p:nvPr/>
        </p:nvCxnSpPr>
        <p:spPr>
          <a:xfrm>
            <a:off x="914400" y="25908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09 text 24" descr="sci-ppt:o024"/>
          <p:cNvSpPr txBox="1"/>
          <p:nvPr/>
        </p:nvSpPr>
        <p:spPr>
          <a:xfrm>
            <a:off x="45720" y="2508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200</a:t>
            </a:r>
          </a:p>
        </p:txBody>
      </p:sp>
      <p:cxnSp>
        <p:nvCxnSpPr>
          <p:cNvPr id="27" name="C3-E09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3-E09 line 26" descr="sci-ppt:o026"/>
          <p:cNvCxnSpPr/>
          <p:nvPr/>
        </p:nvCxnSpPr>
        <p:spPr>
          <a:xfrm>
            <a:off x="914400" y="13716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3-E09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300</a:t>
            </a:r>
          </a:p>
        </p:txBody>
      </p:sp>
      <p:sp>
        <p:nvSpPr>
          <p:cNvPr id="30" name="C3-E09 text 28" descr="sci-ppt:o028"/>
          <p:cNvSpPr txBox="1"/>
          <p:nvPr/>
        </p:nvSpPr>
        <p:spPr>
          <a:xfrm>
            <a:off x="914400" y="5312664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31" name="C3-E09 text 29" descr="sci-ppt:o029"/>
          <p:cNvSpPr txBox="1"/>
          <p:nvPr/>
        </p:nvSpPr>
        <p:spPr>
          <a:xfrm>
            <a:off x="365760" y="1024128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|Ṙ|  (m/s)</a:t>
            </a:r>
          </a:p>
        </p:txBody>
      </p:sp>
      <p:sp>
        <p:nvSpPr>
          <p:cNvPr id="32" name="C3-E09 polygon 30" descr="sci-ppt:o030"/>
          <p:cNvSpPr/>
          <p:nvPr/>
        </p:nvSpPr>
        <p:spPr>
          <a:xfrm>
            <a:off x="1465829" y="1426323"/>
            <a:ext cx="5483611" cy="3602877"/>
          </a:xfrm>
          <a:custGeom>
            <a:avLst/>
            <a:gdLst/>
            <a:ahLst/>
            <a:cxnLst/>
            <a:rect l="l" t="t" r="r" b="b"/>
            <a:pathLst>
              <a:path w="5483611" h="3602877">
                <a:moveTo>
                  <a:pt x="0" y="0"/>
                </a:moveTo>
                <a:lnTo>
                  <a:pt x="38753" y="349256"/>
                </a:lnTo>
                <a:lnTo>
                  <a:pt x="77506" y="645586"/>
                </a:lnTo>
                <a:lnTo>
                  <a:pt x="116260" y="899581"/>
                </a:lnTo>
                <a:lnTo>
                  <a:pt x="155013" y="1119255"/>
                </a:lnTo>
                <a:lnTo>
                  <a:pt x="193767" y="1310772"/>
                </a:lnTo>
                <a:lnTo>
                  <a:pt x="232520" y="1478944"/>
                </a:lnTo>
                <a:lnTo>
                  <a:pt x="271274" y="1627572"/>
                </a:lnTo>
                <a:lnTo>
                  <a:pt x="310027" y="1759700"/>
                </a:lnTo>
                <a:lnTo>
                  <a:pt x="348780" y="1877786"/>
                </a:lnTo>
                <a:lnTo>
                  <a:pt x="387534" y="1983838"/>
                </a:lnTo>
                <a:lnTo>
                  <a:pt x="426287" y="2079509"/>
                </a:lnTo>
                <a:lnTo>
                  <a:pt x="465041" y="2166172"/>
                </a:lnTo>
                <a:lnTo>
                  <a:pt x="503794" y="2244973"/>
                </a:lnTo>
                <a:lnTo>
                  <a:pt x="542548" y="2316880"/>
                </a:lnTo>
                <a:lnTo>
                  <a:pt x="581301" y="2382710"/>
                </a:lnTo>
                <a:lnTo>
                  <a:pt x="620055" y="2443163"/>
                </a:lnTo>
                <a:lnTo>
                  <a:pt x="658808" y="2498835"/>
                </a:lnTo>
                <a:lnTo>
                  <a:pt x="697561" y="2550243"/>
                </a:lnTo>
                <a:lnTo>
                  <a:pt x="736315" y="2597832"/>
                </a:lnTo>
                <a:lnTo>
                  <a:pt x="775068" y="2641991"/>
                </a:lnTo>
                <a:lnTo>
                  <a:pt x="813822" y="2683058"/>
                </a:lnTo>
                <a:lnTo>
                  <a:pt x="852575" y="2721330"/>
                </a:lnTo>
                <a:lnTo>
                  <a:pt x="891329" y="2757068"/>
                </a:lnTo>
                <a:lnTo>
                  <a:pt x="930082" y="2790503"/>
                </a:lnTo>
                <a:lnTo>
                  <a:pt x="968835" y="2821840"/>
                </a:lnTo>
                <a:lnTo>
                  <a:pt x="1007589" y="2851259"/>
                </a:lnTo>
                <a:lnTo>
                  <a:pt x="1046342" y="2878924"/>
                </a:lnTo>
                <a:lnTo>
                  <a:pt x="1085096" y="2904979"/>
                </a:lnTo>
                <a:lnTo>
                  <a:pt x="1123849" y="2929553"/>
                </a:lnTo>
                <a:lnTo>
                  <a:pt x="1162603" y="2952764"/>
                </a:lnTo>
                <a:lnTo>
                  <a:pt x="1201356" y="2974717"/>
                </a:lnTo>
                <a:lnTo>
                  <a:pt x="1240109" y="2995506"/>
                </a:lnTo>
                <a:lnTo>
                  <a:pt x="1278863" y="3015217"/>
                </a:lnTo>
                <a:lnTo>
                  <a:pt x="1317616" y="3033930"/>
                </a:lnTo>
                <a:lnTo>
                  <a:pt x="1356370" y="3051714"/>
                </a:lnTo>
                <a:lnTo>
                  <a:pt x="1395123" y="3068633"/>
                </a:lnTo>
                <a:lnTo>
                  <a:pt x="1433877" y="3084748"/>
                </a:lnTo>
                <a:lnTo>
                  <a:pt x="1472630" y="3100112"/>
                </a:lnTo>
                <a:lnTo>
                  <a:pt x="1511384" y="3114775"/>
                </a:lnTo>
                <a:lnTo>
                  <a:pt x="1550137" y="3128781"/>
                </a:lnTo>
                <a:lnTo>
                  <a:pt x="1588890" y="3142172"/>
                </a:lnTo>
                <a:lnTo>
                  <a:pt x="1627644" y="3154986"/>
                </a:lnTo>
                <a:lnTo>
                  <a:pt x="1666397" y="3167260"/>
                </a:lnTo>
                <a:lnTo>
                  <a:pt x="1705151" y="3179025"/>
                </a:lnTo>
                <a:lnTo>
                  <a:pt x="1743904" y="3190311"/>
                </a:lnTo>
                <a:lnTo>
                  <a:pt x="1782658" y="3201147"/>
                </a:lnTo>
                <a:lnTo>
                  <a:pt x="1821411" y="3211558"/>
                </a:lnTo>
                <a:lnTo>
                  <a:pt x="1860164" y="3221569"/>
                </a:lnTo>
                <a:lnTo>
                  <a:pt x="1898918" y="3231201"/>
                </a:lnTo>
                <a:lnTo>
                  <a:pt x="1937671" y="3240475"/>
                </a:lnTo>
                <a:lnTo>
                  <a:pt x="1976425" y="3249411"/>
                </a:lnTo>
                <a:lnTo>
                  <a:pt x="2015178" y="3258027"/>
                </a:lnTo>
                <a:lnTo>
                  <a:pt x="2053932" y="3266339"/>
                </a:lnTo>
                <a:lnTo>
                  <a:pt x="2092685" y="3274363"/>
                </a:lnTo>
                <a:lnTo>
                  <a:pt x="2131438" y="3282114"/>
                </a:lnTo>
                <a:lnTo>
                  <a:pt x="2170192" y="3289606"/>
                </a:lnTo>
                <a:lnTo>
                  <a:pt x="2208945" y="3296852"/>
                </a:lnTo>
                <a:lnTo>
                  <a:pt x="2247699" y="3303863"/>
                </a:lnTo>
                <a:lnTo>
                  <a:pt x="2286452" y="3310651"/>
                </a:lnTo>
                <a:lnTo>
                  <a:pt x="2325206" y="3317228"/>
                </a:lnTo>
                <a:lnTo>
                  <a:pt x="2363959" y="3323601"/>
                </a:lnTo>
                <a:lnTo>
                  <a:pt x="2402712" y="3329783"/>
                </a:lnTo>
                <a:lnTo>
                  <a:pt x="2441466" y="3335780"/>
                </a:lnTo>
                <a:lnTo>
                  <a:pt x="2480219" y="3341602"/>
                </a:lnTo>
                <a:lnTo>
                  <a:pt x="2518973" y="3347257"/>
                </a:lnTo>
                <a:lnTo>
                  <a:pt x="2557726" y="3352751"/>
                </a:lnTo>
                <a:lnTo>
                  <a:pt x="2596480" y="3358093"/>
                </a:lnTo>
                <a:lnTo>
                  <a:pt x="2635233" y="3363289"/>
                </a:lnTo>
                <a:lnTo>
                  <a:pt x="2673987" y="3368345"/>
                </a:lnTo>
                <a:lnTo>
                  <a:pt x="2712740" y="3373268"/>
                </a:lnTo>
                <a:lnTo>
                  <a:pt x="2751493" y="3378062"/>
                </a:lnTo>
                <a:lnTo>
                  <a:pt x="2790247" y="3382734"/>
                </a:lnTo>
                <a:lnTo>
                  <a:pt x="2829000" y="3387289"/>
                </a:lnTo>
                <a:lnTo>
                  <a:pt x="2867754" y="3391731"/>
                </a:lnTo>
                <a:lnTo>
                  <a:pt x="2906507" y="3396066"/>
                </a:lnTo>
                <a:lnTo>
                  <a:pt x="2945261" y="3400297"/>
                </a:lnTo>
                <a:lnTo>
                  <a:pt x="2984014" y="3404429"/>
                </a:lnTo>
                <a:lnTo>
                  <a:pt x="3022767" y="3408466"/>
                </a:lnTo>
                <a:lnTo>
                  <a:pt x="3061521" y="3412412"/>
                </a:lnTo>
                <a:lnTo>
                  <a:pt x="3100274" y="3416271"/>
                </a:lnTo>
                <a:lnTo>
                  <a:pt x="3139028" y="3420045"/>
                </a:lnTo>
                <a:lnTo>
                  <a:pt x="3177781" y="3423739"/>
                </a:lnTo>
                <a:lnTo>
                  <a:pt x="3216535" y="3427355"/>
                </a:lnTo>
                <a:lnTo>
                  <a:pt x="3255288" y="3430898"/>
                </a:lnTo>
                <a:lnTo>
                  <a:pt x="3294041" y="3434369"/>
                </a:lnTo>
                <a:lnTo>
                  <a:pt x="3332795" y="3437771"/>
                </a:lnTo>
                <a:lnTo>
                  <a:pt x="3371548" y="3441108"/>
                </a:lnTo>
                <a:lnTo>
                  <a:pt x="3410302" y="3444382"/>
                </a:lnTo>
                <a:lnTo>
                  <a:pt x="3449055" y="3447595"/>
                </a:lnTo>
                <a:lnTo>
                  <a:pt x="3487809" y="3450750"/>
                </a:lnTo>
                <a:lnTo>
                  <a:pt x="3526562" y="3453849"/>
                </a:lnTo>
                <a:lnTo>
                  <a:pt x="3565316" y="3456895"/>
                </a:lnTo>
                <a:lnTo>
                  <a:pt x="3604069" y="3459889"/>
                </a:lnTo>
                <a:lnTo>
                  <a:pt x="3642822" y="3462835"/>
                </a:lnTo>
                <a:lnTo>
                  <a:pt x="3681576" y="3465733"/>
                </a:lnTo>
                <a:lnTo>
                  <a:pt x="3720329" y="3468587"/>
                </a:lnTo>
                <a:lnTo>
                  <a:pt x="3759083" y="3471397"/>
                </a:lnTo>
                <a:lnTo>
                  <a:pt x="3797836" y="3474166"/>
                </a:lnTo>
                <a:lnTo>
                  <a:pt x="3836590" y="3476896"/>
                </a:lnTo>
                <a:lnTo>
                  <a:pt x="3875343" y="3479589"/>
                </a:lnTo>
                <a:lnTo>
                  <a:pt x="3914096" y="3482246"/>
                </a:lnTo>
                <a:lnTo>
                  <a:pt x="3952850" y="3484869"/>
                </a:lnTo>
                <a:lnTo>
                  <a:pt x="3991603" y="3487460"/>
                </a:lnTo>
                <a:lnTo>
                  <a:pt x="4030357" y="3490020"/>
                </a:lnTo>
                <a:lnTo>
                  <a:pt x="4069110" y="3492552"/>
                </a:lnTo>
                <a:lnTo>
                  <a:pt x="4107864" y="3495057"/>
                </a:lnTo>
                <a:lnTo>
                  <a:pt x="4146617" y="3497536"/>
                </a:lnTo>
                <a:lnTo>
                  <a:pt x="4185370" y="3499992"/>
                </a:lnTo>
                <a:lnTo>
                  <a:pt x="4224124" y="3502426"/>
                </a:lnTo>
                <a:lnTo>
                  <a:pt x="4262877" y="3504840"/>
                </a:lnTo>
                <a:lnTo>
                  <a:pt x="4301631" y="3507235"/>
                </a:lnTo>
                <a:lnTo>
                  <a:pt x="4340384" y="3509614"/>
                </a:lnTo>
                <a:lnTo>
                  <a:pt x="4379138" y="3511978"/>
                </a:lnTo>
                <a:lnTo>
                  <a:pt x="4417891" y="3514329"/>
                </a:lnTo>
                <a:lnTo>
                  <a:pt x="4456644" y="3516668"/>
                </a:lnTo>
                <a:lnTo>
                  <a:pt x="4495398" y="3518999"/>
                </a:lnTo>
                <a:lnTo>
                  <a:pt x="4534151" y="3521323"/>
                </a:lnTo>
                <a:lnTo>
                  <a:pt x="4572905" y="3523642"/>
                </a:lnTo>
                <a:lnTo>
                  <a:pt x="4611658" y="3525959"/>
                </a:lnTo>
                <a:lnTo>
                  <a:pt x="4650412" y="3528276"/>
                </a:lnTo>
                <a:lnTo>
                  <a:pt x="4689165" y="3530596"/>
                </a:lnTo>
                <a:lnTo>
                  <a:pt x="4727919" y="3532922"/>
                </a:lnTo>
                <a:lnTo>
                  <a:pt x="4766672" y="3535257"/>
                </a:lnTo>
                <a:lnTo>
                  <a:pt x="4805425" y="3537605"/>
                </a:lnTo>
                <a:lnTo>
                  <a:pt x="4844179" y="3539970"/>
                </a:lnTo>
                <a:lnTo>
                  <a:pt x="4882932" y="3542357"/>
                </a:lnTo>
                <a:lnTo>
                  <a:pt x="4921686" y="3544770"/>
                </a:lnTo>
                <a:lnTo>
                  <a:pt x="4960439" y="3547216"/>
                </a:lnTo>
                <a:lnTo>
                  <a:pt x="4999193" y="3549702"/>
                </a:lnTo>
                <a:lnTo>
                  <a:pt x="5037946" y="3552236"/>
                </a:lnTo>
                <a:lnTo>
                  <a:pt x="5076699" y="3554829"/>
                </a:lnTo>
                <a:lnTo>
                  <a:pt x="5115453" y="3557494"/>
                </a:lnTo>
                <a:lnTo>
                  <a:pt x="5154206" y="3560246"/>
                </a:lnTo>
                <a:lnTo>
                  <a:pt x="5192960" y="3563107"/>
                </a:lnTo>
                <a:lnTo>
                  <a:pt x="5231713" y="3566105"/>
                </a:lnTo>
                <a:lnTo>
                  <a:pt x="5270467" y="3569280"/>
                </a:lnTo>
                <a:lnTo>
                  <a:pt x="5309220" y="3572690"/>
                </a:lnTo>
                <a:lnTo>
                  <a:pt x="5347973" y="3576431"/>
                </a:lnTo>
                <a:lnTo>
                  <a:pt x="5386727" y="3580673"/>
                </a:lnTo>
                <a:lnTo>
                  <a:pt x="5425480" y="3585790"/>
                </a:lnTo>
                <a:lnTo>
                  <a:pt x="5464234" y="3593075"/>
                </a:lnTo>
                <a:lnTo>
                  <a:pt x="5483611" y="3602877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3-E09 ellipse 31" descr="sci-ppt:o031"/>
          <p:cNvSpPr/>
          <p:nvPr/>
        </p:nvSpPr>
        <p:spPr>
          <a:xfrm>
            <a:off x="3877056" y="4710958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3-E09 polygon 32" descr="sci-ppt:o032"/>
          <p:cNvSpPr/>
          <p:nvPr/>
        </p:nvSpPr>
        <p:spPr>
          <a:xfrm>
            <a:off x="1465829" y="1580438"/>
            <a:ext cx="5483611" cy="3448762"/>
          </a:xfrm>
          <a:custGeom>
            <a:avLst/>
            <a:gdLst/>
            <a:ahLst/>
            <a:cxnLst/>
            <a:rect l="l" t="t" r="r" b="b"/>
            <a:pathLst>
              <a:path w="5483611" h="3448762">
                <a:moveTo>
                  <a:pt x="0" y="0"/>
                </a:moveTo>
                <a:lnTo>
                  <a:pt x="38753" y="343439"/>
                </a:lnTo>
                <a:lnTo>
                  <a:pt x="77506" y="634481"/>
                </a:lnTo>
                <a:lnTo>
                  <a:pt x="116260" y="883641"/>
                </a:lnTo>
                <a:lnTo>
                  <a:pt x="155013" y="1098870"/>
                </a:lnTo>
                <a:lnTo>
                  <a:pt x="193767" y="1286282"/>
                </a:lnTo>
                <a:lnTo>
                  <a:pt x="232520" y="1450645"/>
                </a:lnTo>
                <a:lnTo>
                  <a:pt x="271274" y="1595727"/>
                </a:lnTo>
                <a:lnTo>
                  <a:pt x="310027" y="1724541"/>
                </a:lnTo>
                <a:lnTo>
                  <a:pt x="348780" y="1839521"/>
                </a:lnTo>
                <a:lnTo>
                  <a:pt x="387534" y="1942653"/>
                </a:lnTo>
                <a:lnTo>
                  <a:pt x="426287" y="2035572"/>
                </a:lnTo>
                <a:lnTo>
                  <a:pt x="465041" y="2119634"/>
                </a:lnTo>
                <a:lnTo>
                  <a:pt x="503794" y="2195973"/>
                </a:lnTo>
                <a:lnTo>
                  <a:pt x="542548" y="2265542"/>
                </a:lnTo>
                <a:lnTo>
                  <a:pt x="581301" y="2329151"/>
                </a:lnTo>
                <a:lnTo>
                  <a:pt x="620055" y="2387486"/>
                </a:lnTo>
                <a:lnTo>
                  <a:pt x="658808" y="2441139"/>
                </a:lnTo>
                <a:lnTo>
                  <a:pt x="697561" y="2490616"/>
                </a:lnTo>
                <a:lnTo>
                  <a:pt x="736315" y="2536358"/>
                </a:lnTo>
                <a:lnTo>
                  <a:pt x="775068" y="2578745"/>
                </a:lnTo>
                <a:lnTo>
                  <a:pt x="813822" y="2618112"/>
                </a:lnTo>
                <a:lnTo>
                  <a:pt x="852575" y="2654750"/>
                </a:lnTo>
                <a:lnTo>
                  <a:pt x="891329" y="2688916"/>
                </a:lnTo>
                <a:lnTo>
                  <a:pt x="930082" y="2720837"/>
                </a:lnTo>
                <a:lnTo>
                  <a:pt x="968835" y="2750713"/>
                </a:lnTo>
                <a:lnTo>
                  <a:pt x="1007589" y="2778723"/>
                </a:lnTo>
                <a:lnTo>
                  <a:pt x="1046342" y="2805025"/>
                </a:lnTo>
                <a:lnTo>
                  <a:pt x="1085096" y="2829763"/>
                </a:lnTo>
                <a:lnTo>
                  <a:pt x="1123849" y="2853062"/>
                </a:lnTo>
                <a:lnTo>
                  <a:pt x="1162603" y="2875037"/>
                </a:lnTo>
                <a:lnTo>
                  <a:pt x="1201356" y="2895791"/>
                </a:lnTo>
                <a:lnTo>
                  <a:pt x="1240109" y="2915417"/>
                </a:lnTo>
                <a:lnTo>
                  <a:pt x="1278863" y="2933999"/>
                </a:lnTo>
                <a:lnTo>
                  <a:pt x="1317616" y="2951613"/>
                </a:lnTo>
                <a:lnTo>
                  <a:pt x="1356370" y="2968329"/>
                </a:lnTo>
                <a:lnTo>
                  <a:pt x="1395123" y="2984210"/>
                </a:lnTo>
                <a:lnTo>
                  <a:pt x="1433877" y="2999312"/>
                </a:lnTo>
                <a:lnTo>
                  <a:pt x="1472630" y="3013690"/>
                </a:lnTo>
                <a:lnTo>
                  <a:pt x="1511384" y="3027390"/>
                </a:lnTo>
                <a:lnTo>
                  <a:pt x="1550137" y="3040457"/>
                </a:lnTo>
                <a:lnTo>
                  <a:pt x="1588890" y="3052931"/>
                </a:lnTo>
                <a:lnTo>
                  <a:pt x="1627644" y="3064850"/>
                </a:lnTo>
                <a:lnTo>
                  <a:pt x="1666397" y="3076248"/>
                </a:lnTo>
                <a:lnTo>
                  <a:pt x="1705151" y="3087156"/>
                </a:lnTo>
                <a:lnTo>
                  <a:pt x="1743904" y="3097605"/>
                </a:lnTo>
                <a:lnTo>
                  <a:pt x="1782658" y="3107621"/>
                </a:lnTo>
                <a:lnTo>
                  <a:pt x="1821411" y="3117228"/>
                </a:lnTo>
                <a:lnTo>
                  <a:pt x="1860164" y="3126451"/>
                </a:lnTo>
                <a:lnTo>
                  <a:pt x="1898918" y="3135311"/>
                </a:lnTo>
                <a:lnTo>
                  <a:pt x="1937671" y="3143828"/>
                </a:lnTo>
                <a:lnTo>
                  <a:pt x="1976425" y="3152021"/>
                </a:lnTo>
                <a:lnTo>
                  <a:pt x="2015178" y="3159907"/>
                </a:lnTo>
                <a:lnTo>
                  <a:pt x="2053932" y="3167502"/>
                </a:lnTo>
                <a:lnTo>
                  <a:pt x="2092685" y="3174822"/>
                </a:lnTo>
                <a:lnTo>
                  <a:pt x="2131438" y="3181881"/>
                </a:lnTo>
                <a:lnTo>
                  <a:pt x="2170192" y="3188692"/>
                </a:lnTo>
                <a:lnTo>
                  <a:pt x="2208945" y="3195267"/>
                </a:lnTo>
                <a:lnTo>
                  <a:pt x="2247699" y="3201619"/>
                </a:lnTo>
                <a:lnTo>
                  <a:pt x="2286452" y="3207758"/>
                </a:lnTo>
                <a:lnTo>
                  <a:pt x="2325206" y="3213694"/>
                </a:lnTo>
                <a:lnTo>
                  <a:pt x="2363959" y="3219437"/>
                </a:lnTo>
                <a:lnTo>
                  <a:pt x="2402712" y="3224997"/>
                </a:lnTo>
                <a:lnTo>
                  <a:pt x="2441466" y="3230381"/>
                </a:lnTo>
                <a:lnTo>
                  <a:pt x="2480219" y="3235598"/>
                </a:lnTo>
                <a:lnTo>
                  <a:pt x="2518973" y="3240656"/>
                </a:lnTo>
                <a:lnTo>
                  <a:pt x="2557726" y="3245561"/>
                </a:lnTo>
                <a:lnTo>
                  <a:pt x="2596480" y="3250321"/>
                </a:lnTo>
                <a:lnTo>
                  <a:pt x="2635233" y="3254942"/>
                </a:lnTo>
                <a:lnTo>
                  <a:pt x="2673987" y="3259429"/>
                </a:lnTo>
                <a:lnTo>
                  <a:pt x="2712740" y="3263790"/>
                </a:lnTo>
                <a:lnTo>
                  <a:pt x="2751493" y="3268028"/>
                </a:lnTo>
                <a:lnTo>
                  <a:pt x="2790247" y="3272151"/>
                </a:lnTo>
                <a:lnTo>
                  <a:pt x="2829000" y="3276161"/>
                </a:lnTo>
                <a:lnTo>
                  <a:pt x="2867754" y="3280064"/>
                </a:lnTo>
                <a:lnTo>
                  <a:pt x="2906507" y="3283865"/>
                </a:lnTo>
                <a:lnTo>
                  <a:pt x="2945261" y="3287567"/>
                </a:lnTo>
                <a:lnTo>
                  <a:pt x="2984014" y="3291175"/>
                </a:lnTo>
                <a:lnTo>
                  <a:pt x="3022767" y="3294693"/>
                </a:lnTo>
                <a:lnTo>
                  <a:pt x="3061521" y="3298123"/>
                </a:lnTo>
                <a:lnTo>
                  <a:pt x="3100274" y="3301470"/>
                </a:lnTo>
                <a:lnTo>
                  <a:pt x="3139028" y="3304737"/>
                </a:lnTo>
                <a:lnTo>
                  <a:pt x="3177781" y="3307928"/>
                </a:lnTo>
                <a:lnTo>
                  <a:pt x="3216535" y="3311044"/>
                </a:lnTo>
                <a:lnTo>
                  <a:pt x="3255288" y="3314089"/>
                </a:lnTo>
                <a:lnTo>
                  <a:pt x="3294041" y="3317066"/>
                </a:lnTo>
                <a:lnTo>
                  <a:pt x="3332795" y="3319978"/>
                </a:lnTo>
                <a:lnTo>
                  <a:pt x="3371548" y="3322826"/>
                </a:lnTo>
                <a:lnTo>
                  <a:pt x="3410302" y="3325614"/>
                </a:lnTo>
                <a:lnTo>
                  <a:pt x="3449055" y="3328344"/>
                </a:lnTo>
                <a:lnTo>
                  <a:pt x="3487809" y="3331017"/>
                </a:lnTo>
                <a:lnTo>
                  <a:pt x="3526562" y="3333637"/>
                </a:lnTo>
                <a:lnTo>
                  <a:pt x="3565316" y="3336206"/>
                </a:lnTo>
                <a:lnTo>
                  <a:pt x="3604069" y="3338725"/>
                </a:lnTo>
                <a:lnTo>
                  <a:pt x="3642822" y="3341196"/>
                </a:lnTo>
                <a:lnTo>
                  <a:pt x="3681576" y="3343621"/>
                </a:lnTo>
                <a:lnTo>
                  <a:pt x="3720329" y="3346002"/>
                </a:lnTo>
                <a:lnTo>
                  <a:pt x="3759083" y="3348341"/>
                </a:lnTo>
                <a:lnTo>
                  <a:pt x="3797836" y="3350640"/>
                </a:lnTo>
                <a:lnTo>
                  <a:pt x="3836590" y="3352900"/>
                </a:lnTo>
                <a:lnTo>
                  <a:pt x="3875343" y="3355123"/>
                </a:lnTo>
                <a:lnTo>
                  <a:pt x="3914096" y="3357310"/>
                </a:lnTo>
                <a:lnTo>
                  <a:pt x="3952850" y="3359463"/>
                </a:lnTo>
                <a:lnTo>
                  <a:pt x="3991603" y="3361584"/>
                </a:lnTo>
                <a:lnTo>
                  <a:pt x="4030357" y="3363674"/>
                </a:lnTo>
                <a:lnTo>
                  <a:pt x="4069110" y="3365734"/>
                </a:lnTo>
                <a:lnTo>
                  <a:pt x="4107864" y="3367766"/>
                </a:lnTo>
                <a:lnTo>
                  <a:pt x="4146617" y="3369772"/>
                </a:lnTo>
                <a:lnTo>
                  <a:pt x="4185370" y="3371752"/>
                </a:lnTo>
                <a:lnTo>
                  <a:pt x="4224124" y="3373709"/>
                </a:lnTo>
                <a:lnTo>
                  <a:pt x="4262877" y="3375643"/>
                </a:lnTo>
                <a:lnTo>
                  <a:pt x="4301631" y="3377557"/>
                </a:lnTo>
                <a:lnTo>
                  <a:pt x="4340384" y="3379451"/>
                </a:lnTo>
                <a:lnTo>
                  <a:pt x="4379138" y="3381327"/>
                </a:lnTo>
                <a:lnTo>
                  <a:pt x="4417891" y="3383187"/>
                </a:lnTo>
                <a:lnTo>
                  <a:pt x="4456644" y="3385032"/>
                </a:lnTo>
                <a:lnTo>
                  <a:pt x="4495398" y="3386863"/>
                </a:lnTo>
                <a:lnTo>
                  <a:pt x="4534151" y="3388683"/>
                </a:lnTo>
                <a:lnTo>
                  <a:pt x="4572905" y="3390493"/>
                </a:lnTo>
                <a:lnTo>
                  <a:pt x="4611658" y="3392295"/>
                </a:lnTo>
                <a:lnTo>
                  <a:pt x="4650412" y="3394090"/>
                </a:lnTo>
                <a:lnTo>
                  <a:pt x="4689165" y="3395882"/>
                </a:lnTo>
                <a:lnTo>
                  <a:pt x="4727919" y="3397671"/>
                </a:lnTo>
                <a:lnTo>
                  <a:pt x="4766672" y="3399461"/>
                </a:lnTo>
                <a:lnTo>
                  <a:pt x="4805425" y="3401254"/>
                </a:lnTo>
                <a:lnTo>
                  <a:pt x="4844179" y="3403053"/>
                </a:lnTo>
                <a:lnTo>
                  <a:pt x="4882932" y="3404861"/>
                </a:lnTo>
                <a:lnTo>
                  <a:pt x="4921686" y="3406683"/>
                </a:lnTo>
                <a:lnTo>
                  <a:pt x="4960439" y="3408522"/>
                </a:lnTo>
                <a:lnTo>
                  <a:pt x="4999193" y="3410383"/>
                </a:lnTo>
                <a:lnTo>
                  <a:pt x="5037946" y="3412273"/>
                </a:lnTo>
                <a:lnTo>
                  <a:pt x="5076699" y="3414199"/>
                </a:lnTo>
                <a:lnTo>
                  <a:pt x="5115453" y="3416170"/>
                </a:lnTo>
                <a:lnTo>
                  <a:pt x="5154206" y="3418197"/>
                </a:lnTo>
                <a:lnTo>
                  <a:pt x="5192960" y="3420296"/>
                </a:lnTo>
                <a:lnTo>
                  <a:pt x="5231713" y="3422485"/>
                </a:lnTo>
                <a:lnTo>
                  <a:pt x="5270467" y="3424793"/>
                </a:lnTo>
                <a:lnTo>
                  <a:pt x="5309220" y="3427261"/>
                </a:lnTo>
                <a:lnTo>
                  <a:pt x="5347973" y="3429956"/>
                </a:lnTo>
                <a:lnTo>
                  <a:pt x="5386727" y="3432998"/>
                </a:lnTo>
                <a:lnTo>
                  <a:pt x="5425480" y="3436650"/>
                </a:lnTo>
                <a:lnTo>
                  <a:pt x="5464234" y="3441825"/>
                </a:lnTo>
                <a:lnTo>
                  <a:pt x="5483611" y="3448762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3-E09 ellipse 33" descr="sci-ppt:o033"/>
          <p:cNvSpPr/>
          <p:nvPr/>
        </p:nvSpPr>
        <p:spPr>
          <a:xfrm>
            <a:off x="3877056" y="4759289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3-E09 polygon 34" descr="sci-ppt:o034"/>
          <p:cNvSpPr/>
          <p:nvPr/>
        </p:nvSpPr>
        <p:spPr>
          <a:xfrm>
            <a:off x="1427075" y="1441165"/>
            <a:ext cx="5522365" cy="3588035"/>
          </a:xfrm>
          <a:custGeom>
            <a:avLst/>
            <a:gdLst/>
            <a:ahLst/>
            <a:cxnLst/>
            <a:rect l="l" t="t" r="r" b="b"/>
            <a:pathLst>
              <a:path w="5522365" h="3588035">
                <a:moveTo>
                  <a:pt x="0" y="0"/>
                </a:moveTo>
                <a:lnTo>
                  <a:pt x="38754" y="396164"/>
                </a:lnTo>
                <a:lnTo>
                  <a:pt x="77507" y="727125"/>
                </a:lnTo>
                <a:lnTo>
                  <a:pt x="116260" y="1006839"/>
                </a:lnTo>
                <a:lnTo>
                  <a:pt x="155014" y="1245658"/>
                </a:lnTo>
                <a:lnTo>
                  <a:pt x="193767" y="1451399"/>
                </a:lnTo>
                <a:lnTo>
                  <a:pt x="232521" y="1630068"/>
                </a:lnTo>
                <a:lnTo>
                  <a:pt x="271274" y="1786343"/>
                </a:lnTo>
                <a:lnTo>
                  <a:pt x="310028" y="1923916"/>
                </a:lnTo>
                <a:lnTo>
                  <a:pt x="348781" y="2045736"/>
                </a:lnTo>
                <a:lnTo>
                  <a:pt x="387534" y="2154184"/>
                </a:lnTo>
                <a:lnTo>
                  <a:pt x="426288" y="2251198"/>
                </a:lnTo>
                <a:lnTo>
                  <a:pt x="465041" y="2338373"/>
                </a:lnTo>
                <a:lnTo>
                  <a:pt x="503795" y="2417031"/>
                </a:lnTo>
                <a:lnTo>
                  <a:pt x="542548" y="2488274"/>
                </a:lnTo>
                <a:lnTo>
                  <a:pt x="581302" y="2553029"/>
                </a:lnTo>
                <a:lnTo>
                  <a:pt x="620055" y="2612082"/>
                </a:lnTo>
                <a:lnTo>
                  <a:pt x="658809" y="2666098"/>
                </a:lnTo>
                <a:lnTo>
                  <a:pt x="697562" y="2715651"/>
                </a:lnTo>
                <a:lnTo>
                  <a:pt x="736315" y="2761229"/>
                </a:lnTo>
                <a:lnTo>
                  <a:pt x="775069" y="2803259"/>
                </a:lnTo>
                <a:lnTo>
                  <a:pt x="813822" y="2842108"/>
                </a:lnTo>
                <a:lnTo>
                  <a:pt x="852576" y="2878096"/>
                </a:lnTo>
                <a:lnTo>
                  <a:pt x="891329" y="2911506"/>
                </a:lnTo>
                <a:lnTo>
                  <a:pt x="930083" y="2942584"/>
                </a:lnTo>
                <a:lnTo>
                  <a:pt x="968836" y="2971548"/>
                </a:lnTo>
                <a:lnTo>
                  <a:pt x="1007589" y="2998589"/>
                </a:lnTo>
                <a:lnTo>
                  <a:pt x="1046343" y="3023878"/>
                </a:lnTo>
                <a:lnTo>
                  <a:pt x="1085096" y="3047568"/>
                </a:lnTo>
                <a:lnTo>
                  <a:pt x="1123850" y="3069794"/>
                </a:lnTo>
                <a:lnTo>
                  <a:pt x="1162603" y="3090677"/>
                </a:lnTo>
                <a:lnTo>
                  <a:pt x="1201357" y="3110326"/>
                </a:lnTo>
                <a:lnTo>
                  <a:pt x="1240110" y="3128839"/>
                </a:lnTo>
                <a:lnTo>
                  <a:pt x="1278863" y="3146304"/>
                </a:lnTo>
                <a:lnTo>
                  <a:pt x="1317617" y="3162801"/>
                </a:lnTo>
                <a:lnTo>
                  <a:pt x="1356370" y="3178402"/>
                </a:lnTo>
                <a:lnTo>
                  <a:pt x="1395124" y="3193173"/>
                </a:lnTo>
                <a:lnTo>
                  <a:pt x="1433877" y="3207172"/>
                </a:lnTo>
                <a:lnTo>
                  <a:pt x="1472631" y="3220456"/>
                </a:lnTo>
                <a:lnTo>
                  <a:pt x="1511384" y="3233072"/>
                </a:lnTo>
                <a:lnTo>
                  <a:pt x="1550138" y="3245067"/>
                </a:lnTo>
                <a:lnTo>
                  <a:pt x="1588891" y="3256481"/>
                </a:lnTo>
                <a:lnTo>
                  <a:pt x="1627644" y="3267353"/>
                </a:lnTo>
                <a:lnTo>
                  <a:pt x="1666398" y="3277718"/>
                </a:lnTo>
                <a:lnTo>
                  <a:pt x="1705151" y="3287607"/>
                </a:lnTo>
                <a:lnTo>
                  <a:pt x="1743905" y="3297051"/>
                </a:lnTo>
                <a:lnTo>
                  <a:pt x="1782658" y="3306077"/>
                </a:lnTo>
                <a:lnTo>
                  <a:pt x="1821412" y="3314709"/>
                </a:lnTo>
                <a:lnTo>
                  <a:pt x="1860165" y="3322972"/>
                </a:lnTo>
                <a:lnTo>
                  <a:pt x="1898918" y="3330886"/>
                </a:lnTo>
                <a:lnTo>
                  <a:pt x="1937672" y="3338473"/>
                </a:lnTo>
                <a:lnTo>
                  <a:pt x="1976425" y="3345750"/>
                </a:lnTo>
                <a:lnTo>
                  <a:pt x="2015179" y="3352735"/>
                </a:lnTo>
                <a:lnTo>
                  <a:pt x="2053932" y="3359444"/>
                </a:lnTo>
                <a:lnTo>
                  <a:pt x="2092686" y="3365892"/>
                </a:lnTo>
                <a:lnTo>
                  <a:pt x="2131439" y="3372093"/>
                </a:lnTo>
                <a:lnTo>
                  <a:pt x="2170192" y="3378060"/>
                </a:lnTo>
                <a:lnTo>
                  <a:pt x="2208946" y="3383806"/>
                </a:lnTo>
                <a:lnTo>
                  <a:pt x="2247699" y="3389341"/>
                </a:lnTo>
                <a:lnTo>
                  <a:pt x="2286453" y="3394677"/>
                </a:lnTo>
                <a:lnTo>
                  <a:pt x="2325206" y="3399823"/>
                </a:lnTo>
                <a:lnTo>
                  <a:pt x="2363960" y="3404789"/>
                </a:lnTo>
                <a:lnTo>
                  <a:pt x="2402713" y="3409584"/>
                </a:lnTo>
                <a:lnTo>
                  <a:pt x="2441466" y="3414216"/>
                </a:lnTo>
                <a:lnTo>
                  <a:pt x="2480220" y="3418693"/>
                </a:lnTo>
                <a:lnTo>
                  <a:pt x="2518973" y="3423022"/>
                </a:lnTo>
                <a:lnTo>
                  <a:pt x="2557727" y="3427210"/>
                </a:lnTo>
                <a:lnTo>
                  <a:pt x="2596480" y="3431263"/>
                </a:lnTo>
                <a:lnTo>
                  <a:pt x="2635234" y="3435189"/>
                </a:lnTo>
                <a:lnTo>
                  <a:pt x="2673987" y="3438992"/>
                </a:lnTo>
                <a:lnTo>
                  <a:pt x="2712741" y="3442678"/>
                </a:lnTo>
                <a:lnTo>
                  <a:pt x="2751494" y="3446252"/>
                </a:lnTo>
                <a:lnTo>
                  <a:pt x="2790247" y="3449720"/>
                </a:lnTo>
                <a:lnTo>
                  <a:pt x="2829001" y="3453086"/>
                </a:lnTo>
                <a:lnTo>
                  <a:pt x="2867754" y="3456353"/>
                </a:lnTo>
                <a:lnTo>
                  <a:pt x="2906508" y="3459528"/>
                </a:lnTo>
                <a:lnTo>
                  <a:pt x="2945261" y="3462612"/>
                </a:lnTo>
                <a:lnTo>
                  <a:pt x="2984015" y="3465611"/>
                </a:lnTo>
                <a:lnTo>
                  <a:pt x="3022768" y="3468528"/>
                </a:lnTo>
                <a:lnTo>
                  <a:pt x="3061521" y="3471366"/>
                </a:lnTo>
                <a:lnTo>
                  <a:pt x="3100275" y="3474129"/>
                </a:lnTo>
                <a:lnTo>
                  <a:pt x="3139028" y="3476819"/>
                </a:lnTo>
                <a:lnTo>
                  <a:pt x="3177782" y="3479439"/>
                </a:lnTo>
                <a:lnTo>
                  <a:pt x="3216535" y="3481993"/>
                </a:lnTo>
                <a:lnTo>
                  <a:pt x="3255289" y="3484483"/>
                </a:lnTo>
                <a:lnTo>
                  <a:pt x="3294042" y="3486911"/>
                </a:lnTo>
                <a:lnTo>
                  <a:pt x="3332795" y="3489280"/>
                </a:lnTo>
                <a:lnTo>
                  <a:pt x="3371549" y="3491593"/>
                </a:lnTo>
                <a:lnTo>
                  <a:pt x="3410302" y="3493851"/>
                </a:lnTo>
                <a:lnTo>
                  <a:pt x="3449056" y="3496057"/>
                </a:lnTo>
                <a:lnTo>
                  <a:pt x="3487809" y="3498212"/>
                </a:lnTo>
                <a:lnTo>
                  <a:pt x="3526563" y="3500319"/>
                </a:lnTo>
                <a:lnTo>
                  <a:pt x="3565316" y="3502380"/>
                </a:lnTo>
                <a:lnTo>
                  <a:pt x="3604070" y="3504397"/>
                </a:lnTo>
                <a:lnTo>
                  <a:pt x="3642823" y="3506370"/>
                </a:lnTo>
                <a:lnTo>
                  <a:pt x="3681576" y="3508302"/>
                </a:lnTo>
                <a:lnTo>
                  <a:pt x="3720330" y="3510195"/>
                </a:lnTo>
                <a:lnTo>
                  <a:pt x="3759083" y="3512050"/>
                </a:lnTo>
                <a:lnTo>
                  <a:pt x="3797837" y="3513869"/>
                </a:lnTo>
                <a:lnTo>
                  <a:pt x="3836590" y="3515652"/>
                </a:lnTo>
                <a:lnTo>
                  <a:pt x="3875344" y="3517403"/>
                </a:lnTo>
                <a:lnTo>
                  <a:pt x="3914097" y="3519120"/>
                </a:lnTo>
                <a:lnTo>
                  <a:pt x="3952850" y="3520808"/>
                </a:lnTo>
                <a:lnTo>
                  <a:pt x="3991604" y="3522465"/>
                </a:lnTo>
                <a:lnTo>
                  <a:pt x="4030357" y="3524095"/>
                </a:lnTo>
                <a:lnTo>
                  <a:pt x="4069111" y="3525697"/>
                </a:lnTo>
                <a:lnTo>
                  <a:pt x="4107864" y="3527274"/>
                </a:lnTo>
                <a:lnTo>
                  <a:pt x="4146618" y="3528826"/>
                </a:lnTo>
                <a:lnTo>
                  <a:pt x="4185371" y="3530355"/>
                </a:lnTo>
                <a:lnTo>
                  <a:pt x="4224124" y="3531862"/>
                </a:lnTo>
                <a:lnTo>
                  <a:pt x="4262878" y="3533348"/>
                </a:lnTo>
                <a:lnTo>
                  <a:pt x="4301631" y="3534813"/>
                </a:lnTo>
                <a:lnTo>
                  <a:pt x="4340385" y="3536260"/>
                </a:lnTo>
                <a:lnTo>
                  <a:pt x="4379138" y="3537690"/>
                </a:lnTo>
                <a:lnTo>
                  <a:pt x="4417892" y="3539103"/>
                </a:lnTo>
                <a:lnTo>
                  <a:pt x="4456645" y="3540501"/>
                </a:lnTo>
                <a:lnTo>
                  <a:pt x="4495398" y="3541885"/>
                </a:lnTo>
                <a:lnTo>
                  <a:pt x="4534152" y="3543256"/>
                </a:lnTo>
                <a:lnTo>
                  <a:pt x="4572905" y="3544616"/>
                </a:lnTo>
                <a:lnTo>
                  <a:pt x="4611659" y="3545965"/>
                </a:lnTo>
                <a:lnTo>
                  <a:pt x="4650412" y="3547306"/>
                </a:lnTo>
                <a:lnTo>
                  <a:pt x="4689166" y="3548639"/>
                </a:lnTo>
                <a:lnTo>
                  <a:pt x="4727919" y="3549966"/>
                </a:lnTo>
                <a:lnTo>
                  <a:pt x="4766673" y="3551289"/>
                </a:lnTo>
                <a:lnTo>
                  <a:pt x="4805426" y="3552610"/>
                </a:lnTo>
                <a:lnTo>
                  <a:pt x="4844179" y="3553930"/>
                </a:lnTo>
                <a:lnTo>
                  <a:pt x="4882933" y="3555252"/>
                </a:lnTo>
                <a:lnTo>
                  <a:pt x="4921686" y="3556578"/>
                </a:lnTo>
                <a:lnTo>
                  <a:pt x="4960440" y="3557910"/>
                </a:lnTo>
                <a:lnTo>
                  <a:pt x="4999193" y="3559253"/>
                </a:lnTo>
                <a:lnTo>
                  <a:pt x="5037947" y="3560609"/>
                </a:lnTo>
                <a:lnTo>
                  <a:pt x="5076700" y="3561983"/>
                </a:lnTo>
                <a:lnTo>
                  <a:pt x="5115453" y="3563379"/>
                </a:lnTo>
                <a:lnTo>
                  <a:pt x="5154207" y="3564806"/>
                </a:lnTo>
                <a:lnTo>
                  <a:pt x="5192960" y="3566269"/>
                </a:lnTo>
                <a:lnTo>
                  <a:pt x="5231714" y="3567781"/>
                </a:lnTo>
                <a:lnTo>
                  <a:pt x="5270467" y="3569354"/>
                </a:lnTo>
                <a:lnTo>
                  <a:pt x="5309221" y="3571009"/>
                </a:lnTo>
                <a:lnTo>
                  <a:pt x="5347974" y="3572775"/>
                </a:lnTo>
                <a:lnTo>
                  <a:pt x="5386727" y="3574699"/>
                </a:lnTo>
                <a:lnTo>
                  <a:pt x="5425481" y="3576865"/>
                </a:lnTo>
                <a:lnTo>
                  <a:pt x="5464234" y="3579460"/>
                </a:lnTo>
                <a:lnTo>
                  <a:pt x="5502988" y="3583128"/>
                </a:lnTo>
                <a:lnTo>
                  <a:pt x="5522365" y="3588035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3-E09 ellipse 35" descr="sci-ppt:o035"/>
          <p:cNvSpPr/>
          <p:nvPr/>
        </p:nvSpPr>
        <p:spPr>
          <a:xfrm>
            <a:off x="3877056" y="4807761"/>
            <a:ext cx="109728" cy="109728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3-E09 rect 36" descr="sci-ppt:o036"/>
          <p:cNvSpPr/>
          <p:nvPr/>
        </p:nvSpPr>
        <p:spPr>
          <a:xfrm>
            <a:off x="3657600" y="1481328"/>
            <a:ext cx="274320" cy="182880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3-E09 text 37" descr="sci-ppt:o037"/>
          <p:cNvSpPr txBox="1"/>
          <p:nvPr/>
        </p:nvSpPr>
        <p:spPr>
          <a:xfrm>
            <a:off x="4041648" y="1435608"/>
            <a:ext cx="2926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χ = 0:  |Ṙ| at Rₘₐₓ/2 = 21.6 m/s</a:t>
            </a:r>
          </a:p>
        </p:txBody>
      </p:sp>
      <p:sp>
        <p:nvSpPr>
          <p:cNvPr id="40" name="C3-E09 rect 38" descr="sci-ppt:o038"/>
          <p:cNvSpPr/>
          <p:nvPr/>
        </p:nvSpPr>
        <p:spPr>
          <a:xfrm>
            <a:off x="3657600" y="1810512"/>
            <a:ext cx="274320" cy="182880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3-E09 text 39" descr="sci-ppt:o039"/>
          <p:cNvSpPr txBox="1"/>
          <p:nvPr/>
        </p:nvSpPr>
        <p:spPr>
          <a:xfrm>
            <a:off x="4041648" y="1764792"/>
            <a:ext cx="2926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χ = 1:  |Ṙ| at Rₘₐₓ/2 = 17.6 m/s</a:t>
            </a:r>
          </a:p>
        </p:txBody>
      </p:sp>
      <p:sp>
        <p:nvSpPr>
          <p:cNvPr id="42" name="C3-E09 rect 40" descr="sci-ppt:o040"/>
          <p:cNvSpPr/>
          <p:nvPr/>
        </p:nvSpPr>
        <p:spPr>
          <a:xfrm>
            <a:off x="3657600" y="2139696"/>
            <a:ext cx="274320" cy="182880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3-E09 text 41" descr="sci-ppt:o041"/>
          <p:cNvSpPr txBox="1"/>
          <p:nvPr/>
        </p:nvSpPr>
        <p:spPr>
          <a:xfrm>
            <a:off x="4041648" y="2093976"/>
            <a:ext cx="2926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χ = 3:  |Ṙ| at Rₘₐₓ/2 = 13.7 m/s</a:t>
            </a:r>
          </a:p>
        </p:txBody>
      </p:sp>
      <p:sp>
        <p:nvSpPr>
          <p:cNvPr id="44" name="C3-E09 round_rect 42" descr="sci-ppt:o042"/>
          <p:cNvSpPr/>
          <p:nvPr/>
        </p:nvSpPr>
        <p:spPr>
          <a:xfrm>
            <a:off x="7223760" y="1371600"/>
            <a:ext cx="461772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3-E09 text 43" descr="sci-ppt:o043"/>
          <p:cNvSpPr txBox="1"/>
          <p:nvPr/>
        </p:nvSpPr>
        <p:spPr>
          <a:xfrm>
            <a:off x="7333488" y="1426464"/>
            <a:ext cx="43982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Integrated solution</a:t>
            </a:r>
          </a:p>
        </p:txBody>
      </p:sp>
      <p:sp>
        <p:nvSpPr>
          <p:cNvPr id="46" name="C3-E09 text 44" descr="sci-ppt:o044"/>
          <p:cNvSpPr txBox="1"/>
          <p:nvPr/>
        </p:nvSpPr>
        <p:spPr>
          <a:xfrm>
            <a:off x="7360920" y="1828800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Ṙ = −√{ (2Δp_c/3ρ) (Rₘₐₓ³ − R³) / [R³ (1 + SR)] }</a:t>
            </a:r>
          </a:p>
        </p:txBody>
      </p:sp>
      <p:sp>
        <p:nvSpPr>
          <p:cNvPr id="47" name="C3-E09 text 45" descr="sci-ppt:o045"/>
          <p:cNvSpPr txBox="1"/>
          <p:nvPr/>
        </p:nvSpPr>
        <p:spPr>
          <a:xfrm>
            <a:off x="7562088" y="2560320"/>
            <a:ext cx="418795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[R³(1 + SR) y] from Rₘₐₓ to R integrates to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(2Δp_c/3ρ)(Rₘₐₓ³ − R³).</a:t>
            </a:r>
          </a:p>
        </p:txBody>
      </p:sp>
      <p:sp>
        <p:nvSpPr>
          <p:cNvPr id="48" name="C3-E09 ellipse 46" descr="sci-ppt:o046"/>
          <p:cNvSpPr/>
          <p:nvPr/>
        </p:nvSpPr>
        <p:spPr>
          <a:xfrm>
            <a:off x="7392924" y="261366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3-E09 text 47" descr="sci-ppt:o047"/>
          <p:cNvSpPr txBox="1"/>
          <p:nvPr/>
        </p:nvSpPr>
        <p:spPr>
          <a:xfrm>
            <a:off x="7562088" y="3023615"/>
            <a:ext cx="418795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condition y(Rₘₐₓ) = 0 removes the constant.</a:t>
            </a:r>
          </a:p>
        </p:txBody>
      </p:sp>
      <p:sp>
        <p:nvSpPr>
          <p:cNvPr id="50" name="C3-E09 ellipse 48" descr="sci-ppt:o048"/>
          <p:cNvSpPr/>
          <p:nvPr/>
        </p:nvSpPr>
        <p:spPr>
          <a:xfrm>
            <a:off x="7392924" y="307695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3-E09 text 49" descr="sci-ppt:o049"/>
          <p:cNvSpPr txBox="1"/>
          <p:nvPr/>
        </p:nvSpPr>
        <p:spPr>
          <a:xfrm>
            <a:off x="7562088" y="3300983"/>
            <a:ext cx="418795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 minus sign selects the inward branch.</a:t>
            </a:r>
          </a:p>
        </p:txBody>
      </p:sp>
      <p:sp>
        <p:nvSpPr>
          <p:cNvPr id="52" name="C3-E09 ellipse 50" descr="sci-ppt:o050"/>
          <p:cNvSpPr/>
          <p:nvPr/>
        </p:nvSpPr>
        <p:spPr>
          <a:xfrm>
            <a:off x="7392924" y="3354323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3-E09 text 51" descr="sci-ppt:o051"/>
          <p:cNvSpPr txBox="1"/>
          <p:nvPr/>
        </p:nvSpPr>
        <p:spPr>
          <a:xfrm>
            <a:off x="7562088" y="3578351"/>
            <a:ext cx="418795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Interaction (χ &gt; 0) lowers the speed at every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radius.</a:t>
            </a:r>
          </a:p>
        </p:txBody>
      </p:sp>
      <p:sp>
        <p:nvSpPr>
          <p:cNvPr id="54" name="C3-E09 ellipse 52" descr="sci-ppt:o052"/>
          <p:cNvSpPr/>
          <p:nvPr/>
        </p:nvSpPr>
        <p:spPr>
          <a:xfrm>
            <a:off x="7392924" y="3631691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3-E09 text 53" descr="sci-ppt:o053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Speed at half radius: 21.6 m/s for an isolated bubble, lower when neighbours add inertia.</a:t>
            </a:r>
          </a:p>
        </p:txBody>
      </p:sp>
      <p:sp>
        <p:nvSpPr>
          <p:cNvPr id="56" name="C3-E09 text 54" descr="sci-ppt:o05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Integrated speed of Eq. C3-E09 (Rₘₐₓ = 30 µm, ρ = 1000 kg/m³, Δp_c = 100 kPa).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