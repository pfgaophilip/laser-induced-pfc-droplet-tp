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C4-E11 · Definition with quasistatic fracture criterion</a:t>
            </a:r>
          </a:p>
        </p:txBody>
      </p:sp>
      <p:cxnSp>
        <p:nvCxnSpPr>
          <p:cNvPr id="3" name="C4-E11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1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1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1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1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1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1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1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1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1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1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1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1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1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1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1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1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1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1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1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1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1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1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1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1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1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1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1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1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1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1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1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1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1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1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1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1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1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1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1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1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1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1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1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1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1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1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1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1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1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1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1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1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1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1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1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1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1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1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1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1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1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1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1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1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1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1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1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1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1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1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1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1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1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1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1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1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1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1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1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1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1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1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1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11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11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1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11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11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11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11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11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11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A_c → advancing release area</a:t>
            </a:r>
          </a:p>
        </p:txBody>
      </p:sp>
      <p:sp>
        <p:nvSpPr>
          <p:cNvPr id="96" name="C4-E11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→ available energy per new area</a:t>
            </a:r>
          </a:p>
        </p:txBody>
      </p:sp>
      <p:sp>
        <p:nvSpPr>
          <p:cNvPr id="97" name="C4-E11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Γ(ψ,T_i,v_c) → resistance</a:t>
            </a:r>
          </a:p>
        </p:txBody>
      </p:sp>
      <p:sp>
        <p:nvSpPr>
          <p:cNvPr id="98" name="C4-E11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— system potential</a:t>
            </a:r>
          </a:p>
        </p:txBody>
      </p:sp>
      <p:sp>
        <p:nvSpPr>
          <p:cNvPr id="99" name="C4-E11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 — held source control</a:t>
            </a:r>
          </a:p>
        </p:txBody>
      </p:sp>
      <p:sp>
        <p:nvSpPr>
          <p:cNvPr id="100" name="C4-E11 text 98" descr="sci-ppt:o09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Strength has units Pa; fracture resistance has units J/m².</a:t>
            </a:r>
          </a:p>
        </p:txBody>
      </p:sp>
      <p:sp>
        <p:nvSpPr>
          <p:cNvPr id="101" name="C4-E11 text 99" descr="sci-ppt:o09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