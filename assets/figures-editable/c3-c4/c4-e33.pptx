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C4-E33 · Energy–momentum compatibility check</a:t>
            </a:r>
          </a:p>
        </p:txBody>
      </p:sp>
      <p:sp>
        <p:nvSpPr>
          <p:cNvPr id="3" name="C4-E33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3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3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3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3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3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3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3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3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3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3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I_net → final payload momentum</a:t>
            </a:r>
          </a:p>
        </p:txBody>
      </p:sp>
      <p:sp>
        <p:nvSpPr>
          <p:cNvPr id="14" name="C4-E33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m_f → v_CM = 0.67238 m/s</a:t>
            </a:r>
          </a:p>
        </p:txBody>
      </p:sp>
      <p:sp>
        <p:nvSpPr>
          <p:cNvPr id="15" name="C4-E33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K_CM = 0.52669 nJ</a:t>
            </a:r>
          </a:p>
        </p:txBody>
      </p:sp>
      <p:sp>
        <p:nvSpPr>
          <p:cNvPr id="16" name="C4-E33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= 5 nJ</a:t>
            </a:r>
          </a:p>
        </p:txBody>
      </p:sp>
      <p:sp>
        <p:nvSpPr>
          <p:cNvPr id="17" name="C4-E33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total minimum = 5.52669 nJ</a:t>
            </a:r>
          </a:p>
        </p:txBody>
      </p:sp>
      <p:sp>
        <p:nvSpPr>
          <p:cNvPr id="18" name="C4-E33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 = 10 nJ</a:t>
            </a:r>
          </a:p>
        </p:txBody>
      </p:sp>
      <p:sp>
        <p:nvSpPr>
          <p:cNvPr id="19" name="C4-E33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An exact actual impulse fixes the centre-of-mass speed.</a:t>
            </a:r>
          </a:p>
        </p:txBody>
      </p:sp>
      <p:sp>
        <p:nvSpPr>
          <p:cNvPr id="20" name="C4-E33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