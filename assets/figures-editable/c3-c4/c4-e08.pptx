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C4-E08 · Exact time integral within the reduced plate model</a:t>
            </a:r>
          </a:p>
        </p:txBody>
      </p:sp>
      <p:cxnSp>
        <p:nvCxnSpPr>
          <p:cNvPr id="3" name="C4-E08 line 1" descr="sci-ppt:o001"/>
          <p:cNvCxnSpPr/>
          <p:nvPr/>
        </p:nvCxnSpPr>
        <p:spPr>
          <a:xfrm>
            <a:off x="914400" y="466344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08 line 2" descr="sci-ppt:o002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08 line 3" descr="sci-ppt:o003"/>
          <p:cNvCxnSpPr/>
          <p:nvPr/>
        </p:nvCxnSpPr>
        <p:spPr>
          <a:xfrm>
            <a:off x="9144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08 line 4" descr="sci-ppt:o004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08 text 5" descr="sci-ppt:o005"/>
          <p:cNvSpPr txBox="1"/>
          <p:nvPr/>
        </p:nvSpPr>
        <p:spPr>
          <a:xfrm>
            <a:off x="4572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08 line 6" descr="sci-ppt:o006"/>
          <p:cNvCxnSpPr/>
          <p:nvPr/>
        </p:nvCxnSpPr>
        <p:spPr>
          <a:xfrm>
            <a:off x="237744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08 line 7" descr="sci-ppt:o007"/>
          <p:cNvCxnSpPr/>
          <p:nvPr/>
        </p:nvCxnSpPr>
        <p:spPr>
          <a:xfrm>
            <a:off x="237744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08 text 8" descr="sci-ppt:o008"/>
          <p:cNvSpPr txBox="1"/>
          <p:nvPr/>
        </p:nvSpPr>
        <p:spPr>
          <a:xfrm>
            <a:off x="192024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4-E08 line 9" descr="sci-ppt:o009"/>
          <p:cNvCxnSpPr/>
          <p:nvPr/>
        </p:nvCxnSpPr>
        <p:spPr>
          <a:xfrm>
            <a:off x="384048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08 line 10" descr="sci-ppt:o010"/>
          <p:cNvCxnSpPr/>
          <p:nvPr/>
        </p:nvCxnSpPr>
        <p:spPr>
          <a:xfrm>
            <a:off x="384048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08 text 11" descr="sci-ppt:o011"/>
          <p:cNvSpPr txBox="1"/>
          <p:nvPr/>
        </p:nvSpPr>
        <p:spPr>
          <a:xfrm>
            <a:off x="338328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4-E08 line 12" descr="sci-ppt:o012"/>
          <p:cNvCxnSpPr/>
          <p:nvPr/>
        </p:nvCxnSpPr>
        <p:spPr>
          <a:xfrm>
            <a:off x="530352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08 line 13" descr="sci-ppt:o013"/>
          <p:cNvCxnSpPr/>
          <p:nvPr/>
        </p:nvCxnSpPr>
        <p:spPr>
          <a:xfrm>
            <a:off x="530352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08 text 14" descr="sci-ppt:o014"/>
          <p:cNvSpPr txBox="1"/>
          <p:nvPr/>
        </p:nvSpPr>
        <p:spPr>
          <a:xfrm>
            <a:off x="484632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17" name="C4-E08 line 15" descr="sci-ppt:o015"/>
          <p:cNvCxnSpPr/>
          <p:nvPr/>
        </p:nvCxnSpPr>
        <p:spPr>
          <a:xfrm>
            <a:off x="676656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08 line 16" descr="sci-ppt:o016"/>
          <p:cNvCxnSpPr/>
          <p:nvPr/>
        </p:nvCxnSpPr>
        <p:spPr>
          <a:xfrm>
            <a:off x="676656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08 text 17" descr="sci-ppt:o017"/>
          <p:cNvSpPr txBox="1"/>
          <p:nvPr/>
        </p:nvSpPr>
        <p:spPr>
          <a:xfrm>
            <a:off x="630936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0" name="C4-E08 line 18" descr="sci-ppt:o018"/>
          <p:cNvCxnSpPr/>
          <p:nvPr/>
        </p:nvCxnSpPr>
        <p:spPr>
          <a:xfrm>
            <a:off x="8503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08 line 19" descr="sci-ppt:o019"/>
          <p:cNvCxnSpPr/>
          <p:nvPr/>
        </p:nvCxnSpPr>
        <p:spPr>
          <a:xfrm>
            <a:off x="850392" y="32918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08 line 20" descr="sci-ppt:o020"/>
          <p:cNvCxnSpPr/>
          <p:nvPr/>
        </p:nvCxnSpPr>
        <p:spPr>
          <a:xfrm>
            <a:off x="914400" y="32918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08 text 21" descr="sci-ppt:o021"/>
          <p:cNvSpPr txBox="1"/>
          <p:nvPr/>
        </p:nvSpPr>
        <p:spPr>
          <a:xfrm>
            <a:off x="45720" y="3209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4-E08 line 22" descr="sci-ppt:o022"/>
          <p:cNvCxnSpPr/>
          <p:nvPr/>
        </p:nvCxnSpPr>
        <p:spPr>
          <a:xfrm>
            <a:off x="850392" y="1920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8 line 23" descr="sci-ppt:o023"/>
          <p:cNvCxnSpPr/>
          <p:nvPr/>
        </p:nvCxnSpPr>
        <p:spPr>
          <a:xfrm>
            <a:off x="914400" y="19202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8 text 24" descr="sci-ppt:o024"/>
          <p:cNvSpPr txBox="1"/>
          <p:nvPr/>
        </p:nvSpPr>
        <p:spPr>
          <a:xfrm>
            <a:off x="45720" y="18379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4-E08 text 25" descr="sci-ppt:o025"/>
          <p:cNvSpPr txBox="1"/>
          <p:nvPr/>
        </p:nvSpPr>
        <p:spPr>
          <a:xfrm>
            <a:off x="914400" y="494690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(ns)</a:t>
            </a:r>
          </a:p>
        </p:txBody>
      </p:sp>
      <p:sp>
        <p:nvSpPr>
          <p:cNvPr id="28" name="C4-E08 text 26" descr="sci-ppt:o026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 / reaction (rel.)</a:t>
            </a:r>
          </a:p>
        </p:txBody>
      </p:sp>
      <p:sp>
        <p:nvSpPr>
          <p:cNvPr id="29" name="C4-E08 polygon 27" descr="sci-ppt:o027"/>
          <p:cNvSpPr/>
          <p:nvPr/>
        </p:nvSpPr>
        <p:spPr>
          <a:xfrm>
            <a:off x="914400" y="1920239"/>
            <a:ext cx="5852160" cy="2743201"/>
          </a:xfrm>
          <a:custGeom>
            <a:avLst/>
            <a:gdLst/>
            <a:ahLst/>
            <a:cxnLst/>
            <a:rect l="l" t="t" r="r" b="b"/>
            <a:pathLst>
              <a:path w="5852160" h="2743201">
                <a:moveTo>
                  <a:pt x="0" y="0"/>
                </a:moveTo>
                <a:lnTo>
                  <a:pt x="14667" y="0"/>
                </a:lnTo>
                <a:lnTo>
                  <a:pt x="29334" y="0"/>
                </a:lnTo>
                <a:lnTo>
                  <a:pt x="44001" y="0"/>
                </a:lnTo>
                <a:lnTo>
                  <a:pt x="58668" y="0"/>
                </a:lnTo>
                <a:lnTo>
                  <a:pt x="73335" y="0"/>
                </a:lnTo>
                <a:lnTo>
                  <a:pt x="88002" y="0"/>
                </a:lnTo>
                <a:lnTo>
                  <a:pt x="102669" y="0"/>
                </a:lnTo>
                <a:lnTo>
                  <a:pt x="117336" y="0"/>
                </a:lnTo>
                <a:lnTo>
                  <a:pt x="132003" y="0"/>
                </a:lnTo>
                <a:lnTo>
                  <a:pt x="146670" y="0"/>
                </a:lnTo>
                <a:lnTo>
                  <a:pt x="161337" y="0"/>
                </a:lnTo>
                <a:lnTo>
                  <a:pt x="176004" y="0"/>
                </a:lnTo>
                <a:lnTo>
                  <a:pt x="190671" y="0"/>
                </a:lnTo>
                <a:lnTo>
                  <a:pt x="205338" y="0"/>
                </a:lnTo>
                <a:lnTo>
                  <a:pt x="220006" y="0"/>
                </a:lnTo>
                <a:lnTo>
                  <a:pt x="234673" y="0"/>
                </a:lnTo>
                <a:lnTo>
                  <a:pt x="249340" y="0"/>
                </a:lnTo>
                <a:lnTo>
                  <a:pt x="264007" y="0"/>
                </a:lnTo>
                <a:lnTo>
                  <a:pt x="278674" y="0"/>
                </a:lnTo>
                <a:lnTo>
                  <a:pt x="293341" y="0"/>
                </a:lnTo>
                <a:lnTo>
                  <a:pt x="308008" y="0"/>
                </a:lnTo>
                <a:lnTo>
                  <a:pt x="322675" y="0"/>
                </a:lnTo>
                <a:lnTo>
                  <a:pt x="337342" y="0"/>
                </a:lnTo>
                <a:lnTo>
                  <a:pt x="352009" y="0"/>
                </a:lnTo>
                <a:lnTo>
                  <a:pt x="366676" y="0"/>
                </a:lnTo>
                <a:lnTo>
                  <a:pt x="381343" y="0"/>
                </a:lnTo>
                <a:lnTo>
                  <a:pt x="396010" y="0"/>
                </a:lnTo>
                <a:lnTo>
                  <a:pt x="410677" y="0"/>
                </a:lnTo>
                <a:lnTo>
                  <a:pt x="425344" y="0"/>
                </a:lnTo>
                <a:lnTo>
                  <a:pt x="440012" y="0"/>
                </a:lnTo>
                <a:lnTo>
                  <a:pt x="454679" y="0"/>
                </a:lnTo>
                <a:lnTo>
                  <a:pt x="469346" y="0"/>
                </a:lnTo>
                <a:lnTo>
                  <a:pt x="484013" y="0"/>
                </a:lnTo>
                <a:lnTo>
                  <a:pt x="498680" y="0"/>
                </a:lnTo>
                <a:lnTo>
                  <a:pt x="513347" y="0"/>
                </a:lnTo>
                <a:lnTo>
                  <a:pt x="528014" y="0"/>
                </a:lnTo>
                <a:lnTo>
                  <a:pt x="542681" y="0"/>
                </a:lnTo>
                <a:lnTo>
                  <a:pt x="557348" y="0"/>
                </a:lnTo>
                <a:lnTo>
                  <a:pt x="572015" y="0"/>
                </a:lnTo>
                <a:lnTo>
                  <a:pt x="586682" y="0"/>
                </a:lnTo>
                <a:lnTo>
                  <a:pt x="601349" y="0"/>
                </a:lnTo>
                <a:lnTo>
                  <a:pt x="616016" y="0"/>
                </a:lnTo>
                <a:lnTo>
                  <a:pt x="630683" y="0"/>
                </a:lnTo>
                <a:lnTo>
                  <a:pt x="645350" y="0"/>
                </a:lnTo>
                <a:lnTo>
                  <a:pt x="660018" y="0"/>
                </a:lnTo>
                <a:lnTo>
                  <a:pt x="674685" y="0"/>
                </a:lnTo>
                <a:lnTo>
                  <a:pt x="689352" y="0"/>
                </a:lnTo>
                <a:lnTo>
                  <a:pt x="704019" y="0"/>
                </a:lnTo>
                <a:lnTo>
                  <a:pt x="718686" y="0"/>
                </a:lnTo>
                <a:lnTo>
                  <a:pt x="733353" y="0"/>
                </a:lnTo>
                <a:lnTo>
                  <a:pt x="748020" y="0"/>
                </a:lnTo>
                <a:lnTo>
                  <a:pt x="762687" y="0"/>
                </a:lnTo>
                <a:lnTo>
                  <a:pt x="777354" y="0"/>
                </a:lnTo>
                <a:lnTo>
                  <a:pt x="792021" y="0"/>
                </a:lnTo>
                <a:lnTo>
                  <a:pt x="806688" y="0"/>
                </a:lnTo>
                <a:lnTo>
                  <a:pt x="821355" y="0"/>
                </a:lnTo>
                <a:lnTo>
                  <a:pt x="836022" y="0"/>
                </a:lnTo>
                <a:lnTo>
                  <a:pt x="850689" y="0"/>
                </a:lnTo>
                <a:lnTo>
                  <a:pt x="865356" y="0"/>
                </a:lnTo>
                <a:lnTo>
                  <a:pt x="880024" y="0"/>
                </a:lnTo>
                <a:lnTo>
                  <a:pt x="894691" y="0"/>
                </a:lnTo>
                <a:lnTo>
                  <a:pt x="909358" y="0"/>
                </a:lnTo>
                <a:lnTo>
                  <a:pt x="924025" y="0"/>
                </a:lnTo>
                <a:lnTo>
                  <a:pt x="938692" y="0"/>
                </a:lnTo>
                <a:lnTo>
                  <a:pt x="953359" y="0"/>
                </a:lnTo>
                <a:lnTo>
                  <a:pt x="968026" y="0"/>
                </a:lnTo>
                <a:lnTo>
                  <a:pt x="982693" y="0"/>
                </a:lnTo>
                <a:lnTo>
                  <a:pt x="997360" y="0"/>
                </a:lnTo>
                <a:lnTo>
                  <a:pt x="1012027" y="0"/>
                </a:lnTo>
                <a:lnTo>
                  <a:pt x="1026694" y="0"/>
                </a:lnTo>
                <a:lnTo>
                  <a:pt x="1041361" y="0"/>
                </a:lnTo>
                <a:lnTo>
                  <a:pt x="1056028" y="0"/>
                </a:lnTo>
                <a:lnTo>
                  <a:pt x="1070695" y="0"/>
                </a:lnTo>
                <a:lnTo>
                  <a:pt x="1085363" y="0"/>
                </a:lnTo>
                <a:lnTo>
                  <a:pt x="1100030" y="0"/>
                </a:lnTo>
                <a:lnTo>
                  <a:pt x="1114697" y="0"/>
                </a:lnTo>
                <a:lnTo>
                  <a:pt x="1129364" y="0"/>
                </a:lnTo>
                <a:lnTo>
                  <a:pt x="1144031" y="0"/>
                </a:lnTo>
                <a:lnTo>
                  <a:pt x="1158698" y="0"/>
                </a:lnTo>
                <a:lnTo>
                  <a:pt x="1173365" y="0"/>
                </a:lnTo>
                <a:lnTo>
                  <a:pt x="1188032" y="0"/>
                </a:lnTo>
                <a:lnTo>
                  <a:pt x="1202699" y="0"/>
                </a:lnTo>
                <a:lnTo>
                  <a:pt x="1217366" y="0"/>
                </a:lnTo>
                <a:lnTo>
                  <a:pt x="1232033" y="0"/>
                </a:lnTo>
                <a:lnTo>
                  <a:pt x="1246700" y="0"/>
                </a:lnTo>
                <a:lnTo>
                  <a:pt x="1261367" y="0"/>
                </a:lnTo>
                <a:lnTo>
                  <a:pt x="1276034" y="0"/>
                </a:lnTo>
                <a:lnTo>
                  <a:pt x="1290701" y="0"/>
                </a:lnTo>
                <a:lnTo>
                  <a:pt x="1305369" y="0"/>
                </a:lnTo>
                <a:lnTo>
                  <a:pt x="1320036" y="0"/>
                </a:lnTo>
                <a:lnTo>
                  <a:pt x="1334703" y="0"/>
                </a:lnTo>
                <a:lnTo>
                  <a:pt x="1349370" y="0"/>
                </a:lnTo>
                <a:lnTo>
                  <a:pt x="1364037" y="0"/>
                </a:lnTo>
                <a:lnTo>
                  <a:pt x="1378704" y="0"/>
                </a:lnTo>
                <a:lnTo>
                  <a:pt x="1393371" y="0"/>
                </a:lnTo>
                <a:lnTo>
                  <a:pt x="1408038" y="0"/>
                </a:lnTo>
                <a:lnTo>
                  <a:pt x="1422705" y="0"/>
                </a:lnTo>
                <a:lnTo>
                  <a:pt x="1437372" y="0"/>
                </a:lnTo>
                <a:lnTo>
                  <a:pt x="1452039" y="0"/>
                </a:lnTo>
                <a:lnTo>
                  <a:pt x="1466706" y="0"/>
                </a:lnTo>
                <a:lnTo>
                  <a:pt x="1481373" y="0"/>
                </a:lnTo>
                <a:lnTo>
                  <a:pt x="1496040" y="0"/>
                </a:lnTo>
                <a:lnTo>
                  <a:pt x="1510707" y="0"/>
                </a:lnTo>
                <a:lnTo>
                  <a:pt x="1525375" y="0"/>
                </a:lnTo>
                <a:lnTo>
                  <a:pt x="1540042" y="0"/>
                </a:lnTo>
                <a:lnTo>
                  <a:pt x="1554709" y="0"/>
                </a:lnTo>
                <a:lnTo>
                  <a:pt x="1569376" y="0"/>
                </a:lnTo>
                <a:lnTo>
                  <a:pt x="1584043" y="0"/>
                </a:lnTo>
                <a:lnTo>
                  <a:pt x="1598710" y="0"/>
                </a:lnTo>
                <a:lnTo>
                  <a:pt x="1613377" y="0"/>
                </a:lnTo>
                <a:lnTo>
                  <a:pt x="1628044" y="0"/>
                </a:lnTo>
                <a:lnTo>
                  <a:pt x="1642711" y="0"/>
                </a:lnTo>
                <a:lnTo>
                  <a:pt x="1657378" y="0"/>
                </a:lnTo>
                <a:lnTo>
                  <a:pt x="1672045" y="0"/>
                </a:lnTo>
                <a:lnTo>
                  <a:pt x="1686712" y="0"/>
                </a:lnTo>
                <a:lnTo>
                  <a:pt x="1701379" y="0"/>
                </a:lnTo>
                <a:lnTo>
                  <a:pt x="1716046" y="0"/>
                </a:lnTo>
                <a:lnTo>
                  <a:pt x="1730713" y="0"/>
                </a:lnTo>
                <a:lnTo>
                  <a:pt x="1745381" y="0"/>
                </a:lnTo>
                <a:lnTo>
                  <a:pt x="1760048" y="0"/>
                </a:lnTo>
                <a:lnTo>
                  <a:pt x="1774715" y="0"/>
                </a:lnTo>
                <a:lnTo>
                  <a:pt x="1789382" y="0"/>
                </a:lnTo>
                <a:lnTo>
                  <a:pt x="1804049" y="0"/>
                </a:lnTo>
                <a:lnTo>
                  <a:pt x="1818716" y="0"/>
                </a:lnTo>
                <a:lnTo>
                  <a:pt x="1833383" y="0"/>
                </a:lnTo>
                <a:lnTo>
                  <a:pt x="1848050" y="0"/>
                </a:lnTo>
                <a:lnTo>
                  <a:pt x="1862717" y="0"/>
                </a:lnTo>
                <a:lnTo>
                  <a:pt x="1877384" y="0"/>
                </a:lnTo>
                <a:lnTo>
                  <a:pt x="1892051" y="0"/>
                </a:lnTo>
                <a:lnTo>
                  <a:pt x="1906718" y="0"/>
                </a:lnTo>
                <a:lnTo>
                  <a:pt x="1921385" y="0"/>
                </a:lnTo>
                <a:lnTo>
                  <a:pt x="1936052" y="0"/>
                </a:lnTo>
                <a:lnTo>
                  <a:pt x="1950720" y="0"/>
                </a:lnTo>
                <a:lnTo>
                  <a:pt x="1965387" y="0"/>
                </a:lnTo>
                <a:lnTo>
                  <a:pt x="1980054" y="0"/>
                </a:lnTo>
                <a:lnTo>
                  <a:pt x="1994721" y="0"/>
                </a:lnTo>
                <a:lnTo>
                  <a:pt x="2009388" y="0"/>
                </a:lnTo>
                <a:lnTo>
                  <a:pt x="2024055" y="0"/>
                </a:lnTo>
                <a:lnTo>
                  <a:pt x="2038722" y="0"/>
                </a:lnTo>
                <a:lnTo>
                  <a:pt x="2053389" y="0"/>
                </a:lnTo>
                <a:lnTo>
                  <a:pt x="2068056" y="0"/>
                </a:lnTo>
                <a:lnTo>
                  <a:pt x="2082723" y="0"/>
                </a:lnTo>
                <a:lnTo>
                  <a:pt x="2097390" y="0"/>
                </a:lnTo>
                <a:lnTo>
                  <a:pt x="2112057" y="0"/>
                </a:lnTo>
                <a:lnTo>
                  <a:pt x="2126724" y="0"/>
                </a:lnTo>
                <a:lnTo>
                  <a:pt x="2141391" y="0"/>
                </a:lnTo>
                <a:lnTo>
                  <a:pt x="2156058" y="0"/>
                </a:lnTo>
                <a:lnTo>
                  <a:pt x="2170726" y="0"/>
                </a:lnTo>
                <a:lnTo>
                  <a:pt x="2185393" y="0"/>
                </a:lnTo>
                <a:lnTo>
                  <a:pt x="2200060" y="0"/>
                </a:lnTo>
                <a:lnTo>
                  <a:pt x="2214727" y="0"/>
                </a:lnTo>
                <a:lnTo>
                  <a:pt x="2229394" y="0"/>
                </a:lnTo>
                <a:lnTo>
                  <a:pt x="2244061" y="0"/>
                </a:lnTo>
                <a:lnTo>
                  <a:pt x="2258728" y="0"/>
                </a:lnTo>
                <a:lnTo>
                  <a:pt x="2273395" y="0"/>
                </a:lnTo>
                <a:lnTo>
                  <a:pt x="2288062" y="0"/>
                </a:lnTo>
                <a:lnTo>
                  <a:pt x="2302729" y="0"/>
                </a:lnTo>
                <a:lnTo>
                  <a:pt x="2317396" y="0"/>
                </a:lnTo>
                <a:lnTo>
                  <a:pt x="2332063" y="0"/>
                </a:lnTo>
                <a:lnTo>
                  <a:pt x="2346730" y="0"/>
                </a:lnTo>
                <a:lnTo>
                  <a:pt x="2361397" y="0"/>
                </a:lnTo>
                <a:lnTo>
                  <a:pt x="2376064" y="0"/>
                </a:lnTo>
                <a:lnTo>
                  <a:pt x="2390732" y="0"/>
                </a:lnTo>
                <a:lnTo>
                  <a:pt x="2405399" y="0"/>
                </a:lnTo>
                <a:lnTo>
                  <a:pt x="2420066" y="0"/>
                </a:lnTo>
                <a:lnTo>
                  <a:pt x="2434733" y="0"/>
                </a:lnTo>
                <a:lnTo>
                  <a:pt x="2449400" y="0"/>
                </a:lnTo>
                <a:lnTo>
                  <a:pt x="2464067" y="0"/>
                </a:lnTo>
                <a:lnTo>
                  <a:pt x="2478734" y="0"/>
                </a:lnTo>
                <a:lnTo>
                  <a:pt x="2493401" y="0"/>
                </a:lnTo>
                <a:lnTo>
                  <a:pt x="2508068" y="0"/>
                </a:lnTo>
                <a:lnTo>
                  <a:pt x="2522735" y="0"/>
                </a:lnTo>
                <a:lnTo>
                  <a:pt x="2537402" y="0"/>
                </a:lnTo>
                <a:lnTo>
                  <a:pt x="2552069" y="0"/>
                </a:lnTo>
                <a:lnTo>
                  <a:pt x="2566736" y="0"/>
                </a:lnTo>
                <a:lnTo>
                  <a:pt x="2581403" y="0"/>
                </a:lnTo>
                <a:lnTo>
                  <a:pt x="2596070" y="0"/>
                </a:lnTo>
                <a:lnTo>
                  <a:pt x="2610738" y="0"/>
                </a:lnTo>
                <a:lnTo>
                  <a:pt x="2625405" y="0"/>
                </a:lnTo>
                <a:lnTo>
                  <a:pt x="2640072" y="0"/>
                </a:lnTo>
                <a:lnTo>
                  <a:pt x="2654739" y="0"/>
                </a:lnTo>
                <a:lnTo>
                  <a:pt x="2669406" y="0"/>
                </a:lnTo>
                <a:lnTo>
                  <a:pt x="2684073" y="0"/>
                </a:lnTo>
                <a:lnTo>
                  <a:pt x="2698740" y="0"/>
                </a:lnTo>
                <a:lnTo>
                  <a:pt x="2713407" y="0"/>
                </a:lnTo>
                <a:lnTo>
                  <a:pt x="2728074" y="0"/>
                </a:lnTo>
                <a:lnTo>
                  <a:pt x="2742741" y="0"/>
                </a:lnTo>
                <a:lnTo>
                  <a:pt x="2757408" y="0"/>
                </a:lnTo>
                <a:lnTo>
                  <a:pt x="2772075" y="0"/>
                </a:lnTo>
                <a:lnTo>
                  <a:pt x="2786742" y="0"/>
                </a:lnTo>
                <a:lnTo>
                  <a:pt x="2801409" y="0"/>
                </a:lnTo>
                <a:lnTo>
                  <a:pt x="2816076" y="0"/>
                </a:lnTo>
                <a:lnTo>
                  <a:pt x="2830744" y="0"/>
                </a:lnTo>
                <a:lnTo>
                  <a:pt x="2845411" y="0"/>
                </a:lnTo>
                <a:lnTo>
                  <a:pt x="2860078" y="0"/>
                </a:lnTo>
                <a:lnTo>
                  <a:pt x="2874745" y="0"/>
                </a:lnTo>
                <a:lnTo>
                  <a:pt x="2889412" y="0"/>
                </a:lnTo>
                <a:lnTo>
                  <a:pt x="2904079" y="0"/>
                </a:lnTo>
                <a:lnTo>
                  <a:pt x="2918746" y="0"/>
                </a:lnTo>
                <a:lnTo>
                  <a:pt x="2933413" y="0"/>
                </a:lnTo>
                <a:lnTo>
                  <a:pt x="2948080" y="0"/>
                </a:lnTo>
                <a:lnTo>
                  <a:pt x="2962747" y="0"/>
                </a:lnTo>
                <a:lnTo>
                  <a:pt x="2977414" y="0"/>
                </a:lnTo>
                <a:lnTo>
                  <a:pt x="2992081" y="0"/>
                </a:lnTo>
                <a:lnTo>
                  <a:pt x="3006748" y="0"/>
                </a:lnTo>
                <a:lnTo>
                  <a:pt x="3021415" y="0"/>
                </a:lnTo>
                <a:lnTo>
                  <a:pt x="3036083" y="0"/>
                </a:lnTo>
                <a:lnTo>
                  <a:pt x="3050750" y="0"/>
                </a:lnTo>
                <a:lnTo>
                  <a:pt x="3065417" y="0"/>
                </a:lnTo>
                <a:lnTo>
                  <a:pt x="3080084" y="0"/>
                </a:lnTo>
                <a:lnTo>
                  <a:pt x="3094751" y="0"/>
                </a:lnTo>
                <a:lnTo>
                  <a:pt x="3109418" y="0"/>
                </a:lnTo>
                <a:lnTo>
                  <a:pt x="3124085" y="0"/>
                </a:lnTo>
                <a:lnTo>
                  <a:pt x="3138752" y="0"/>
                </a:lnTo>
                <a:lnTo>
                  <a:pt x="3153419" y="0"/>
                </a:lnTo>
                <a:lnTo>
                  <a:pt x="3168086" y="0"/>
                </a:lnTo>
                <a:lnTo>
                  <a:pt x="3182753" y="0"/>
                </a:lnTo>
                <a:lnTo>
                  <a:pt x="3197420" y="0"/>
                </a:lnTo>
                <a:lnTo>
                  <a:pt x="3212087" y="0"/>
                </a:lnTo>
                <a:lnTo>
                  <a:pt x="3226754" y="0"/>
                </a:lnTo>
                <a:lnTo>
                  <a:pt x="3241421" y="0"/>
                </a:lnTo>
                <a:lnTo>
                  <a:pt x="3256089" y="0"/>
                </a:lnTo>
                <a:lnTo>
                  <a:pt x="3270756" y="0"/>
                </a:lnTo>
                <a:lnTo>
                  <a:pt x="3285423" y="0"/>
                </a:lnTo>
                <a:lnTo>
                  <a:pt x="3300090" y="0"/>
                </a:lnTo>
                <a:lnTo>
                  <a:pt x="3314757" y="0"/>
                </a:lnTo>
                <a:lnTo>
                  <a:pt x="3329424" y="0"/>
                </a:lnTo>
                <a:lnTo>
                  <a:pt x="3344091" y="0"/>
                </a:lnTo>
                <a:lnTo>
                  <a:pt x="3358758" y="0"/>
                </a:lnTo>
                <a:lnTo>
                  <a:pt x="3373425" y="0"/>
                </a:lnTo>
                <a:lnTo>
                  <a:pt x="3388092" y="0"/>
                </a:lnTo>
                <a:lnTo>
                  <a:pt x="3402759" y="0"/>
                </a:lnTo>
                <a:lnTo>
                  <a:pt x="3417426" y="0"/>
                </a:lnTo>
                <a:lnTo>
                  <a:pt x="3432093" y="0"/>
                </a:lnTo>
                <a:lnTo>
                  <a:pt x="3446760" y="0"/>
                </a:lnTo>
                <a:lnTo>
                  <a:pt x="3461427" y="0"/>
                </a:lnTo>
                <a:lnTo>
                  <a:pt x="3476095" y="0"/>
                </a:lnTo>
                <a:lnTo>
                  <a:pt x="3490762" y="0"/>
                </a:lnTo>
                <a:lnTo>
                  <a:pt x="3505429" y="0"/>
                </a:lnTo>
                <a:lnTo>
                  <a:pt x="3520096" y="0"/>
                </a:lnTo>
                <a:lnTo>
                  <a:pt x="3534763" y="0"/>
                </a:lnTo>
                <a:lnTo>
                  <a:pt x="3549430" y="0"/>
                </a:lnTo>
                <a:lnTo>
                  <a:pt x="3564097" y="0"/>
                </a:lnTo>
                <a:lnTo>
                  <a:pt x="3578764" y="0"/>
                </a:lnTo>
                <a:lnTo>
                  <a:pt x="3593431" y="0"/>
                </a:lnTo>
                <a:lnTo>
                  <a:pt x="3608098" y="0"/>
                </a:lnTo>
                <a:lnTo>
                  <a:pt x="3622765" y="0"/>
                </a:lnTo>
                <a:lnTo>
                  <a:pt x="3637432" y="0"/>
                </a:lnTo>
                <a:lnTo>
                  <a:pt x="3652099" y="0"/>
                </a:lnTo>
                <a:lnTo>
                  <a:pt x="3666766" y="0"/>
                </a:lnTo>
                <a:lnTo>
                  <a:pt x="3681433" y="0"/>
                </a:lnTo>
                <a:lnTo>
                  <a:pt x="3696101" y="0"/>
                </a:lnTo>
                <a:lnTo>
                  <a:pt x="3710768" y="0"/>
                </a:lnTo>
                <a:lnTo>
                  <a:pt x="3725435" y="0"/>
                </a:lnTo>
                <a:lnTo>
                  <a:pt x="3740102" y="0"/>
                </a:lnTo>
                <a:lnTo>
                  <a:pt x="3754769" y="0"/>
                </a:lnTo>
                <a:lnTo>
                  <a:pt x="3769436" y="0"/>
                </a:lnTo>
                <a:lnTo>
                  <a:pt x="3784103" y="0"/>
                </a:lnTo>
                <a:lnTo>
                  <a:pt x="3798770" y="0"/>
                </a:lnTo>
                <a:lnTo>
                  <a:pt x="3813437" y="0"/>
                </a:lnTo>
                <a:lnTo>
                  <a:pt x="3828104" y="0"/>
                </a:lnTo>
                <a:lnTo>
                  <a:pt x="3842771" y="0"/>
                </a:lnTo>
                <a:lnTo>
                  <a:pt x="3857438" y="0"/>
                </a:lnTo>
                <a:lnTo>
                  <a:pt x="3872105" y="0"/>
                </a:lnTo>
                <a:lnTo>
                  <a:pt x="3886772" y="0"/>
                </a:lnTo>
                <a:lnTo>
                  <a:pt x="3901440" y="0"/>
                </a:lnTo>
                <a:lnTo>
                  <a:pt x="3916107" y="0"/>
                </a:lnTo>
                <a:lnTo>
                  <a:pt x="3930774" y="0"/>
                </a:lnTo>
                <a:lnTo>
                  <a:pt x="3945441" y="0"/>
                </a:lnTo>
                <a:lnTo>
                  <a:pt x="3960108" y="0"/>
                </a:lnTo>
                <a:lnTo>
                  <a:pt x="3974775" y="0"/>
                </a:lnTo>
                <a:lnTo>
                  <a:pt x="3989442" y="0"/>
                </a:lnTo>
                <a:lnTo>
                  <a:pt x="4004109" y="0"/>
                </a:lnTo>
                <a:lnTo>
                  <a:pt x="4018776" y="0"/>
                </a:lnTo>
                <a:lnTo>
                  <a:pt x="4033443" y="0"/>
                </a:lnTo>
                <a:lnTo>
                  <a:pt x="4048110" y="0"/>
                </a:lnTo>
                <a:lnTo>
                  <a:pt x="4062777" y="0"/>
                </a:lnTo>
                <a:lnTo>
                  <a:pt x="4077444" y="0"/>
                </a:lnTo>
                <a:lnTo>
                  <a:pt x="4092111" y="0"/>
                </a:lnTo>
                <a:lnTo>
                  <a:pt x="4106778" y="0"/>
                </a:lnTo>
                <a:lnTo>
                  <a:pt x="4121446" y="0"/>
                </a:lnTo>
                <a:lnTo>
                  <a:pt x="4136113" y="0"/>
                </a:lnTo>
                <a:lnTo>
                  <a:pt x="4150780" y="0"/>
                </a:lnTo>
                <a:lnTo>
                  <a:pt x="4165447" y="0"/>
                </a:lnTo>
                <a:lnTo>
                  <a:pt x="4180114" y="0"/>
                </a:lnTo>
                <a:lnTo>
                  <a:pt x="4194781" y="0"/>
                </a:lnTo>
                <a:lnTo>
                  <a:pt x="4209448" y="0"/>
                </a:lnTo>
                <a:lnTo>
                  <a:pt x="4224115" y="0"/>
                </a:lnTo>
                <a:lnTo>
                  <a:pt x="4238782" y="0"/>
                </a:lnTo>
                <a:lnTo>
                  <a:pt x="4253449" y="0"/>
                </a:lnTo>
                <a:lnTo>
                  <a:pt x="4268116" y="0"/>
                </a:lnTo>
                <a:lnTo>
                  <a:pt x="4282783" y="0"/>
                </a:lnTo>
                <a:lnTo>
                  <a:pt x="4297450" y="0"/>
                </a:lnTo>
                <a:lnTo>
                  <a:pt x="4312117" y="0"/>
                </a:lnTo>
                <a:lnTo>
                  <a:pt x="4326784" y="0"/>
                </a:lnTo>
                <a:lnTo>
                  <a:pt x="4341452" y="0"/>
                </a:lnTo>
                <a:lnTo>
                  <a:pt x="4356119" y="0"/>
                </a:lnTo>
                <a:lnTo>
                  <a:pt x="4370786" y="0"/>
                </a:lnTo>
                <a:lnTo>
                  <a:pt x="4385453" y="0"/>
                </a:lnTo>
                <a:lnTo>
                  <a:pt x="4400120" y="0"/>
                </a:lnTo>
                <a:lnTo>
                  <a:pt x="4414787" y="0"/>
                </a:lnTo>
                <a:lnTo>
                  <a:pt x="4429454" y="0"/>
                </a:lnTo>
                <a:lnTo>
                  <a:pt x="4444121" y="0"/>
                </a:lnTo>
                <a:lnTo>
                  <a:pt x="4458788" y="0"/>
                </a:lnTo>
                <a:lnTo>
                  <a:pt x="4473455" y="0"/>
                </a:lnTo>
                <a:lnTo>
                  <a:pt x="4488122" y="0"/>
                </a:lnTo>
                <a:lnTo>
                  <a:pt x="4502789" y="0"/>
                </a:lnTo>
                <a:lnTo>
                  <a:pt x="4517456" y="0"/>
                </a:lnTo>
                <a:lnTo>
                  <a:pt x="4532123" y="0"/>
                </a:lnTo>
                <a:lnTo>
                  <a:pt x="4546790" y="0"/>
                </a:lnTo>
                <a:lnTo>
                  <a:pt x="4561458" y="0"/>
                </a:lnTo>
                <a:lnTo>
                  <a:pt x="4576125" y="0"/>
                </a:lnTo>
                <a:lnTo>
                  <a:pt x="4590792" y="0"/>
                </a:lnTo>
                <a:lnTo>
                  <a:pt x="4605459" y="0"/>
                </a:lnTo>
                <a:lnTo>
                  <a:pt x="4620126" y="0"/>
                </a:lnTo>
                <a:lnTo>
                  <a:pt x="4634793" y="0"/>
                </a:lnTo>
                <a:lnTo>
                  <a:pt x="4649460" y="0"/>
                </a:lnTo>
                <a:lnTo>
                  <a:pt x="4664127" y="0"/>
                </a:lnTo>
                <a:lnTo>
                  <a:pt x="4678794" y="0"/>
                </a:lnTo>
                <a:lnTo>
                  <a:pt x="4693461" y="0"/>
                </a:lnTo>
                <a:lnTo>
                  <a:pt x="4708128" y="0"/>
                </a:lnTo>
                <a:lnTo>
                  <a:pt x="4722795" y="0"/>
                </a:lnTo>
                <a:lnTo>
                  <a:pt x="4737462" y="0"/>
                </a:lnTo>
                <a:lnTo>
                  <a:pt x="4752129" y="0"/>
                </a:lnTo>
                <a:lnTo>
                  <a:pt x="4766796" y="0"/>
                </a:lnTo>
                <a:lnTo>
                  <a:pt x="4781464" y="0"/>
                </a:lnTo>
                <a:lnTo>
                  <a:pt x="4796131" y="0"/>
                </a:lnTo>
                <a:lnTo>
                  <a:pt x="4810798" y="0"/>
                </a:lnTo>
                <a:lnTo>
                  <a:pt x="4825465" y="0"/>
                </a:lnTo>
                <a:lnTo>
                  <a:pt x="4840132" y="0"/>
                </a:lnTo>
                <a:lnTo>
                  <a:pt x="4854799" y="0"/>
                </a:lnTo>
                <a:lnTo>
                  <a:pt x="4869466" y="0"/>
                </a:lnTo>
                <a:lnTo>
                  <a:pt x="4884133" y="0"/>
                </a:lnTo>
                <a:lnTo>
                  <a:pt x="4898800" y="0"/>
                </a:lnTo>
                <a:lnTo>
                  <a:pt x="4913467" y="0"/>
                </a:lnTo>
                <a:lnTo>
                  <a:pt x="4928134" y="0"/>
                </a:lnTo>
                <a:lnTo>
                  <a:pt x="4942801" y="0"/>
                </a:lnTo>
                <a:lnTo>
                  <a:pt x="4957468" y="0"/>
                </a:lnTo>
                <a:lnTo>
                  <a:pt x="4972135" y="0"/>
                </a:lnTo>
                <a:lnTo>
                  <a:pt x="4986803" y="2743201"/>
                </a:lnTo>
                <a:lnTo>
                  <a:pt x="5001470" y="2743201"/>
                </a:lnTo>
                <a:lnTo>
                  <a:pt x="5016137" y="2743201"/>
                </a:lnTo>
                <a:lnTo>
                  <a:pt x="5030804" y="2743201"/>
                </a:lnTo>
                <a:lnTo>
                  <a:pt x="5045471" y="2743201"/>
                </a:lnTo>
                <a:lnTo>
                  <a:pt x="5060138" y="2743201"/>
                </a:lnTo>
                <a:lnTo>
                  <a:pt x="5074805" y="2743201"/>
                </a:lnTo>
                <a:lnTo>
                  <a:pt x="5089472" y="2743201"/>
                </a:lnTo>
                <a:lnTo>
                  <a:pt x="5104139" y="2743201"/>
                </a:lnTo>
                <a:lnTo>
                  <a:pt x="5118806" y="2743201"/>
                </a:lnTo>
                <a:lnTo>
                  <a:pt x="5133473" y="2743201"/>
                </a:lnTo>
                <a:lnTo>
                  <a:pt x="5148140" y="2743201"/>
                </a:lnTo>
                <a:lnTo>
                  <a:pt x="5162807" y="2743201"/>
                </a:lnTo>
                <a:lnTo>
                  <a:pt x="5177474" y="2743201"/>
                </a:lnTo>
                <a:lnTo>
                  <a:pt x="5192141" y="2743201"/>
                </a:lnTo>
                <a:lnTo>
                  <a:pt x="5206809" y="2743201"/>
                </a:lnTo>
                <a:lnTo>
                  <a:pt x="5221476" y="2743201"/>
                </a:lnTo>
                <a:lnTo>
                  <a:pt x="5236143" y="2743201"/>
                </a:lnTo>
                <a:lnTo>
                  <a:pt x="5250810" y="2743201"/>
                </a:lnTo>
                <a:lnTo>
                  <a:pt x="5265477" y="2743201"/>
                </a:lnTo>
                <a:lnTo>
                  <a:pt x="5280144" y="2743201"/>
                </a:lnTo>
                <a:lnTo>
                  <a:pt x="5294811" y="2743201"/>
                </a:lnTo>
                <a:lnTo>
                  <a:pt x="5309478" y="2743201"/>
                </a:lnTo>
                <a:lnTo>
                  <a:pt x="5324145" y="2743201"/>
                </a:lnTo>
                <a:lnTo>
                  <a:pt x="5338812" y="2743201"/>
                </a:lnTo>
                <a:lnTo>
                  <a:pt x="5353479" y="2743201"/>
                </a:lnTo>
                <a:lnTo>
                  <a:pt x="5368146" y="2743201"/>
                </a:lnTo>
                <a:lnTo>
                  <a:pt x="5382813" y="2743201"/>
                </a:lnTo>
                <a:lnTo>
                  <a:pt x="5397480" y="2743201"/>
                </a:lnTo>
                <a:lnTo>
                  <a:pt x="5412147" y="2743201"/>
                </a:lnTo>
                <a:lnTo>
                  <a:pt x="5426815" y="2743201"/>
                </a:lnTo>
                <a:lnTo>
                  <a:pt x="5441482" y="2743201"/>
                </a:lnTo>
                <a:lnTo>
                  <a:pt x="5456149" y="2743201"/>
                </a:lnTo>
                <a:lnTo>
                  <a:pt x="5470816" y="2743201"/>
                </a:lnTo>
                <a:lnTo>
                  <a:pt x="5485483" y="2743201"/>
                </a:lnTo>
                <a:lnTo>
                  <a:pt x="5500150" y="2743201"/>
                </a:lnTo>
                <a:lnTo>
                  <a:pt x="5514817" y="2743201"/>
                </a:lnTo>
                <a:lnTo>
                  <a:pt x="5529484" y="2743201"/>
                </a:lnTo>
                <a:lnTo>
                  <a:pt x="5544151" y="2743201"/>
                </a:lnTo>
                <a:lnTo>
                  <a:pt x="5558818" y="2743201"/>
                </a:lnTo>
                <a:lnTo>
                  <a:pt x="5573485" y="2743201"/>
                </a:lnTo>
                <a:lnTo>
                  <a:pt x="5588152" y="2743201"/>
                </a:lnTo>
                <a:lnTo>
                  <a:pt x="5602819" y="2743201"/>
                </a:lnTo>
                <a:lnTo>
                  <a:pt x="5617486" y="2743201"/>
                </a:lnTo>
                <a:lnTo>
                  <a:pt x="5632153" y="2743201"/>
                </a:lnTo>
                <a:lnTo>
                  <a:pt x="5646821" y="2743201"/>
                </a:lnTo>
                <a:lnTo>
                  <a:pt x="5661488" y="2743201"/>
                </a:lnTo>
                <a:lnTo>
                  <a:pt x="5676155" y="2743201"/>
                </a:lnTo>
                <a:lnTo>
                  <a:pt x="5690822" y="2743201"/>
                </a:lnTo>
                <a:lnTo>
                  <a:pt x="5705489" y="2743201"/>
                </a:lnTo>
                <a:lnTo>
                  <a:pt x="5720156" y="2743201"/>
                </a:lnTo>
                <a:lnTo>
                  <a:pt x="5734823" y="2743201"/>
                </a:lnTo>
                <a:lnTo>
                  <a:pt x="5749490" y="2743201"/>
                </a:lnTo>
                <a:lnTo>
                  <a:pt x="5764157" y="2743201"/>
                </a:lnTo>
                <a:lnTo>
                  <a:pt x="5778824" y="2743201"/>
                </a:lnTo>
                <a:lnTo>
                  <a:pt x="5793491" y="2743201"/>
                </a:lnTo>
                <a:lnTo>
                  <a:pt x="5808158" y="2743201"/>
                </a:lnTo>
                <a:lnTo>
                  <a:pt x="5822825" y="2743201"/>
                </a:lnTo>
                <a:lnTo>
                  <a:pt x="5837492" y="2743201"/>
                </a:lnTo>
                <a:lnTo>
                  <a:pt x="5852160" y="2743201"/>
                </a:lnTo>
                <a:lnTo>
                  <a:pt x="5852160" y="2743201"/>
                </a:lnTo>
                <a:lnTo>
                  <a:pt x="5837492" y="2743201"/>
                </a:lnTo>
                <a:lnTo>
                  <a:pt x="5822825" y="2743201"/>
                </a:lnTo>
                <a:lnTo>
                  <a:pt x="5808158" y="2743201"/>
                </a:lnTo>
                <a:lnTo>
                  <a:pt x="5793491" y="2743201"/>
                </a:lnTo>
                <a:lnTo>
                  <a:pt x="5778824" y="2743201"/>
                </a:lnTo>
                <a:lnTo>
                  <a:pt x="5764157" y="2743201"/>
                </a:lnTo>
                <a:lnTo>
                  <a:pt x="5749490" y="2743201"/>
                </a:lnTo>
                <a:lnTo>
                  <a:pt x="5734823" y="2743201"/>
                </a:lnTo>
                <a:lnTo>
                  <a:pt x="5720156" y="2743201"/>
                </a:lnTo>
                <a:lnTo>
                  <a:pt x="5705489" y="2743201"/>
                </a:lnTo>
                <a:lnTo>
                  <a:pt x="5690822" y="2743201"/>
                </a:lnTo>
                <a:lnTo>
                  <a:pt x="5676155" y="2743201"/>
                </a:lnTo>
                <a:lnTo>
                  <a:pt x="5661488" y="2743201"/>
                </a:lnTo>
                <a:lnTo>
                  <a:pt x="5646821" y="2743201"/>
                </a:lnTo>
                <a:lnTo>
                  <a:pt x="5632153" y="2743201"/>
                </a:lnTo>
                <a:lnTo>
                  <a:pt x="5617486" y="2743201"/>
                </a:lnTo>
                <a:lnTo>
                  <a:pt x="5602819" y="2743201"/>
                </a:lnTo>
                <a:lnTo>
                  <a:pt x="5588152" y="2743201"/>
                </a:lnTo>
                <a:lnTo>
                  <a:pt x="5573485" y="2743201"/>
                </a:lnTo>
                <a:lnTo>
                  <a:pt x="5558818" y="2743201"/>
                </a:lnTo>
                <a:lnTo>
                  <a:pt x="5544151" y="2743201"/>
                </a:lnTo>
                <a:lnTo>
                  <a:pt x="5529484" y="2743201"/>
                </a:lnTo>
                <a:lnTo>
                  <a:pt x="5514817" y="2743201"/>
                </a:lnTo>
                <a:lnTo>
                  <a:pt x="5500150" y="2743201"/>
                </a:lnTo>
                <a:lnTo>
                  <a:pt x="5485483" y="2743201"/>
                </a:lnTo>
                <a:lnTo>
                  <a:pt x="5470816" y="2743201"/>
                </a:lnTo>
                <a:lnTo>
                  <a:pt x="5456149" y="2743201"/>
                </a:lnTo>
                <a:lnTo>
                  <a:pt x="5441482" y="2743201"/>
                </a:lnTo>
                <a:lnTo>
                  <a:pt x="5426815" y="2743201"/>
                </a:lnTo>
                <a:lnTo>
                  <a:pt x="5412147" y="2743201"/>
                </a:lnTo>
                <a:lnTo>
                  <a:pt x="5397480" y="2743201"/>
                </a:lnTo>
                <a:lnTo>
                  <a:pt x="5382813" y="2743201"/>
                </a:lnTo>
                <a:lnTo>
                  <a:pt x="5368146" y="2743201"/>
                </a:lnTo>
                <a:lnTo>
                  <a:pt x="5353479" y="2743201"/>
                </a:lnTo>
                <a:lnTo>
                  <a:pt x="5338812" y="2743201"/>
                </a:lnTo>
                <a:lnTo>
                  <a:pt x="5324145" y="2743201"/>
                </a:lnTo>
                <a:lnTo>
                  <a:pt x="5309478" y="2743201"/>
                </a:lnTo>
                <a:lnTo>
                  <a:pt x="5294811" y="2743201"/>
                </a:lnTo>
                <a:lnTo>
                  <a:pt x="5280144" y="2743201"/>
                </a:lnTo>
                <a:lnTo>
                  <a:pt x="5265477" y="2743201"/>
                </a:lnTo>
                <a:lnTo>
                  <a:pt x="5250810" y="2743201"/>
                </a:lnTo>
                <a:lnTo>
                  <a:pt x="5236143" y="2743201"/>
                </a:lnTo>
                <a:lnTo>
                  <a:pt x="5221476" y="2743201"/>
                </a:lnTo>
                <a:lnTo>
                  <a:pt x="5206809" y="2743201"/>
                </a:lnTo>
                <a:lnTo>
                  <a:pt x="5192141" y="2743201"/>
                </a:lnTo>
                <a:lnTo>
                  <a:pt x="5177474" y="2743201"/>
                </a:lnTo>
                <a:lnTo>
                  <a:pt x="5162807" y="2743201"/>
                </a:lnTo>
                <a:lnTo>
                  <a:pt x="5148140" y="2743201"/>
                </a:lnTo>
                <a:lnTo>
                  <a:pt x="5133473" y="2743201"/>
                </a:lnTo>
                <a:lnTo>
                  <a:pt x="5118806" y="2743201"/>
                </a:lnTo>
                <a:lnTo>
                  <a:pt x="5104139" y="2743201"/>
                </a:lnTo>
                <a:lnTo>
                  <a:pt x="5089472" y="2743201"/>
                </a:lnTo>
                <a:lnTo>
                  <a:pt x="5074805" y="2743201"/>
                </a:lnTo>
                <a:lnTo>
                  <a:pt x="5060138" y="2743201"/>
                </a:lnTo>
                <a:lnTo>
                  <a:pt x="5045471" y="2743201"/>
                </a:lnTo>
                <a:lnTo>
                  <a:pt x="5030804" y="2743201"/>
                </a:lnTo>
                <a:lnTo>
                  <a:pt x="5016137" y="2743201"/>
                </a:lnTo>
                <a:lnTo>
                  <a:pt x="5001470" y="2743201"/>
                </a:lnTo>
                <a:lnTo>
                  <a:pt x="4986803" y="2743201"/>
                </a:lnTo>
                <a:lnTo>
                  <a:pt x="4972135" y="2743201"/>
                </a:lnTo>
                <a:lnTo>
                  <a:pt x="4957468" y="2743201"/>
                </a:lnTo>
                <a:lnTo>
                  <a:pt x="4942801" y="2743201"/>
                </a:lnTo>
                <a:lnTo>
                  <a:pt x="4928134" y="2743201"/>
                </a:lnTo>
                <a:lnTo>
                  <a:pt x="4913467" y="2743201"/>
                </a:lnTo>
                <a:lnTo>
                  <a:pt x="4898800" y="2743201"/>
                </a:lnTo>
                <a:lnTo>
                  <a:pt x="4884133" y="2743201"/>
                </a:lnTo>
                <a:lnTo>
                  <a:pt x="4869466" y="2743201"/>
                </a:lnTo>
                <a:lnTo>
                  <a:pt x="4854799" y="2743201"/>
                </a:lnTo>
                <a:lnTo>
                  <a:pt x="4840132" y="2743201"/>
                </a:lnTo>
                <a:lnTo>
                  <a:pt x="4825465" y="2743201"/>
                </a:lnTo>
                <a:lnTo>
                  <a:pt x="4810798" y="2743201"/>
                </a:lnTo>
                <a:lnTo>
                  <a:pt x="4796131" y="2743201"/>
                </a:lnTo>
                <a:lnTo>
                  <a:pt x="4781464" y="2743201"/>
                </a:lnTo>
                <a:lnTo>
                  <a:pt x="4766796" y="2743201"/>
                </a:lnTo>
                <a:lnTo>
                  <a:pt x="4752129" y="2743201"/>
                </a:lnTo>
                <a:lnTo>
                  <a:pt x="4737462" y="2743201"/>
                </a:lnTo>
                <a:lnTo>
                  <a:pt x="4722795" y="2743201"/>
                </a:lnTo>
                <a:lnTo>
                  <a:pt x="4708128" y="2743201"/>
                </a:lnTo>
                <a:lnTo>
                  <a:pt x="4693461" y="2743201"/>
                </a:lnTo>
                <a:lnTo>
                  <a:pt x="4678794" y="2743201"/>
                </a:lnTo>
                <a:lnTo>
                  <a:pt x="4664127" y="2743201"/>
                </a:lnTo>
                <a:lnTo>
                  <a:pt x="4649460" y="2743201"/>
                </a:lnTo>
                <a:lnTo>
                  <a:pt x="4634793" y="2743201"/>
                </a:lnTo>
                <a:lnTo>
                  <a:pt x="4620126" y="2743201"/>
                </a:lnTo>
                <a:lnTo>
                  <a:pt x="4605459" y="2743201"/>
                </a:lnTo>
                <a:lnTo>
                  <a:pt x="4590792" y="2743201"/>
                </a:lnTo>
                <a:lnTo>
                  <a:pt x="4576125" y="2743201"/>
                </a:lnTo>
                <a:lnTo>
                  <a:pt x="4561458" y="2743201"/>
                </a:lnTo>
                <a:lnTo>
                  <a:pt x="4546790" y="2743201"/>
                </a:lnTo>
                <a:lnTo>
                  <a:pt x="4532123" y="2743201"/>
                </a:lnTo>
                <a:lnTo>
                  <a:pt x="4517456" y="2743201"/>
                </a:lnTo>
                <a:lnTo>
                  <a:pt x="4502789" y="2743201"/>
                </a:lnTo>
                <a:lnTo>
                  <a:pt x="4488122" y="2743201"/>
                </a:lnTo>
                <a:lnTo>
                  <a:pt x="4473455" y="2743201"/>
                </a:lnTo>
                <a:lnTo>
                  <a:pt x="4458788" y="2743201"/>
                </a:lnTo>
                <a:lnTo>
                  <a:pt x="4444121" y="2743201"/>
                </a:lnTo>
                <a:lnTo>
                  <a:pt x="4429454" y="2743201"/>
                </a:lnTo>
                <a:lnTo>
                  <a:pt x="4414787" y="2743201"/>
                </a:lnTo>
                <a:lnTo>
                  <a:pt x="4400120" y="2743201"/>
                </a:lnTo>
                <a:lnTo>
                  <a:pt x="4385453" y="2743201"/>
                </a:lnTo>
                <a:lnTo>
                  <a:pt x="4370786" y="2743201"/>
                </a:lnTo>
                <a:lnTo>
                  <a:pt x="4356119" y="2743201"/>
                </a:lnTo>
                <a:lnTo>
                  <a:pt x="4341452" y="2743201"/>
                </a:lnTo>
                <a:lnTo>
                  <a:pt x="4326784" y="2743201"/>
                </a:lnTo>
                <a:lnTo>
                  <a:pt x="4312117" y="2743201"/>
                </a:lnTo>
                <a:lnTo>
                  <a:pt x="4297450" y="2743201"/>
                </a:lnTo>
                <a:lnTo>
                  <a:pt x="4282783" y="2743201"/>
                </a:lnTo>
                <a:lnTo>
                  <a:pt x="4268116" y="2743201"/>
                </a:lnTo>
                <a:lnTo>
                  <a:pt x="4253449" y="2743201"/>
                </a:lnTo>
                <a:lnTo>
                  <a:pt x="4238782" y="2743201"/>
                </a:lnTo>
                <a:lnTo>
                  <a:pt x="4224115" y="2743201"/>
                </a:lnTo>
                <a:lnTo>
                  <a:pt x="4209448" y="2743201"/>
                </a:lnTo>
                <a:lnTo>
                  <a:pt x="4194781" y="2743201"/>
                </a:lnTo>
                <a:lnTo>
                  <a:pt x="4180114" y="2743201"/>
                </a:lnTo>
                <a:lnTo>
                  <a:pt x="4165447" y="2743201"/>
                </a:lnTo>
                <a:lnTo>
                  <a:pt x="4150780" y="2743201"/>
                </a:lnTo>
                <a:lnTo>
                  <a:pt x="4136113" y="2743201"/>
                </a:lnTo>
                <a:lnTo>
                  <a:pt x="4121446" y="2743201"/>
                </a:lnTo>
                <a:lnTo>
                  <a:pt x="4106778" y="2743201"/>
                </a:lnTo>
                <a:lnTo>
                  <a:pt x="4092111" y="2743201"/>
                </a:lnTo>
                <a:lnTo>
                  <a:pt x="4077444" y="2743201"/>
                </a:lnTo>
                <a:lnTo>
                  <a:pt x="4062777" y="2743201"/>
                </a:lnTo>
                <a:lnTo>
                  <a:pt x="4048110" y="2743201"/>
                </a:lnTo>
                <a:lnTo>
                  <a:pt x="4033443" y="2743201"/>
                </a:lnTo>
                <a:lnTo>
                  <a:pt x="4018776" y="2743201"/>
                </a:lnTo>
                <a:lnTo>
                  <a:pt x="4004109" y="2743201"/>
                </a:lnTo>
                <a:lnTo>
                  <a:pt x="3989442" y="2743201"/>
                </a:lnTo>
                <a:lnTo>
                  <a:pt x="3974775" y="2743201"/>
                </a:lnTo>
                <a:lnTo>
                  <a:pt x="3960108" y="2743201"/>
                </a:lnTo>
                <a:lnTo>
                  <a:pt x="3945441" y="2743201"/>
                </a:lnTo>
                <a:lnTo>
                  <a:pt x="3930774" y="2743201"/>
                </a:lnTo>
                <a:lnTo>
                  <a:pt x="3916107" y="2743201"/>
                </a:lnTo>
                <a:lnTo>
                  <a:pt x="3901440" y="2743201"/>
                </a:lnTo>
                <a:lnTo>
                  <a:pt x="3886772" y="2743201"/>
                </a:lnTo>
                <a:lnTo>
                  <a:pt x="3872105" y="2743201"/>
                </a:lnTo>
                <a:lnTo>
                  <a:pt x="3857438" y="2743201"/>
                </a:lnTo>
                <a:lnTo>
                  <a:pt x="3842771" y="2743201"/>
                </a:lnTo>
                <a:lnTo>
                  <a:pt x="3828104" y="2743201"/>
                </a:lnTo>
                <a:lnTo>
                  <a:pt x="3813437" y="2743201"/>
                </a:lnTo>
                <a:lnTo>
                  <a:pt x="3798770" y="2743201"/>
                </a:lnTo>
                <a:lnTo>
                  <a:pt x="3784103" y="2743201"/>
                </a:lnTo>
                <a:lnTo>
                  <a:pt x="3769436" y="2743201"/>
                </a:lnTo>
                <a:lnTo>
                  <a:pt x="3754769" y="2743201"/>
                </a:lnTo>
                <a:lnTo>
                  <a:pt x="3740102" y="2743201"/>
                </a:lnTo>
                <a:lnTo>
                  <a:pt x="3725435" y="2743201"/>
                </a:lnTo>
                <a:lnTo>
                  <a:pt x="3710768" y="2743201"/>
                </a:lnTo>
                <a:lnTo>
                  <a:pt x="3696101" y="2743201"/>
                </a:lnTo>
                <a:lnTo>
                  <a:pt x="3681433" y="2743201"/>
                </a:lnTo>
                <a:lnTo>
                  <a:pt x="3666766" y="2743201"/>
                </a:lnTo>
                <a:lnTo>
                  <a:pt x="3652099" y="2743201"/>
                </a:lnTo>
                <a:lnTo>
                  <a:pt x="3637432" y="2743201"/>
                </a:lnTo>
                <a:lnTo>
                  <a:pt x="3622765" y="2743201"/>
                </a:lnTo>
                <a:lnTo>
                  <a:pt x="3608098" y="2743201"/>
                </a:lnTo>
                <a:lnTo>
                  <a:pt x="3593431" y="2743201"/>
                </a:lnTo>
                <a:lnTo>
                  <a:pt x="3578764" y="2743201"/>
                </a:lnTo>
                <a:lnTo>
                  <a:pt x="3564097" y="2743201"/>
                </a:lnTo>
                <a:lnTo>
                  <a:pt x="3549430" y="2743201"/>
                </a:lnTo>
                <a:lnTo>
                  <a:pt x="3534763" y="2743201"/>
                </a:lnTo>
                <a:lnTo>
                  <a:pt x="3520096" y="2743201"/>
                </a:lnTo>
                <a:lnTo>
                  <a:pt x="3505429" y="2743201"/>
                </a:lnTo>
                <a:lnTo>
                  <a:pt x="3490762" y="2743201"/>
                </a:lnTo>
                <a:lnTo>
                  <a:pt x="3476095" y="2743201"/>
                </a:lnTo>
                <a:lnTo>
                  <a:pt x="3461427" y="2743201"/>
                </a:lnTo>
                <a:lnTo>
                  <a:pt x="3446760" y="2743201"/>
                </a:lnTo>
                <a:lnTo>
                  <a:pt x="3432093" y="2743201"/>
                </a:lnTo>
                <a:lnTo>
                  <a:pt x="3417426" y="2743201"/>
                </a:lnTo>
                <a:lnTo>
                  <a:pt x="3402759" y="2743201"/>
                </a:lnTo>
                <a:lnTo>
                  <a:pt x="3388092" y="2743201"/>
                </a:lnTo>
                <a:lnTo>
                  <a:pt x="3373425" y="2743201"/>
                </a:lnTo>
                <a:lnTo>
                  <a:pt x="3358758" y="2743201"/>
                </a:lnTo>
                <a:lnTo>
                  <a:pt x="3344091" y="2743201"/>
                </a:lnTo>
                <a:lnTo>
                  <a:pt x="3329424" y="2743201"/>
                </a:lnTo>
                <a:lnTo>
                  <a:pt x="3314757" y="2743201"/>
                </a:lnTo>
                <a:lnTo>
                  <a:pt x="3300090" y="2743201"/>
                </a:lnTo>
                <a:lnTo>
                  <a:pt x="3285423" y="2743201"/>
                </a:lnTo>
                <a:lnTo>
                  <a:pt x="3270756" y="2743201"/>
                </a:lnTo>
                <a:lnTo>
                  <a:pt x="3256089" y="2743201"/>
                </a:lnTo>
                <a:lnTo>
                  <a:pt x="3241421" y="2743201"/>
                </a:lnTo>
                <a:lnTo>
                  <a:pt x="3226754" y="2743201"/>
                </a:lnTo>
                <a:lnTo>
                  <a:pt x="3212087" y="2743201"/>
                </a:lnTo>
                <a:lnTo>
                  <a:pt x="3197420" y="2743201"/>
                </a:lnTo>
                <a:lnTo>
                  <a:pt x="3182753" y="2743201"/>
                </a:lnTo>
                <a:lnTo>
                  <a:pt x="3168086" y="2743201"/>
                </a:lnTo>
                <a:lnTo>
                  <a:pt x="3153419" y="2743201"/>
                </a:lnTo>
                <a:lnTo>
                  <a:pt x="3138752" y="2743201"/>
                </a:lnTo>
                <a:lnTo>
                  <a:pt x="3124085" y="2743201"/>
                </a:lnTo>
                <a:lnTo>
                  <a:pt x="3109418" y="2743201"/>
                </a:lnTo>
                <a:lnTo>
                  <a:pt x="3094751" y="2743201"/>
                </a:lnTo>
                <a:lnTo>
                  <a:pt x="3080084" y="2743201"/>
                </a:lnTo>
                <a:lnTo>
                  <a:pt x="3065417" y="2743201"/>
                </a:lnTo>
                <a:lnTo>
                  <a:pt x="3050750" y="2743201"/>
                </a:lnTo>
                <a:lnTo>
                  <a:pt x="3036083" y="2743201"/>
                </a:lnTo>
                <a:lnTo>
                  <a:pt x="3021415" y="2743201"/>
                </a:lnTo>
                <a:lnTo>
                  <a:pt x="3006748" y="2743201"/>
                </a:lnTo>
                <a:lnTo>
                  <a:pt x="2992081" y="2743201"/>
                </a:lnTo>
                <a:lnTo>
                  <a:pt x="2977414" y="2743201"/>
                </a:lnTo>
                <a:lnTo>
                  <a:pt x="2962747" y="2743201"/>
                </a:lnTo>
                <a:lnTo>
                  <a:pt x="2948080" y="2743201"/>
                </a:lnTo>
                <a:lnTo>
                  <a:pt x="2933413" y="2743201"/>
                </a:lnTo>
                <a:lnTo>
                  <a:pt x="2918746" y="2743201"/>
                </a:lnTo>
                <a:lnTo>
                  <a:pt x="2904079" y="2743201"/>
                </a:lnTo>
                <a:lnTo>
                  <a:pt x="2889412" y="2743201"/>
                </a:lnTo>
                <a:lnTo>
                  <a:pt x="2874745" y="2743201"/>
                </a:lnTo>
                <a:lnTo>
                  <a:pt x="2860078" y="2743201"/>
                </a:lnTo>
                <a:lnTo>
                  <a:pt x="2845411" y="2743201"/>
                </a:lnTo>
                <a:lnTo>
                  <a:pt x="2830744" y="2743201"/>
                </a:lnTo>
                <a:lnTo>
                  <a:pt x="2816076" y="2743201"/>
                </a:lnTo>
                <a:lnTo>
                  <a:pt x="2801409" y="2743201"/>
                </a:lnTo>
                <a:lnTo>
                  <a:pt x="2786742" y="2743201"/>
                </a:lnTo>
                <a:lnTo>
                  <a:pt x="2772075" y="2743201"/>
                </a:lnTo>
                <a:lnTo>
                  <a:pt x="2757408" y="2743201"/>
                </a:lnTo>
                <a:lnTo>
                  <a:pt x="2742741" y="2743201"/>
                </a:lnTo>
                <a:lnTo>
                  <a:pt x="2728074" y="2743201"/>
                </a:lnTo>
                <a:lnTo>
                  <a:pt x="2713407" y="2743201"/>
                </a:lnTo>
                <a:lnTo>
                  <a:pt x="2698740" y="2743201"/>
                </a:lnTo>
                <a:lnTo>
                  <a:pt x="2684073" y="2743201"/>
                </a:lnTo>
                <a:lnTo>
                  <a:pt x="2669406" y="2743201"/>
                </a:lnTo>
                <a:lnTo>
                  <a:pt x="2654739" y="2743201"/>
                </a:lnTo>
                <a:lnTo>
                  <a:pt x="2640072" y="2743201"/>
                </a:lnTo>
                <a:lnTo>
                  <a:pt x="2625405" y="2743201"/>
                </a:lnTo>
                <a:lnTo>
                  <a:pt x="2610738" y="2743201"/>
                </a:lnTo>
                <a:lnTo>
                  <a:pt x="2596070" y="2743201"/>
                </a:lnTo>
                <a:lnTo>
                  <a:pt x="2581403" y="2743201"/>
                </a:lnTo>
                <a:lnTo>
                  <a:pt x="2566736" y="2743201"/>
                </a:lnTo>
                <a:lnTo>
                  <a:pt x="2552069" y="2743201"/>
                </a:lnTo>
                <a:lnTo>
                  <a:pt x="2537402" y="2743201"/>
                </a:lnTo>
                <a:lnTo>
                  <a:pt x="2522735" y="2743201"/>
                </a:lnTo>
                <a:lnTo>
                  <a:pt x="2508068" y="2743201"/>
                </a:lnTo>
                <a:lnTo>
                  <a:pt x="2493401" y="2743201"/>
                </a:lnTo>
                <a:lnTo>
                  <a:pt x="2478734" y="2743201"/>
                </a:lnTo>
                <a:lnTo>
                  <a:pt x="2464067" y="2743201"/>
                </a:lnTo>
                <a:lnTo>
                  <a:pt x="2449400" y="2743201"/>
                </a:lnTo>
                <a:lnTo>
                  <a:pt x="2434733" y="2743201"/>
                </a:lnTo>
                <a:lnTo>
                  <a:pt x="2420066" y="2743201"/>
                </a:lnTo>
                <a:lnTo>
                  <a:pt x="2405399" y="2743201"/>
                </a:lnTo>
                <a:lnTo>
                  <a:pt x="2390732" y="2743201"/>
                </a:lnTo>
                <a:lnTo>
                  <a:pt x="2376064" y="2743201"/>
                </a:lnTo>
                <a:lnTo>
                  <a:pt x="2361397" y="2743201"/>
                </a:lnTo>
                <a:lnTo>
                  <a:pt x="2346730" y="2743201"/>
                </a:lnTo>
                <a:lnTo>
                  <a:pt x="2332063" y="2743201"/>
                </a:lnTo>
                <a:lnTo>
                  <a:pt x="2317396" y="2743201"/>
                </a:lnTo>
                <a:lnTo>
                  <a:pt x="2302729" y="2743201"/>
                </a:lnTo>
                <a:lnTo>
                  <a:pt x="2288062" y="2743201"/>
                </a:lnTo>
                <a:lnTo>
                  <a:pt x="2273395" y="2743201"/>
                </a:lnTo>
                <a:lnTo>
                  <a:pt x="2258728" y="2743201"/>
                </a:lnTo>
                <a:lnTo>
                  <a:pt x="2244061" y="2743201"/>
                </a:lnTo>
                <a:lnTo>
                  <a:pt x="2229394" y="2743201"/>
                </a:lnTo>
                <a:lnTo>
                  <a:pt x="2214727" y="2743201"/>
                </a:lnTo>
                <a:lnTo>
                  <a:pt x="2200060" y="2743201"/>
                </a:lnTo>
                <a:lnTo>
                  <a:pt x="2185393" y="2743201"/>
                </a:lnTo>
                <a:lnTo>
                  <a:pt x="2170726" y="2743201"/>
                </a:lnTo>
                <a:lnTo>
                  <a:pt x="2156058" y="2743201"/>
                </a:lnTo>
                <a:lnTo>
                  <a:pt x="2141391" y="2743201"/>
                </a:lnTo>
                <a:lnTo>
                  <a:pt x="2126724" y="2743201"/>
                </a:lnTo>
                <a:lnTo>
                  <a:pt x="2112057" y="2743201"/>
                </a:lnTo>
                <a:lnTo>
                  <a:pt x="2097390" y="2743201"/>
                </a:lnTo>
                <a:lnTo>
                  <a:pt x="2082723" y="2743201"/>
                </a:lnTo>
                <a:lnTo>
                  <a:pt x="2068056" y="2743201"/>
                </a:lnTo>
                <a:lnTo>
                  <a:pt x="2053389" y="2743201"/>
                </a:lnTo>
                <a:lnTo>
                  <a:pt x="2038722" y="2743201"/>
                </a:lnTo>
                <a:lnTo>
                  <a:pt x="2024055" y="2743201"/>
                </a:lnTo>
                <a:lnTo>
                  <a:pt x="2009388" y="2743201"/>
                </a:lnTo>
                <a:lnTo>
                  <a:pt x="1994721" y="2743201"/>
                </a:lnTo>
                <a:lnTo>
                  <a:pt x="1980054" y="2743201"/>
                </a:lnTo>
                <a:lnTo>
                  <a:pt x="1965387" y="2743201"/>
                </a:lnTo>
                <a:lnTo>
                  <a:pt x="1950720" y="2743201"/>
                </a:lnTo>
                <a:lnTo>
                  <a:pt x="1936052" y="2743201"/>
                </a:lnTo>
                <a:lnTo>
                  <a:pt x="1921385" y="2743201"/>
                </a:lnTo>
                <a:lnTo>
                  <a:pt x="1906718" y="2743201"/>
                </a:lnTo>
                <a:lnTo>
                  <a:pt x="1892051" y="2743201"/>
                </a:lnTo>
                <a:lnTo>
                  <a:pt x="1877384" y="2743201"/>
                </a:lnTo>
                <a:lnTo>
                  <a:pt x="1862717" y="2743201"/>
                </a:lnTo>
                <a:lnTo>
                  <a:pt x="1848050" y="2743201"/>
                </a:lnTo>
                <a:lnTo>
                  <a:pt x="1833383" y="2743201"/>
                </a:lnTo>
                <a:lnTo>
                  <a:pt x="1818716" y="2743201"/>
                </a:lnTo>
                <a:lnTo>
                  <a:pt x="1804049" y="2743201"/>
                </a:lnTo>
                <a:lnTo>
                  <a:pt x="1789382" y="2743201"/>
                </a:lnTo>
                <a:lnTo>
                  <a:pt x="1774715" y="2743201"/>
                </a:lnTo>
                <a:lnTo>
                  <a:pt x="1760048" y="2743201"/>
                </a:lnTo>
                <a:lnTo>
                  <a:pt x="1745381" y="2743201"/>
                </a:lnTo>
                <a:lnTo>
                  <a:pt x="1730713" y="2743201"/>
                </a:lnTo>
                <a:lnTo>
                  <a:pt x="1716046" y="2743201"/>
                </a:lnTo>
                <a:lnTo>
                  <a:pt x="1701379" y="2743201"/>
                </a:lnTo>
                <a:lnTo>
                  <a:pt x="1686712" y="2743201"/>
                </a:lnTo>
                <a:lnTo>
                  <a:pt x="1672045" y="2743201"/>
                </a:lnTo>
                <a:lnTo>
                  <a:pt x="1657378" y="2743201"/>
                </a:lnTo>
                <a:lnTo>
                  <a:pt x="1642711" y="2743201"/>
                </a:lnTo>
                <a:lnTo>
                  <a:pt x="1628044" y="2743201"/>
                </a:lnTo>
                <a:lnTo>
                  <a:pt x="1613377" y="2743201"/>
                </a:lnTo>
                <a:lnTo>
                  <a:pt x="1598710" y="2743201"/>
                </a:lnTo>
                <a:lnTo>
                  <a:pt x="1584043" y="2743201"/>
                </a:lnTo>
                <a:lnTo>
                  <a:pt x="1569376" y="2743201"/>
                </a:lnTo>
                <a:lnTo>
                  <a:pt x="1554709" y="2743201"/>
                </a:lnTo>
                <a:lnTo>
                  <a:pt x="1540042" y="2743201"/>
                </a:lnTo>
                <a:lnTo>
                  <a:pt x="1525375" y="2743201"/>
                </a:lnTo>
                <a:lnTo>
                  <a:pt x="1510707" y="2743201"/>
                </a:lnTo>
                <a:lnTo>
                  <a:pt x="1496040" y="2743201"/>
                </a:lnTo>
                <a:lnTo>
                  <a:pt x="1481373" y="2743201"/>
                </a:lnTo>
                <a:lnTo>
                  <a:pt x="1466706" y="2743201"/>
                </a:lnTo>
                <a:lnTo>
                  <a:pt x="1452039" y="2743201"/>
                </a:lnTo>
                <a:lnTo>
                  <a:pt x="1437372" y="2743201"/>
                </a:lnTo>
                <a:lnTo>
                  <a:pt x="1422705" y="2743201"/>
                </a:lnTo>
                <a:lnTo>
                  <a:pt x="1408038" y="2743201"/>
                </a:lnTo>
                <a:lnTo>
                  <a:pt x="1393371" y="2743201"/>
                </a:lnTo>
                <a:lnTo>
                  <a:pt x="1378704" y="2743201"/>
                </a:lnTo>
                <a:lnTo>
                  <a:pt x="1364037" y="2743201"/>
                </a:lnTo>
                <a:lnTo>
                  <a:pt x="1349370" y="2743201"/>
                </a:lnTo>
                <a:lnTo>
                  <a:pt x="1334703" y="2743201"/>
                </a:lnTo>
                <a:lnTo>
                  <a:pt x="1320036" y="2743201"/>
                </a:lnTo>
                <a:lnTo>
                  <a:pt x="1305369" y="2743201"/>
                </a:lnTo>
                <a:lnTo>
                  <a:pt x="1290701" y="2743201"/>
                </a:lnTo>
                <a:lnTo>
                  <a:pt x="1276034" y="2743201"/>
                </a:lnTo>
                <a:lnTo>
                  <a:pt x="1261367" y="2743201"/>
                </a:lnTo>
                <a:lnTo>
                  <a:pt x="1246700" y="2743201"/>
                </a:lnTo>
                <a:lnTo>
                  <a:pt x="1232033" y="2743201"/>
                </a:lnTo>
                <a:lnTo>
                  <a:pt x="1217366" y="2743201"/>
                </a:lnTo>
                <a:lnTo>
                  <a:pt x="1202699" y="2743201"/>
                </a:lnTo>
                <a:lnTo>
                  <a:pt x="1188032" y="2743201"/>
                </a:lnTo>
                <a:lnTo>
                  <a:pt x="1173365" y="2743201"/>
                </a:lnTo>
                <a:lnTo>
                  <a:pt x="1158698" y="2743201"/>
                </a:lnTo>
                <a:lnTo>
                  <a:pt x="1144031" y="2743201"/>
                </a:lnTo>
                <a:lnTo>
                  <a:pt x="1129364" y="2743201"/>
                </a:lnTo>
                <a:lnTo>
                  <a:pt x="1114697" y="2743201"/>
                </a:lnTo>
                <a:lnTo>
                  <a:pt x="1100030" y="2743201"/>
                </a:lnTo>
                <a:lnTo>
                  <a:pt x="1085363" y="2743201"/>
                </a:lnTo>
                <a:lnTo>
                  <a:pt x="1070695" y="2743201"/>
                </a:lnTo>
                <a:lnTo>
                  <a:pt x="1056028" y="2743201"/>
                </a:lnTo>
                <a:lnTo>
                  <a:pt x="1041361" y="2743201"/>
                </a:lnTo>
                <a:lnTo>
                  <a:pt x="1026694" y="2743201"/>
                </a:lnTo>
                <a:lnTo>
                  <a:pt x="1012027" y="2743201"/>
                </a:lnTo>
                <a:lnTo>
                  <a:pt x="997360" y="2743201"/>
                </a:lnTo>
                <a:lnTo>
                  <a:pt x="982693" y="2743201"/>
                </a:lnTo>
                <a:lnTo>
                  <a:pt x="968026" y="2743201"/>
                </a:lnTo>
                <a:lnTo>
                  <a:pt x="953359" y="2743201"/>
                </a:lnTo>
                <a:lnTo>
                  <a:pt x="938692" y="2743201"/>
                </a:lnTo>
                <a:lnTo>
                  <a:pt x="924025" y="2743201"/>
                </a:lnTo>
                <a:lnTo>
                  <a:pt x="909358" y="2743201"/>
                </a:lnTo>
                <a:lnTo>
                  <a:pt x="894691" y="2743201"/>
                </a:lnTo>
                <a:lnTo>
                  <a:pt x="880024" y="2743201"/>
                </a:lnTo>
                <a:lnTo>
                  <a:pt x="865356" y="2743201"/>
                </a:lnTo>
                <a:lnTo>
                  <a:pt x="850689" y="2743201"/>
                </a:lnTo>
                <a:lnTo>
                  <a:pt x="836022" y="2743201"/>
                </a:lnTo>
                <a:lnTo>
                  <a:pt x="821355" y="2743201"/>
                </a:lnTo>
                <a:lnTo>
                  <a:pt x="806688" y="2743201"/>
                </a:lnTo>
                <a:lnTo>
                  <a:pt x="792021" y="2743201"/>
                </a:lnTo>
                <a:lnTo>
                  <a:pt x="777354" y="2743201"/>
                </a:lnTo>
                <a:lnTo>
                  <a:pt x="762687" y="2743201"/>
                </a:lnTo>
                <a:lnTo>
                  <a:pt x="748020" y="2743201"/>
                </a:lnTo>
                <a:lnTo>
                  <a:pt x="733353" y="2743201"/>
                </a:lnTo>
                <a:lnTo>
                  <a:pt x="718686" y="2743201"/>
                </a:lnTo>
                <a:lnTo>
                  <a:pt x="704019" y="2743201"/>
                </a:lnTo>
                <a:lnTo>
                  <a:pt x="689352" y="2743201"/>
                </a:lnTo>
                <a:lnTo>
                  <a:pt x="674685" y="2743201"/>
                </a:lnTo>
                <a:lnTo>
                  <a:pt x="660018" y="2743201"/>
                </a:lnTo>
                <a:lnTo>
                  <a:pt x="645350" y="2743201"/>
                </a:lnTo>
                <a:lnTo>
                  <a:pt x="630683" y="2743201"/>
                </a:lnTo>
                <a:lnTo>
                  <a:pt x="616016" y="2743201"/>
                </a:lnTo>
                <a:lnTo>
                  <a:pt x="601349" y="2743201"/>
                </a:lnTo>
                <a:lnTo>
                  <a:pt x="586682" y="2743201"/>
                </a:lnTo>
                <a:lnTo>
                  <a:pt x="572015" y="2743201"/>
                </a:lnTo>
                <a:lnTo>
                  <a:pt x="557348" y="2743201"/>
                </a:lnTo>
                <a:lnTo>
                  <a:pt x="542681" y="2743201"/>
                </a:lnTo>
                <a:lnTo>
                  <a:pt x="528014" y="2743201"/>
                </a:lnTo>
                <a:lnTo>
                  <a:pt x="513347" y="2743201"/>
                </a:lnTo>
                <a:lnTo>
                  <a:pt x="498680" y="2743201"/>
                </a:lnTo>
                <a:lnTo>
                  <a:pt x="484013" y="2743201"/>
                </a:lnTo>
                <a:lnTo>
                  <a:pt x="469346" y="2743201"/>
                </a:lnTo>
                <a:lnTo>
                  <a:pt x="454679" y="2743201"/>
                </a:lnTo>
                <a:lnTo>
                  <a:pt x="440012" y="2743201"/>
                </a:lnTo>
                <a:lnTo>
                  <a:pt x="425344" y="2743201"/>
                </a:lnTo>
                <a:lnTo>
                  <a:pt x="410677" y="2743201"/>
                </a:lnTo>
                <a:lnTo>
                  <a:pt x="396010" y="2743201"/>
                </a:lnTo>
                <a:lnTo>
                  <a:pt x="381343" y="2743201"/>
                </a:lnTo>
                <a:lnTo>
                  <a:pt x="366676" y="2743201"/>
                </a:lnTo>
                <a:lnTo>
                  <a:pt x="352009" y="2743201"/>
                </a:lnTo>
                <a:lnTo>
                  <a:pt x="337342" y="2743201"/>
                </a:lnTo>
                <a:lnTo>
                  <a:pt x="322675" y="2743201"/>
                </a:lnTo>
                <a:lnTo>
                  <a:pt x="308008" y="2743201"/>
                </a:lnTo>
                <a:lnTo>
                  <a:pt x="293341" y="2743201"/>
                </a:lnTo>
                <a:lnTo>
                  <a:pt x="278674" y="2743201"/>
                </a:lnTo>
                <a:lnTo>
                  <a:pt x="264007" y="2743201"/>
                </a:lnTo>
                <a:lnTo>
                  <a:pt x="249340" y="2743201"/>
                </a:lnTo>
                <a:lnTo>
                  <a:pt x="234673" y="2743201"/>
                </a:lnTo>
                <a:lnTo>
                  <a:pt x="220006" y="2743201"/>
                </a:lnTo>
                <a:lnTo>
                  <a:pt x="205338" y="2743201"/>
                </a:lnTo>
                <a:lnTo>
                  <a:pt x="190671" y="2743201"/>
                </a:lnTo>
                <a:lnTo>
                  <a:pt x="176004" y="2743201"/>
                </a:lnTo>
                <a:lnTo>
                  <a:pt x="161337" y="2743201"/>
                </a:lnTo>
                <a:lnTo>
                  <a:pt x="146670" y="2743201"/>
                </a:lnTo>
                <a:lnTo>
                  <a:pt x="132003" y="2743201"/>
                </a:lnTo>
                <a:lnTo>
                  <a:pt x="117336" y="2743201"/>
                </a:lnTo>
                <a:lnTo>
                  <a:pt x="102669" y="2743201"/>
                </a:lnTo>
                <a:lnTo>
                  <a:pt x="88002" y="2743201"/>
                </a:lnTo>
                <a:lnTo>
                  <a:pt x="73335" y="2743201"/>
                </a:lnTo>
                <a:lnTo>
                  <a:pt x="58668" y="2743201"/>
                </a:lnTo>
                <a:lnTo>
                  <a:pt x="44001" y="2743201"/>
                </a:lnTo>
                <a:lnTo>
                  <a:pt x="29334" y="2743201"/>
                </a:lnTo>
                <a:lnTo>
                  <a:pt x="14667" y="2743201"/>
                </a:lnTo>
                <a:lnTo>
                  <a:pt x="0" y="2743201"/>
                </a:lnTo>
                <a:close/>
              </a:path>
            </a:pathLst>
          </a:custGeom>
          <a:solidFill>
            <a:srgbClr val="8EDBD4">
              <a:alpha val="25000"/>
            </a:srgbClr>
          </a:solidFill>
          <a:ln w="10160">
            <a:solidFill>
              <a:srgbClr val="8EDBD4">
                <a:alpha val="2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08 polygon 28" descr="sci-ppt:o028"/>
          <p:cNvSpPr/>
          <p:nvPr/>
        </p:nvSpPr>
        <p:spPr>
          <a:xfrm>
            <a:off x="914400" y="1920239"/>
            <a:ext cx="5852160" cy="2743201"/>
          </a:xfrm>
          <a:custGeom>
            <a:avLst/>
            <a:gdLst/>
            <a:ahLst/>
            <a:cxnLst/>
            <a:rect l="l" t="t" r="r" b="b"/>
            <a:pathLst>
              <a:path w="5852160" h="2743201">
                <a:moveTo>
                  <a:pt x="0" y="0"/>
                </a:moveTo>
                <a:lnTo>
                  <a:pt x="29334" y="0"/>
                </a:lnTo>
                <a:lnTo>
                  <a:pt x="58668" y="0"/>
                </a:lnTo>
                <a:lnTo>
                  <a:pt x="88002" y="0"/>
                </a:lnTo>
                <a:lnTo>
                  <a:pt x="117336" y="0"/>
                </a:lnTo>
                <a:lnTo>
                  <a:pt x="146670" y="0"/>
                </a:lnTo>
                <a:lnTo>
                  <a:pt x="176004" y="0"/>
                </a:lnTo>
                <a:lnTo>
                  <a:pt x="205338" y="0"/>
                </a:lnTo>
                <a:lnTo>
                  <a:pt x="234673" y="0"/>
                </a:lnTo>
                <a:lnTo>
                  <a:pt x="264007" y="0"/>
                </a:lnTo>
                <a:lnTo>
                  <a:pt x="293341" y="0"/>
                </a:lnTo>
                <a:lnTo>
                  <a:pt x="322675" y="0"/>
                </a:lnTo>
                <a:lnTo>
                  <a:pt x="352009" y="0"/>
                </a:lnTo>
                <a:lnTo>
                  <a:pt x="381343" y="0"/>
                </a:lnTo>
                <a:lnTo>
                  <a:pt x="410677" y="0"/>
                </a:lnTo>
                <a:lnTo>
                  <a:pt x="440012" y="0"/>
                </a:lnTo>
                <a:lnTo>
                  <a:pt x="469346" y="0"/>
                </a:lnTo>
                <a:lnTo>
                  <a:pt x="498680" y="0"/>
                </a:lnTo>
                <a:lnTo>
                  <a:pt x="528014" y="0"/>
                </a:lnTo>
                <a:lnTo>
                  <a:pt x="557348" y="0"/>
                </a:lnTo>
                <a:lnTo>
                  <a:pt x="586682" y="0"/>
                </a:lnTo>
                <a:lnTo>
                  <a:pt x="616016" y="0"/>
                </a:lnTo>
                <a:lnTo>
                  <a:pt x="645350" y="0"/>
                </a:lnTo>
                <a:lnTo>
                  <a:pt x="674685" y="0"/>
                </a:lnTo>
                <a:lnTo>
                  <a:pt x="704019" y="0"/>
                </a:lnTo>
                <a:lnTo>
                  <a:pt x="733353" y="0"/>
                </a:lnTo>
                <a:lnTo>
                  <a:pt x="762687" y="0"/>
                </a:lnTo>
                <a:lnTo>
                  <a:pt x="792021" y="0"/>
                </a:lnTo>
                <a:lnTo>
                  <a:pt x="821355" y="0"/>
                </a:lnTo>
                <a:lnTo>
                  <a:pt x="850689" y="0"/>
                </a:lnTo>
                <a:lnTo>
                  <a:pt x="880024" y="0"/>
                </a:lnTo>
                <a:lnTo>
                  <a:pt x="909358" y="0"/>
                </a:lnTo>
                <a:lnTo>
                  <a:pt x="938692" y="0"/>
                </a:lnTo>
                <a:lnTo>
                  <a:pt x="968026" y="0"/>
                </a:lnTo>
                <a:lnTo>
                  <a:pt x="997360" y="0"/>
                </a:lnTo>
                <a:lnTo>
                  <a:pt x="1026694" y="0"/>
                </a:lnTo>
                <a:lnTo>
                  <a:pt x="1056028" y="0"/>
                </a:lnTo>
                <a:lnTo>
                  <a:pt x="1085363" y="0"/>
                </a:lnTo>
                <a:lnTo>
                  <a:pt x="1114697" y="0"/>
                </a:lnTo>
                <a:lnTo>
                  <a:pt x="1144031" y="0"/>
                </a:lnTo>
                <a:lnTo>
                  <a:pt x="1173365" y="0"/>
                </a:lnTo>
                <a:lnTo>
                  <a:pt x="1202699" y="0"/>
                </a:lnTo>
                <a:lnTo>
                  <a:pt x="1232033" y="0"/>
                </a:lnTo>
                <a:lnTo>
                  <a:pt x="1261367" y="0"/>
                </a:lnTo>
                <a:lnTo>
                  <a:pt x="1290701" y="0"/>
                </a:lnTo>
                <a:lnTo>
                  <a:pt x="1320036" y="0"/>
                </a:lnTo>
                <a:lnTo>
                  <a:pt x="1349370" y="0"/>
                </a:lnTo>
                <a:lnTo>
                  <a:pt x="1378704" y="0"/>
                </a:lnTo>
                <a:lnTo>
                  <a:pt x="1408038" y="0"/>
                </a:lnTo>
                <a:lnTo>
                  <a:pt x="1437372" y="0"/>
                </a:lnTo>
                <a:lnTo>
                  <a:pt x="1466706" y="0"/>
                </a:lnTo>
                <a:lnTo>
                  <a:pt x="1496040" y="0"/>
                </a:lnTo>
                <a:lnTo>
                  <a:pt x="1525375" y="0"/>
                </a:lnTo>
                <a:lnTo>
                  <a:pt x="1554709" y="0"/>
                </a:lnTo>
                <a:lnTo>
                  <a:pt x="1584043" y="0"/>
                </a:lnTo>
                <a:lnTo>
                  <a:pt x="1613377" y="0"/>
                </a:lnTo>
                <a:lnTo>
                  <a:pt x="1642711" y="0"/>
                </a:lnTo>
                <a:lnTo>
                  <a:pt x="1672045" y="0"/>
                </a:lnTo>
                <a:lnTo>
                  <a:pt x="1701379" y="0"/>
                </a:lnTo>
                <a:lnTo>
                  <a:pt x="1730713" y="0"/>
                </a:lnTo>
                <a:lnTo>
                  <a:pt x="1760048" y="0"/>
                </a:lnTo>
                <a:lnTo>
                  <a:pt x="1789382" y="0"/>
                </a:lnTo>
                <a:lnTo>
                  <a:pt x="1818716" y="0"/>
                </a:lnTo>
                <a:lnTo>
                  <a:pt x="1848050" y="0"/>
                </a:lnTo>
                <a:lnTo>
                  <a:pt x="1877384" y="0"/>
                </a:lnTo>
                <a:lnTo>
                  <a:pt x="1906718" y="0"/>
                </a:lnTo>
                <a:lnTo>
                  <a:pt x="1936052" y="0"/>
                </a:lnTo>
                <a:lnTo>
                  <a:pt x="1965387" y="0"/>
                </a:lnTo>
                <a:lnTo>
                  <a:pt x="1994721" y="0"/>
                </a:lnTo>
                <a:lnTo>
                  <a:pt x="2024055" y="0"/>
                </a:lnTo>
                <a:lnTo>
                  <a:pt x="2053389" y="0"/>
                </a:lnTo>
                <a:lnTo>
                  <a:pt x="2082723" y="0"/>
                </a:lnTo>
                <a:lnTo>
                  <a:pt x="2112057" y="0"/>
                </a:lnTo>
                <a:lnTo>
                  <a:pt x="2141391" y="0"/>
                </a:lnTo>
                <a:lnTo>
                  <a:pt x="2170726" y="0"/>
                </a:lnTo>
                <a:lnTo>
                  <a:pt x="2200060" y="0"/>
                </a:lnTo>
                <a:lnTo>
                  <a:pt x="2229394" y="0"/>
                </a:lnTo>
                <a:lnTo>
                  <a:pt x="2258728" y="0"/>
                </a:lnTo>
                <a:lnTo>
                  <a:pt x="2288062" y="0"/>
                </a:lnTo>
                <a:lnTo>
                  <a:pt x="2317396" y="0"/>
                </a:lnTo>
                <a:lnTo>
                  <a:pt x="2346730" y="0"/>
                </a:lnTo>
                <a:lnTo>
                  <a:pt x="2376064" y="0"/>
                </a:lnTo>
                <a:lnTo>
                  <a:pt x="2405399" y="0"/>
                </a:lnTo>
                <a:lnTo>
                  <a:pt x="2434733" y="0"/>
                </a:lnTo>
                <a:lnTo>
                  <a:pt x="2464067" y="0"/>
                </a:lnTo>
                <a:lnTo>
                  <a:pt x="2493401" y="0"/>
                </a:lnTo>
                <a:lnTo>
                  <a:pt x="2522735" y="0"/>
                </a:lnTo>
                <a:lnTo>
                  <a:pt x="2552069" y="0"/>
                </a:lnTo>
                <a:lnTo>
                  <a:pt x="2581403" y="0"/>
                </a:lnTo>
                <a:lnTo>
                  <a:pt x="2610738" y="0"/>
                </a:lnTo>
                <a:lnTo>
                  <a:pt x="2640072" y="0"/>
                </a:lnTo>
                <a:lnTo>
                  <a:pt x="2669406" y="0"/>
                </a:lnTo>
                <a:lnTo>
                  <a:pt x="2698740" y="0"/>
                </a:lnTo>
                <a:lnTo>
                  <a:pt x="2728074" y="0"/>
                </a:lnTo>
                <a:lnTo>
                  <a:pt x="2757408" y="0"/>
                </a:lnTo>
                <a:lnTo>
                  <a:pt x="2786742" y="0"/>
                </a:lnTo>
                <a:lnTo>
                  <a:pt x="2816076" y="0"/>
                </a:lnTo>
                <a:lnTo>
                  <a:pt x="2845411" y="0"/>
                </a:lnTo>
                <a:lnTo>
                  <a:pt x="2874745" y="0"/>
                </a:lnTo>
                <a:lnTo>
                  <a:pt x="2904079" y="0"/>
                </a:lnTo>
                <a:lnTo>
                  <a:pt x="2933413" y="0"/>
                </a:lnTo>
                <a:lnTo>
                  <a:pt x="2962747" y="0"/>
                </a:lnTo>
                <a:lnTo>
                  <a:pt x="2992081" y="0"/>
                </a:lnTo>
                <a:lnTo>
                  <a:pt x="3021415" y="0"/>
                </a:lnTo>
                <a:lnTo>
                  <a:pt x="3050750" y="0"/>
                </a:lnTo>
                <a:lnTo>
                  <a:pt x="3080084" y="0"/>
                </a:lnTo>
                <a:lnTo>
                  <a:pt x="3109418" y="0"/>
                </a:lnTo>
                <a:lnTo>
                  <a:pt x="3138752" y="0"/>
                </a:lnTo>
                <a:lnTo>
                  <a:pt x="3168086" y="0"/>
                </a:lnTo>
                <a:lnTo>
                  <a:pt x="3197420" y="0"/>
                </a:lnTo>
                <a:lnTo>
                  <a:pt x="3226754" y="0"/>
                </a:lnTo>
                <a:lnTo>
                  <a:pt x="3256089" y="0"/>
                </a:lnTo>
                <a:lnTo>
                  <a:pt x="3285423" y="0"/>
                </a:lnTo>
                <a:lnTo>
                  <a:pt x="3314757" y="0"/>
                </a:lnTo>
                <a:lnTo>
                  <a:pt x="3344091" y="0"/>
                </a:lnTo>
                <a:lnTo>
                  <a:pt x="3373425" y="0"/>
                </a:lnTo>
                <a:lnTo>
                  <a:pt x="3402759" y="0"/>
                </a:lnTo>
                <a:lnTo>
                  <a:pt x="3432093" y="0"/>
                </a:lnTo>
                <a:lnTo>
                  <a:pt x="3461427" y="0"/>
                </a:lnTo>
                <a:lnTo>
                  <a:pt x="3490762" y="0"/>
                </a:lnTo>
                <a:lnTo>
                  <a:pt x="3520096" y="0"/>
                </a:lnTo>
                <a:lnTo>
                  <a:pt x="3549430" y="0"/>
                </a:lnTo>
                <a:lnTo>
                  <a:pt x="3578764" y="0"/>
                </a:lnTo>
                <a:lnTo>
                  <a:pt x="3608098" y="0"/>
                </a:lnTo>
                <a:lnTo>
                  <a:pt x="3637432" y="0"/>
                </a:lnTo>
                <a:lnTo>
                  <a:pt x="3666766" y="0"/>
                </a:lnTo>
                <a:lnTo>
                  <a:pt x="3696101" y="0"/>
                </a:lnTo>
                <a:lnTo>
                  <a:pt x="3725435" y="0"/>
                </a:lnTo>
                <a:lnTo>
                  <a:pt x="3754769" y="0"/>
                </a:lnTo>
                <a:lnTo>
                  <a:pt x="3784103" y="0"/>
                </a:lnTo>
                <a:lnTo>
                  <a:pt x="3813437" y="0"/>
                </a:lnTo>
                <a:lnTo>
                  <a:pt x="3842771" y="0"/>
                </a:lnTo>
                <a:lnTo>
                  <a:pt x="3872105" y="0"/>
                </a:lnTo>
                <a:lnTo>
                  <a:pt x="3901440" y="0"/>
                </a:lnTo>
                <a:lnTo>
                  <a:pt x="3930774" y="0"/>
                </a:lnTo>
                <a:lnTo>
                  <a:pt x="3960108" y="0"/>
                </a:lnTo>
                <a:lnTo>
                  <a:pt x="3989442" y="0"/>
                </a:lnTo>
                <a:lnTo>
                  <a:pt x="4018776" y="0"/>
                </a:lnTo>
                <a:lnTo>
                  <a:pt x="4048110" y="0"/>
                </a:lnTo>
                <a:lnTo>
                  <a:pt x="4077444" y="0"/>
                </a:lnTo>
                <a:lnTo>
                  <a:pt x="4106778" y="0"/>
                </a:lnTo>
                <a:lnTo>
                  <a:pt x="4136113" y="0"/>
                </a:lnTo>
                <a:lnTo>
                  <a:pt x="4165447" y="0"/>
                </a:lnTo>
                <a:lnTo>
                  <a:pt x="4194781" y="0"/>
                </a:lnTo>
                <a:lnTo>
                  <a:pt x="4224115" y="0"/>
                </a:lnTo>
                <a:lnTo>
                  <a:pt x="4253449" y="0"/>
                </a:lnTo>
                <a:lnTo>
                  <a:pt x="4282783" y="0"/>
                </a:lnTo>
                <a:lnTo>
                  <a:pt x="4312117" y="0"/>
                </a:lnTo>
                <a:lnTo>
                  <a:pt x="4341452" y="0"/>
                </a:lnTo>
                <a:lnTo>
                  <a:pt x="4370786" y="0"/>
                </a:lnTo>
                <a:lnTo>
                  <a:pt x="4400120" y="0"/>
                </a:lnTo>
                <a:lnTo>
                  <a:pt x="4429454" y="0"/>
                </a:lnTo>
                <a:lnTo>
                  <a:pt x="4458788" y="0"/>
                </a:lnTo>
                <a:lnTo>
                  <a:pt x="4488122" y="0"/>
                </a:lnTo>
                <a:lnTo>
                  <a:pt x="4517456" y="0"/>
                </a:lnTo>
                <a:lnTo>
                  <a:pt x="4546790" y="0"/>
                </a:lnTo>
                <a:lnTo>
                  <a:pt x="4576125" y="0"/>
                </a:lnTo>
                <a:lnTo>
                  <a:pt x="4605459" y="0"/>
                </a:lnTo>
                <a:lnTo>
                  <a:pt x="4634793" y="0"/>
                </a:lnTo>
                <a:lnTo>
                  <a:pt x="4664127" y="0"/>
                </a:lnTo>
                <a:lnTo>
                  <a:pt x="4693461" y="0"/>
                </a:lnTo>
                <a:lnTo>
                  <a:pt x="4722795" y="0"/>
                </a:lnTo>
                <a:lnTo>
                  <a:pt x="4752129" y="0"/>
                </a:lnTo>
                <a:lnTo>
                  <a:pt x="4781464" y="0"/>
                </a:lnTo>
                <a:lnTo>
                  <a:pt x="4810798" y="0"/>
                </a:lnTo>
                <a:lnTo>
                  <a:pt x="4840132" y="0"/>
                </a:lnTo>
                <a:lnTo>
                  <a:pt x="4869466" y="0"/>
                </a:lnTo>
                <a:lnTo>
                  <a:pt x="4898800" y="0"/>
                </a:lnTo>
                <a:lnTo>
                  <a:pt x="4928134" y="0"/>
                </a:lnTo>
                <a:lnTo>
                  <a:pt x="4957468" y="0"/>
                </a:lnTo>
                <a:lnTo>
                  <a:pt x="4986803" y="2743201"/>
                </a:lnTo>
                <a:lnTo>
                  <a:pt x="5016137" y="2743201"/>
                </a:lnTo>
                <a:lnTo>
                  <a:pt x="5045471" y="2743201"/>
                </a:lnTo>
                <a:lnTo>
                  <a:pt x="5074805" y="2743201"/>
                </a:lnTo>
                <a:lnTo>
                  <a:pt x="5104139" y="2743201"/>
                </a:lnTo>
                <a:lnTo>
                  <a:pt x="5133473" y="2743201"/>
                </a:lnTo>
                <a:lnTo>
                  <a:pt x="5162807" y="2743201"/>
                </a:lnTo>
                <a:lnTo>
                  <a:pt x="5192141" y="2743201"/>
                </a:lnTo>
                <a:lnTo>
                  <a:pt x="5221476" y="2743201"/>
                </a:lnTo>
                <a:lnTo>
                  <a:pt x="5250810" y="2743201"/>
                </a:lnTo>
                <a:lnTo>
                  <a:pt x="5280144" y="2743201"/>
                </a:lnTo>
                <a:lnTo>
                  <a:pt x="5309478" y="2743201"/>
                </a:lnTo>
                <a:lnTo>
                  <a:pt x="5338812" y="2743201"/>
                </a:lnTo>
                <a:lnTo>
                  <a:pt x="5368146" y="2743201"/>
                </a:lnTo>
                <a:lnTo>
                  <a:pt x="5397480" y="2743201"/>
                </a:lnTo>
                <a:lnTo>
                  <a:pt x="5426815" y="2743201"/>
                </a:lnTo>
                <a:lnTo>
                  <a:pt x="5456149" y="2743201"/>
                </a:lnTo>
                <a:lnTo>
                  <a:pt x="5485483" y="2743201"/>
                </a:lnTo>
                <a:lnTo>
                  <a:pt x="5514817" y="2743201"/>
                </a:lnTo>
                <a:lnTo>
                  <a:pt x="5544151" y="2743201"/>
                </a:lnTo>
                <a:lnTo>
                  <a:pt x="5573485" y="2743201"/>
                </a:lnTo>
                <a:lnTo>
                  <a:pt x="5602819" y="2743201"/>
                </a:lnTo>
                <a:lnTo>
                  <a:pt x="5632153" y="2743201"/>
                </a:lnTo>
                <a:lnTo>
                  <a:pt x="5661488" y="2743201"/>
                </a:lnTo>
                <a:lnTo>
                  <a:pt x="5690822" y="2743201"/>
                </a:lnTo>
                <a:lnTo>
                  <a:pt x="5720156" y="2743201"/>
                </a:lnTo>
                <a:lnTo>
                  <a:pt x="5749490" y="2743201"/>
                </a:lnTo>
                <a:lnTo>
                  <a:pt x="5778824" y="2743201"/>
                </a:lnTo>
                <a:lnTo>
                  <a:pt x="5808158" y="2743201"/>
                </a:lnTo>
                <a:lnTo>
                  <a:pt x="5837492" y="2743201"/>
                </a:lnTo>
                <a:lnTo>
                  <a:pt x="5852160" y="274320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08 polygon 29" descr="sci-ppt:o029"/>
          <p:cNvSpPr/>
          <p:nvPr/>
        </p:nvSpPr>
        <p:spPr>
          <a:xfrm>
            <a:off x="914400" y="4334366"/>
            <a:ext cx="5852160" cy="329074"/>
          </a:xfrm>
          <a:custGeom>
            <a:avLst/>
            <a:gdLst/>
            <a:ahLst/>
            <a:cxnLst/>
            <a:rect l="l" t="t" r="r" b="b"/>
            <a:pathLst>
              <a:path w="5852160" h="329074">
                <a:moveTo>
                  <a:pt x="0" y="329074"/>
                </a:moveTo>
                <a:lnTo>
                  <a:pt x="29334" y="329009"/>
                </a:lnTo>
                <a:lnTo>
                  <a:pt x="58668" y="328819"/>
                </a:lnTo>
                <a:lnTo>
                  <a:pt x="88002" y="328512"/>
                </a:lnTo>
                <a:lnTo>
                  <a:pt x="117336" y="328095"/>
                </a:lnTo>
                <a:lnTo>
                  <a:pt x="146670" y="327575"/>
                </a:lnTo>
                <a:lnTo>
                  <a:pt x="176004" y="326956"/>
                </a:lnTo>
                <a:lnTo>
                  <a:pt x="205338" y="326247"/>
                </a:lnTo>
                <a:lnTo>
                  <a:pt x="234673" y="325451"/>
                </a:lnTo>
                <a:lnTo>
                  <a:pt x="264007" y="324575"/>
                </a:lnTo>
                <a:lnTo>
                  <a:pt x="293341" y="323623"/>
                </a:lnTo>
                <a:lnTo>
                  <a:pt x="322675" y="322600"/>
                </a:lnTo>
                <a:lnTo>
                  <a:pt x="352009" y="321510"/>
                </a:lnTo>
                <a:lnTo>
                  <a:pt x="381343" y="320359"/>
                </a:lnTo>
                <a:lnTo>
                  <a:pt x="410677" y="319150"/>
                </a:lnTo>
                <a:lnTo>
                  <a:pt x="440012" y="317886"/>
                </a:lnTo>
                <a:lnTo>
                  <a:pt x="469346" y="316571"/>
                </a:lnTo>
                <a:lnTo>
                  <a:pt x="498680" y="315210"/>
                </a:lnTo>
                <a:lnTo>
                  <a:pt x="528014" y="313804"/>
                </a:lnTo>
                <a:lnTo>
                  <a:pt x="557348" y="312356"/>
                </a:lnTo>
                <a:lnTo>
                  <a:pt x="586682" y="310871"/>
                </a:lnTo>
                <a:lnTo>
                  <a:pt x="616016" y="309350"/>
                </a:lnTo>
                <a:lnTo>
                  <a:pt x="645350" y="307796"/>
                </a:lnTo>
                <a:lnTo>
                  <a:pt x="674685" y="306212"/>
                </a:lnTo>
                <a:lnTo>
                  <a:pt x="704019" y="304599"/>
                </a:lnTo>
                <a:lnTo>
                  <a:pt x="733353" y="302960"/>
                </a:lnTo>
                <a:lnTo>
                  <a:pt x="762687" y="301296"/>
                </a:lnTo>
                <a:lnTo>
                  <a:pt x="792021" y="299611"/>
                </a:lnTo>
                <a:lnTo>
                  <a:pt x="821355" y="297905"/>
                </a:lnTo>
                <a:lnTo>
                  <a:pt x="850689" y="296179"/>
                </a:lnTo>
                <a:lnTo>
                  <a:pt x="880024" y="294437"/>
                </a:lnTo>
                <a:lnTo>
                  <a:pt x="909358" y="292679"/>
                </a:lnTo>
                <a:lnTo>
                  <a:pt x="938692" y="290906"/>
                </a:lnTo>
                <a:lnTo>
                  <a:pt x="968026" y="289120"/>
                </a:lnTo>
                <a:lnTo>
                  <a:pt x="997360" y="287322"/>
                </a:lnTo>
                <a:lnTo>
                  <a:pt x="1026694" y="285513"/>
                </a:lnTo>
                <a:lnTo>
                  <a:pt x="1056028" y="283695"/>
                </a:lnTo>
                <a:lnTo>
                  <a:pt x="1085363" y="281868"/>
                </a:lnTo>
                <a:lnTo>
                  <a:pt x="1114697" y="280033"/>
                </a:lnTo>
                <a:lnTo>
                  <a:pt x="1144031" y="278192"/>
                </a:lnTo>
                <a:lnTo>
                  <a:pt x="1173365" y="276344"/>
                </a:lnTo>
                <a:lnTo>
                  <a:pt x="1202699" y="274491"/>
                </a:lnTo>
                <a:lnTo>
                  <a:pt x="1232033" y="272633"/>
                </a:lnTo>
                <a:lnTo>
                  <a:pt x="1261367" y="270772"/>
                </a:lnTo>
                <a:lnTo>
                  <a:pt x="1290701" y="268907"/>
                </a:lnTo>
                <a:lnTo>
                  <a:pt x="1320036" y="267040"/>
                </a:lnTo>
                <a:lnTo>
                  <a:pt x="1349370" y="265171"/>
                </a:lnTo>
                <a:lnTo>
                  <a:pt x="1378704" y="263299"/>
                </a:lnTo>
                <a:lnTo>
                  <a:pt x="1408038" y="261427"/>
                </a:lnTo>
                <a:lnTo>
                  <a:pt x="1437372" y="259554"/>
                </a:lnTo>
                <a:lnTo>
                  <a:pt x="1466706" y="257681"/>
                </a:lnTo>
                <a:lnTo>
                  <a:pt x="1496040" y="255808"/>
                </a:lnTo>
                <a:lnTo>
                  <a:pt x="1525375" y="253935"/>
                </a:lnTo>
                <a:lnTo>
                  <a:pt x="1554709" y="252063"/>
                </a:lnTo>
                <a:lnTo>
                  <a:pt x="1584043" y="250191"/>
                </a:lnTo>
                <a:lnTo>
                  <a:pt x="1613377" y="248321"/>
                </a:lnTo>
                <a:lnTo>
                  <a:pt x="1642711" y="246453"/>
                </a:lnTo>
                <a:lnTo>
                  <a:pt x="1672045" y="244586"/>
                </a:lnTo>
                <a:lnTo>
                  <a:pt x="1701379" y="242721"/>
                </a:lnTo>
                <a:lnTo>
                  <a:pt x="1730713" y="240859"/>
                </a:lnTo>
                <a:lnTo>
                  <a:pt x="1760048" y="238998"/>
                </a:lnTo>
                <a:lnTo>
                  <a:pt x="1789382" y="237140"/>
                </a:lnTo>
                <a:lnTo>
                  <a:pt x="1818716" y="235285"/>
                </a:lnTo>
                <a:lnTo>
                  <a:pt x="1848050" y="233432"/>
                </a:lnTo>
                <a:lnTo>
                  <a:pt x="1877384" y="231582"/>
                </a:lnTo>
                <a:lnTo>
                  <a:pt x="1906718" y="229735"/>
                </a:lnTo>
                <a:lnTo>
                  <a:pt x="1936052" y="227891"/>
                </a:lnTo>
                <a:lnTo>
                  <a:pt x="1965387" y="226050"/>
                </a:lnTo>
                <a:lnTo>
                  <a:pt x="1994721" y="224212"/>
                </a:lnTo>
                <a:lnTo>
                  <a:pt x="2024055" y="222377"/>
                </a:lnTo>
                <a:lnTo>
                  <a:pt x="2053389" y="220545"/>
                </a:lnTo>
                <a:lnTo>
                  <a:pt x="2082723" y="218717"/>
                </a:lnTo>
                <a:lnTo>
                  <a:pt x="2112057" y="216891"/>
                </a:lnTo>
                <a:lnTo>
                  <a:pt x="2141391" y="215069"/>
                </a:lnTo>
                <a:lnTo>
                  <a:pt x="2170726" y="213251"/>
                </a:lnTo>
                <a:lnTo>
                  <a:pt x="2200060" y="211435"/>
                </a:lnTo>
                <a:lnTo>
                  <a:pt x="2229394" y="209623"/>
                </a:lnTo>
                <a:lnTo>
                  <a:pt x="2258728" y="207814"/>
                </a:lnTo>
                <a:lnTo>
                  <a:pt x="2288062" y="206009"/>
                </a:lnTo>
                <a:lnTo>
                  <a:pt x="2317396" y="204207"/>
                </a:lnTo>
                <a:lnTo>
                  <a:pt x="2346730" y="202408"/>
                </a:lnTo>
                <a:lnTo>
                  <a:pt x="2376064" y="200612"/>
                </a:lnTo>
                <a:lnTo>
                  <a:pt x="2405399" y="198819"/>
                </a:lnTo>
                <a:lnTo>
                  <a:pt x="2434733" y="197030"/>
                </a:lnTo>
                <a:lnTo>
                  <a:pt x="2464067" y="195244"/>
                </a:lnTo>
                <a:lnTo>
                  <a:pt x="2493401" y="193461"/>
                </a:lnTo>
                <a:lnTo>
                  <a:pt x="2522735" y="191681"/>
                </a:lnTo>
                <a:lnTo>
                  <a:pt x="2552069" y="189904"/>
                </a:lnTo>
                <a:lnTo>
                  <a:pt x="2581403" y="188130"/>
                </a:lnTo>
                <a:lnTo>
                  <a:pt x="2610738" y="186359"/>
                </a:lnTo>
                <a:lnTo>
                  <a:pt x="2640072" y="184591"/>
                </a:lnTo>
                <a:lnTo>
                  <a:pt x="2669406" y="182825"/>
                </a:lnTo>
                <a:lnTo>
                  <a:pt x="2698740" y="181063"/>
                </a:lnTo>
                <a:lnTo>
                  <a:pt x="2728074" y="179304"/>
                </a:lnTo>
                <a:lnTo>
                  <a:pt x="2757408" y="177547"/>
                </a:lnTo>
                <a:lnTo>
                  <a:pt x="2786742" y="175793"/>
                </a:lnTo>
                <a:lnTo>
                  <a:pt x="2816076" y="174041"/>
                </a:lnTo>
                <a:lnTo>
                  <a:pt x="2845411" y="172292"/>
                </a:lnTo>
                <a:lnTo>
                  <a:pt x="2874745" y="170546"/>
                </a:lnTo>
                <a:lnTo>
                  <a:pt x="2904079" y="168802"/>
                </a:lnTo>
                <a:lnTo>
                  <a:pt x="2933413" y="167061"/>
                </a:lnTo>
                <a:lnTo>
                  <a:pt x="2962747" y="165322"/>
                </a:lnTo>
                <a:lnTo>
                  <a:pt x="2992081" y="163586"/>
                </a:lnTo>
                <a:lnTo>
                  <a:pt x="3021415" y="161851"/>
                </a:lnTo>
                <a:lnTo>
                  <a:pt x="3050750" y="160119"/>
                </a:lnTo>
                <a:lnTo>
                  <a:pt x="3080084" y="158390"/>
                </a:lnTo>
                <a:lnTo>
                  <a:pt x="3109418" y="156662"/>
                </a:lnTo>
                <a:lnTo>
                  <a:pt x="3138752" y="154937"/>
                </a:lnTo>
                <a:lnTo>
                  <a:pt x="3168086" y="153213"/>
                </a:lnTo>
                <a:lnTo>
                  <a:pt x="3197420" y="151492"/>
                </a:lnTo>
                <a:lnTo>
                  <a:pt x="3226754" y="149772"/>
                </a:lnTo>
                <a:lnTo>
                  <a:pt x="3256089" y="148055"/>
                </a:lnTo>
                <a:lnTo>
                  <a:pt x="3285423" y="146340"/>
                </a:lnTo>
                <a:lnTo>
                  <a:pt x="3314757" y="144626"/>
                </a:lnTo>
                <a:lnTo>
                  <a:pt x="3344091" y="142914"/>
                </a:lnTo>
                <a:lnTo>
                  <a:pt x="3373425" y="141204"/>
                </a:lnTo>
                <a:lnTo>
                  <a:pt x="3402759" y="139495"/>
                </a:lnTo>
                <a:lnTo>
                  <a:pt x="3432093" y="137789"/>
                </a:lnTo>
                <a:lnTo>
                  <a:pt x="3461427" y="136084"/>
                </a:lnTo>
                <a:lnTo>
                  <a:pt x="3490762" y="134380"/>
                </a:lnTo>
                <a:lnTo>
                  <a:pt x="3520096" y="132678"/>
                </a:lnTo>
                <a:lnTo>
                  <a:pt x="3549430" y="130978"/>
                </a:lnTo>
                <a:lnTo>
                  <a:pt x="3578764" y="129279"/>
                </a:lnTo>
                <a:lnTo>
                  <a:pt x="3608098" y="127581"/>
                </a:lnTo>
                <a:lnTo>
                  <a:pt x="3637432" y="125885"/>
                </a:lnTo>
                <a:lnTo>
                  <a:pt x="3666766" y="124190"/>
                </a:lnTo>
                <a:lnTo>
                  <a:pt x="3696101" y="122497"/>
                </a:lnTo>
                <a:lnTo>
                  <a:pt x="3725435" y="120805"/>
                </a:lnTo>
                <a:lnTo>
                  <a:pt x="3754769" y="119114"/>
                </a:lnTo>
                <a:lnTo>
                  <a:pt x="3784103" y="117424"/>
                </a:lnTo>
                <a:lnTo>
                  <a:pt x="3813437" y="115736"/>
                </a:lnTo>
                <a:lnTo>
                  <a:pt x="3842771" y="114048"/>
                </a:lnTo>
                <a:lnTo>
                  <a:pt x="3872105" y="112362"/>
                </a:lnTo>
                <a:lnTo>
                  <a:pt x="3901440" y="110677"/>
                </a:lnTo>
                <a:lnTo>
                  <a:pt x="3930774" y="108993"/>
                </a:lnTo>
                <a:lnTo>
                  <a:pt x="3960108" y="107310"/>
                </a:lnTo>
                <a:lnTo>
                  <a:pt x="3989442" y="105628"/>
                </a:lnTo>
                <a:lnTo>
                  <a:pt x="4018776" y="103947"/>
                </a:lnTo>
                <a:lnTo>
                  <a:pt x="4048110" y="102267"/>
                </a:lnTo>
                <a:lnTo>
                  <a:pt x="4077444" y="100588"/>
                </a:lnTo>
                <a:lnTo>
                  <a:pt x="4106778" y="98910"/>
                </a:lnTo>
                <a:lnTo>
                  <a:pt x="4136113" y="97232"/>
                </a:lnTo>
                <a:lnTo>
                  <a:pt x="4165447" y="95556"/>
                </a:lnTo>
                <a:lnTo>
                  <a:pt x="4194781" y="93880"/>
                </a:lnTo>
                <a:lnTo>
                  <a:pt x="4224115" y="92205"/>
                </a:lnTo>
                <a:lnTo>
                  <a:pt x="4253449" y="90531"/>
                </a:lnTo>
                <a:lnTo>
                  <a:pt x="4282783" y="88857"/>
                </a:lnTo>
                <a:lnTo>
                  <a:pt x="4312117" y="87185"/>
                </a:lnTo>
                <a:lnTo>
                  <a:pt x="4341452" y="85513"/>
                </a:lnTo>
                <a:lnTo>
                  <a:pt x="4370786" y="83842"/>
                </a:lnTo>
                <a:lnTo>
                  <a:pt x="4400120" y="82171"/>
                </a:lnTo>
                <a:lnTo>
                  <a:pt x="4429454" y="80501"/>
                </a:lnTo>
                <a:lnTo>
                  <a:pt x="4458788" y="78832"/>
                </a:lnTo>
                <a:lnTo>
                  <a:pt x="4488122" y="77163"/>
                </a:lnTo>
                <a:lnTo>
                  <a:pt x="4517456" y="75495"/>
                </a:lnTo>
                <a:lnTo>
                  <a:pt x="4546790" y="73828"/>
                </a:lnTo>
                <a:lnTo>
                  <a:pt x="4576125" y="72161"/>
                </a:lnTo>
                <a:lnTo>
                  <a:pt x="4605459" y="70494"/>
                </a:lnTo>
                <a:lnTo>
                  <a:pt x="4634793" y="68828"/>
                </a:lnTo>
                <a:lnTo>
                  <a:pt x="4664127" y="67163"/>
                </a:lnTo>
                <a:lnTo>
                  <a:pt x="4693461" y="65498"/>
                </a:lnTo>
                <a:lnTo>
                  <a:pt x="4722795" y="63834"/>
                </a:lnTo>
                <a:lnTo>
                  <a:pt x="4752129" y="62170"/>
                </a:lnTo>
                <a:lnTo>
                  <a:pt x="4781464" y="60506"/>
                </a:lnTo>
                <a:lnTo>
                  <a:pt x="4810798" y="58843"/>
                </a:lnTo>
                <a:lnTo>
                  <a:pt x="4840132" y="57180"/>
                </a:lnTo>
                <a:lnTo>
                  <a:pt x="4869466" y="55518"/>
                </a:lnTo>
                <a:lnTo>
                  <a:pt x="4898800" y="53856"/>
                </a:lnTo>
                <a:lnTo>
                  <a:pt x="4928134" y="52195"/>
                </a:lnTo>
                <a:lnTo>
                  <a:pt x="4957468" y="50534"/>
                </a:lnTo>
                <a:lnTo>
                  <a:pt x="4986803" y="48873"/>
                </a:lnTo>
                <a:lnTo>
                  <a:pt x="5016137" y="47213"/>
                </a:lnTo>
                <a:lnTo>
                  <a:pt x="5045471" y="45553"/>
                </a:lnTo>
                <a:lnTo>
                  <a:pt x="5074805" y="43893"/>
                </a:lnTo>
                <a:lnTo>
                  <a:pt x="5104139" y="42233"/>
                </a:lnTo>
                <a:lnTo>
                  <a:pt x="5133473" y="40574"/>
                </a:lnTo>
                <a:lnTo>
                  <a:pt x="5162807" y="38916"/>
                </a:lnTo>
                <a:lnTo>
                  <a:pt x="5192141" y="37257"/>
                </a:lnTo>
                <a:lnTo>
                  <a:pt x="5221476" y="35599"/>
                </a:lnTo>
                <a:lnTo>
                  <a:pt x="5250810" y="33941"/>
                </a:lnTo>
                <a:lnTo>
                  <a:pt x="5280144" y="32283"/>
                </a:lnTo>
                <a:lnTo>
                  <a:pt x="5309478" y="30626"/>
                </a:lnTo>
                <a:lnTo>
                  <a:pt x="5338812" y="28969"/>
                </a:lnTo>
                <a:lnTo>
                  <a:pt x="5368146" y="27312"/>
                </a:lnTo>
                <a:lnTo>
                  <a:pt x="5397480" y="25655"/>
                </a:lnTo>
                <a:lnTo>
                  <a:pt x="5426815" y="23998"/>
                </a:lnTo>
                <a:lnTo>
                  <a:pt x="5456149" y="22342"/>
                </a:lnTo>
                <a:lnTo>
                  <a:pt x="5485483" y="20686"/>
                </a:lnTo>
                <a:lnTo>
                  <a:pt x="5514817" y="19030"/>
                </a:lnTo>
                <a:lnTo>
                  <a:pt x="5544151" y="17374"/>
                </a:lnTo>
                <a:lnTo>
                  <a:pt x="5573485" y="15719"/>
                </a:lnTo>
                <a:lnTo>
                  <a:pt x="5602819" y="14064"/>
                </a:lnTo>
                <a:lnTo>
                  <a:pt x="5632153" y="12408"/>
                </a:lnTo>
                <a:lnTo>
                  <a:pt x="5661488" y="10753"/>
                </a:lnTo>
                <a:lnTo>
                  <a:pt x="5690822" y="9099"/>
                </a:lnTo>
                <a:lnTo>
                  <a:pt x="5720156" y="7444"/>
                </a:lnTo>
                <a:lnTo>
                  <a:pt x="5749490" y="5789"/>
                </a:lnTo>
                <a:lnTo>
                  <a:pt x="5778824" y="4135"/>
                </a:lnTo>
                <a:lnTo>
                  <a:pt x="5808158" y="2481"/>
                </a:lnTo>
                <a:lnTo>
                  <a:pt x="5837492" y="827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4-E08 text 30" descr="sci-ppt:o030"/>
          <p:cNvSpPr txBox="1"/>
          <p:nvPr/>
        </p:nvSpPr>
        <p:spPr>
          <a:xfrm>
            <a:off x="1719072" y="2377439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J_A = ∫ p_load dt (applied)</a:t>
            </a:r>
          </a:p>
        </p:txBody>
      </p:sp>
      <p:sp>
        <p:nvSpPr>
          <p:cNvPr id="33" name="C4-E08 text 31" descr="sci-ppt:o031"/>
          <p:cNvSpPr txBox="1"/>
          <p:nvPr/>
        </p:nvSpPr>
        <p:spPr>
          <a:xfrm>
            <a:off x="2157984" y="3886199"/>
            <a:ext cx="38404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reactions ∫ [D_f∇⁴w − T₀∇²w + t_coh] dt</a:t>
            </a:r>
          </a:p>
        </p:txBody>
      </p:sp>
      <p:sp>
        <p:nvSpPr>
          <p:cNvPr id="34" name="C4-E08 round_rect 32" descr="sci-ppt:o032"/>
          <p:cNvSpPr/>
          <p:nvPr/>
        </p:nvSpPr>
        <p:spPr>
          <a:xfrm>
            <a:off x="7040880" y="1371600"/>
            <a:ext cx="4800600" cy="3291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08 text 33" descr="sci-ppt:o033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Exact pulse integral</a:t>
            </a:r>
          </a:p>
        </p:txBody>
      </p:sp>
      <p:sp>
        <p:nvSpPr>
          <p:cNvPr id="36" name="C4-E08 text 34" descr="sci-ppt:o034"/>
          <p:cNvSpPr txBox="1"/>
          <p:nvPr/>
        </p:nvSpPr>
        <p:spPr>
          <a:xfrm>
            <a:off x="7178040" y="1874519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m_A[ẇ(t_b) − ẇ(tₐ)] = J_A − ∫ [D_f∇⁴w − T₀∇²w + t_coh]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dt</a:t>
            </a:r>
          </a:p>
        </p:txBody>
      </p:sp>
      <p:sp>
        <p:nvSpPr>
          <p:cNvPr id="37" name="C4-E08 text 35" descr="sci-ppt:o035"/>
          <p:cNvSpPr txBox="1"/>
          <p:nvPr/>
        </p:nvSpPr>
        <p:spPr>
          <a:xfrm>
            <a:off x="7379208" y="2834640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Left: momentum per area gained.</a:t>
            </a:r>
          </a:p>
        </p:txBody>
      </p:sp>
      <p:sp>
        <p:nvSpPr>
          <p:cNvPr id="38" name="C4-E08 ellipse 36" descr="sci-ppt:o036"/>
          <p:cNvSpPr/>
          <p:nvPr/>
        </p:nvSpPr>
        <p:spPr>
          <a:xfrm>
            <a:off x="7210044" y="28879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08 text 37" descr="sci-ppt:o037"/>
          <p:cNvSpPr txBox="1"/>
          <p:nvPr/>
        </p:nvSpPr>
        <p:spPr>
          <a:xfrm>
            <a:off x="7379208" y="3112008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Right: applied impulse minus impulse of the reactions.</a:t>
            </a:r>
          </a:p>
        </p:txBody>
      </p:sp>
      <p:sp>
        <p:nvSpPr>
          <p:cNvPr id="40" name="C4-E08 ellipse 38" descr="sci-ppt:o038"/>
          <p:cNvSpPr/>
          <p:nvPr/>
        </p:nvSpPr>
        <p:spPr>
          <a:xfrm>
            <a:off x="7210044" y="316534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4-E08 text 39" descr="sci-ppt:o039"/>
          <p:cNvSpPr txBox="1"/>
          <p:nvPr/>
        </p:nvSpPr>
        <p:spPr>
          <a:xfrm>
            <a:off x="7379208" y="3389376"/>
            <a:ext cx="437083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Reactions are small only if the pulse is shorter than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plate response.</a:t>
            </a:r>
          </a:p>
        </p:txBody>
      </p:sp>
      <p:sp>
        <p:nvSpPr>
          <p:cNvPr id="42" name="C4-E08 ellipse 40" descr="sci-ppt:o040"/>
          <p:cNvSpPr/>
          <p:nvPr/>
        </p:nvSpPr>
        <p:spPr>
          <a:xfrm>
            <a:off x="7210044" y="34427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4-E08 text 41" descr="sci-ppt:o041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free velocity jump J_A/m_A is only the upper limit: elastic and cohesive reactions subtract from it.</a:t>
            </a:r>
          </a:p>
        </p:txBody>
      </p:sp>
      <p:sp>
        <p:nvSpPr>
          <p:cNvPr id="44" name="C4-E08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Time-integrated momentum balance of Eq. C4-E08; curves are schematic.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