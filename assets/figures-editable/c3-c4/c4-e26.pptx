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C4-E26 · Exact work integral of the adopted cohesive law</a:t>
            </a:r>
          </a:p>
        </p:txBody>
      </p:sp>
      <p:cxnSp>
        <p:nvCxnSpPr>
          <p:cNvPr id="3" name="C4-E26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2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26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26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26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26 line 6" descr="sci-ppt:o006"/>
          <p:cNvCxnSpPr/>
          <p:nvPr/>
        </p:nvCxnSpPr>
        <p:spPr>
          <a:xfrm>
            <a:off x="300445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26 line 7" descr="sci-ppt:o007"/>
          <p:cNvCxnSpPr/>
          <p:nvPr/>
        </p:nvCxnSpPr>
        <p:spPr>
          <a:xfrm>
            <a:off x="300445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26 text 8" descr="sci-ppt:o008"/>
          <p:cNvSpPr txBox="1"/>
          <p:nvPr/>
        </p:nvSpPr>
        <p:spPr>
          <a:xfrm>
            <a:off x="254725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</a:t>
            </a:r>
          </a:p>
        </p:txBody>
      </p:sp>
      <p:cxnSp>
        <p:nvCxnSpPr>
          <p:cNvPr id="11" name="C4-E26 line 9" descr="sci-ppt:o009"/>
          <p:cNvCxnSpPr/>
          <p:nvPr/>
        </p:nvCxnSpPr>
        <p:spPr>
          <a:xfrm>
            <a:off x="509451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26 line 10" descr="sci-ppt:o010"/>
          <p:cNvCxnSpPr/>
          <p:nvPr/>
        </p:nvCxnSpPr>
        <p:spPr>
          <a:xfrm>
            <a:off x="509451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26 text 11" descr="sci-ppt:o011"/>
          <p:cNvSpPr txBox="1"/>
          <p:nvPr/>
        </p:nvSpPr>
        <p:spPr>
          <a:xfrm>
            <a:off x="463731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14" name="C4-E26 line 12" descr="sci-ppt:o012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26 line 13" descr="sci-ppt:o013"/>
          <p:cNvCxnSpPr/>
          <p:nvPr/>
        </p:nvCxnSpPr>
        <p:spPr>
          <a:xfrm>
            <a:off x="850392" y="362243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4-E26 line 14" descr="sci-ppt:o014"/>
          <p:cNvCxnSpPr/>
          <p:nvPr/>
        </p:nvCxnSpPr>
        <p:spPr>
          <a:xfrm>
            <a:off x="914400" y="362243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4-E26 text 15" descr="sci-ppt:o015"/>
          <p:cNvSpPr txBox="1"/>
          <p:nvPr/>
        </p:nvSpPr>
        <p:spPr>
          <a:xfrm>
            <a:off x="45720" y="354013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8" name="C4-E26 line 16" descr="sci-ppt:o016"/>
          <p:cNvCxnSpPr/>
          <p:nvPr/>
        </p:nvCxnSpPr>
        <p:spPr>
          <a:xfrm>
            <a:off x="850392" y="221566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26 line 17" descr="sci-ppt:o017"/>
          <p:cNvCxnSpPr/>
          <p:nvPr/>
        </p:nvCxnSpPr>
        <p:spPr>
          <a:xfrm>
            <a:off x="914400" y="221566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26 text 18" descr="sci-ppt:o018"/>
          <p:cNvSpPr txBox="1"/>
          <p:nvPr/>
        </p:nvSpPr>
        <p:spPr>
          <a:xfrm>
            <a:off x="45720" y="213336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sp>
        <p:nvSpPr>
          <p:cNvPr id="21" name="C4-E26 text 19" descr="sci-ppt:o019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opening δ  (nm)</a:t>
            </a:r>
          </a:p>
        </p:txBody>
      </p:sp>
      <p:sp>
        <p:nvSpPr>
          <p:cNvPr id="22" name="C4-E26 text 20" descr="sci-ppt:o020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tₙ  (MPa)</a:t>
            </a:r>
          </a:p>
        </p:txBody>
      </p:sp>
      <p:sp>
        <p:nvSpPr>
          <p:cNvPr id="23" name="C4-E26 polygon 21" descr="sci-ppt:o021"/>
          <p:cNvSpPr/>
          <p:nvPr/>
        </p:nvSpPr>
        <p:spPr>
          <a:xfrm>
            <a:off x="914400" y="2217227"/>
            <a:ext cx="5852160" cy="2811973"/>
          </a:xfrm>
          <a:custGeom>
            <a:avLst/>
            <a:gdLst/>
            <a:ahLst/>
            <a:cxnLst/>
            <a:rect l="l" t="t" r="r" b="b"/>
            <a:pathLst>
              <a:path w="5852160" h="2811973">
                <a:moveTo>
                  <a:pt x="0" y="2811973"/>
                </a:moveTo>
                <a:lnTo>
                  <a:pt x="9769" y="2746214"/>
                </a:lnTo>
                <a:lnTo>
                  <a:pt x="19539" y="2680455"/>
                </a:lnTo>
                <a:lnTo>
                  <a:pt x="29309" y="2614696"/>
                </a:lnTo>
                <a:lnTo>
                  <a:pt x="39079" y="2548937"/>
                </a:lnTo>
                <a:lnTo>
                  <a:pt x="48849" y="2483178"/>
                </a:lnTo>
                <a:lnTo>
                  <a:pt x="58619" y="2417420"/>
                </a:lnTo>
                <a:lnTo>
                  <a:pt x="68389" y="2351661"/>
                </a:lnTo>
                <a:lnTo>
                  <a:pt x="78159" y="2285902"/>
                </a:lnTo>
                <a:lnTo>
                  <a:pt x="87928" y="2220143"/>
                </a:lnTo>
                <a:lnTo>
                  <a:pt x="97698" y="2154384"/>
                </a:lnTo>
                <a:lnTo>
                  <a:pt x="107468" y="2088625"/>
                </a:lnTo>
                <a:lnTo>
                  <a:pt x="117238" y="2022867"/>
                </a:lnTo>
                <a:lnTo>
                  <a:pt x="127008" y="1957108"/>
                </a:lnTo>
                <a:lnTo>
                  <a:pt x="136778" y="1891349"/>
                </a:lnTo>
                <a:lnTo>
                  <a:pt x="146548" y="1825590"/>
                </a:lnTo>
                <a:lnTo>
                  <a:pt x="156318" y="1759831"/>
                </a:lnTo>
                <a:lnTo>
                  <a:pt x="166088" y="1694072"/>
                </a:lnTo>
                <a:lnTo>
                  <a:pt x="175857" y="1628314"/>
                </a:lnTo>
                <a:lnTo>
                  <a:pt x="185627" y="1562555"/>
                </a:lnTo>
                <a:lnTo>
                  <a:pt x="195397" y="1496796"/>
                </a:lnTo>
                <a:lnTo>
                  <a:pt x="205167" y="1431037"/>
                </a:lnTo>
                <a:lnTo>
                  <a:pt x="214937" y="1365278"/>
                </a:lnTo>
                <a:lnTo>
                  <a:pt x="224707" y="1299519"/>
                </a:lnTo>
                <a:lnTo>
                  <a:pt x="234477" y="1233761"/>
                </a:lnTo>
                <a:lnTo>
                  <a:pt x="244247" y="1168002"/>
                </a:lnTo>
                <a:lnTo>
                  <a:pt x="254016" y="1102243"/>
                </a:lnTo>
                <a:lnTo>
                  <a:pt x="263786" y="1036484"/>
                </a:lnTo>
                <a:lnTo>
                  <a:pt x="273556" y="970725"/>
                </a:lnTo>
                <a:lnTo>
                  <a:pt x="283326" y="904966"/>
                </a:lnTo>
                <a:lnTo>
                  <a:pt x="293096" y="839208"/>
                </a:lnTo>
                <a:lnTo>
                  <a:pt x="302866" y="773449"/>
                </a:lnTo>
                <a:lnTo>
                  <a:pt x="312636" y="707690"/>
                </a:lnTo>
                <a:lnTo>
                  <a:pt x="322406" y="641931"/>
                </a:lnTo>
                <a:lnTo>
                  <a:pt x="332176" y="576172"/>
                </a:lnTo>
                <a:lnTo>
                  <a:pt x="341945" y="510413"/>
                </a:lnTo>
                <a:lnTo>
                  <a:pt x="351715" y="444655"/>
                </a:lnTo>
                <a:lnTo>
                  <a:pt x="361485" y="378896"/>
                </a:lnTo>
                <a:lnTo>
                  <a:pt x="371255" y="313137"/>
                </a:lnTo>
                <a:lnTo>
                  <a:pt x="381025" y="247378"/>
                </a:lnTo>
                <a:lnTo>
                  <a:pt x="390795" y="181619"/>
                </a:lnTo>
                <a:lnTo>
                  <a:pt x="400565" y="115861"/>
                </a:lnTo>
                <a:lnTo>
                  <a:pt x="410335" y="50102"/>
                </a:lnTo>
                <a:lnTo>
                  <a:pt x="420104" y="0"/>
                </a:lnTo>
                <a:lnTo>
                  <a:pt x="429874" y="7306"/>
                </a:lnTo>
                <a:lnTo>
                  <a:pt x="439644" y="14613"/>
                </a:lnTo>
                <a:lnTo>
                  <a:pt x="449414" y="21919"/>
                </a:lnTo>
                <a:lnTo>
                  <a:pt x="459184" y="29226"/>
                </a:lnTo>
                <a:lnTo>
                  <a:pt x="468954" y="36532"/>
                </a:lnTo>
                <a:lnTo>
                  <a:pt x="478724" y="43839"/>
                </a:lnTo>
                <a:lnTo>
                  <a:pt x="488494" y="51145"/>
                </a:lnTo>
                <a:lnTo>
                  <a:pt x="498264" y="58452"/>
                </a:lnTo>
                <a:lnTo>
                  <a:pt x="508033" y="65759"/>
                </a:lnTo>
                <a:lnTo>
                  <a:pt x="517803" y="73065"/>
                </a:lnTo>
                <a:lnTo>
                  <a:pt x="527573" y="80372"/>
                </a:lnTo>
                <a:lnTo>
                  <a:pt x="537343" y="87678"/>
                </a:lnTo>
                <a:lnTo>
                  <a:pt x="547113" y="94985"/>
                </a:lnTo>
                <a:lnTo>
                  <a:pt x="556883" y="102291"/>
                </a:lnTo>
                <a:lnTo>
                  <a:pt x="566653" y="109598"/>
                </a:lnTo>
                <a:lnTo>
                  <a:pt x="576423" y="116904"/>
                </a:lnTo>
                <a:lnTo>
                  <a:pt x="586192" y="124211"/>
                </a:lnTo>
                <a:lnTo>
                  <a:pt x="595962" y="131517"/>
                </a:lnTo>
                <a:lnTo>
                  <a:pt x="605732" y="138824"/>
                </a:lnTo>
                <a:lnTo>
                  <a:pt x="615502" y="146130"/>
                </a:lnTo>
                <a:lnTo>
                  <a:pt x="625272" y="153437"/>
                </a:lnTo>
                <a:lnTo>
                  <a:pt x="635042" y="160744"/>
                </a:lnTo>
                <a:lnTo>
                  <a:pt x="644812" y="168050"/>
                </a:lnTo>
                <a:lnTo>
                  <a:pt x="654582" y="175357"/>
                </a:lnTo>
                <a:lnTo>
                  <a:pt x="664352" y="182663"/>
                </a:lnTo>
                <a:lnTo>
                  <a:pt x="674121" y="189970"/>
                </a:lnTo>
                <a:lnTo>
                  <a:pt x="683891" y="197276"/>
                </a:lnTo>
                <a:lnTo>
                  <a:pt x="693661" y="204583"/>
                </a:lnTo>
                <a:lnTo>
                  <a:pt x="703431" y="211889"/>
                </a:lnTo>
                <a:lnTo>
                  <a:pt x="713201" y="219196"/>
                </a:lnTo>
                <a:lnTo>
                  <a:pt x="722971" y="226502"/>
                </a:lnTo>
                <a:lnTo>
                  <a:pt x="732741" y="233809"/>
                </a:lnTo>
                <a:lnTo>
                  <a:pt x="742511" y="241115"/>
                </a:lnTo>
                <a:lnTo>
                  <a:pt x="752281" y="248422"/>
                </a:lnTo>
                <a:lnTo>
                  <a:pt x="762050" y="255729"/>
                </a:lnTo>
                <a:lnTo>
                  <a:pt x="771820" y="263035"/>
                </a:lnTo>
                <a:lnTo>
                  <a:pt x="781590" y="270342"/>
                </a:lnTo>
                <a:lnTo>
                  <a:pt x="791360" y="277648"/>
                </a:lnTo>
                <a:lnTo>
                  <a:pt x="801130" y="284955"/>
                </a:lnTo>
                <a:lnTo>
                  <a:pt x="810900" y="292261"/>
                </a:lnTo>
                <a:lnTo>
                  <a:pt x="820670" y="299568"/>
                </a:lnTo>
                <a:lnTo>
                  <a:pt x="830440" y="306874"/>
                </a:lnTo>
                <a:lnTo>
                  <a:pt x="840209" y="314181"/>
                </a:lnTo>
                <a:lnTo>
                  <a:pt x="849979" y="321487"/>
                </a:lnTo>
                <a:lnTo>
                  <a:pt x="859749" y="328794"/>
                </a:lnTo>
                <a:lnTo>
                  <a:pt x="869519" y="336100"/>
                </a:lnTo>
                <a:lnTo>
                  <a:pt x="879289" y="343407"/>
                </a:lnTo>
                <a:lnTo>
                  <a:pt x="889059" y="350713"/>
                </a:lnTo>
                <a:lnTo>
                  <a:pt x="898829" y="358020"/>
                </a:lnTo>
                <a:lnTo>
                  <a:pt x="908599" y="365327"/>
                </a:lnTo>
                <a:lnTo>
                  <a:pt x="918369" y="372633"/>
                </a:lnTo>
                <a:lnTo>
                  <a:pt x="928138" y="379940"/>
                </a:lnTo>
                <a:lnTo>
                  <a:pt x="937908" y="387246"/>
                </a:lnTo>
                <a:lnTo>
                  <a:pt x="947678" y="394553"/>
                </a:lnTo>
                <a:lnTo>
                  <a:pt x="957448" y="401859"/>
                </a:lnTo>
                <a:lnTo>
                  <a:pt x="967218" y="409166"/>
                </a:lnTo>
                <a:lnTo>
                  <a:pt x="976988" y="416472"/>
                </a:lnTo>
                <a:lnTo>
                  <a:pt x="986758" y="423779"/>
                </a:lnTo>
                <a:lnTo>
                  <a:pt x="996528" y="431085"/>
                </a:lnTo>
                <a:lnTo>
                  <a:pt x="1006297" y="438392"/>
                </a:lnTo>
                <a:lnTo>
                  <a:pt x="1016067" y="445698"/>
                </a:lnTo>
                <a:lnTo>
                  <a:pt x="1025837" y="453005"/>
                </a:lnTo>
                <a:lnTo>
                  <a:pt x="1035607" y="460312"/>
                </a:lnTo>
                <a:lnTo>
                  <a:pt x="1045377" y="467618"/>
                </a:lnTo>
                <a:lnTo>
                  <a:pt x="1055147" y="474925"/>
                </a:lnTo>
                <a:lnTo>
                  <a:pt x="1064917" y="482231"/>
                </a:lnTo>
                <a:lnTo>
                  <a:pt x="1074687" y="489538"/>
                </a:lnTo>
                <a:lnTo>
                  <a:pt x="1084457" y="496844"/>
                </a:lnTo>
                <a:lnTo>
                  <a:pt x="1094226" y="504151"/>
                </a:lnTo>
                <a:lnTo>
                  <a:pt x="1103996" y="511457"/>
                </a:lnTo>
                <a:lnTo>
                  <a:pt x="1113766" y="518764"/>
                </a:lnTo>
                <a:lnTo>
                  <a:pt x="1123536" y="526070"/>
                </a:lnTo>
                <a:lnTo>
                  <a:pt x="1133306" y="533377"/>
                </a:lnTo>
                <a:lnTo>
                  <a:pt x="1143076" y="540683"/>
                </a:lnTo>
                <a:lnTo>
                  <a:pt x="1152846" y="547990"/>
                </a:lnTo>
                <a:lnTo>
                  <a:pt x="1162616" y="555297"/>
                </a:lnTo>
                <a:lnTo>
                  <a:pt x="1172385" y="562603"/>
                </a:lnTo>
                <a:lnTo>
                  <a:pt x="1182155" y="569910"/>
                </a:lnTo>
                <a:lnTo>
                  <a:pt x="1191925" y="577216"/>
                </a:lnTo>
                <a:lnTo>
                  <a:pt x="1201695" y="584523"/>
                </a:lnTo>
                <a:lnTo>
                  <a:pt x="1211465" y="591829"/>
                </a:lnTo>
                <a:lnTo>
                  <a:pt x="1221235" y="599136"/>
                </a:lnTo>
                <a:lnTo>
                  <a:pt x="1231005" y="606442"/>
                </a:lnTo>
                <a:lnTo>
                  <a:pt x="1240775" y="613749"/>
                </a:lnTo>
                <a:lnTo>
                  <a:pt x="1250545" y="621055"/>
                </a:lnTo>
                <a:lnTo>
                  <a:pt x="1260314" y="628362"/>
                </a:lnTo>
                <a:lnTo>
                  <a:pt x="1270084" y="635668"/>
                </a:lnTo>
                <a:lnTo>
                  <a:pt x="1279854" y="642975"/>
                </a:lnTo>
                <a:lnTo>
                  <a:pt x="1289624" y="650281"/>
                </a:lnTo>
                <a:lnTo>
                  <a:pt x="1299394" y="657588"/>
                </a:lnTo>
                <a:lnTo>
                  <a:pt x="1309164" y="664895"/>
                </a:lnTo>
                <a:lnTo>
                  <a:pt x="1318934" y="672201"/>
                </a:lnTo>
                <a:lnTo>
                  <a:pt x="1328704" y="679508"/>
                </a:lnTo>
                <a:lnTo>
                  <a:pt x="1338473" y="686814"/>
                </a:lnTo>
                <a:lnTo>
                  <a:pt x="1348243" y="694121"/>
                </a:lnTo>
                <a:lnTo>
                  <a:pt x="1358013" y="701427"/>
                </a:lnTo>
                <a:lnTo>
                  <a:pt x="1367783" y="708734"/>
                </a:lnTo>
                <a:lnTo>
                  <a:pt x="1377553" y="716040"/>
                </a:lnTo>
                <a:lnTo>
                  <a:pt x="1387323" y="723347"/>
                </a:lnTo>
                <a:lnTo>
                  <a:pt x="1397093" y="730653"/>
                </a:lnTo>
                <a:lnTo>
                  <a:pt x="1406863" y="737960"/>
                </a:lnTo>
                <a:lnTo>
                  <a:pt x="1416633" y="745266"/>
                </a:lnTo>
                <a:lnTo>
                  <a:pt x="1426402" y="752573"/>
                </a:lnTo>
                <a:lnTo>
                  <a:pt x="1436172" y="759880"/>
                </a:lnTo>
                <a:lnTo>
                  <a:pt x="1445942" y="767186"/>
                </a:lnTo>
                <a:lnTo>
                  <a:pt x="1455712" y="774493"/>
                </a:lnTo>
                <a:lnTo>
                  <a:pt x="1465482" y="781799"/>
                </a:lnTo>
                <a:lnTo>
                  <a:pt x="1475252" y="789106"/>
                </a:lnTo>
                <a:lnTo>
                  <a:pt x="1485022" y="796412"/>
                </a:lnTo>
                <a:lnTo>
                  <a:pt x="1494792" y="803719"/>
                </a:lnTo>
                <a:lnTo>
                  <a:pt x="1504562" y="811025"/>
                </a:lnTo>
                <a:lnTo>
                  <a:pt x="1514331" y="818332"/>
                </a:lnTo>
                <a:lnTo>
                  <a:pt x="1524101" y="825638"/>
                </a:lnTo>
                <a:lnTo>
                  <a:pt x="1533871" y="832945"/>
                </a:lnTo>
                <a:lnTo>
                  <a:pt x="1543641" y="840251"/>
                </a:lnTo>
                <a:lnTo>
                  <a:pt x="1553411" y="847558"/>
                </a:lnTo>
                <a:lnTo>
                  <a:pt x="1563181" y="854864"/>
                </a:lnTo>
                <a:lnTo>
                  <a:pt x="1572951" y="862171"/>
                </a:lnTo>
                <a:lnTo>
                  <a:pt x="1582721" y="869478"/>
                </a:lnTo>
                <a:lnTo>
                  <a:pt x="1592490" y="876784"/>
                </a:lnTo>
                <a:lnTo>
                  <a:pt x="1602260" y="884091"/>
                </a:lnTo>
                <a:lnTo>
                  <a:pt x="1612030" y="891397"/>
                </a:lnTo>
                <a:lnTo>
                  <a:pt x="1621800" y="898704"/>
                </a:lnTo>
                <a:lnTo>
                  <a:pt x="1631570" y="906010"/>
                </a:lnTo>
                <a:lnTo>
                  <a:pt x="1641340" y="913317"/>
                </a:lnTo>
                <a:lnTo>
                  <a:pt x="1651110" y="920623"/>
                </a:lnTo>
                <a:lnTo>
                  <a:pt x="1660880" y="927930"/>
                </a:lnTo>
                <a:lnTo>
                  <a:pt x="1670650" y="935236"/>
                </a:lnTo>
                <a:lnTo>
                  <a:pt x="1680419" y="942543"/>
                </a:lnTo>
                <a:lnTo>
                  <a:pt x="1690189" y="949849"/>
                </a:lnTo>
                <a:lnTo>
                  <a:pt x="1699959" y="957156"/>
                </a:lnTo>
                <a:lnTo>
                  <a:pt x="1709729" y="964463"/>
                </a:lnTo>
                <a:lnTo>
                  <a:pt x="1719499" y="971769"/>
                </a:lnTo>
                <a:lnTo>
                  <a:pt x="1729269" y="979076"/>
                </a:lnTo>
                <a:lnTo>
                  <a:pt x="1739039" y="986382"/>
                </a:lnTo>
                <a:lnTo>
                  <a:pt x="1748809" y="993689"/>
                </a:lnTo>
                <a:lnTo>
                  <a:pt x="1758578" y="1000995"/>
                </a:lnTo>
                <a:lnTo>
                  <a:pt x="1768348" y="1008302"/>
                </a:lnTo>
                <a:lnTo>
                  <a:pt x="1778118" y="1015608"/>
                </a:lnTo>
                <a:lnTo>
                  <a:pt x="1787888" y="1022915"/>
                </a:lnTo>
                <a:lnTo>
                  <a:pt x="1797658" y="1030221"/>
                </a:lnTo>
                <a:lnTo>
                  <a:pt x="1807428" y="1037528"/>
                </a:lnTo>
                <a:lnTo>
                  <a:pt x="1817198" y="1044834"/>
                </a:lnTo>
                <a:lnTo>
                  <a:pt x="1826968" y="1052141"/>
                </a:lnTo>
                <a:lnTo>
                  <a:pt x="1836738" y="1059448"/>
                </a:lnTo>
                <a:lnTo>
                  <a:pt x="1846507" y="1066754"/>
                </a:lnTo>
                <a:lnTo>
                  <a:pt x="1856277" y="1074061"/>
                </a:lnTo>
                <a:lnTo>
                  <a:pt x="1866047" y="1081367"/>
                </a:lnTo>
                <a:lnTo>
                  <a:pt x="1875817" y="1088674"/>
                </a:lnTo>
                <a:lnTo>
                  <a:pt x="1885587" y="1095980"/>
                </a:lnTo>
                <a:lnTo>
                  <a:pt x="1895357" y="1103287"/>
                </a:lnTo>
                <a:lnTo>
                  <a:pt x="1905127" y="1110593"/>
                </a:lnTo>
                <a:lnTo>
                  <a:pt x="1914897" y="1117900"/>
                </a:lnTo>
                <a:lnTo>
                  <a:pt x="1924666" y="1125206"/>
                </a:lnTo>
                <a:lnTo>
                  <a:pt x="1934436" y="1132513"/>
                </a:lnTo>
                <a:lnTo>
                  <a:pt x="1944206" y="1139819"/>
                </a:lnTo>
                <a:lnTo>
                  <a:pt x="1953976" y="1147126"/>
                </a:lnTo>
                <a:lnTo>
                  <a:pt x="1963746" y="1154432"/>
                </a:lnTo>
                <a:lnTo>
                  <a:pt x="1973516" y="1161739"/>
                </a:lnTo>
                <a:lnTo>
                  <a:pt x="1983286" y="1169046"/>
                </a:lnTo>
                <a:lnTo>
                  <a:pt x="1993056" y="1176352"/>
                </a:lnTo>
                <a:lnTo>
                  <a:pt x="2002826" y="1183659"/>
                </a:lnTo>
                <a:lnTo>
                  <a:pt x="2012595" y="1190965"/>
                </a:lnTo>
                <a:lnTo>
                  <a:pt x="2022365" y="1198272"/>
                </a:lnTo>
                <a:lnTo>
                  <a:pt x="2032135" y="1205578"/>
                </a:lnTo>
                <a:lnTo>
                  <a:pt x="2041905" y="1212885"/>
                </a:lnTo>
                <a:lnTo>
                  <a:pt x="2051675" y="1220191"/>
                </a:lnTo>
                <a:lnTo>
                  <a:pt x="2061445" y="1227498"/>
                </a:lnTo>
                <a:lnTo>
                  <a:pt x="2071215" y="1234804"/>
                </a:lnTo>
                <a:lnTo>
                  <a:pt x="2080985" y="1242111"/>
                </a:lnTo>
                <a:lnTo>
                  <a:pt x="2090754" y="1249417"/>
                </a:lnTo>
                <a:lnTo>
                  <a:pt x="2100524" y="1256724"/>
                </a:lnTo>
                <a:lnTo>
                  <a:pt x="2110294" y="1264031"/>
                </a:lnTo>
                <a:lnTo>
                  <a:pt x="2120064" y="1271337"/>
                </a:lnTo>
                <a:lnTo>
                  <a:pt x="2129834" y="1278644"/>
                </a:lnTo>
                <a:lnTo>
                  <a:pt x="2139604" y="1285950"/>
                </a:lnTo>
                <a:lnTo>
                  <a:pt x="2149374" y="1293257"/>
                </a:lnTo>
                <a:lnTo>
                  <a:pt x="2159144" y="1300563"/>
                </a:lnTo>
                <a:lnTo>
                  <a:pt x="2168914" y="1307870"/>
                </a:lnTo>
                <a:lnTo>
                  <a:pt x="2178683" y="1315176"/>
                </a:lnTo>
                <a:lnTo>
                  <a:pt x="2188453" y="1322483"/>
                </a:lnTo>
                <a:lnTo>
                  <a:pt x="2198223" y="1329789"/>
                </a:lnTo>
                <a:lnTo>
                  <a:pt x="2207993" y="1337096"/>
                </a:lnTo>
                <a:lnTo>
                  <a:pt x="2217763" y="1344402"/>
                </a:lnTo>
                <a:lnTo>
                  <a:pt x="2227533" y="1351709"/>
                </a:lnTo>
                <a:lnTo>
                  <a:pt x="2237303" y="1359016"/>
                </a:lnTo>
                <a:lnTo>
                  <a:pt x="2247073" y="1366322"/>
                </a:lnTo>
                <a:lnTo>
                  <a:pt x="2256843" y="1373629"/>
                </a:lnTo>
                <a:lnTo>
                  <a:pt x="2266612" y="1380935"/>
                </a:lnTo>
                <a:lnTo>
                  <a:pt x="2276382" y="1388242"/>
                </a:lnTo>
                <a:lnTo>
                  <a:pt x="2286152" y="1395548"/>
                </a:lnTo>
                <a:lnTo>
                  <a:pt x="2295922" y="1402855"/>
                </a:lnTo>
                <a:lnTo>
                  <a:pt x="2305692" y="1410161"/>
                </a:lnTo>
                <a:lnTo>
                  <a:pt x="2315462" y="1417468"/>
                </a:lnTo>
                <a:lnTo>
                  <a:pt x="2325232" y="1424774"/>
                </a:lnTo>
                <a:lnTo>
                  <a:pt x="2335002" y="1432081"/>
                </a:lnTo>
                <a:lnTo>
                  <a:pt x="2344771" y="1439387"/>
                </a:lnTo>
                <a:lnTo>
                  <a:pt x="2354541" y="1446694"/>
                </a:lnTo>
                <a:lnTo>
                  <a:pt x="2364311" y="1454000"/>
                </a:lnTo>
                <a:lnTo>
                  <a:pt x="2374081" y="1461307"/>
                </a:lnTo>
                <a:lnTo>
                  <a:pt x="2383851" y="1468614"/>
                </a:lnTo>
                <a:lnTo>
                  <a:pt x="2393621" y="1475920"/>
                </a:lnTo>
                <a:lnTo>
                  <a:pt x="2403391" y="1483227"/>
                </a:lnTo>
                <a:lnTo>
                  <a:pt x="2413161" y="1490533"/>
                </a:lnTo>
                <a:lnTo>
                  <a:pt x="2422931" y="1497840"/>
                </a:lnTo>
                <a:lnTo>
                  <a:pt x="2432700" y="1505146"/>
                </a:lnTo>
                <a:lnTo>
                  <a:pt x="2442470" y="1512453"/>
                </a:lnTo>
                <a:lnTo>
                  <a:pt x="2452240" y="1519759"/>
                </a:lnTo>
                <a:lnTo>
                  <a:pt x="2462010" y="1527066"/>
                </a:lnTo>
                <a:lnTo>
                  <a:pt x="2471780" y="1534372"/>
                </a:lnTo>
                <a:lnTo>
                  <a:pt x="2481550" y="1541679"/>
                </a:lnTo>
                <a:lnTo>
                  <a:pt x="2491320" y="1548985"/>
                </a:lnTo>
                <a:lnTo>
                  <a:pt x="2501090" y="1556292"/>
                </a:lnTo>
                <a:lnTo>
                  <a:pt x="2510859" y="1563599"/>
                </a:lnTo>
                <a:lnTo>
                  <a:pt x="2520629" y="1570905"/>
                </a:lnTo>
                <a:lnTo>
                  <a:pt x="2530399" y="1578212"/>
                </a:lnTo>
                <a:lnTo>
                  <a:pt x="2540169" y="1585518"/>
                </a:lnTo>
                <a:lnTo>
                  <a:pt x="2549939" y="1592825"/>
                </a:lnTo>
                <a:lnTo>
                  <a:pt x="2559709" y="1600131"/>
                </a:lnTo>
                <a:lnTo>
                  <a:pt x="2569479" y="1607438"/>
                </a:lnTo>
                <a:lnTo>
                  <a:pt x="2579249" y="1614744"/>
                </a:lnTo>
                <a:lnTo>
                  <a:pt x="2589019" y="1622051"/>
                </a:lnTo>
                <a:lnTo>
                  <a:pt x="2598788" y="1629357"/>
                </a:lnTo>
                <a:lnTo>
                  <a:pt x="2608558" y="1636664"/>
                </a:lnTo>
                <a:lnTo>
                  <a:pt x="2618328" y="1643970"/>
                </a:lnTo>
                <a:lnTo>
                  <a:pt x="2628098" y="1651277"/>
                </a:lnTo>
                <a:lnTo>
                  <a:pt x="2637868" y="1658584"/>
                </a:lnTo>
                <a:lnTo>
                  <a:pt x="2647638" y="1665890"/>
                </a:lnTo>
                <a:lnTo>
                  <a:pt x="2657408" y="1673197"/>
                </a:lnTo>
                <a:lnTo>
                  <a:pt x="2667178" y="1680503"/>
                </a:lnTo>
                <a:lnTo>
                  <a:pt x="2676947" y="1687810"/>
                </a:lnTo>
                <a:lnTo>
                  <a:pt x="2686717" y="1695116"/>
                </a:lnTo>
                <a:lnTo>
                  <a:pt x="2696487" y="1702423"/>
                </a:lnTo>
                <a:lnTo>
                  <a:pt x="2706257" y="1709729"/>
                </a:lnTo>
                <a:lnTo>
                  <a:pt x="2716027" y="1717036"/>
                </a:lnTo>
                <a:lnTo>
                  <a:pt x="2725797" y="1724342"/>
                </a:lnTo>
                <a:lnTo>
                  <a:pt x="2735567" y="1731649"/>
                </a:lnTo>
                <a:lnTo>
                  <a:pt x="2745337" y="1738955"/>
                </a:lnTo>
                <a:lnTo>
                  <a:pt x="2755107" y="1746262"/>
                </a:lnTo>
                <a:lnTo>
                  <a:pt x="2764876" y="1753568"/>
                </a:lnTo>
                <a:lnTo>
                  <a:pt x="2774646" y="1760875"/>
                </a:lnTo>
                <a:lnTo>
                  <a:pt x="2784416" y="1768182"/>
                </a:lnTo>
                <a:lnTo>
                  <a:pt x="2794186" y="1775488"/>
                </a:lnTo>
                <a:lnTo>
                  <a:pt x="2803956" y="1782795"/>
                </a:lnTo>
                <a:lnTo>
                  <a:pt x="2813726" y="1790101"/>
                </a:lnTo>
                <a:lnTo>
                  <a:pt x="2823496" y="1797408"/>
                </a:lnTo>
                <a:lnTo>
                  <a:pt x="2833266" y="1804714"/>
                </a:lnTo>
                <a:lnTo>
                  <a:pt x="2843035" y="1812021"/>
                </a:lnTo>
                <a:lnTo>
                  <a:pt x="2852805" y="1819327"/>
                </a:lnTo>
                <a:lnTo>
                  <a:pt x="2862575" y="1826634"/>
                </a:lnTo>
                <a:lnTo>
                  <a:pt x="2872345" y="1833940"/>
                </a:lnTo>
                <a:lnTo>
                  <a:pt x="2882115" y="1841247"/>
                </a:lnTo>
                <a:lnTo>
                  <a:pt x="2891885" y="1848553"/>
                </a:lnTo>
                <a:lnTo>
                  <a:pt x="2901655" y="1855860"/>
                </a:lnTo>
                <a:lnTo>
                  <a:pt x="2911425" y="1863167"/>
                </a:lnTo>
                <a:lnTo>
                  <a:pt x="2921195" y="1870473"/>
                </a:lnTo>
                <a:lnTo>
                  <a:pt x="2930964" y="1877780"/>
                </a:lnTo>
                <a:lnTo>
                  <a:pt x="2940734" y="1885086"/>
                </a:lnTo>
                <a:lnTo>
                  <a:pt x="2950504" y="1892393"/>
                </a:lnTo>
                <a:lnTo>
                  <a:pt x="2960274" y="1899699"/>
                </a:lnTo>
                <a:lnTo>
                  <a:pt x="2970044" y="1907006"/>
                </a:lnTo>
                <a:lnTo>
                  <a:pt x="2979814" y="1914312"/>
                </a:lnTo>
                <a:lnTo>
                  <a:pt x="2989584" y="1921619"/>
                </a:lnTo>
                <a:lnTo>
                  <a:pt x="2999354" y="1928925"/>
                </a:lnTo>
                <a:lnTo>
                  <a:pt x="3009124" y="1936232"/>
                </a:lnTo>
                <a:lnTo>
                  <a:pt x="3018893" y="1943538"/>
                </a:lnTo>
                <a:lnTo>
                  <a:pt x="3028663" y="1950845"/>
                </a:lnTo>
                <a:lnTo>
                  <a:pt x="3038433" y="1958152"/>
                </a:lnTo>
                <a:lnTo>
                  <a:pt x="3048203" y="1965458"/>
                </a:lnTo>
                <a:lnTo>
                  <a:pt x="3057973" y="1972765"/>
                </a:lnTo>
                <a:lnTo>
                  <a:pt x="3067743" y="1980071"/>
                </a:lnTo>
                <a:lnTo>
                  <a:pt x="3077513" y="1987378"/>
                </a:lnTo>
                <a:lnTo>
                  <a:pt x="3087283" y="1994684"/>
                </a:lnTo>
                <a:lnTo>
                  <a:pt x="3097052" y="2001991"/>
                </a:lnTo>
                <a:lnTo>
                  <a:pt x="3106822" y="2009297"/>
                </a:lnTo>
                <a:lnTo>
                  <a:pt x="3116592" y="2016604"/>
                </a:lnTo>
                <a:lnTo>
                  <a:pt x="3126362" y="2023910"/>
                </a:lnTo>
                <a:lnTo>
                  <a:pt x="3136132" y="2031217"/>
                </a:lnTo>
                <a:lnTo>
                  <a:pt x="3145902" y="2038523"/>
                </a:lnTo>
                <a:lnTo>
                  <a:pt x="3155672" y="2045830"/>
                </a:lnTo>
                <a:lnTo>
                  <a:pt x="3165442" y="2053136"/>
                </a:lnTo>
                <a:lnTo>
                  <a:pt x="3175212" y="2060443"/>
                </a:lnTo>
                <a:lnTo>
                  <a:pt x="3184981" y="2067750"/>
                </a:lnTo>
                <a:lnTo>
                  <a:pt x="3194751" y="2075056"/>
                </a:lnTo>
                <a:lnTo>
                  <a:pt x="3204521" y="2082363"/>
                </a:lnTo>
                <a:lnTo>
                  <a:pt x="3214291" y="2089669"/>
                </a:lnTo>
                <a:lnTo>
                  <a:pt x="3224061" y="2096976"/>
                </a:lnTo>
                <a:lnTo>
                  <a:pt x="3233831" y="2104282"/>
                </a:lnTo>
                <a:lnTo>
                  <a:pt x="3243601" y="2111589"/>
                </a:lnTo>
                <a:lnTo>
                  <a:pt x="3253371" y="2118895"/>
                </a:lnTo>
                <a:lnTo>
                  <a:pt x="3263140" y="2126202"/>
                </a:lnTo>
                <a:lnTo>
                  <a:pt x="3272910" y="2133508"/>
                </a:lnTo>
                <a:lnTo>
                  <a:pt x="3282680" y="2140815"/>
                </a:lnTo>
                <a:lnTo>
                  <a:pt x="3292450" y="2148121"/>
                </a:lnTo>
                <a:lnTo>
                  <a:pt x="3302220" y="2155428"/>
                </a:lnTo>
                <a:lnTo>
                  <a:pt x="3311990" y="2162735"/>
                </a:lnTo>
                <a:lnTo>
                  <a:pt x="3321760" y="2170041"/>
                </a:lnTo>
                <a:lnTo>
                  <a:pt x="3331530" y="2177348"/>
                </a:lnTo>
                <a:lnTo>
                  <a:pt x="3341300" y="2184654"/>
                </a:lnTo>
                <a:lnTo>
                  <a:pt x="3351069" y="2191961"/>
                </a:lnTo>
                <a:lnTo>
                  <a:pt x="3360839" y="2199267"/>
                </a:lnTo>
                <a:lnTo>
                  <a:pt x="3370609" y="2206574"/>
                </a:lnTo>
                <a:lnTo>
                  <a:pt x="3380379" y="2213880"/>
                </a:lnTo>
                <a:lnTo>
                  <a:pt x="3390149" y="2221187"/>
                </a:lnTo>
                <a:lnTo>
                  <a:pt x="3399919" y="2228493"/>
                </a:lnTo>
                <a:lnTo>
                  <a:pt x="3409689" y="2235800"/>
                </a:lnTo>
                <a:lnTo>
                  <a:pt x="3419459" y="2243106"/>
                </a:lnTo>
                <a:lnTo>
                  <a:pt x="3429228" y="2250413"/>
                </a:lnTo>
                <a:lnTo>
                  <a:pt x="3438998" y="2257720"/>
                </a:lnTo>
                <a:lnTo>
                  <a:pt x="3448768" y="2265026"/>
                </a:lnTo>
                <a:lnTo>
                  <a:pt x="3458538" y="2272333"/>
                </a:lnTo>
                <a:lnTo>
                  <a:pt x="3468308" y="2279639"/>
                </a:lnTo>
                <a:lnTo>
                  <a:pt x="3478078" y="2286946"/>
                </a:lnTo>
                <a:lnTo>
                  <a:pt x="3487848" y="2294252"/>
                </a:lnTo>
                <a:lnTo>
                  <a:pt x="3497618" y="2301559"/>
                </a:lnTo>
                <a:lnTo>
                  <a:pt x="3507388" y="2308865"/>
                </a:lnTo>
                <a:lnTo>
                  <a:pt x="3517157" y="2316172"/>
                </a:lnTo>
                <a:lnTo>
                  <a:pt x="3526927" y="2323478"/>
                </a:lnTo>
                <a:lnTo>
                  <a:pt x="3536697" y="2330785"/>
                </a:lnTo>
                <a:lnTo>
                  <a:pt x="3546467" y="2338091"/>
                </a:lnTo>
                <a:lnTo>
                  <a:pt x="3556237" y="2345398"/>
                </a:lnTo>
                <a:lnTo>
                  <a:pt x="3566007" y="2352704"/>
                </a:lnTo>
                <a:lnTo>
                  <a:pt x="3575777" y="2360011"/>
                </a:lnTo>
                <a:lnTo>
                  <a:pt x="3585547" y="2367318"/>
                </a:lnTo>
                <a:lnTo>
                  <a:pt x="3595316" y="2374624"/>
                </a:lnTo>
                <a:lnTo>
                  <a:pt x="3605086" y="2381931"/>
                </a:lnTo>
                <a:lnTo>
                  <a:pt x="3614856" y="2389237"/>
                </a:lnTo>
                <a:lnTo>
                  <a:pt x="3624626" y="2396544"/>
                </a:lnTo>
                <a:lnTo>
                  <a:pt x="3634396" y="2403850"/>
                </a:lnTo>
                <a:lnTo>
                  <a:pt x="3644166" y="2411157"/>
                </a:lnTo>
                <a:lnTo>
                  <a:pt x="3653936" y="2418463"/>
                </a:lnTo>
                <a:lnTo>
                  <a:pt x="3663706" y="2425770"/>
                </a:lnTo>
                <a:lnTo>
                  <a:pt x="3673476" y="2433076"/>
                </a:lnTo>
                <a:lnTo>
                  <a:pt x="3683245" y="2440383"/>
                </a:lnTo>
                <a:lnTo>
                  <a:pt x="3693015" y="2447689"/>
                </a:lnTo>
                <a:lnTo>
                  <a:pt x="3702785" y="2454996"/>
                </a:lnTo>
                <a:lnTo>
                  <a:pt x="3712555" y="2462303"/>
                </a:lnTo>
                <a:lnTo>
                  <a:pt x="3722325" y="2469609"/>
                </a:lnTo>
                <a:lnTo>
                  <a:pt x="3732095" y="2476916"/>
                </a:lnTo>
                <a:lnTo>
                  <a:pt x="3741865" y="2484222"/>
                </a:lnTo>
                <a:lnTo>
                  <a:pt x="3751635" y="2491529"/>
                </a:lnTo>
                <a:lnTo>
                  <a:pt x="3761405" y="2498835"/>
                </a:lnTo>
                <a:lnTo>
                  <a:pt x="3771174" y="2506142"/>
                </a:lnTo>
                <a:lnTo>
                  <a:pt x="3780944" y="2513448"/>
                </a:lnTo>
                <a:lnTo>
                  <a:pt x="3790714" y="2520755"/>
                </a:lnTo>
                <a:lnTo>
                  <a:pt x="3800484" y="2528061"/>
                </a:lnTo>
                <a:lnTo>
                  <a:pt x="3810254" y="2535368"/>
                </a:lnTo>
                <a:lnTo>
                  <a:pt x="3820024" y="2542674"/>
                </a:lnTo>
                <a:lnTo>
                  <a:pt x="3829794" y="2549981"/>
                </a:lnTo>
                <a:lnTo>
                  <a:pt x="3839564" y="2557288"/>
                </a:lnTo>
                <a:lnTo>
                  <a:pt x="3849333" y="2564594"/>
                </a:lnTo>
                <a:lnTo>
                  <a:pt x="3859103" y="2571901"/>
                </a:lnTo>
                <a:lnTo>
                  <a:pt x="3868873" y="2579207"/>
                </a:lnTo>
                <a:lnTo>
                  <a:pt x="3878643" y="2586514"/>
                </a:lnTo>
                <a:lnTo>
                  <a:pt x="3888413" y="2593820"/>
                </a:lnTo>
                <a:lnTo>
                  <a:pt x="3898183" y="2601127"/>
                </a:lnTo>
                <a:lnTo>
                  <a:pt x="3907953" y="2608433"/>
                </a:lnTo>
                <a:lnTo>
                  <a:pt x="3917723" y="2615740"/>
                </a:lnTo>
                <a:lnTo>
                  <a:pt x="3927493" y="2623046"/>
                </a:lnTo>
                <a:lnTo>
                  <a:pt x="3937262" y="2630353"/>
                </a:lnTo>
                <a:lnTo>
                  <a:pt x="3947032" y="2637659"/>
                </a:lnTo>
                <a:lnTo>
                  <a:pt x="3956802" y="2644966"/>
                </a:lnTo>
                <a:lnTo>
                  <a:pt x="3966572" y="2652272"/>
                </a:lnTo>
                <a:lnTo>
                  <a:pt x="3976342" y="2659579"/>
                </a:lnTo>
                <a:lnTo>
                  <a:pt x="3986112" y="2666886"/>
                </a:lnTo>
                <a:lnTo>
                  <a:pt x="3995882" y="2674192"/>
                </a:lnTo>
                <a:lnTo>
                  <a:pt x="4005652" y="2681499"/>
                </a:lnTo>
                <a:lnTo>
                  <a:pt x="4015421" y="2688805"/>
                </a:lnTo>
                <a:lnTo>
                  <a:pt x="4025191" y="2696112"/>
                </a:lnTo>
                <a:lnTo>
                  <a:pt x="4034961" y="2703418"/>
                </a:lnTo>
                <a:lnTo>
                  <a:pt x="4044731" y="2710725"/>
                </a:lnTo>
                <a:lnTo>
                  <a:pt x="4054501" y="2718031"/>
                </a:lnTo>
                <a:lnTo>
                  <a:pt x="4064271" y="2725338"/>
                </a:lnTo>
                <a:lnTo>
                  <a:pt x="4074041" y="2732644"/>
                </a:lnTo>
                <a:lnTo>
                  <a:pt x="4083811" y="2739951"/>
                </a:lnTo>
                <a:lnTo>
                  <a:pt x="4093581" y="2747257"/>
                </a:lnTo>
                <a:lnTo>
                  <a:pt x="4103350" y="2754564"/>
                </a:lnTo>
                <a:lnTo>
                  <a:pt x="4113120" y="2761871"/>
                </a:lnTo>
                <a:lnTo>
                  <a:pt x="4122890" y="2769177"/>
                </a:lnTo>
                <a:lnTo>
                  <a:pt x="4132660" y="2776484"/>
                </a:lnTo>
                <a:lnTo>
                  <a:pt x="4142430" y="2783790"/>
                </a:lnTo>
                <a:lnTo>
                  <a:pt x="4152200" y="2791097"/>
                </a:lnTo>
                <a:lnTo>
                  <a:pt x="4161970" y="2798403"/>
                </a:lnTo>
                <a:lnTo>
                  <a:pt x="4171740" y="2805710"/>
                </a:lnTo>
                <a:lnTo>
                  <a:pt x="4181509" y="2811973"/>
                </a:lnTo>
                <a:lnTo>
                  <a:pt x="4191279" y="2811973"/>
                </a:lnTo>
                <a:lnTo>
                  <a:pt x="4201049" y="2811973"/>
                </a:lnTo>
                <a:lnTo>
                  <a:pt x="4210819" y="2811973"/>
                </a:lnTo>
                <a:lnTo>
                  <a:pt x="4220589" y="2811973"/>
                </a:lnTo>
                <a:lnTo>
                  <a:pt x="4230359" y="2811973"/>
                </a:lnTo>
                <a:lnTo>
                  <a:pt x="4240129" y="2811973"/>
                </a:lnTo>
                <a:lnTo>
                  <a:pt x="4249899" y="2811973"/>
                </a:lnTo>
                <a:lnTo>
                  <a:pt x="4259669" y="2811973"/>
                </a:lnTo>
                <a:lnTo>
                  <a:pt x="4269438" y="2811973"/>
                </a:lnTo>
                <a:lnTo>
                  <a:pt x="4279208" y="2811973"/>
                </a:lnTo>
                <a:lnTo>
                  <a:pt x="4288978" y="2811973"/>
                </a:lnTo>
                <a:lnTo>
                  <a:pt x="4298748" y="2811973"/>
                </a:lnTo>
                <a:lnTo>
                  <a:pt x="4308518" y="2811973"/>
                </a:lnTo>
                <a:lnTo>
                  <a:pt x="4318288" y="2811973"/>
                </a:lnTo>
                <a:lnTo>
                  <a:pt x="4328058" y="2811973"/>
                </a:lnTo>
                <a:lnTo>
                  <a:pt x="4337828" y="2811973"/>
                </a:lnTo>
                <a:lnTo>
                  <a:pt x="4347597" y="2811973"/>
                </a:lnTo>
                <a:lnTo>
                  <a:pt x="4357367" y="2811973"/>
                </a:lnTo>
                <a:lnTo>
                  <a:pt x="4367137" y="2811973"/>
                </a:lnTo>
                <a:lnTo>
                  <a:pt x="4376907" y="2811973"/>
                </a:lnTo>
                <a:lnTo>
                  <a:pt x="4386677" y="2811973"/>
                </a:lnTo>
                <a:lnTo>
                  <a:pt x="4396447" y="2811973"/>
                </a:lnTo>
                <a:lnTo>
                  <a:pt x="4406217" y="2811973"/>
                </a:lnTo>
                <a:lnTo>
                  <a:pt x="4415987" y="2811973"/>
                </a:lnTo>
                <a:lnTo>
                  <a:pt x="4425757" y="2811973"/>
                </a:lnTo>
                <a:lnTo>
                  <a:pt x="4435526" y="2811973"/>
                </a:lnTo>
                <a:lnTo>
                  <a:pt x="4445296" y="2811973"/>
                </a:lnTo>
                <a:lnTo>
                  <a:pt x="4455066" y="2811973"/>
                </a:lnTo>
                <a:lnTo>
                  <a:pt x="4464836" y="2811973"/>
                </a:lnTo>
                <a:lnTo>
                  <a:pt x="4474606" y="2811973"/>
                </a:lnTo>
                <a:lnTo>
                  <a:pt x="4484376" y="2811973"/>
                </a:lnTo>
                <a:lnTo>
                  <a:pt x="4494146" y="2811973"/>
                </a:lnTo>
                <a:lnTo>
                  <a:pt x="4503916" y="2811973"/>
                </a:lnTo>
                <a:lnTo>
                  <a:pt x="4513686" y="2811973"/>
                </a:lnTo>
                <a:lnTo>
                  <a:pt x="4523455" y="2811973"/>
                </a:lnTo>
                <a:lnTo>
                  <a:pt x="4533225" y="2811973"/>
                </a:lnTo>
                <a:lnTo>
                  <a:pt x="4542995" y="2811973"/>
                </a:lnTo>
                <a:lnTo>
                  <a:pt x="4552765" y="2811973"/>
                </a:lnTo>
                <a:lnTo>
                  <a:pt x="4562535" y="2811973"/>
                </a:lnTo>
                <a:lnTo>
                  <a:pt x="4572305" y="2811973"/>
                </a:lnTo>
                <a:lnTo>
                  <a:pt x="4582075" y="2811973"/>
                </a:lnTo>
                <a:lnTo>
                  <a:pt x="4591845" y="2811973"/>
                </a:lnTo>
                <a:lnTo>
                  <a:pt x="4601614" y="2811973"/>
                </a:lnTo>
                <a:lnTo>
                  <a:pt x="4611384" y="2811973"/>
                </a:lnTo>
                <a:lnTo>
                  <a:pt x="4621154" y="2811973"/>
                </a:lnTo>
                <a:lnTo>
                  <a:pt x="4630924" y="2811973"/>
                </a:lnTo>
                <a:lnTo>
                  <a:pt x="4640694" y="2811973"/>
                </a:lnTo>
                <a:lnTo>
                  <a:pt x="4650464" y="2811973"/>
                </a:lnTo>
                <a:lnTo>
                  <a:pt x="4660234" y="2811973"/>
                </a:lnTo>
                <a:lnTo>
                  <a:pt x="4670004" y="2811973"/>
                </a:lnTo>
                <a:lnTo>
                  <a:pt x="4679774" y="2811973"/>
                </a:lnTo>
                <a:lnTo>
                  <a:pt x="4689543" y="2811973"/>
                </a:lnTo>
                <a:lnTo>
                  <a:pt x="4699313" y="2811973"/>
                </a:lnTo>
                <a:lnTo>
                  <a:pt x="4709083" y="2811973"/>
                </a:lnTo>
                <a:lnTo>
                  <a:pt x="4718853" y="2811973"/>
                </a:lnTo>
                <a:lnTo>
                  <a:pt x="4728623" y="2811973"/>
                </a:lnTo>
                <a:lnTo>
                  <a:pt x="4738393" y="2811973"/>
                </a:lnTo>
                <a:lnTo>
                  <a:pt x="4748163" y="2811973"/>
                </a:lnTo>
                <a:lnTo>
                  <a:pt x="4757933" y="2811973"/>
                </a:lnTo>
                <a:lnTo>
                  <a:pt x="4767702" y="2811973"/>
                </a:lnTo>
                <a:lnTo>
                  <a:pt x="4777472" y="2811973"/>
                </a:lnTo>
                <a:lnTo>
                  <a:pt x="4787242" y="2811973"/>
                </a:lnTo>
                <a:lnTo>
                  <a:pt x="4797012" y="2811973"/>
                </a:lnTo>
                <a:lnTo>
                  <a:pt x="4806782" y="2811973"/>
                </a:lnTo>
                <a:lnTo>
                  <a:pt x="4816552" y="2811973"/>
                </a:lnTo>
                <a:lnTo>
                  <a:pt x="4826322" y="2811973"/>
                </a:lnTo>
                <a:lnTo>
                  <a:pt x="4836092" y="2811973"/>
                </a:lnTo>
                <a:lnTo>
                  <a:pt x="4845862" y="2811973"/>
                </a:lnTo>
                <a:lnTo>
                  <a:pt x="4855631" y="2811973"/>
                </a:lnTo>
                <a:lnTo>
                  <a:pt x="4865401" y="2811973"/>
                </a:lnTo>
                <a:lnTo>
                  <a:pt x="4875171" y="2811973"/>
                </a:lnTo>
                <a:lnTo>
                  <a:pt x="4884941" y="2811973"/>
                </a:lnTo>
                <a:lnTo>
                  <a:pt x="4894711" y="2811973"/>
                </a:lnTo>
                <a:lnTo>
                  <a:pt x="4904481" y="2811973"/>
                </a:lnTo>
                <a:lnTo>
                  <a:pt x="4914251" y="2811973"/>
                </a:lnTo>
                <a:lnTo>
                  <a:pt x="4924021" y="2811973"/>
                </a:lnTo>
                <a:lnTo>
                  <a:pt x="4933790" y="2811973"/>
                </a:lnTo>
                <a:lnTo>
                  <a:pt x="4943560" y="2811973"/>
                </a:lnTo>
                <a:lnTo>
                  <a:pt x="4953330" y="2811973"/>
                </a:lnTo>
                <a:lnTo>
                  <a:pt x="4963100" y="2811973"/>
                </a:lnTo>
                <a:lnTo>
                  <a:pt x="4972870" y="2811973"/>
                </a:lnTo>
                <a:lnTo>
                  <a:pt x="4982640" y="2811973"/>
                </a:lnTo>
                <a:lnTo>
                  <a:pt x="4992410" y="2811973"/>
                </a:lnTo>
                <a:lnTo>
                  <a:pt x="5002180" y="2811973"/>
                </a:lnTo>
                <a:lnTo>
                  <a:pt x="5011950" y="2811973"/>
                </a:lnTo>
                <a:lnTo>
                  <a:pt x="5021719" y="2811973"/>
                </a:lnTo>
                <a:lnTo>
                  <a:pt x="5031489" y="2811973"/>
                </a:lnTo>
                <a:lnTo>
                  <a:pt x="5041259" y="2811973"/>
                </a:lnTo>
                <a:lnTo>
                  <a:pt x="5051029" y="2811973"/>
                </a:lnTo>
                <a:lnTo>
                  <a:pt x="5060799" y="2811973"/>
                </a:lnTo>
                <a:lnTo>
                  <a:pt x="5070569" y="2811973"/>
                </a:lnTo>
                <a:lnTo>
                  <a:pt x="5080339" y="2811973"/>
                </a:lnTo>
                <a:lnTo>
                  <a:pt x="5090109" y="2811973"/>
                </a:lnTo>
                <a:lnTo>
                  <a:pt x="5099878" y="2811973"/>
                </a:lnTo>
                <a:lnTo>
                  <a:pt x="5109648" y="2811973"/>
                </a:lnTo>
                <a:lnTo>
                  <a:pt x="5119418" y="2811973"/>
                </a:lnTo>
                <a:lnTo>
                  <a:pt x="5129188" y="2811973"/>
                </a:lnTo>
                <a:lnTo>
                  <a:pt x="5138958" y="2811973"/>
                </a:lnTo>
                <a:lnTo>
                  <a:pt x="5148728" y="2811973"/>
                </a:lnTo>
                <a:lnTo>
                  <a:pt x="5158498" y="2811973"/>
                </a:lnTo>
                <a:lnTo>
                  <a:pt x="5168268" y="2811973"/>
                </a:lnTo>
                <a:lnTo>
                  <a:pt x="5178038" y="2811973"/>
                </a:lnTo>
                <a:lnTo>
                  <a:pt x="5187807" y="2811973"/>
                </a:lnTo>
                <a:lnTo>
                  <a:pt x="5197577" y="2811973"/>
                </a:lnTo>
                <a:lnTo>
                  <a:pt x="5207347" y="2811973"/>
                </a:lnTo>
                <a:lnTo>
                  <a:pt x="5217117" y="2811973"/>
                </a:lnTo>
                <a:lnTo>
                  <a:pt x="5226887" y="2811973"/>
                </a:lnTo>
                <a:lnTo>
                  <a:pt x="5236657" y="2811973"/>
                </a:lnTo>
                <a:lnTo>
                  <a:pt x="5246427" y="2811973"/>
                </a:lnTo>
                <a:lnTo>
                  <a:pt x="5256197" y="2811973"/>
                </a:lnTo>
                <a:lnTo>
                  <a:pt x="5265967" y="2811973"/>
                </a:lnTo>
                <a:lnTo>
                  <a:pt x="5275736" y="2811973"/>
                </a:lnTo>
                <a:lnTo>
                  <a:pt x="5285506" y="2811973"/>
                </a:lnTo>
                <a:lnTo>
                  <a:pt x="5295276" y="2811973"/>
                </a:lnTo>
                <a:lnTo>
                  <a:pt x="5305046" y="2811973"/>
                </a:lnTo>
                <a:lnTo>
                  <a:pt x="5314816" y="2811973"/>
                </a:lnTo>
                <a:lnTo>
                  <a:pt x="5324586" y="2811973"/>
                </a:lnTo>
                <a:lnTo>
                  <a:pt x="5334356" y="2811973"/>
                </a:lnTo>
                <a:lnTo>
                  <a:pt x="5344126" y="2811973"/>
                </a:lnTo>
                <a:lnTo>
                  <a:pt x="5353895" y="2811973"/>
                </a:lnTo>
                <a:lnTo>
                  <a:pt x="5363665" y="2811973"/>
                </a:lnTo>
                <a:lnTo>
                  <a:pt x="5373435" y="2811973"/>
                </a:lnTo>
                <a:lnTo>
                  <a:pt x="5383205" y="2811973"/>
                </a:lnTo>
                <a:lnTo>
                  <a:pt x="5392975" y="2811973"/>
                </a:lnTo>
                <a:lnTo>
                  <a:pt x="5402745" y="2811973"/>
                </a:lnTo>
                <a:lnTo>
                  <a:pt x="5412515" y="2811973"/>
                </a:lnTo>
                <a:lnTo>
                  <a:pt x="5422285" y="2811973"/>
                </a:lnTo>
                <a:lnTo>
                  <a:pt x="5432055" y="2811973"/>
                </a:lnTo>
                <a:lnTo>
                  <a:pt x="5441824" y="2811973"/>
                </a:lnTo>
                <a:lnTo>
                  <a:pt x="5451594" y="2811973"/>
                </a:lnTo>
                <a:lnTo>
                  <a:pt x="5461364" y="2811973"/>
                </a:lnTo>
                <a:lnTo>
                  <a:pt x="5471134" y="2811973"/>
                </a:lnTo>
                <a:lnTo>
                  <a:pt x="5480904" y="2811973"/>
                </a:lnTo>
                <a:lnTo>
                  <a:pt x="5490674" y="2811973"/>
                </a:lnTo>
                <a:lnTo>
                  <a:pt x="5500444" y="2811973"/>
                </a:lnTo>
                <a:lnTo>
                  <a:pt x="5510214" y="2811973"/>
                </a:lnTo>
                <a:lnTo>
                  <a:pt x="5519983" y="2811973"/>
                </a:lnTo>
                <a:lnTo>
                  <a:pt x="5529753" y="2811973"/>
                </a:lnTo>
                <a:lnTo>
                  <a:pt x="5539523" y="2811973"/>
                </a:lnTo>
                <a:lnTo>
                  <a:pt x="5549293" y="2811973"/>
                </a:lnTo>
                <a:lnTo>
                  <a:pt x="5559063" y="2811973"/>
                </a:lnTo>
                <a:lnTo>
                  <a:pt x="5568833" y="2811973"/>
                </a:lnTo>
                <a:lnTo>
                  <a:pt x="5578603" y="2811973"/>
                </a:lnTo>
                <a:lnTo>
                  <a:pt x="5588373" y="2811973"/>
                </a:lnTo>
                <a:lnTo>
                  <a:pt x="5598143" y="2811973"/>
                </a:lnTo>
                <a:lnTo>
                  <a:pt x="5607912" y="2811973"/>
                </a:lnTo>
                <a:lnTo>
                  <a:pt x="5617682" y="2811973"/>
                </a:lnTo>
                <a:lnTo>
                  <a:pt x="5627452" y="2811973"/>
                </a:lnTo>
                <a:lnTo>
                  <a:pt x="5637222" y="2811973"/>
                </a:lnTo>
                <a:lnTo>
                  <a:pt x="5646992" y="2811973"/>
                </a:lnTo>
                <a:lnTo>
                  <a:pt x="5656762" y="2811973"/>
                </a:lnTo>
                <a:lnTo>
                  <a:pt x="5666532" y="2811973"/>
                </a:lnTo>
                <a:lnTo>
                  <a:pt x="5676302" y="2811973"/>
                </a:lnTo>
                <a:lnTo>
                  <a:pt x="5686071" y="2811973"/>
                </a:lnTo>
                <a:lnTo>
                  <a:pt x="5695841" y="2811973"/>
                </a:lnTo>
                <a:lnTo>
                  <a:pt x="5705611" y="2811973"/>
                </a:lnTo>
                <a:lnTo>
                  <a:pt x="5715381" y="2811973"/>
                </a:lnTo>
                <a:lnTo>
                  <a:pt x="5725151" y="2811973"/>
                </a:lnTo>
                <a:lnTo>
                  <a:pt x="5734921" y="2811973"/>
                </a:lnTo>
                <a:lnTo>
                  <a:pt x="5744691" y="2811973"/>
                </a:lnTo>
                <a:lnTo>
                  <a:pt x="5754461" y="2811973"/>
                </a:lnTo>
                <a:lnTo>
                  <a:pt x="5764231" y="2811973"/>
                </a:lnTo>
                <a:lnTo>
                  <a:pt x="5774000" y="2811973"/>
                </a:lnTo>
                <a:lnTo>
                  <a:pt x="5783770" y="2811973"/>
                </a:lnTo>
                <a:lnTo>
                  <a:pt x="5793540" y="2811973"/>
                </a:lnTo>
                <a:lnTo>
                  <a:pt x="5803310" y="2811973"/>
                </a:lnTo>
                <a:lnTo>
                  <a:pt x="5813080" y="2811973"/>
                </a:lnTo>
                <a:lnTo>
                  <a:pt x="5822850" y="2811973"/>
                </a:lnTo>
                <a:lnTo>
                  <a:pt x="5832620" y="2811973"/>
                </a:lnTo>
                <a:lnTo>
                  <a:pt x="5842390" y="2811973"/>
                </a:lnTo>
                <a:lnTo>
                  <a:pt x="5852160" y="2811973"/>
                </a:lnTo>
                <a:lnTo>
                  <a:pt x="5852160" y="2811973"/>
                </a:lnTo>
                <a:lnTo>
                  <a:pt x="5842390" y="2811973"/>
                </a:lnTo>
                <a:lnTo>
                  <a:pt x="5832620" y="2811973"/>
                </a:lnTo>
                <a:lnTo>
                  <a:pt x="5822850" y="2811973"/>
                </a:lnTo>
                <a:lnTo>
                  <a:pt x="5813080" y="2811973"/>
                </a:lnTo>
                <a:lnTo>
                  <a:pt x="5803310" y="2811973"/>
                </a:lnTo>
                <a:lnTo>
                  <a:pt x="5793540" y="2811973"/>
                </a:lnTo>
                <a:lnTo>
                  <a:pt x="5783770" y="2811973"/>
                </a:lnTo>
                <a:lnTo>
                  <a:pt x="5774000" y="2811973"/>
                </a:lnTo>
                <a:lnTo>
                  <a:pt x="5764231" y="2811973"/>
                </a:lnTo>
                <a:lnTo>
                  <a:pt x="5754461" y="2811973"/>
                </a:lnTo>
                <a:lnTo>
                  <a:pt x="5744691" y="2811973"/>
                </a:lnTo>
                <a:lnTo>
                  <a:pt x="5734921" y="2811973"/>
                </a:lnTo>
                <a:lnTo>
                  <a:pt x="5725151" y="2811973"/>
                </a:lnTo>
                <a:lnTo>
                  <a:pt x="5715381" y="2811973"/>
                </a:lnTo>
                <a:lnTo>
                  <a:pt x="5705611" y="2811973"/>
                </a:lnTo>
                <a:lnTo>
                  <a:pt x="5695841" y="2811973"/>
                </a:lnTo>
                <a:lnTo>
                  <a:pt x="5686071" y="2811973"/>
                </a:lnTo>
                <a:lnTo>
                  <a:pt x="5676302" y="2811973"/>
                </a:lnTo>
                <a:lnTo>
                  <a:pt x="5666532" y="2811973"/>
                </a:lnTo>
                <a:lnTo>
                  <a:pt x="5656762" y="2811973"/>
                </a:lnTo>
                <a:lnTo>
                  <a:pt x="5646992" y="2811973"/>
                </a:lnTo>
                <a:lnTo>
                  <a:pt x="5637222" y="2811973"/>
                </a:lnTo>
                <a:lnTo>
                  <a:pt x="5627452" y="2811973"/>
                </a:lnTo>
                <a:lnTo>
                  <a:pt x="5617682" y="2811973"/>
                </a:lnTo>
                <a:lnTo>
                  <a:pt x="5607912" y="2811973"/>
                </a:lnTo>
                <a:lnTo>
                  <a:pt x="5598143" y="2811973"/>
                </a:lnTo>
                <a:lnTo>
                  <a:pt x="5588373" y="2811973"/>
                </a:lnTo>
                <a:lnTo>
                  <a:pt x="5578603" y="2811973"/>
                </a:lnTo>
                <a:lnTo>
                  <a:pt x="5568833" y="2811973"/>
                </a:lnTo>
                <a:lnTo>
                  <a:pt x="5559063" y="2811973"/>
                </a:lnTo>
                <a:lnTo>
                  <a:pt x="5549293" y="2811973"/>
                </a:lnTo>
                <a:lnTo>
                  <a:pt x="5539523" y="2811973"/>
                </a:lnTo>
                <a:lnTo>
                  <a:pt x="5529753" y="2811973"/>
                </a:lnTo>
                <a:lnTo>
                  <a:pt x="5519983" y="2811973"/>
                </a:lnTo>
                <a:lnTo>
                  <a:pt x="5510214" y="2811973"/>
                </a:lnTo>
                <a:lnTo>
                  <a:pt x="5500444" y="2811973"/>
                </a:lnTo>
                <a:lnTo>
                  <a:pt x="5490674" y="2811973"/>
                </a:lnTo>
                <a:lnTo>
                  <a:pt x="5480904" y="2811973"/>
                </a:lnTo>
                <a:lnTo>
                  <a:pt x="5471134" y="2811973"/>
                </a:lnTo>
                <a:lnTo>
                  <a:pt x="5461364" y="2811973"/>
                </a:lnTo>
                <a:lnTo>
                  <a:pt x="5451594" y="2811973"/>
                </a:lnTo>
                <a:lnTo>
                  <a:pt x="5441824" y="2811973"/>
                </a:lnTo>
                <a:lnTo>
                  <a:pt x="5432055" y="2811973"/>
                </a:lnTo>
                <a:lnTo>
                  <a:pt x="5422285" y="2811973"/>
                </a:lnTo>
                <a:lnTo>
                  <a:pt x="5412515" y="2811973"/>
                </a:lnTo>
                <a:lnTo>
                  <a:pt x="5402745" y="2811973"/>
                </a:lnTo>
                <a:lnTo>
                  <a:pt x="5392975" y="2811973"/>
                </a:lnTo>
                <a:lnTo>
                  <a:pt x="5383205" y="2811973"/>
                </a:lnTo>
                <a:lnTo>
                  <a:pt x="5373435" y="2811973"/>
                </a:lnTo>
                <a:lnTo>
                  <a:pt x="5363665" y="2811973"/>
                </a:lnTo>
                <a:lnTo>
                  <a:pt x="5353895" y="2811973"/>
                </a:lnTo>
                <a:lnTo>
                  <a:pt x="5344126" y="2811973"/>
                </a:lnTo>
                <a:lnTo>
                  <a:pt x="5334356" y="2811973"/>
                </a:lnTo>
                <a:lnTo>
                  <a:pt x="5324586" y="2811973"/>
                </a:lnTo>
                <a:lnTo>
                  <a:pt x="5314816" y="2811973"/>
                </a:lnTo>
                <a:lnTo>
                  <a:pt x="5305046" y="2811973"/>
                </a:lnTo>
                <a:lnTo>
                  <a:pt x="5295276" y="2811973"/>
                </a:lnTo>
                <a:lnTo>
                  <a:pt x="5285506" y="2811973"/>
                </a:lnTo>
                <a:lnTo>
                  <a:pt x="5275736" y="2811973"/>
                </a:lnTo>
                <a:lnTo>
                  <a:pt x="5265967" y="2811973"/>
                </a:lnTo>
                <a:lnTo>
                  <a:pt x="5256197" y="2811973"/>
                </a:lnTo>
                <a:lnTo>
                  <a:pt x="5246427" y="2811973"/>
                </a:lnTo>
                <a:lnTo>
                  <a:pt x="5236657" y="2811973"/>
                </a:lnTo>
                <a:lnTo>
                  <a:pt x="5226887" y="2811973"/>
                </a:lnTo>
                <a:lnTo>
                  <a:pt x="5217117" y="2811973"/>
                </a:lnTo>
                <a:lnTo>
                  <a:pt x="5207347" y="2811973"/>
                </a:lnTo>
                <a:lnTo>
                  <a:pt x="5197577" y="2811973"/>
                </a:lnTo>
                <a:lnTo>
                  <a:pt x="5187807" y="2811973"/>
                </a:lnTo>
                <a:lnTo>
                  <a:pt x="5178038" y="2811973"/>
                </a:lnTo>
                <a:lnTo>
                  <a:pt x="5168268" y="2811973"/>
                </a:lnTo>
                <a:lnTo>
                  <a:pt x="5158498" y="2811973"/>
                </a:lnTo>
                <a:lnTo>
                  <a:pt x="5148728" y="2811973"/>
                </a:lnTo>
                <a:lnTo>
                  <a:pt x="5138958" y="2811973"/>
                </a:lnTo>
                <a:lnTo>
                  <a:pt x="5129188" y="2811973"/>
                </a:lnTo>
                <a:lnTo>
                  <a:pt x="5119418" y="2811973"/>
                </a:lnTo>
                <a:lnTo>
                  <a:pt x="5109648" y="2811973"/>
                </a:lnTo>
                <a:lnTo>
                  <a:pt x="5099878" y="2811973"/>
                </a:lnTo>
                <a:lnTo>
                  <a:pt x="5090109" y="2811973"/>
                </a:lnTo>
                <a:lnTo>
                  <a:pt x="5080339" y="2811973"/>
                </a:lnTo>
                <a:lnTo>
                  <a:pt x="5070569" y="2811973"/>
                </a:lnTo>
                <a:lnTo>
                  <a:pt x="5060799" y="2811973"/>
                </a:lnTo>
                <a:lnTo>
                  <a:pt x="5051029" y="2811973"/>
                </a:lnTo>
                <a:lnTo>
                  <a:pt x="5041259" y="2811973"/>
                </a:lnTo>
                <a:lnTo>
                  <a:pt x="5031489" y="2811973"/>
                </a:lnTo>
                <a:lnTo>
                  <a:pt x="5021719" y="2811973"/>
                </a:lnTo>
                <a:lnTo>
                  <a:pt x="5011950" y="2811973"/>
                </a:lnTo>
                <a:lnTo>
                  <a:pt x="5002180" y="2811973"/>
                </a:lnTo>
                <a:lnTo>
                  <a:pt x="4992410" y="2811973"/>
                </a:lnTo>
                <a:lnTo>
                  <a:pt x="4982640" y="2811973"/>
                </a:lnTo>
                <a:lnTo>
                  <a:pt x="4972870" y="2811973"/>
                </a:lnTo>
                <a:lnTo>
                  <a:pt x="4963100" y="2811973"/>
                </a:lnTo>
                <a:lnTo>
                  <a:pt x="4953330" y="2811973"/>
                </a:lnTo>
                <a:lnTo>
                  <a:pt x="4943560" y="2811973"/>
                </a:lnTo>
                <a:lnTo>
                  <a:pt x="4933790" y="2811973"/>
                </a:lnTo>
                <a:lnTo>
                  <a:pt x="4924021" y="2811973"/>
                </a:lnTo>
                <a:lnTo>
                  <a:pt x="4914251" y="2811973"/>
                </a:lnTo>
                <a:lnTo>
                  <a:pt x="4904481" y="2811973"/>
                </a:lnTo>
                <a:lnTo>
                  <a:pt x="4894711" y="2811973"/>
                </a:lnTo>
                <a:lnTo>
                  <a:pt x="4884941" y="2811973"/>
                </a:lnTo>
                <a:lnTo>
                  <a:pt x="4875171" y="2811973"/>
                </a:lnTo>
                <a:lnTo>
                  <a:pt x="4865401" y="2811973"/>
                </a:lnTo>
                <a:lnTo>
                  <a:pt x="4855631" y="2811973"/>
                </a:lnTo>
                <a:lnTo>
                  <a:pt x="4845862" y="2811973"/>
                </a:lnTo>
                <a:lnTo>
                  <a:pt x="4836092" y="2811973"/>
                </a:lnTo>
                <a:lnTo>
                  <a:pt x="4826322" y="2811973"/>
                </a:lnTo>
                <a:lnTo>
                  <a:pt x="4816552" y="2811973"/>
                </a:lnTo>
                <a:lnTo>
                  <a:pt x="4806782" y="2811973"/>
                </a:lnTo>
                <a:lnTo>
                  <a:pt x="4797012" y="2811973"/>
                </a:lnTo>
                <a:lnTo>
                  <a:pt x="4787242" y="2811973"/>
                </a:lnTo>
                <a:lnTo>
                  <a:pt x="4777472" y="2811973"/>
                </a:lnTo>
                <a:lnTo>
                  <a:pt x="4767702" y="2811973"/>
                </a:lnTo>
                <a:lnTo>
                  <a:pt x="4757933" y="2811973"/>
                </a:lnTo>
                <a:lnTo>
                  <a:pt x="4748163" y="2811973"/>
                </a:lnTo>
                <a:lnTo>
                  <a:pt x="4738393" y="2811973"/>
                </a:lnTo>
                <a:lnTo>
                  <a:pt x="4728623" y="2811973"/>
                </a:lnTo>
                <a:lnTo>
                  <a:pt x="4718853" y="2811973"/>
                </a:lnTo>
                <a:lnTo>
                  <a:pt x="4709083" y="2811973"/>
                </a:lnTo>
                <a:lnTo>
                  <a:pt x="4699313" y="2811973"/>
                </a:lnTo>
                <a:lnTo>
                  <a:pt x="4689543" y="2811973"/>
                </a:lnTo>
                <a:lnTo>
                  <a:pt x="4679774" y="2811973"/>
                </a:lnTo>
                <a:lnTo>
                  <a:pt x="4670004" y="2811973"/>
                </a:lnTo>
                <a:lnTo>
                  <a:pt x="4660234" y="2811973"/>
                </a:lnTo>
                <a:lnTo>
                  <a:pt x="4650464" y="2811973"/>
                </a:lnTo>
                <a:lnTo>
                  <a:pt x="4640694" y="2811973"/>
                </a:lnTo>
                <a:lnTo>
                  <a:pt x="4630924" y="2811973"/>
                </a:lnTo>
                <a:lnTo>
                  <a:pt x="4621154" y="2811973"/>
                </a:lnTo>
                <a:lnTo>
                  <a:pt x="4611384" y="2811973"/>
                </a:lnTo>
                <a:lnTo>
                  <a:pt x="4601614" y="2811973"/>
                </a:lnTo>
                <a:lnTo>
                  <a:pt x="4591845" y="2811973"/>
                </a:lnTo>
                <a:lnTo>
                  <a:pt x="4582075" y="2811973"/>
                </a:lnTo>
                <a:lnTo>
                  <a:pt x="4572305" y="2811973"/>
                </a:lnTo>
                <a:lnTo>
                  <a:pt x="4562535" y="2811973"/>
                </a:lnTo>
                <a:lnTo>
                  <a:pt x="4552765" y="2811973"/>
                </a:lnTo>
                <a:lnTo>
                  <a:pt x="4542995" y="2811973"/>
                </a:lnTo>
                <a:lnTo>
                  <a:pt x="4533225" y="2811973"/>
                </a:lnTo>
                <a:lnTo>
                  <a:pt x="4523455" y="2811973"/>
                </a:lnTo>
                <a:lnTo>
                  <a:pt x="4513686" y="2811973"/>
                </a:lnTo>
                <a:lnTo>
                  <a:pt x="4503916" y="2811973"/>
                </a:lnTo>
                <a:lnTo>
                  <a:pt x="4494146" y="2811973"/>
                </a:lnTo>
                <a:lnTo>
                  <a:pt x="4484376" y="2811973"/>
                </a:lnTo>
                <a:lnTo>
                  <a:pt x="4474606" y="2811973"/>
                </a:lnTo>
                <a:lnTo>
                  <a:pt x="4464836" y="2811973"/>
                </a:lnTo>
                <a:lnTo>
                  <a:pt x="4455066" y="2811973"/>
                </a:lnTo>
                <a:lnTo>
                  <a:pt x="4445296" y="2811973"/>
                </a:lnTo>
                <a:lnTo>
                  <a:pt x="4435526" y="2811973"/>
                </a:lnTo>
                <a:lnTo>
                  <a:pt x="4425757" y="2811973"/>
                </a:lnTo>
                <a:lnTo>
                  <a:pt x="4415987" y="2811973"/>
                </a:lnTo>
                <a:lnTo>
                  <a:pt x="4406217" y="2811973"/>
                </a:lnTo>
                <a:lnTo>
                  <a:pt x="4396447" y="2811973"/>
                </a:lnTo>
                <a:lnTo>
                  <a:pt x="4386677" y="2811973"/>
                </a:lnTo>
                <a:lnTo>
                  <a:pt x="4376907" y="2811973"/>
                </a:lnTo>
                <a:lnTo>
                  <a:pt x="4367137" y="2811973"/>
                </a:lnTo>
                <a:lnTo>
                  <a:pt x="4357367" y="2811973"/>
                </a:lnTo>
                <a:lnTo>
                  <a:pt x="4347597" y="2811973"/>
                </a:lnTo>
                <a:lnTo>
                  <a:pt x="4337828" y="2811973"/>
                </a:lnTo>
                <a:lnTo>
                  <a:pt x="4328058" y="2811973"/>
                </a:lnTo>
                <a:lnTo>
                  <a:pt x="4318288" y="2811973"/>
                </a:lnTo>
                <a:lnTo>
                  <a:pt x="4308518" y="2811973"/>
                </a:lnTo>
                <a:lnTo>
                  <a:pt x="4298748" y="2811973"/>
                </a:lnTo>
                <a:lnTo>
                  <a:pt x="4288978" y="2811973"/>
                </a:lnTo>
                <a:lnTo>
                  <a:pt x="4279208" y="2811973"/>
                </a:lnTo>
                <a:lnTo>
                  <a:pt x="4269438" y="2811973"/>
                </a:lnTo>
                <a:lnTo>
                  <a:pt x="4259669" y="2811973"/>
                </a:lnTo>
                <a:lnTo>
                  <a:pt x="4249899" y="2811973"/>
                </a:lnTo>
                <a:lnTo>
                  <a:pt x="4240129" y="2811973"/>
                </a:lnTo>
                <a:lnTo>
                  <a:pt x="4230359" y="2811973"/>
                </a:lnTo>
                <a:lnTo>
                  <a:pt x="4220589" y="2811973"/>
                </a:lnTo>
                <a:lnTo>
                  <a:pt x="4210819" y="2811973"/>
                </a:lnTo>
                <a:lnTo>
                  <a:pt x="4201049" y="2811973"/>
                </a:lnTo>
                <a:lnTo>
                  <a:pt x="4191279" y="2811973"/>
                </a:lnTo>
                <a:lnTo>
                  <a:pt x="4181509" y="2811973"/>
                </a:lnTo>
                <a:lnTo>
                  <a:pt x="4171740" y="2811973"/>
                </a:lnTo>
                <a:lnTo>
                  <a:pt x="4161970" y="2811973"/>
                </a:lnTo>
                <a:lnTo>
                  <a:pt x="4152200" y="2811973"/>
                </a:lnTo>
                <a:lnTo>
                  <a:pt x="4142430" y="2811973"/>
                </a:lnTo>
                <a:lnTo>
                  <a:pt x="4132660" y="2811973"/>
                </a:lnTo>
                <a:lnTo>
                  <a:pt x="4122890" y="2811973"/>
                </a:lnTo>
                <a:lnTo>
                  <a:pt x="4113120" y="2811973"/>
                </a:lnTo>
                <a:lnTo>
                  <a:pt x="4103350" y="2811973"/>
                </a:lnTo>
                <a:lnTo>
                  <a:pt x="4093581" y="2811973"/>
                </a:lnTo>
                <a:lnTo>
                  <a:pt x="4083811" y="2811973"/>
                </a:lnTo>
                <a:lnTo>
                  <a:pt x="4074041" y="2811973"/>
                </a:lnTo>
                <a:lnTo>
                  <a:pt x="4064271" y="2811973"/>
                </a:lnTo>
                <a:lnTo>
                  <a:pt x="4054501" y="2811973"/>
                </a:lnTo>
                <a:lnTo>
                  <a:pt x="4044731" y="2811973"/>
                </a:lnTo>
                <a:lnTo>
                  <a:pt x="4034961" y="2811973"/>
                </a:lnTo>
                <a:lnTo>
                  <a:pt x="4025191" y="2811973"/>
                </a:lnTo>
                <a:lnTo>
                  <a:pt x="4015421" y="2811973"/>
                </a:lnTo>
                <a:lnTo>
                  <a:pt x="4005652" y="2811973"/>
                </a:lnTo>
                <a:lnTo>
                  <a:pt x="3995882" y="2811973"/>
                </a:lnTo>
                <a:lnTo>
                  <a:pt x="3986112" y="2811973"/>
                </a:lnTo>
                <a:lnTo>
                  <a:pt x="3976342" y="2811973"/>
                </a:lnTo>
                <a:lnTo>
                  <a:pt x="3966572" y="2811973"/>
                </a:lnTo>
                <a:lnTo>
                  <a:pt x="3956802" y="2811973"/>
                </a:lnTo>
                <a:lnTo>
                  <a:pt x="3947032" y="2811973"/>
                </a:lnTo>
                <a:lnTo>
                  <a:pt x="3937262" y="2811973"/>
                </a:lnTo>
                <a:lnTo>
                  <a:pt x="3927493" y="2811973"/>
                </a:lnTo>
                <a:lnTo>
                  <a:pt x="3917723" y="2811973"/>
                </a:lnTo>
                <a:lnTo>
                  <a:pt x="3907953" y="2811973"/>
                </a:lnTo>
                <a:lnTo>
                  <a:pt x="3898183" y="2811973"/>
                </a:lnTo>
                <a:lnTo>
                  <a:pt x="3888413" y="2811973"/>
                </a:lnTo>
                <a:lnTo>
                  <a:pt x="3878643" y="2811973"/>
                </a:lnTo>
                <a:lnTo>
                  <a:pt x="3868873" y="2811973"/>
                </a:lnTo>
                <a:lnTo>
                  <a:pt x="3859103" y="2811973"/>
                </a:lnTo>
                <a:lnTo>
                  <a:pt x="3849333" y="2811973"/>
                </a:lnTo>
                <a:lnTo>
                  <a:pt x="3839564" y="2811973"/>
                </a:lnTo>
                <a:lnTo>
                  <a:pt x="3829794" y="2811973"/>
                </a:lnTo>
                <a:lnTo>
                  <a:pt x="3820024" y="2811973"/>
                </a:lnTo>
                <a:lnTo>
                  <a:pt x="3810254" y="2811973"/>
                </a:lnTo>
                <a:lnTo>
                  <a:pt x="3800484" y="2811973"/>
                </a:lnTo>
                <a:lnTo>
                  <a:pt x="3790714" y="2811973"/>
                </a:lnTo>
                <a:lnTo>
                  <a:pt x="3780944" y="2811973"/>
                </a:lnTo>
                <a:lnTo>
                  <a:pt x="3771174" y="2811973"/>
                </a:lnTo>
                <a:lnTo>
                  <a:pt x="3761405" y="2811973"/>
                </a:lnTo>
                <a:lnTo>
                  <a:pt x="3751635" y="2811973"/>
                </a:lnTo>
                <a:lnTo>
                  <a:pt x="3741865" y="2811973"/>
                </a:lnTo>
                <a:lnTo>
                  <a:pt x="3732095" y="2811973"/>
                </a:lnTo>
                <a:lnTo>
                  <a:pt x="3722325" y="2811973"/>
                </a:lnTo>
                <a:lnTo>
                  <a:pt x="3712555" y="2811973"/>
                </a:lnTo>
                <a:lnTo>
                  <a:pt x="3702785" y="2811973"/>
                </a:lnTo>
                <a:lnTo>
                  <a:pt x="3693015" y="2811973"/>
                </a:lnTo>
                <a:lnTo>
                  <a:pt x="3683245" y="2811973"/>
                </a:lnTo>
                <a:lnTo>
                  <a:pt x="3673476" y="2811973"/>
                </a:lnTo>
                <a:lnTo>
                  <a:pt x="3663706" y="2811973"/>
                </a:lnTo>
                <a:lnTo>
                  <a:pt x="3653936" y="2811973"/>
                </a:lnTo>
                <a:lnTo>
                  <a:pt x="3644166" y="2811973"/>
                </a:lnTo>
                <a:lnTo>
                  <a:pt x="3634396" y="2811973"/>
                </a:lnTo>
                <a:lnTo>
                  <a:pt x="3624626" y="2811973"/>
                </a:lnTo>
                <a:lnTo>
                  <a:pt x="3614856" y="2811973"/>
                </a:lnTo>
                <a:lnTo>
                  <a:pt x="3605086" y="2811973"/>
                </a:lnTo>
                <a:lnTo>
                  <a:pt x="3595316" y="2811973"/>
                </a:lnTo>
                <a:lnTo>
                  <a:pt x="3585547" y="2811973"/>
                </a:lnTo>
                <a:lnTo>
                  <a:pt x="3575777" y="2811973"/>
                </a:lnTo>
                <a:lnTo>
                  <a:pt x="3566007" y="2811973"/>
                </a:lnTo>
                <a:lnTo>
                  <a:pt x="3556237" y="2811973"/>
                </a:lnTo>
                <a:lnTo>
                  <a:pt x="3546467" y="2811973"/>
                </a:lnTo>
                <a:lnTo>
                  <a:pt x="3536697" y="2811973"/>
                </a:lnTo>
                <a:lnTo>
                  <a:pt x="3526927" y="2811973"/>
                </a:lnTo>
                <a:lnTo>
                  <a:pt x="3517157" y="2811973"/>
                </a:lnTo>
                <a:lnTo>
                  <a:pt x="3507388" y="2811973"/>
                </a:lnTo>
                <a:lnTo>
                  <a:pt x="3497618" y="2811973"/>
                </a:lnTo>
                <a:lnTo>
                  <a:pt x="3487848" y="2811973"/>
                </a:lnTo>
                <a:lnTo>
                  <a:pt x="3478078" y="2811973"/>
                </a:lnTo>
                <a:lnTo>
                  <a:pt x="3468308" y="2811973"/>
                </a:lnTo>
                <a:lnTo>
                  <a:pt x="3458538" y="2811973"/>
                </a:lnTo>
                <a:lnTo>
                  <a:pt x="3448768" y="2811973"/>
                </a:lnTo>
                <a:lnTo>
                  <a:pt x="3438998" y="2811973"/>
                </a:lnTo>
                <a:lnTo>
                  <a:pt x="3429228" y="2811973"/>
                </a:lnTo>
                <a:lnTo>
                  <a:pt x="3419459" y="2811973"/>
                </a:lnTo>
                <a:lnTo>
                  <a:pt x="3409689" y="2811973"/>
                </a:lnTo>
                <a:lnTo>
                  <a:pt x="3399919" y="2811973"/>
                </a:lnTo>
                <a:lnTo>
                  <a:pt x="3390149" y="2811973"/>
                </a:lnTo>
                <a:lnTo>
                  <a:pt x="3380379" y="2811973"/>
                </a:lnTo>
                <a:lnTo>
                  <a:pt x="3370609" y="2811973"/>
                </a:lnTo>
                <a:lnTo>
                  <a:pt x="3360839" y="2811973"/>
                </a:lnTo>
                <a:lnTo>
                  <a:pt x="3351069" y="2811973"/>
                </a:lnTo>
                <a:lnTo>
                  <a:pt x="3341300" y="2811973"/>
                </a:lnTo>
                <a:lnTo>
                  <a:pt x="3331530" y="2811973"/>
                </a:lnTo>
                <a:lnTo>
                  <a:pt x="3321760" y="2811973"/>
                </a:lnTo>
                <a:lnTo>
                  <a:pt x="3311990" y="2811973"/>
                </a:lnTo>
                <a:lnTo>
                  <a:pt x="3302220" y="2811973"/>
                </a:lnTo>
                <a:lnTo>
                  <a:pt x="3292450" y="2811973"/>
                </a:lnTo>
                <a:lnTo>
                  <a:pt x="3282680" y="2811973"/>
                </a:lnTo>
                <a:lnTo>
                  <a:pt x="3272910" y="2811973"/>
                </a:lnTo>
                <a:lnTo>
                  <a:pt x="3263140" y="2811973"/>
                </a:lnTo>
                <a:lnTo>
                  <a:pt x="3253371" y="2811973"/>
                </a:lnTo>
                <a:lnTo>
                  <a:pt x="3243601" y="2811973"/>
                </a:lnTo>
                <a:lnTo>
                  <a:pt x="3233831" y="2811973"/>
                </a:lnTo>
                <a:lnTo>
                  <a:pt x="3224061" y="2811973"/>
                </a:lnTo>
                <a:lnTo>
                  <a:pt x="3214291" y="2811973"/>
                </a:lnTo>
                <a:lnTo>
                  <a:pt x="3204521" y="2811973"/>
                </a:lnTo>
                <a:lnTo>
                  <a:pt x="3194751" y="2811973"/>
                </a:lnTo>
                <a:lnTo>
                  <a:pt x="3184981" y="2811973"/>
                </a:lnTo>
                <a:lnTo>
                  <a:pt x="3175212" y="2811973"/>
                </a:lnTo>
                <a:lnTo>
                  <a:pt x="3165442" y="2811973"/>
                </a:lnTo>
                <a:lnTo>
                  <a:pt x="3155672" y="2811973"/>
                </a:lnTo>
                <a:lnTo>
                  <a:pt x="3145902" y="2811973"/>
                </a:lnTo>
                <a:lnTo>
                  <a:pt x="3136132" y="2811973"/>
                </a:lnTo>
                <a:lnTo>
                  <a:pt x="3126362" y="2811973"/>
                </a:lnTo>
                <a:lnTo>
                  <a:pt x="3116592" y="2811973"/>
                </a:lnTo>
                <a:lnTo>
                  <a:pt x="3106822" y="2811973"/>
                </a:lnTo>
                <a:lnTo>
                  <a:pt x="3097052" y="2811973"/>
                </a:lnTo>
                <a:lnTo>
                  <a:pt x="3087283" y="2811973"/>
                </a:lnTo>
                <a:lnTo>
                  <a:pt x="3077513" y="2811973"/>
                </a:lnTo>
                <a:lnTo>
                  <a:pt x="3067743" y="2811973"/>
                </a:lnTo>
                <a:lnTo>
                  <a:pt x="3057973" y="2811973"/>
                </a:lnTo>
                <a:lnTo>
                  <a:pt x="3048203" y="2811973"/>
                </a:lnTo>
                <a:lnTo>
                  <a:pt x="3038433" y="2811973"/>
                </a:lnTo>
                <a:lnTo>
                  <a:pt x="3028663" y="2811973"/>
                </a:lnTo>
                <a:lnTo>
                  <a:pt x="3018893" y="2811973"/>
                </a:lnTo>
                <a:lnTo>
                  <a:pt x="3009124" y="2811973"/>
                </a:lnTo>
                <a:lnTo>
                  <a:pt x="2999354" y="2811973"/>
                </a:lnTo>
                <a:lnTo>
                  <a:pt x="2989584" y="2811973"/>
                </a:lnTo>
                <a:lnTo>
                  <a:pt x="2979814" y="2811973"/>
                </a:lnTo>
                <a:lnTo>
                  <a:pt x="2970044" y="2811973"/>
                </a:lnTo>
                <a:lnTo>
                  <a:pt x="2960274" y="2811973"/>
                </a:lnTo>
                <a:lnTo>
                  <a:pt x="2950504" y="2811973"/>
                </a:lnTo>
                <a:lnTo>
                  <a:pt x="2940734" y="2811973"/>
                </a:lnTo>
                <a:lnTo>
                  <a:pt x="2930964" y="2811973"/>
                </a:lnTo>
                <a:lnTo>
                  <a:pt x="2921195" y="2811973"/>
                </a:lnTo>
                <a:lnTo>
                  <a:pt x="2911425" y="2811973"/>
                </a:lnTo>
                <a:lnTo>
                  <a:pt x="2901655" y="2811973"/>
                </a:lnTo>
                <a:lnTo>
                  <a:pt x="2891885" y="2811973"/>
                </a:lnTo>
                <a:lnTo>
                  <a:pt x="2882115" y="2811973"/>
                </a:lnTo>
                <a:lnTo>
                  <a:pt x="2872345" y="2811973"/>
                </a:lnTo>
                <a:lnTo>
                  <a:pt x="2862575" y="2811973"/>
                </a:lnTo>
                <a:lnTo>
                  <a:pt x="2852805" y="2811973"/>
                </a:lnTo>
                <a:lnTo>
                  <a:pt x="2843035" y="2811973"/>
                </a:lnTo>
                <a:lnTo>
                  <a:pt x="2833266" y="2811973"/>
                </a:lnTo>
                <a:lnTo>
                  <a:pt x="2823496" y="2811973"/>
                </a:lnTo>
                <a:lnTo>
                  <a:pt x="2813726" y="2811973"/>
                </a:lnTo>
                <a:lnTo>
                  <a:pt x="2803956" y="2811973"/>
                </a:lnTo>
                <a:lnTo>
                  <a:pt x="2794186" y="2811973"/>
                </a:lnTo>
                <a:lnTo>
                  <a:pt x="2784416" y="2811973"/>
                </a:lnTo>
                <a:lnTo>
                  <a:pt x="2774646" y="2811973"/>
                </a:lnTo>
                <a:lnTo>
                  <a:pt x="2764876" y="2811973"/>
                </a:lnTo>
                <a:lnTo>
                  <a:pt x="2755107" y="2811973"/>
                </a:lnTo>
                <a:lnTo>
                  <a:pt x="2745337" y="2811973"/>
                </a:lnTo>
                <a:lnTo>
                  <a:pt x="2735567" y="2811973"/>
                </a:lnTo>
                <a:lnTo>
                  <a:pt x="2725797" y="2811973"/>
                </a:lnTo>
                <a:lnTo>
                  <a:pt x="2716027" y="2811973"/>
                </a:lnTo>
                <a:lnTo>
                  <a:pt x="2706257" y="2811973"/>
                </a:lnTo>
                <a:lnTo>
                  <a:pt x="2696487" y="2811973"/>
                </a:lnTo>
                <a:lnTo>
                  <a:pt x="2686717" y="2811973"/>
                </a:lnTo>
                <a:lnTo>
                  <a:pt x="2676947" y="2811973"/>
                </a:lnTo>
                <a:lnTo>
                  <a:pt x="2667178" y="2811973"/>
                </a:lnTo>
                <a:lnTo>
                  <a:pt x="2657408" y="2811973"/>
                </a:lnTo>
                <a:lnTo>
                  <a:pt x="2647638" y="2811973"/>
                </a:lnTo>
                <a:lnTo>
                  <a:pt x="2637868" y="2811973"/>
                </a:lnTo>
                <a:lnTo>
                  <a:pt x="2628098" y="2811973"/>
                </a:lnTo>
                <a:lnTo>
                  <a:pt x="2618328" y="2811973"/>
                </a:lnTo>
                <a:lnTo>
                  <a:pt x="2608558" y="2811973"/>
                </a:lnTo>
                <a:lnTo>
                  <a:pt x="2598788" y="2811973"/>
                </a:lnTo>
                <a:lnTo>
                  <a:pt x="2589019" y="2811973"/>
                </a:lnTo>
                <a:lnTo>
                  <a:pt x="2579249" y="2811973"/>
                </a:lnTo>
                <a:lnTo>
                  <a:pt x="2569479" y="2811973"/>
                </a:lnTo>
                <a:lnTo>
                  <a:pt x="2559709" y="2811973"/>
                </a:lnTo>
                <a:lnTo>
                  <a:pt x="2549939" y="2811973"/>
                </a:lnTo>
                <a:lnTo>
                  <a:pt x="2540169" y="2811973"/>
                </a:lnTo>
                <a:lnTo>
                  <a:pt x="2530399" y="2811973"/>
                </a:lnTo>
                <a:lnTo>
                  <a:pt x="2520629" y="2811973"/>
                </a:lnTo>
                <a:lnTo>
                  <a:pt x="2510859" y="2811973"/>
                </a:lnTo>
                <a:lnTo>
                  <a:pt x="2501090" y="2811973"/>
                </a:lnTo>
                <a:lnTo>
                  <a:pt x="2491320" y="2811973"/>
                </a:lnTo>
                <a:lnTo>
                  <a:pt x="2481550" y="2811973"/>
                </a:lnTo>
                <a:lnTo>
                  <a:pt x="2471780" y="2811973"/>
                </a:lnTo>
                <a:lnTo>
                  <a:pt x="2462010" y="2811973"/>
                </a:lnTo>
                <a:lnTo>
                  <a:pt x="2452240" y="2811973"/>
                </a:lnTo>
                <a:lnTo>
                  <a:pt x="2442470" y="2811973"/>
                </a:lnTo>
                <a:lnTo>
                  <a:pt x="2432700" y="2811973"/>
                </a:lnTo>
                <a:lnTo>
                  <a:pt x="2422931" y="2811973"/>
                </a:lnTo>
                <a:lnTo>
                  <a:pt x="2413161" y="2811973"/>
                </a:lnTo>
                <a:lnTo>
                  <a:pt x="2403391" y="2811973"/>
                </a:lnTo>
                <a:lnTo>
                  <a:pt x="2393621" y="2811973"/>
                </a:lnTo>
                <a:lnTo>
                  <a:pt x="2383851" y="2811973"/>
                </a:lnTo>
                <a:lnTo>
                  <a:pt x="2374081" y="2811973"/>
                </a:lnTo>
                <a:lnTo>
                  <a:pt x="2364311" y="2811973"/>
                </a:lnTo>
                <a:lnTo>
                  <a:pt x="2354541" y="2811973"/>
                </a:lnTo>
                <a:lnTo>
                  <a:pt x="2344771" y="2811973"/>
                </a:lnTo>
                <a:lnTo>
                  <a:pt x="2335002" y="2811973"/>
                </a:lnTo>
                <a:lnTo>
                  <a:pt x="2325232" y="2811973"/>
                </a:lnTo>
                <a:lnTo>
                  <a:pt x="2315462" y="2811973"/>
                </a:lnTo>
                <a:lnTo>
                  <a:pt x="2305692" y="2811973"/>
                </a:lnTo>
                <a:lnTo>
                  <a:pt x="2295922" y="2811973"/>
                </a:lnTo>
                <a:lnTo>
                  <a:pt x="2286152" y="2811973"/>
                </a:lnTo>
                <a:lnTo>
                  <a:pt x="2276382" y="2811973"/>
                </a:lnTo>
                <a:lnTo>
                  <a:pt x="2266612" y="2811973"/>
                </a:lnTo>
                <a:lnTo>
                  <a:pt x="2256843" y="2811973"/>
                </a:lnTo>
                <a:lnTo>
                  <a:pt x="2247073" y="2811973"/>
                </a:lnTo>
                <a:lnTo>
                  <a:pt x="2237303" y="2811973"/>
                </a:lnTo>
                <a:lnTo>
                  <a:pt x="2227533" y="2811973"/>
                </a:lnTo>
                <a:lnTo>
                  <a:pt x="2217763" y="2811973"/>
                </a:lnTo>
                <a:lnTo>
                  <a:pt x="2207993" y="2811973"/>
                </a:lnTo>
                <a:lnTo>
                  <a:pt x="2198223" y="2811973"/>
                </a:lnTo>
                <a:lnTo>
                  <a:pt x="2188453" y="2811973"/>
                </a:lnTo>
                <a:lnTo>
                  <a:pt x="2178683" y="2811973"/>
                </a:lnTo>
                <a:lnTo>
                  <a:pt x="2168914" y="2811973"/>
                </a:lnTo>
                <a:lnTo>
                  <a:pt x="2159144" y="2811973"/>
                </a:lnTo>
                <a:lnTo>
                  <a:pt x="2149374" y="2811973"/>
                </a:lnTo>
                <a:lnTo>
                  <a:pt x="2139604" y="2811973"/>
                </a:lnTo>
                <a:lnTo>
                  <a:pt x="2129834" y="2811973"/>
                </a:lnTo>
                <a:lnTo>
                  <a:pt x="2120064" y="2811973"/>
                </a:lnTo>
                <a:lnTo>
                  <a:pt x="2110294" y="2811973"/>
                </a:lnTo>
                <a:lnTo>
                  <a:pt x="2100524" y="2811973"/>
                </a:lnTo>
                <a:lnTo>
                  <a:pt x="2090754" y="2811973"/>
                </a:lnTo>
                <a:lnTo>
                  <a:pt x="2080985" y="2811973"/>
                </a:lnTo>
                <a:lnTo>
                  <a:pt x="2071215" y="2811973"/>
                </a:lnTo>
                <a:lnTo>
                  <a:pt x="2061445" y="2811973"/>
                </a:lnTo>
                <a:lnTo>
                  <a:pt x="2051675" y="2811973"/>
                </a:lnTo>
                <a:lnTo>
                  <a:pt x="2041905" y="2811973"/>
                </a:lnTo>
                <a:lnTo>
                  <a:pt x="2032135" y="2811973"/>
                </a:lnTo>
                <a:lnTo>
                  <a:pt x="2022365" y="2811973"/>
                </a:lnTo>
                <a:lnTo>
                  <a:pt x="2012595" y="2811973"/>
                </a:lnTo>
                <a:lnTo>
                  <a:pt x="2002826" y="2811973"/>
                </a:lnTo>
                <a:lnTo>
                  <a:pt x="1993056" y="2811973"/>
                </a:lnTo>
                <a:lnTo>
                  <a:pt x="1983286" y="2811973"/>
                </a:lnTo>
                <a:lnTo>
                  <a:pt x="1973516" y="2811973"/>
                </a:lnTo>
                <a:lnTo>
                  <a:pt x="1963746" y="2811973"/>
                </a:lnTo>
                <a:lnTo>
                  <a:pt x="1953976" y="2811973"/>
                </a:lnTo>
                <a:lnTo>
                  <a:pt x="1944206" y="2811973"/>
                </a:lnTo>
                <a:lnTo>
                  <a:pt x="1934436" y="2811973"/>
                </a:lnTo>
                <a:lnTo>
                  <a:pt x="1924666" y="2811973"/>
                </a:lnTo>
                <a:lnTo>
                  <a:pt x="1914897" y="2811973"/>
                </a:lnTo>
                <a:lnTo>
                  <a:pt x="1905127" y="2811973"/>
                </a:lnTo>
                <a:lnTo>
                  <a:pt x="1895357" y="2811973"/>
                </a:lnTo>
                <a:lnTo>
                  <a:pt x="1885587" y="2811973"/>
                </a:lnTo>
                <a:lnTo>
                  <a:pt x="1875817" y="2811973"/>
                </a:lnTo>
                <a:lnTo>
                  <a:pt x="1866047" y="2811973"/>
                </a:lnTo>
                <a:lnTo>
                  <a:pt x="1856277" y="2811973"/>
                </a:lnTo>
                <a:lnTo>
                  <a:pt x="1846507" y="2811973"/>
                </a:lnTo>
                <a:lnTo>
                  <a:pt x="1836738" y="2811973"/>
                </a:lnTo>
                <a:lnTo>
                  <a:pt x="1826968" y="2811973"/>
                </a:lnTo>
                <a:lnTo>
                  <a:pt x="1817198" y="2811973"/>
                </a:lnTo>
                <a:lnTo>
                  <a:pt x="1807428" y="2811973"/>
                </a:lnTo>
                <a:lnTo>
                  <a:pt x="1797658" y="2811973"/>
                </a:lnTo>
                <a:lnTo>
                  <a:pt x="1787888" y="2811973"/>
                </a:lnTo>
                <a:lnTo>
                  <a:pt x="1778118" y="2811973"/>
                </a:lnTo>
                <a:lnTo>
                  <a:pt x="1768348" y="2811973"/>
                </a:lnTo>
                <a:lnTo>
                  <a:pt x="1758578" y="2811973"/>
                </a:lnTo>
                <a:lnTo>
                  <a:pt x="1748809" y="2811973"/>
                </a:lnTo>
                <a:lnTo>
                  <a:pt x="1739039" y="2811973"/>
                </a:lnTo>
                <a:lnTo>
                  <a:pt x="1729269" y="2811973"/>
                </a:lnTo>
                <a:lnTo>
                  <a:pt x="1719499" y="2811973"/>
                </a:lnTo>
                <a:lnTo>
                  <a:pt x="1709729" y="2811973"/>
                </a:lnTo>
                <a:lnTo>
                  <a:pt x="1699959" y="2811973"/>
                </a:lnTo>
                <a:lnTo>
                  <a:pt x="1690189" y="2811973"/>
                </a:lnTo>
                <a:lnTo>
                  <a:pt x="1680419" y="2811973"/>
                </a:lnTo>
                <a:lnTo>
                  <a:pt x="1670650" y="2811973"/>
                </a:lnTo>
                <a:lnTo>
                  <a:pt x="1660880" y="2811973"/>
                </a:lnTo>
                <a:lnTo>
                  <a:pt x="1651110" y="2811973"/>
                </a:lnTo>
                <a:lnTo>
                  <a:pt x="1641340" y="2811973"/>
                </a:lnTo>
                <a:lnTo>
                  <a:pt x="1631570" y="2811973"/>
                </a:lnTo>
                <a:lnTo>
                  <a:pt x="1621800" y="2811973"/>
                </a:lnTo>
                <a:lnTo>
                  <a:pt x="1612030" y="2811973"/>
                </a:lnTo>
                <a:lnTo>
                  <a:pt x="1602260" y="2811973"/>
                </a:lnTo>
                <a:lnTo>
                  <a:pt x="1592490" y="2811973"/>
                </a:lnTo>
                <a:lnTo>
                  <a:pt x="1582721" y="2811973"/>
                </a:lnTo>
                <a:lnTo>
                  <a:pt x="1572951" y="2811973"/>
                </a:lnTo>
                <a:lnTo>
                  <a:pt x="1563181" y="2811973"/>
                </a:lnTo>
                <a:lnTo>
                  <a:pt x="1553411" y="2811973"/>
                </a:lnTo>
                <a:lnTo>
                  <a:pt x="1543641" y="2811973"/>
                </a:lnTo>
                <a:lnTo>
                  <a:pt x="1533871" y="2811973"/>
                </a:lnTo>
                <a:lnTo>
                  <a:pt x="1524101" y="2811973"/>
                </a:lnTo>
                <a:lnTo>
                  <a:pt x="1514331" y="2811973"/>
                </a:lnTo>
                <a:lnTo>
                  <a:pt x="1504562" y="2811973"/>
                </a:lnTo>
                <a:lnTo>
                  <a:pt x="1494792" y="2811973"/>
                </a:lnTo>
                <a:lnTo>
                  <a:pt x="1485022" y="2811973"/>
                </a:lnTo>
                <a:lnTo>
                  <a:pt x="1475252" y="2811973"/>
                </a:lnTo>
                <a:lnTo>
                  <a:pt x="1465482" y="2811973"/>
                </a:lnTo>
                <a:lnTo>
                  <a:pt x="1455712" y="2811973"/>
                </a:lnTo>
                <a:lnTo>
                  <a:pt x="1445942" y="2811973"/>
                </a:lnTo>
                <a:lnTo>
                  <a:pt x="1436172" y="2811973"/>
                </a:lnTo>
                <a:lnTo>
                  <a:pt x="1426402" y="2811973"/>
                </a:lnTo>
                <a:lnTo>
                  <a:pt x="1416633" y="2811973"/>
                </a:lnTo>
                <a:lnTo>
                  <a:pt x="1406863" y="2811973"/>
                </a:lnTo>
                <a:lnTo>
                  <a:pt x="1397093" y="2811973"/>
                </a:lnTo>
                <a:lnTo>
                  <a:pt x="1387323" y="2811973"/>
                </a:lnTo>
                <a:lnTo>
                  <a:pt x="1377553" y="2811973"/>
                </a:lnTo>
                <a:lnTo>
                  <a:pt x="1367783" y="2811973"/>
                </a:lnTo>
                <a:lnTo>
                  <a:pt x="1358013" y="2811973"/>
                </a:lnTo>
                <a:lnTo>
                  <a:pt x="1348243" y="2811973"/>
                </a:lnTo>
                <a:lnTo>
                  <a:pt x="1338473" y="2811973"/>
                </a:lnTo>
                <a:lnTo>
                  <a:pt x="1328704" y="2811973"/>
                </a:lnTo>
                <a:lnTo>
                  <a:pt x="1318934" y="2811973"/>
                </a:lnTo>
                <a:lnTo>
                  <a:pt x="1309164" y="2811973"/>
                </a:lnTo>
                <a:lnTo>
                  <a:pt x="1299394" y="2811973"/>
                </a:lnTo>
                <a:lnTo>
                  <a:pt x="1289624" y="2811973"/>
                </a:lnTo>
                <a:lnTo>
                  <a:pt x="1279854" y="2811973"/>
                </a:lnTo>
                <a:lnTo>
                  <a:pt x="1270084" y="2811973"/>
                </a:lnTo>
                <a:lnTo>
                  <a:pt x="1260314" y="2811973"/>
                </a:lnTo>
                <a:lnTo>
                  <a:pt x="1250545" y="2811973"/>
                </a:lnTo>
                <a:lnTo>
                  <a:pt x="1240775" y="2811973"/>
                </a:lnTo>
                <a:lnTo>
                  <a:pt x="1231005" y="2811973"/>
                </a:lnTo>
                <a:lnTo>
                  <a:pt x="1221235" y="2811973"/>
                </a:lnTo>
                <a:lnTo>
                  <a:pt x="1211465" y="2811973"/>
                </a:lnTo>
                <a:lnTo>
                  <a:pt x="1201695" y="2811973"/>
                </a:lnTo>
                <a:lnTo>
                  <a:pt x="1191925" y="2811973"/>
                </a:lnTo>
                <a:lnTo>
                  <a:pt x="1182155" y="2811973"/>
                </a:lnTo>
                <a:lnTo>
                  <a:pt x="1172385" y="2811973"/>
                </a:lnTo>
                <a:lnTo>
                  <a:pt x="1162616" y="2811973"/>
                </a:lnTo>
                <a:lnTo>
                  <a:pt x="1152846" y="2811973"/>
                </a:lnTo>
                <a:lnTo>
                  <a:pt x="1143076" y="2811973"/>
                </a:lnTo>
                <a:lnTo>
                  <a:pt x="1133306" y="2811973"/>
                </a:lnTo>
                <a:lnTo>
                  <a:pt x="1123536" y="2811973"/>
                </a:lnTo>
                <a:lnTo>
                  <a:pt x="1113766" y="2811973"/>
                </a:lnTo>
                <a:lnTo>
                  <a:pt x="1103996" y="2811973"/>
                </a:lnTo>
                <a:lnTo>
                  <a:pt x="1094226" y="2811973"/>
                </a:lnTo>
                <a:lnTo>
                  <a:pt x="1084457" y="2811973"/>
                </a:lnTo>
                <a:lnTo>
                  <a:pt x="1074687" y="2811973"/>
                </a:lnTo>
                <a:lnTo>
                  <a:pt x="1064917" y="2811973"/>
                </a:lnTo>
                <a:lnTo>
                  <a:pt x="1055147" y="2811973"/>
                </a:lnTo>
                <a:lnTo>
                  <a:pt x="1045377" y="2811973"/>
                </a:lnTo>
                <a:lnTo>
                  <a:pt x="1035607" y="2811973"/>
                </a:lnTo>
                <a:lnTo>
                  <a:pt x="1025837" y="2811973"/>
                </a:lnTo>
                <a:lnTo>
                  <a:pt x="1016067" y="2811973"/>
                </a:lnTo>
                <a:lnTo>
                  <a:pt x="1006297" y="2811973"/>
                </a:lnTo>
                <a:lnTo>
                  <a:pt x="996528" y="2811973"/>
                </a:lnTo>
                <a:lnTo>
                  <a:pt x="986758" y="2811973"/>
                </a:lnTo>
                <a:lnTo>
                  <a:pt x="976988" y="2811973"/>
                </a:lnTo>
                <a:lnTo>
                  <a:pt x="967218" y="2811973"/>
                </a:lnTo>
                <a:lnTo>
                  <a:pt x="957448" y="2811973"/>
                </a:lnTo>
                <a:lnTo>
                  <a:pt x="947678" y="2811973"/>
                </a:lnTo>
                <a:lnTo>
                  <a:pt x="937908" y="2811973"/>
                </a:lnTo>
                <a:lnTo>
                  <a:pt x="928138" y="2811973"/>
                </a:lnTo>
                <a:lnTo>
                  <a:pt x="918369" y="2811973"/>
                </a:lnTo>
                <a:lnTo>
                  <a:pt x="908599" y="2811973"/>
                </a:lnTo>
                <a:lnTo>
                  <a:pt x="898829" y="2811973"/>
                </a:lnTo>
                <a:lnTo>
                  <a:pt x="889059" y="2811973"/>
                </a:lnTo>
                <a:lnTo>
                  <a:pt x="879289" y="2811973"/>
                </a:lnTo>
                <a:lnTo>
                  <a:pt x="869519" y="2811973"/>
                </a:lnTo>
                <a:lnTo>
                  <a:pt x="859749" y="2811973"/>
                </a:lnTo>
                <a:lnTo>
                  <a:pt x="849979" y="2811973"/>
                </a:lnTo>
                <a:lnTo>
                  <a:pt x="840209" y="2811973"/>
                </a:lnTo>
                <a:lnTo>
                  <a:pt x="830440" y="2811973"/>
                </a:lnTo>
                <a:lnTo>
                  <a:pt x="820670" y="2811973"/>
                </a:lnTo>
                <a:lnTo>
                  <a:pt x="810900" y="2811973"/>
                </a:lnTo>
                <a:lnTo>
                  <a:pt x="801130" y="2811973"/>
                </a:lnTo>
                <a:lnTo>
                  <a:pt x="791360" y="2811973"/>
                </a:lnTo>
                <a:lnTo>
                  <a:pt x="781590" y="2811973"/>
                </a:lnTo>
                <a:lnTo>
                  <a:pt x="771820" y="2811973"/>
                </a:lnTo>
                <a:lnTo>
                  <a:pt x="762050" y="2811973"/>
                </a:lnTo>
                <a:lnTo>
                  <a:pt x="752281" y="2811973"/>
                </a:lnTo>
                <a:lnTo>
                  <a:pt x="742511" y="2811973"/>
                </a:lnTo>
                <a:lnTo>
                  <a:pt x="732741" y="2811973"/>
                </a:lnTo>
                <a:lnTo>
                  <a:pt x="722971" y="2811973"/>
                </a:lnTo>
                <a:lnTo>
                  <a:pt x="713201" y="2811973"/>
                </a:lnTo>
                <a:lnTo>
                  <a:pt x="703431" y="2811973"/>
                </a:lnTo>
                <a:lnTo>
                  <a:pt x="693661" y="2811973"/>
                </a:lnTo>
                <a:lnTo>
                  <a:pt x="683891" y="2811973"/>
                </a:lnTo>
                <a:lnTo>
                  <a:pt x="674121" y="2811973"/>
                </a:lnTo>
                <a:lnTo>
                  <a:pt x="664352" y="2811973"/>
                </a:lnTo>
                <a:lnTo>
                  <a:pt x="654582" y="2811973"/>
                </a:lnTo>
                <a:lnTo>
                  <a:pt x="644812" y="2811973"/>
                </a:lnTo>
                <a:lnTo>
                  <a:pt x="635042" y="2811973"/>
                </a:lnTo>
                <a:lnTo>
                  <a:pt x="625272" y="2811973"/>
                </a:lnTo>
                <a:lnTo>
                  <a:pt x="615502" y="2811973"/>
                </a:lnTo>
                <a:lnTo>
                  <a:pt x="605732" y="2811973"/>
                </a:lnTo>
                <a:lnTo>
                  <a:pt x="595962" y="2811973"/>
                </a:lnTo>
                <a:lnTo>
                  <a:pt x="586192" y="2811973"/>
                </a:lnTo>
                <a:lnTo>
                  <a:pt x="576423" y="2811973"/>
                </a:lnTo>
                <a:lnTo>
                  <a:pt x="566653" y="2811973"/>
                </a:lnTo>
                <a:lnTo>
                  <a:pt x="556883" y="2811973"/>
                </a:lnTo>
                <a:lnTo>
                  <a:pt x="547113" y="2811973"/>
                </a:lnTo>
                <a:lnTo>
                  <a:pt x="537343" y="2811973"/>
                </a:lnTo>
                <a:lnTo>
                  <a:pt x="527573" y="2811973"/>
                </a:lnTo>
                <a:lnTo>
                  <a:pt x="517803" y="2811973"/>
                </a:lnTo>
                <a:lnTo>
                  <a:pt x="508033" y="2811973"/>
                </a:lnTo>
                <a:lnTo>
                  <a:pt x="498264" y="2811973"/>
                </a:lnTo>
                <a:lnTo>
                  <a:pt x="488494" y="2811973"/>
                </a:lnTo>
                <a:lnTo>
                  <a:pt x="478724" y="2811973"/>
                </a:lnTo>
                <a:lnTo>
                  <a:pt x="468954" y="2811973"/>
                </a:lnTo>
                <a:lnTo>
                  <a:pt x="459184" y="2811973"/>
                </a:lnTo>
                <a:lnTo>
                  <a:pt x="449414" y="2811973"/>
                </a:lnTo>
                <a:lnTo>
                  <a:pt x="439644" y="2811973"/>
                </a:lnTo>
                <a:lnTo>
                  <a:pt x="429874" y="2811973"/>
                </a:lnTo>
                <a:lnTo>
                  <a:pt x="420104" y="2811973"/>
                </a:lnTo>
                <a:lnTo>
                  <a:pt x="410335" y="2811973"/>
                </a:lnTo>
                <a:lnTo>
                  <a:pt x="400565" y="2811973"/>
                </a:lnTo>
                <a:lnTo>
                  <a:pt x="390795" y="2811973"/>
                </a:lnTo>
                <a:lnTo>
                  <a:pt x="381025" y="2811973"/>
                </a:lnTo>
                <a:lnTo>
                  <a:pt x="371255" y="2811973"/>
                </a:lnTo>
                <a:lnTo>
                  <a:pt x="361485" y="2811973"/>
                </a:lnTo>
                <a:lnTo>
                  <a:pt x="351715" y="2811973"/>
                </a:lnTo>
                <a:lnTo>
                  <a:pt x="341945" y="2811973"/>
                </a:lnTo>
                <a:lnTo>
                  <a:pt x="332176" y="2811973"/>
                </a:lnTo>
                <a:lnTo>
                  <a:pt x="322406" y="2811973"/>
                </a:lnTo>
                <a:lnTo>
                  <a:pt x="312636" y="2811973"/>
                </a:lnTo>
                <a:lnTo>
                  <a:pt x="302866" y="2811973"/>
                </a:lnTo>
                <a:lnTo>
                  <a:pt x="293096" y="2811973"/>
                </a:lnTo>
                <a:lnTo>
                  <a:pt x="283326" y="2811973"/>
                </a:lnTo>
                <a:lnTo>
                  <a:pt x="273556" y="2811973"/>
                </a:lnTo>
                <a:lnTo>
                  <a:pt x="263786" y="2811973"/>
                </a:lnTo>
                <a:lnTo>
                  <a:pt x="254016" y="2811973"/>
                </a:lnTo>
                <a:lnTo>
                  <a:pt x="244247" y="2811973"/>
                </a:lnTo>
                <a:lnTo>
                  <a:pt x="234477" y="2811973"/>
                </a:lnTo>
                <a:lnTo>
                  <a:pt x="224707" y="2811973"/>
                </a:lnTo>
                <a:lnTo>
                  <a:pt x="214937" y="2811973"/>
                </a:lnTo>
                <a:lnTo>
                  <a:pt x="205167" y="2811973"/>
                </a:lnTo>
                <a:lnTo>
                  <a:pt x="195397" y="2811973"/>
                </a:lnTo>
                <a:lnTo>
                  <a:pt x="185627" y="2811973"/>
                </a:lnTo>
                <a:lnTo>
                  <a:pt x="175857" y="2811973"/>
                </a:lnTo>
                <a:lnTo>
                  <a:pt x="166088" y="2811973"/>
                </a:lnTo>
                <a:lnTo>
                  <a:pt x="156318" y="2811973"/>
                </a:lnTo>
                <a:lnTo>
                  <a:pt x="146548" y="2811973"/>
                </a:lnTo>
                <a:lnTo>
                  <a:pt x="136778" y="2811973"/>
                </a:lnTo>
                <a:lnTo>
                  <a:pt x="127008" y="2811973"/>
                </a:lnTo>
                <a:lnTo>
                  <a:pt x="117238" y="2811973"/>
                </a:lnTo>
                <a:lnTo>
                  <a:pt x="107468" y="2811973"/>
                </a:lnTo>
                <a:lnTo>
                  <a:pt x="97698" y="2811973"/>
                </a:lnTo>
                <a:lnTo>
                  <a:pt x="87928" y="2811973"/>
                </a:lnTo>
                <a:lnTo>
                  <a:pt x="78159" y="2811973"/>
                </a:lnTo>
                <a:lnTo>
                  <a:pt x="68389" y="2811973"/>
                </a:lnTo>
                <a:lnTo>
                  <a:pt x="58619" y="2811973"/>
                </a:lnTo>
                <a:lnTo>
                  <a:pt x="48849" y="2811973"/>
                </a:lnTo>
                <a:lnTo>
                  <a:pt x="39079" y="2811973"/>
                </a:lnTo>
                <a:lnTo>
                  <a:pt x="29309" y="2811973"/>
                </a:lnTo>
                <a:lnTo>
                  <a:pt x="19539" y="2811973"/>
                </a:lnTo>
                <a:lnTo>
                  <a:pt x="9769" y="2811973"/>
                </a:lnTo>
                <a:lnTo>
                  <a:pt x="0" y="2811973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4-E26 polygon 22" descr="sci-ppt:o022"/>
          <p:cNvSpPr/>
          <p:nvPr/>
        </p:nvSpPr>
        <p:spPr>
          <a:xfrm>
            <a:off x="914400" y="2224533"/>
            <a:ext cx="5852160" cy="2804667"/>
          </a:xfrm>
          <a:custGeom>
            <a:avLst/>
            <a:gdLst/>
            <a:ahLst/>
            <a:cxnLst/>
            <a:rect l="l" t="t" r="r" b="b"/>
            <a:pathLst>
              <a:path w="5852160" h="2804667">
                <a:moveTo>
                  <a:pt x="0" y="2804667"/>
                </a:moveTo>
                <a:lnTo>
                  <a:pt x="39079" y="2541631"/>
                </a:lnTo>
                <a:lnTo>
                  <a:pt x="78159" y="2278596"/>
                </a:lnTo>
                <a:lnTo>
                  <a:pt x="117238" y="2015561"/>
                </a:lnTo>
                <a:lnTo>
                  <a:pt x="156318" y="1752525"/>
                </a:lnTo>
                <a:lnTo>
                  <a:pt x="195397" y="1489490"/>
                </a:lnTo>
                <a:lnTo>
                  <a:pt x="234477" y="1226455"/>
                </a:lnTo>
                <a:lnTo>
                  <a:pt x="273556" y="963419"/>
                </a:lnTo>
                <a:lnTo>
                  <a:pt x="312636" y="700384"/>
                </a:lnTo>
                <a:lnTo>
                  <a:pt x="351715" y="437349"/>
                </a:lnTo>
                <a:lnTo>
                  <a:pt x="390795" y="174313"/>
                </a:lnTo>
                <a:lnTo>
                  <a:pt x="429874" y="0"/>
                </a:lnTo>
                <a:lnTo>
                  <a:pt x="468954" y="29226"/>
                </a:lnTo>
                <a:lnTo>
                  <a:pt x="508033" y="58453"/>
                </a:lnTo>
                <a:lnTo>
                  <a:pt x="547113" y="87679"/>
                </a:lnTo>
                <a:lnTo>
                  <a:pt x="586192" y="116905"/>
                </a:lnTo>
                <a:lnTo>
                  <a:pt x="625272" y="146131"/>
                </a:lnTo>
                <a:lnTo>
                  <a:pt x="664352" y="175357"/>
                </a:lnTo>
                <a:lnTo>
                  <a:pt x="703431" y="204583"/>
                </a:lnTo>
                <a:lnTo>
                  <a:pt x="742511" y="233809"/>
                </a:lnTo>
                <a:lnTo>
                  <a:pt x="781590" y="263036"/>
                </a:lnTo>
                <a:lnTo>
                  <a:pt x="820670" y="292262"/>
                </a:lnTo>
                <a:lnTo>
                  <a:pt x="859749" y="321488"/>
                </a:lnTo>
                <a:lnTo>
                  <a:pt x="898829" y="350714"/>
                </a:lnTo>
                <a:lnTo>
                  <a:pt x="937908" y="379940"/>
                </a:lnTo>
                <a:lnTo>
                  <a:pt x="976988" y="409166"/>
                </a:lnTo>
                <a:lnTo>
                  <a:pt x="1016067" y="438392"/>
                </a:lnTo>
                <a:lnTo>
                  <a:pt x="1055147" y="467619"/>
                </a:lnTo>
                <a:lnTo>
                  <a:pt x="1094226" y="496845"/>
                </a:lnTo>
                <a:lnTo>
                  <a:pt x="1133306" y="526071"/>
                </a:lnTo>
                <a:lnTo>
                  <a:pt x="1172385" y="555297"/>
                </a:lnTo>
                <a:lnTo>
                  <a:pt x="1211465" y="584523"/>
                </a:lnTo>
                <a:lnTo>
                  <a:pt x="1250545" y="613749"/>
                </a:lnTo>
                <a:lnTo>
                  <a:pt x="1289624" y="642975"/>
                </a:lnTo>
                <a:lnTo>
                  <a:pt x="1328704" y="672202"/>
                </a:lnTo>
                <a:lnTo>
                  <a:pt x="1367783" y="701428"/>
                </a:lnTo>
                <a:lnTo>
                  <a:pt x="1406863" y="730654"/>
                </a:lnTo>
                <a:lnTo>
                  <a:pt x="1445942" y="759880"/>
                </a:lnTo>
                <a:lnTo>
                  <a:pt x="1485022" y="789106"/>
                </a:lnTo>
                <a:lnTo>
                  <a:pt x="1524101" y="818332"/>
                </a:lnTo>
                <a:lnTo>
                  <a:pt x="1563181" y="847558"/>
                </a:lnTo>
                <a:lnTo>
                  <a:pt x="1602260" y="876785"/>
                </a:lnTo>
                <a:lnTo>
                  <a:pt x="1641340" y="906011"/>
                </a:lnTo>
                <a:lnTo>
                  <a:pt x="1680419" y="935237"/>
                </a:lnTo>
                <a:lnTo>
                  <a:pt x="1719499" y="964463"/>
                </a:lnTo>
                <a:lnTo>
                  <a:pt x="1758578" y="993689"/>
                </a:lnTo>
                <a:lnTo>
                  <a:pt x="1797658" y="1022915"/>
                </a:lnTo>
                <a:lnTo>
                  <a:pt x="1836738" y="1052142"/>
                </a:lnTo>
                <a:lnTo>
                  <a:pt x="1875817" y="1081368"/>
                </a:lnTo>
                <a:lnTo>
                  <a:pt x="1914897" y="1110594"/>
                </a:lnTo>
                <a:lnTo>
                  <a:pt x="1953976" y="1139820"/>
                </a:lnTo>
                <a:lnTo>
                  <a:pt x="1993056" y="1169046"/>
                </a:lnTo>
                <a:lnTo>
                  <a:pt x="2032135" y="1198272"/>
                </a:lnTo>
                <a:lnTo>
                  <a:pt x="2071215" y="1227498"/>
                </a:lnTo>
                <a:lnTo>
                  <a:pt x="2110294" y="1256725"/>
                </a:lnTo>
                <a:lnTo>
                  <a:pt x="2149374" y="1285951"/>
                </a:lnTo>
                <a:lnTo>
                  <a:pt x="2188453" y="1315177"/>
                </a:lnTo>
                <a:lnTo>
                  <a:pt x="2227533" y="1344403"/>
                </a:lnTo>
                <a:lnTo>
                  <a:pt x="2266612" y="1373629"/>
                </a:lnTo>
                <a:lnTo>
                  <a:pt x="2305692" y="1402855"/>
                </a:lnTo>
                <a:lnTo>
                  <a:pt x="2344771" y="1432081"/>
                </a:lnTo>
                <a:lnTo>
                  <a:pt x="2383851" y="1461308"/>
                </a:lnTo>
                <a:lnTo>
                  <a:pt x="2422931" y="1490534"/>
                </a:lnTo>
                <a:lnTo>
                  <a:pt x="2462010" y="1519760"/>
                </a:lnTo>
                <a:lnTo>
                  <a:pt x="2501090" y="1548986"/>
                </a:lnTo>
                <a:lnTo>
                  <a:pt x="2540169" y="1578212"/>
                </a:lnTo>
                <a:lnTo>
                  <a:pt x="2579249" y="1607438"/>
                </a:lnTo>
                <a:lnTo>
                  <a:pt x="2618328" y="1636664"/>
                </a:lnTo>
                <a:lnTo>
                  <a:pt x="2657408" y="1665891"/>
                </a:lnTo>
                <a:lnTo>
                  <a:pt x="2696487" y="1695117"/>
                </a:lnTo>
                <a:lnTo>
                  <a:pt x="2735567" y="1724343"/>
                </a:lnTo>
                <a:lnTo>
                  <a:pt x="2774646" y="1753569"/>
                </a:lnTo>
                <a:lnTo>
                  <a:pt x="2813726" y="1782795"/>
                </a:lnTo>
                <a:lnTo>
                  <a:pt x="2852805" y="1812021"/>
                </a:lnTo>
                <a:lnTo>
                  <a:pt x="2891885" y="1841247"/>
                </a:lnTo>
                <a:lnTo>
                  <a:pt x="2930964" y="1870474"/>
                </a:lnTo>
                <a:lnTo>
                  <a:pt x="2970044" y="1899700"/>
                </a:lnTo>
                <a:lnTo>
                  <a:pt x="3009124" y="1928926"/>
                </a:lnTo>
                <a:lnTo>
                  <a:pt x="3048203" y="1958152"/>
                </a:lnTo>
                <a:lnTo>
                  <a:pt x="3087283" y="1987378"/>
                </a:lnTo>
                <a:lnTo>
                  <a:pt x="3126362" y="2016604"/>
                </a:lnTo>
                <a:lnTo>
                  <a:pt x="3165442" y="2045830"/>
                </a:lnTo>
                <a:lnTo>
                  <a:pt x="3204521" y="2075057"/>
                </a:lnTo>
                <a:lnTo>
                  <a:pt x="3243601" y="2104283"/>
                </a:lnTo>
                <a:lnTo>
                  <a:pt x="3282680" y="2133509"/>
                </a:lnTo>
                <a:lnTo>
                  <a:pt x="3321760" y="2162735"/>
                </a:lnTo>
                <a:lnTo>
                  <a:pt x="3360839" y="2191961"/>
                </a:lnTo>
                <a:lnTo>
                  <a:pt x="3399919" y="2221187"/>
                </a:lnTo>
                <a:lnTo>
                  <a:pt x="3438998" y="2250414"/>
                </a:lnTo>
                <a:lnTo>
                  <a:pt x="3478078" y="2279640"/>
                </a:lnTo>
                <a:lnTo>
                  <a:pt x="3517157" y="2308866"/>
                </a:lnTo>
                <a:lnTo>
                  <a:pt x="3556237" y="2338092"/>
                </a:lnTo>
                <a:lnTo>
                  <a:pt x="3595316" y="2367318"/>
                </a:lnTo>
                <a:lnTo>
                  <a:pt x="3634396" y="2396544"/>
                </a:lnTo>
                <a:lnTo>
                  <a:pt x="3673476" y="2425770"/>
                </a:lnTo>
                <a:lnTo>
                  <a:pt x="3712555" y="2454997"/>
                </a:lnTo>
                <a:lnTo>
                  <a:pt x="3751635" y="2484223"/>
                </a:lnTo>
                <a:lnTo>
                  <a:pt x="3790714" y="2513449"/>
                </a:lnTo>
                <a:lnTo>
                  <a:pt x="3829794" y="2542675"/>
                </a:lnTo>
                <a:lnTo>
                  <a:pt x="3868873" y="2571901"/>
                </a:lnTo>
                <a:lnTo>
                  <a:pt x="3907953" y="2601127"/>
                </a:lnTo>
                <a:lnTo>
                  <a:pt x="3947032" y="2630353"/>
                </a:lnTo>
                <a:lnTo>
                  <a:pt x="3986112" y="2659580"/>
                </a:lnTo>
                <a:lnTo>
                  <a:pt x="4025191" y="2688806"/>
                </a:lnTo>
                <a:lnTo>
                  <a:pt x="4064271" y="2718032"/>
                </a:lnTo>
                <a:lnTo>
                  <a:pt x="4103350" y="2747258"/>
                </a:lnTo>
                <a:lnTo>
                  <a:pt x="4142430" y="2776484"/>
                </a:lnTo>
                <a:lnTo>
                  <a:pt x="4181509" y="2804667"/>
                </a:lnTo>
                <a:lnTo>
                  <a:pt x="4220589" y="2804667"/>
                </a:lnTo>
                <a:lnTo>
                  <a:pt x="4259669" y="2804667"/>
                </a:lnTo>
                <a:lnTo>
                  <a:pt x="4298748" y="2804667"/>
                </a:lnTo>
                <a:lnTo>
                  <a:pt x="4337828" y="2804667"/>
                </a:lnTo>
                <a:lnTo>
                  <a:pt x="4376907" y="2804667"/>
                </a:lnTo>
                <a:lnTo>
                  <a:pt x="4415987" y="2804667"/>
                </a:lnTo>
                <a:lnTo>
                  <a:pt x="4455066" y="2804667"/>
                </a:lnTo>
                <a:lnTo>
                  <a:pt x="4494146" y="2804667"/>
                </a:lnTo>
                <a:lnTo>
                  <a:pt x="4533225" y="2804667"/>
                </a:lnTo>
                <a:lnTo>
                  <a:pt x="4572305" y="2804667"/>
                </a:lnTo>
                <a:lnTo>
                  <a:pt x="4611384" y="2804667"/>
                </a:lnTo>
                <a:lnTo>
                  <a:pt x="4650464" y="2804667"/>
                </a:lnTo>
                <a:lnTo>
                  <a:pt x="4689543" y="2804667"/>
                </a:lnTo>
                <a:lnTo>
                  <a:pt x="4728623" y="2804667"/>
                </a:lnTo>
                <a:lnTo>
                  <a:pt x="4767702" y="2804667"/>
                </a:lnTo>
                <a:lnTo>
                  <a:pt x="4806782" y="2804667"/>
                </a:lnTo>
                <a:lnTo>
                  <a:pt x="4845862" y="2804667"/>
                </a:lnTo>
                <a:lnTo>
                  <a:pt x="4884941" y="2804667"/>
                </a:lnTo>
                <a:lnTo>
                  <a:pt x="4924021" y="2804667"/>
                </a:lnTo>
                <a:lnTo>
                  <a:pt x="4963100" y="2804667"/>
                </a:lnTo>
                <a:lnTo>
                  <a:pt x="5002180" y="2804667"/>
                </a:lnTo>
                <a:lnTo>
                  <a:pt x="5041259" y="2804667"/>
                </a:lnTo>
                <a:lnTo>
                  <a:pt x="5080339" y="2804667"/>
                </a:lnTo>
                <a:lnTo>
                  <a:pt x="5119418" y="2804667"/>
                </a:lnTo>
                <a:lnTo>
                  <a:pt x="5158498" y="2804667"/>
                </a:lnTo>
                <a:lnTo>
                  <a:pt x="5197577" y="2804667"/>
                </a:lnTo>
                <a:lnTo>
                  <a:pt x="5236657" y="2804667"/>
                </a:lnTo>
                <a:lnTo>
                  <a:pt x="5275736" y="2804667"/>
                </a:lnTo>
                <a:lnTo>
                  <a:pt x="5314816" y="2804667"/>
                </a:lnTo>
                <a:lnTo>
                  <a:pt x="5353895" y="2804667"/>
                </a:lnTo>
                <a:lnTo>
                  <a:pt x="5392975" y="2804667"/>
                </a:lnTo>
                <a:lnTo>
                  <a:pt x="5432055" y="2804667"/>
                </a:lnTo>
                <a:lnTo>
                  <a:pt x="5471134" y="2804667"/>
                </a:lnTo>
                <a:lnTo>
                  <a:pt x="5510214" y="2804667"/>
                </a:lnTo>
                <a:lnTo>
                  <a:pt x="5549293" y="2804667"/>
                </a:lnTo>
                <a:lnTo>
                  <a:pt x="5588373" y="2804667"/>
                </a:lnTo>
                <a:lnTo>
                  <a:pt x="5627452" y="2804667"/>
                </a:lnTo>
                <a:lnTo>
                  <a:pt x="5666532" y="2804667"/>
                </a:lnTo>
                <a:lnTo>
                  <a:pt x="5705611" y="2804667"/>
                </a:lnTo>
                <a:lnTo>
                  <a:pt x="5744691" y="2804667"/>
                </a:lnTo>
                <a:lnTo>
                  <a:pt x="5783770" y="2804667"/>
                </a:lnTo>
                <a:lnTo>
                  <a:pt x="5822850" y="2804667"/>
                </a:lnTo>
                <a:lnTo>
                  <a:pt x="5852160" y="2804667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4-E26 polygon 23" descr="sci-ppt:o023"/>
          <p:cNvSpPr/>
          <p:nvPr/>
        </p:nvSpPr>
        <p:spPr>
          <a:xfrm>
            <a:off x="914400" y="2267329"/>
            <a:ext cx="410335" cy="2761871"/>
          </a:xfrm>
          <a:custGeom>
            <a:avLst/>
            <a:gdLst/>
            <a:ahLst/>
            <a:cxnLst/>
            <a:rect l="l" t="t" r="r" b="b"/>
            <a:pathLst>
              <a:path w="410335" h="2761871">
                <a:moveTo>
                  <a:pt x="0" y="2761871"/>
                </a:moveTo>
                <a:lnTo>
                  <a:pt x="9769" y="2696112"/>
                </a:lnTo>
                <a:lnTo>
                  <a:pt x="19539" y="2630353"/>
                </a:lnTo>
                <a:lnTo>
                  <a:pt x="29309" y="2564594"/>
                </a:lnTo>
                <a:lnTo>
                  <a:pt x="39079" y="2498835"/>
                </a:lnTo>
                <a:lnTo>
                  <a:pt x="48849" y="2433076"/>
                </a:lnTo>
                <a:lnTo>
                  <a:pt x="58619" y="2367318"/>
                </a:lnTo>
                <a:lnTo>
                  <a:pt x="68389" y="2301559"/>
                </a:lnTo>
                <a:lnTo>
                  <a:pt x="78159" y="2235800"/>
                </a:lnTo>
                <a:lnTo>
                  <a:pt x="87928" y="2170041"/>
                </a:lnTo>
                <a:lnTo>
                  <a:pt x="97698" y="2104282"/>
                </a:lnTo>
                <a:lnTo>
                  <a:pt x="107468" y="2038523"/>
                </a:lnTo>
                <a:lnTo>
                  <a:pt x="117238" y="1972765"/>
                </a:lnTo>
                <a:lnTo>
                  <a:pt x="127008" y="1907006"/>
                </a:lnTo>
                <a:lnTo>
                  <a:pt x="136778" y="1841247"/>
                </a:lnTo>
                <a:lnTo>
                  <a:pt x="146548" y="1775488"/>
                </a:lnTo>
                <a:lnTo>
                  <a:pt x="156318" y="1709729"/>
                </a:lnTo>
                <a:lnTo>
                  <a:pt x="166088" y="1643970"/>
                </a:lnTo>
                <a:lnTo>
                  <a:pt x="175857" y="1578212"/>
                </a:lnTo>
                <a:lnTo>
                  <a:pt x="185627" y="1512453"/>
                </a:lnTo>
                <a:lnTo>
                  <a:pt x="195397" y="1446694"/>
                </a:lnTo>
                <a:lnTo>
                  <a:pt x="205167" y="1380935"/>
                </a:lnTo>
                <a:lnTo>
                  <a:pt x="214937" y="1315176"/>
                </a:lnTo>
                <a:lnTo>
                  <a:pt x="224707" y="1249417"/>
                </a:lnTo>
                <a:lnTo>
                  <a:pt x="234477" y="1183659"/>
                </a:lnTo>
                <a:lnTo>
                  <a:pt x="244247" y="1117900"/>
                </a:lnTo>
                <a:lnTo>
                  <a:pt x="254016" y="1052141"/>
                </a:lnTo>
                <a:lnTo>
                  <a:pt x="263786" y="986382"/>
                </a:lnTo>
                <a:lnTo>
                  <a:pt x="273556" y="920623"/>
                </a:lnTo>
                <a:lnTo>
                  <a:pt x="283326" y="854864"/>
                </a:lnTo>
                <a:lnTo>
                  <a:pt x="293096" y="789106"/>
                </a:lnTo>
                <a:lnTo>
                  <a:pt x="302866" y="723347"/>
                </a:lnTo>
                <a:lnTo>
                  <a:pt x="312636" y="657588"/>
                </a:lnTo>
                <a:lnTo>
                  <a:pt x="322406" y="591829"/>
                </a:lnTo>
                <a:lnTo>
                  <a:pt x="332176" y="526070"/>
                </a:lnTo>
                <a:lnTo>
                  <a:pt x="341945" y="460311"/>
                </a:lnTo>
                <a:lnTo>
                  <a:pt x="351715" y="394553"/>
                </a:lnTo>
                <a:lnTo>
                  <a:pt x="361485" y="328794"/>
                </a:lnTo>
                <a:lnTo>
                  <a:pt x="371255" y="263035"/>
                </a:lnTo>
                <a:lnTo>
                  <a:pt x="381025" y="197276"/>
                </a:lnTo>
                <a:lnTo>
                  <a:pt x="390795" y="131517"/>
                </a:lnTo>
                <a:lnTo>
                  <a:pt x="400565" y="65759"/>
                </a:lnTo>
                <a:lnTo>
                  <a:pt x="410335" y="0"/>
                </a:lnTo>
                <a:lnTo>
                  <a:pt x="410335" y="2761871"/>
                </a:lnTo>
                <a:lnTo>
                  <a:pt x="400565" y="2761871"/>
                </a:lnTo>
                <a:lnTo>
                  <a:pt x="390795" y="2761871"/>
                </a:lnTo>
                <a:lnTo>
                  <a:pt x="381025" y="2761871"/>
                </a:lnTo>
                <a:lnTo>
                  <a:pt x="371255" y="2761871"/>
                </a:lnTo>
                <a:lnTo>
                  <a:pt x="361485" y="2761871"/>
                </a:lnTo>
                <a:lnTo>
                  <a:pt x="351715" y="2761871"/>
                </a:lnTo>
                <a:lnTo>
                  <a:pt x="341945" y="2761871"/>
                </a:lnTo>
                <a:lnTo>
                  <a:pt x="332176" y="2761871"/>
                </a:lnTo>
                <a:lnTo>
                  <a:pt x="322406" y="2761871"/>
                </a:lnTo>
                <a:lnTo>
                  <a:pt x="312636" y="2761871"/>
                </a:lnTo>
                <a:lnTo>
                  <a:pt x="302866" y="2761871"/>
                </a:lnTo>
                <a:lnTo>
                  <a:pt x="293096" y="2761871"/>
                </a:lnTo>
                <a:lnTo>
                  <a:pt x="283326" y="2761871"/>
                </a:lnTo>
                <a:lnTo>
                  <a:pt x="273556" y="2761871"/>
                </a:lnTo>
                <a:lnTo>
                  <a:pt x="263786" y="2761871"/>
                </a:lnTo>
                <a:lnTo>
                  <a:pt x="254016" y="2761871"/>
                </a:lnTo>
                <a:lnTo>
                  <a:pt x="244247" y="2761871"/>
                </a:lnTo>
                <a:lnTo>
                  <a:pt x="234477" y="2761871"/>
                </a:lnTo>
                <a:lnTo>
                  <a:pt x="224707" y="2761871"/>
                </a:lnTo>
                <a:lnTo>
                  <a:pt x="214937" y="2761871"/>
                </a:lnTo>
                <a:lnTo>
                  <a:pt x="205167" y="2761871"/>
                </a:lnTo>
                <a:lnTo>
                  <a:pt x="195397" y="2761871"/>
                </a:lnTo>
                <a:lnTo>
                  <a:pt x="185627" y="2761871"/>
                </a:lnTo>
                <a:lnTo>
                  <a:pt x="175857" y="2761871"/>
                </a:lnTo>
                <a:lnTo>
                  <a:pt x="166088" y="2761871"/>
                </a:lnTo>
                <a:lnTo>
                  <a:pt x="156318" y="2761871"/>
                </a:lnTo>
                <a:lnTo>
                  <a:pt x="146548" y="2761871"/>
                </a:lnTo>
                <a:lnTo>
                  <a:pt x="136778" y="2761871"/>
                </a:lnTo>
                <a:lnTo>
                  <a:pt x="127008" y="2761871"/>
                </a:lnTo>
                <a:lnTo>
                  <a:pt x="117238" y="2761871"/>
                </a:lnTo>
                <a:lnTo>
                  <a:pt x="107468" y="2761871"/>
                </a:lnTo>
                <a:lnTo>
                  <a:pt x="97698" y="2761871"/>
                </a:lnTo>
                <a:lnTo>
                  <a:pt x="87928" y="2761871"/>
                </a:lnTo>
                <a:lnTo>
                  <a:pt x="78159" y="2761871"/>
                </a:lnTo>
                <a:lnTo>
                  <a:pt x="68389" y="2761871"/>
                </a:lnTo>
                <a:lnTo>
                  <a:pt x="58619" y="2761871"/>
                </a:lnTo>
                <a:lnTo>
                  <a:pt x="48849" y="2761871"/>
                </a:lnTo>
                <a:lnTo>
                  <a:pt x="39079" y="2761871"/>
                </a:lnTo>
                <a:lnTo>
                  <a:pt x="29309" y="2761871"/>
                </a:lnTo>
                <a:lnTo>
                  <a:pt x="19539" y="2761871"/>
                </a:lnTo>
                <a:lnTo>
                  <a:pt x="9769" y="2761871"/>
                </a:lnTo>
                <a:lnTo>
                  <a:pt x="0" y="2761871"/>
                </a:lnTo>
                <a:close/>
              </a:path>
            </a:pathLst>
          </a:custGeom>
          <a:solidFill>
            <a:srgbClr val="7FC8F8">
              <a:alpha val="45000"/>
            </a:srgbClr>
          </a:solidFill>
          <a:ln w="10160">
            <a:solidFill>
              <a:srgbClr val="7FC8F8">
                <a:alpha val="4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4-E26 text 24" descr="sci-ppt:o024"/>
          <p:cNvSpPr txBox="1"/>
          <p:nvPr/>
        </p:nvSpPr>
        <p:spPr>
          <a:xfrm>
            <a:off x="3579222" y="2356338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area = ½ Tₘₐₓ δ_c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= 0.0050 J/m²</a:t>
            </a:r>
          </a:p>
        </p:txBody>
      </p:sp>
      <p:sp>
        <p:nvSpPr>
          <p:cNvPr id="27" name="C4-E26 text 25" descr="sci-ppt:o025"/>
          <p:cNvSpPr txBox="1"/>
          <p:nvPr/>
        </p:nvSpPr>
        <p:spPr>
          <a:xfrm>
            <a:off x="1447364" y="170219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7FC8F8"/>
                </a:solidFill>
                <a:latin typeface="Arial"/>
              </a:rPr>
              <a:t>elastic part: ½ Tₘₐₓ δ₀</a:t>
            </a:r>
          </a:p>
        </p:txBody>
      </p:sp>
      <p:sp>
        <p:nvSpPr>
          <p:cNvPr id="28" name="C4-E26 round_rect 26" descr="sci-ppt:o026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4-E26 text 27" descr="sci-ppt:o027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Work to separate = area</a:t>
            </a:r>
          </a:p>
        </p:txBody>
      </p:sp>
      <p:sp>
        <p:nvSpPr>
          <p:cNvPr id="30" name="C4-E26 text 28" descr="sci-ppt:o028"/>
          <p:cNvSpPr txBox="1"/>
          <p:nvPr/>
        </p:nvSpPr>
        <p:spPr>
          <a:xfrm>
            <a:off x="7178040" y="1828800"/>
            <a:ext cx="4572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Γ = ∫₀^δ_c tₙ dδ = Tₘₐₓ δ₀ / 2 + Tₘₐₓ (δ_c − δ₀) / 2</a:t>
            </a:r>
          </a:p>
        </p:txBody>
      </p:sp>
      <p:sp>
        <p:nvSpPr>
          <p:cNvPr id="31" name="C4-E26 text 29" descr="sci-ppt:o029"/>
          <p:cNvSpPr txBox="1"/>
          <p:nvPr/>
        </p:nvSpPr>
        <p:spPr>
          <a:xfrm>
            <a:off x="7178040" y="242316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Γ = Tₘₐₓ δ_c / 2   ⇒   δ_c = 2Γ / Tₘₐₓ</a:t>
            </a:r>
          </a:p>
        </p:txBody>
      </p:sp>
      <p:sp>
        <p:nvSpPr>
          <p:cNvPr id="32" name="C4-E26 text 30" descr="sci-ppt:o030"/>
          <p:cNvSpPr txBox="1"/>
          <p:nvPr/>
        </p:nvSpPr>
        <p:spPr>
          <a:xfrm>
            <a:off x="7178040" y="301752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δ₀ &lt; δ_c requires Kₙ &gt; Tₘₐₓ² / (2Γ)</a:t>
            </a:r>
          </a:p>
        </p:txBody>
      </p:sp>
      <p:sp>
        <p:nvSpPr>
          <p:cNvPr id="33" name="C4-E26 text 31" descr="sci-ppt:o031"/>
          <p:cNvSpPr txBox="1"/>
          <p:nvPr/>
        </p:nvSpPr>
        <p:spPr>
          <a:xfrm>
            <a:off x="7178040" y="36576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Here Tₘₐₓ²/(2Γ) = 1.00e+12 Pa/m &lt; Kₙ = 1.0×10¹³ Pa/m.</a:t>
            </a:r>
          </a:p>
        </p:txBody>
      </p:sp>
      <p:sp>
        <p:nvSpPr>
          <p:cNvPr id="34" name="C4-E26 text 32" descr="sci-ppt:o032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Complete separation needs the whole traction–opening area, not just the peak value.</a:t>
            </a:r>
          </a:p>
        </p:txBody>
      </p:sp>
      <p:sp>
        <p:nvSpPr>
          <p:cNvPr id="35" name="C4-E26 text 33" descr="sci-ppt:o03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Work integral of Eq. C4-E26 (areas by quadrature).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