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C4-E21 · Derived onset threshold within the benchmark</a:t>
            </a:r>
          </a:p>
        </p:txBody>
      </p:sp>
      <p:cxnSp>
        <p:nvCxnSpPr>
          <p:cNvPr id="3" name="C4-E21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21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21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1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1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21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21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21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21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21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21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21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21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21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21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21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21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21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21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21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21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21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21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21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21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21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21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21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21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21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21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21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21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21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21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21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21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21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21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21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21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21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21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21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21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21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21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21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21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21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21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21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21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21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21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21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21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21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21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21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21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21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21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21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21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21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21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21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21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21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21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21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21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21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21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21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21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21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21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21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21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21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21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21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21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21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21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21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21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21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21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21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21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21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21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21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21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21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 → pressure loading</a:t>
            </a:r>
          </a:p>
        </p:txBody>
      </p:sp>
      <p:sp>
        <p:nvSpPr>
          <p:cNvPr id="101" name="C4-E21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p₀,crit → onset threshold</a:t>
            </a:r>
          </a:p>
        </p:txBody>
      </p:sp>
      <p:sp>
        <p:nvSpPr>
          <p:cNvPr id="102" name="C4-E21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D_f, Γ → stiffness and fracture resistance</a:t>
            </a:r>
          </a:p>
        </p:txBody>
      </p:sp>
      <p:sp>
        <p:nvSpPr>
          <p:cNvPr id="103" name="C4-E21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→ pre-existing crack size</a:t>
            </a:r>
          </a:p>
        </p:txBody>
      </p:sp>
      <p:sp>
        <p:nvSpPr>
          <p:cNvPr id="104" name="C4-E21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G_p₀/Γ → propagation screen</a:t>
            </a:r>
          </a:p>
        </p:txBody>
      </p:sp>
      <p:sp>
        <p:nvSpPr>
          <p:cNvPr id="105" name="C4-E21 text 103" descr="sci-ppt:o103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Larger existing delamination lowers critical pressure.</a:t>
            </a:r>
          </a:p>
        </p:txBody>
      </p:sp>
      <p:sp>
        <p:nvSpPr>
          <p:cNvPr id="106" name="C4-E21 text 104" descr="sci-ppt:o104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