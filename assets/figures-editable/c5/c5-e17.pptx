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5-E17 text 0" descr="sci-ppt:o000"/>
          <p:cNvSpPr txBox="1"/>
          <p:nvPr/>
        </p:nvSpPr>
        <p:spPr>
          <a:xfrm>
            <a:off x="274320" y="137160"/>
            <a:ext cx="11612880" cy="41148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C5-E17 · Cross-solver comparison metrics for the confined column</a:t>
            </a:r>
          </a:p>
        </p:txBody>
      </p:sp>
      <p:cxnSp>
        <p:nvCxnSpPr>
          <p:cNvPr id="3" name="C5-E17 line 1" descr="sci-ppt:o001"/>
          <p:cNvCxnSpPr/>
          <p:nvPr/>
        </p:nvCxnSpPr>
        <p:spPr>
          <a:xfrm>
            <a:off x="1280160" y="5394959"/>
            <a:ext cx="7315200" cy="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4" name="C5-E17 line 2" descr="sci-ppt:o002"/>
          <p:cNvCxnSpPr/>
          <p:nvPr/>
        </p:nvCxnSpPr>
        <p:spPr>
          <a:xfrm>
            <a:off x="1280160" y="1188720"/>
            <a:ext cx="0" cy="4206239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5" name="C5-E17 line 3" descr="sci-ppt:o003"/>
          <p:cNvCxnSpPr/>
          <p:nvPr/>
        </p:nvCxnSpPr>
        <p:spPr>
          <a:xfrm>
            <a:off x="1280160" y="5394959"/>
            <a:ext cx="0" cy="64009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sp>
        <p:nvSpPr>
          <p:cNvPr id="6" name="C5-E17 text 4" descr="sci-ppt:o004"/>
          <p:cNvSpPr txBox="1"/>
          <p:nvPr/>
        </p:nvSpPr>
        <p:spPr>
          <a:xfrm>
            <a:off x="822959" y="5468112"/>
            <a:ext cx="9144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0</a:t>
            </a:r>
          </a:p>
        </p:txBody>
      </p:sp>
      <p:cxnSp>
        <p:nvCxnSpPr>
          <p:cNvPr id="7" name="C5-E17 line 5" descr="sci-ppt:o005"/>
          <p:cNvCxnSpPr/>
          <p:nvPr/>
        </p:nvCxnSpPr>
        <p:spPr>
          <a:xfrm>
            <a:off x="2942705" y="5394959"/>
            <a:ext cx="0" cy="64009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sp>
        <p:nvSpPr>
          <p:cNvPr id="8" name="C5-E17 text 6" descr="sci-ppt:o006"/>
          <p:cNvSpPr txBox="1"/>
          <p:nvPr/>
        </p:nvSpPr>
        <p:spPr>
          <a:xfrm>
            <a:off x="2485505" y="5468112"/>
            <a:ext cx="9144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0.5</a:t>
            </a:r>
          </a:p>
        </p:txBody>
      </p:sp>
      <p:cxnSp>
        <p:nvCxnSpPr>
          <p:cNvPr id="9" name="C5-E17 line 7" descr="sci-ppt:o007"/>
          <p:cNvCxnSpPr/>
          <p:nvPr/>
        </p:nvCxnSpPr>
        <p:spPr>
          <a:xfrm>
            <a:off x="4605250" y="5394959"/>
            <a:ext cx="0" cy="64009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sp>
        <p:nvSpPr>
          <p:cNvPr id="10" name="C5-E17 text 8" descr="sci-ppt:o008"/>
          <p:cNvSpPr txBox="1"/>
          <p:nvPr/>
        </p:nvSpPr>
        <p:spPr>
          <a:xfrm>
            <a:off x="4148050" y="5468112"/>
            <a:ext cx="9144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1</a:t>
            </a:r>
          </a:p>
        </p:txBody>
      </p:sp>
      <p:cxnSp>
        <p:nvCxnSpPr>
          <p:cNvPr id="11" name="C5-E17 line 9" descr="sci-ppt:o009"/>
          <p:cNvCxnSpPr/>
          <p:nvPr/>
        </p:nvCxnSpPr>
        <p:spPr>
          <a:xfrm>
            <a:off x="6267796" y="5394959"/>
            <a:ext cx="0" cy="64009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sp>
        <p:nvSpPr>
          <p:cNvPr id="12" name="C5-E17 text 10" descr="sci-ppt:o010"/>
          <p:cNvSpPr txBox="1"/>
          <p:nvPr/>
        </p:nvSpPr>
        <p:spPr>
          <a:xfrm>
            <a:off x="5810596" y="5468112"/>
            <a:ext cx="9144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1.5</a:t>
            </a:r>
          </a:p>
        </p:txBody>
      </p:sp>
      <p:cxnSp>
        <p:nvCxnSpPr>
          <p:cNvPr id="13" name="C5-E17 line 11" descr="sci-ppt:o011"/>
          <p:cNvCxnSpPr/>
          <p:nvPr/>
        </p:nvCxnSpPr>
        <p:spPr>
          <a:xfrm>
            <a:off x="7930341" y="5394959"/>
            <a:ext cx="0" cy="64009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sp>
        <p:nvSpPr>
          <p:cNvPr id="14" name="C5-E17 text 12" descr="sci-ppt:o012"/>
          <p:cNvSpPr txBox="1"/>
          <p:nvPr/>
        </p:nvSpPr>
        <p:spPr>
          <a:xfrm>
            <a:off x="7473141" y="5468112"/>
            <a:ext cx="9144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2</a:t>
            </a:r>
          </a:p>
        </p:txBody>
      </p:sp>
      <p:cxnSp>
        <p:nvCxnSpPr>
          <p:cNvPr id="15" name="C5-E17 line 13" descr="sci-ppt:o013"/>
          <p:cNvCxnSpPr/>
          <p:nvPr/>
        </p:nvCxnSpPr>
        <p:spPr>
          <a:xfrm>
            <a:off x="1216151" y="5394959"/>
            <a:ext cx="64009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6" name="C5-E17 line 14" descr="sci-ppt:o014"/>
          <p:cNvCxnSpPr/>
          <p:nvPr/>
        </p:nvCxnSpPr>
        <p:spPr>
          <a:xfrm>
            <a:off x="1280160" y="5394959"/>
            <a:ext cx="731520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7" name="C5-E17 text 15" descr="sci-ppt:o015"/>
          <p:cNvSpPr txBox="1"/>
          <p:nvPr/>
        </p:nvSpPr>
        <p:spPr>
          <a:xfrm>
            <a:off x="502919" y="5266944"/>
            <a:ext cx="6858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0</a:t>
            </a:r>
          </a:p>
        </p:txBody>
      </p:sp>
      <p:cxnSp>
        <p:nvCxnSpPr>
          <p:cNvPr id="18" name="C5-E17 line 16" descr="sci-ppt:o016"/>
          <p:cNvCxnSpPr/>
          <p:nvPr/>
        </p:nvCxnSpPr>
        <p:spPr>
          <a:xfrm>
            <a:off x="1216151" y="4343400"/>
            <a:ext cx="64009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9" name="C5-E17 line 17" descr="sci-ppt:o017"/>
          <p:cNvCxnSpPr/>
          <p:nvPr/>
        </p:nvCxnSpPr>
        <p:spPr>
          <a:xfrm>
            <a:off x="1280160" y="4343400"/>
            <a:ext cx="731520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0" name="C5-E17 text 18" descr="sci-ppt:o018"/>
          <p:cNvSpPr txBox="1"/>
          <p:nvPr/>
        </p:nvSpPr>
        <p:spPr>
          <a:xfrm>
            <a:off x="502919" y="4215384"/>
            <a:ext cx="6858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50</a:t>
            </a:r>
          </a:p>
        </p:txBody>
      </p:sp>
      <p:cxnSp>
        <p:nvCxnSpPr>
          <p:cNvPr id="21" name="C5-E17 line 19" descr="sci-ppt:o019"/>
          <p:cNvCxnSpPr/>
          <p:nvPr/>
        </p:nvCxnSpPr>
        <p:spPr>
          <a:xfrm>
            <a:off x="1216151" y="3291839"/>
            <a:ext cx="64009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2" name="C5-E17 line 20" descr="sci-ppt:o020"/>
          <p:cNvCxnSpPr/>
          <p:nvPr/>
        </p:nvCxnSpPr>
        <p:spPr>
          <a:xfrm>
            <a:off x="1280160" y="3291839"/>
            <a:ext cx="731520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3" name="C5-E17 text 21" descr="sci-ppt:o021"/>
          <p:cNvSpPr txBox="1"/>
          <p:nvPr/>
        </p:nvSpPr>
        <p:spPr>
          <a:xfrm>
            <a:off x="502919" y="3163823"/>
            <a:ext cx="6858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100</a:t>
            </a:r>
          </a:p>
        </p:txBody>
      </p:sp>
      <p:cxnSp>
        <p:nvCxnSpPr>
          <p:cNvPr id="24" name="C5-E17 line 22" descr="sci-ppt:o022"/>
          <p:cNvCxnSpPr/>
          <p:nvPr/>
        </p:nvCxnSpPr>
        <p:spPr>
          <a:xfrm>
            <a:off x="1216151" y="2240279"/>
            <a:ext cx="64009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5" name="C5-E17 line 23" descr="sci-ppt:o023"/>
          <p:cNvCxnSpPr/>
          <p:nvPr/>
        </p:nvCxnSpPr>
        <p:spPr>
          <a:xfrm>
            <a:off x="1280160" y="2240279"/>
            <a:ext cx="731520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6" name="C5-E17 text 24" descr="sci-ppt:o024"/>
          <p:cNvSpPr txBox="1"/>
          <p:nvPr/>
        </p:nvSpPr>
        <p:spPr>
          <a:xfrm>
            <a:off x="502919" y="2112263"/>
            <a:ext cx="6858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150</a:t>
            </a:r>
          </a:p>
        </p:txBody>
      </p:sp>
      <p:cxnSp>
        <p:nvCxnSpPr>
          <p:cNvPr id="27" name="C5-E17 line 25" descr="sci-ppt:o025"/>
          <p:cNvCxnSpPr/>
          <p:nvPr/>
        </p:nvCxnSpPr>
        <p:spPr>
          <a:xfrm>
            <a:off x="1216151" y="1188719"/>
            <a:ext cx="64009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8" name="C5-E17 line 26" descr="sci-ppt:o026"/>
          <p:cNvCxnSpPr/>
          <p:nvPr/>
        </p:nvCxnSpPr>
        <p:spPr>
          <a:xfrm>
            <a:off x="1280160" y="1188719"/>
            <a:ext cx="731520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9" name="C5-E17 text 27" descr="sci-ppt:o027"/>
          <p:cNvSpPr txBox="1"/>
          <p:nvPr/>
        </p:nvSpPr>
        <p:spPr>
          <a:xfrm>
            <a:off x="502919" y="1060703"/>
            <a:ext cx="6858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200</a:t>
            </a:r>
          </a:p>
        </p:txBody>
      </p:sp>
      <p:sp>
        <p:nvSpPr>
          <p:cNvPr id="30" name="C5-E17 text 28" descr="sci-ppt:o028"/>
          <p:cNvSpPr txBox="1"/>
          <p:nvPr/>
        </p:nvSpPr>
        <p:spPr>
          <a:xfrm>
            <a:off x="1280160" y="5742431"/>
            <a:ext cx="731520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Time from first contact (ns)</a:t>
            </a:r>
          </a:p>
        </p:txBody>
      </p:sp>
      <p:sp>
        <p:nvSpPr>
          <p:cNvPr id="31" name="C5-E17 text 29" descr="sci-ppt:o029"/>
          <p:cNvSpPr txBox="1"/>
          <p:nvPr/>
        </p:nvSpPr>
        <p:spPr>
          <a:xfrm>
            <a:off x="411479" y="804672"/>
            <a:ext cx="310896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Absolute wall pressure (MPa)</a:t>
            </a:r>
          </a:p>
        </p:txBody>
      </p:sp>
      <p:cxnSp>
        <p:nvCxnSpPr>
          <p:cNvPr id="32" name="C5-E17 line 30" descr="sci-ppt:o030"/>
          <p:cNvCxnSpPr/>
          <p:nvPr/>
        </p:nvCxnSpPr>
        <p:spPr>
          <a:xfrm>
            <a:off x="1280160" y="1722430"/>
            <a:ext cx="7315200" cy="0"/>
          </a:xfrm>
          <a:prstGeom prst="line">
            <a:avLst/>
          </a:prstGeom>
          <a:ln w="17780">
            <a:solidFill>
              <a:srgbClr val="B4C7D2"/>
            </a:solidFill>
            <a:prstDash val="dash"/>
          </a:ln>
          <a:effectLst/>
        </p:spPr>
      </p:cxnSp>
      <p:sp>
        <p:nvSpPr>
          <p:cNvPr id="33" name="C5-E17 text 31" descr="sci-ppt:o031"/>
          <p:cNvSpPr txBox="1"/>
          <p:nvPr/>
        </p:nvSpPr>
        <p:spPr>
          <a:xfrm>
            <a:off x="4663440" y="1448110"/>
            <a:ext cx="393192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p_H = 174.623 MPa</a:t>
            </a:r>
          </a:p>
        </p:txBody>
      </p:sp>
      <p:cxnSp>
        <p:nvCxnSpPr>
          <p:cNvPr id="34" name="C5-E17 line 32" descr="sci-ppt:o032"/>
          <p:cNvCxnSpPr/>
          <p:nvPr/>
        </p:nvCxnSpPr>
        <p:spPr>
          <a:xfrm>
            <a:off x="1280160" y="1732269"/>
            <a:ext cx="7315200" cy="0"/>
          </a:xfrm>
          <a:prstGeom prst="line">
            <a:avLst/>
          </a:prstGeom>
          <a:ln w="17780">
            <a:solidFill>
              <a:srgbClr val="F2B880"/>
            </a:solidFill>
            <a:prstDash val="dash"/>
          </a:ln>
          <a:effectLst/>
        </p:spPr>
      </p:cxnSp>
      <p:sp>
        <p:nvSpPr>
          <p:cNvPr id="35" name="C5-E17 text 33" descr="sci-ppt:o033"/>
          <p:cNvSpPr txBox="1"/>
          <p:nvPr/>
        </p:nvSpPr>
        <p:spPr>
          <a:xfrm>
            <a:off x="4663440" y="1805421"/>
            <a:ext cx="393192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150" b="0" i="0">
                <a:solidFill>
                  <a:srgbClr val="F2B880"/>
                </a:solidFill>
                <a:latin typeface="Arial"/>
              </a:rPr>
              <a:t>p_B = 174.155 MPa</a:t>
            </a:r>
          </a:p>
        </p:txBody>
      </p:sp>
      <p:cxnSp>
        <p:nvCxnSpPr>
          <p:cNvPr id="36" name="C5-E17 line 34" descr="sci-ppt:o034"/>
          <p:cNvCxnSpPr/>
          <p:nvPr/>
        </p:nvCxnSpPr>
        <p:spPr>
          <a:xfrm flipV="1">
            <a:off x="1280160" y="1745032"/>
            <a:ext cx="33294" cy="3647797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37" name="C5-E17 line 35" descr="sci-ppt:o035"/>
          <p:cNvCxnSpPr/>
          <p:nvPr/>
        </p:nvCxnSpPr>
        <p:spPr>
          <a:xfrm flipV="1">
            <a:off x="1313454" y="1740350"/>
            <a:ext cx="33663" cy="4682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38" name="C5-E17 line 36" descr="sci-ppt:o036"/>
          <p:cNvCxnSpPr/>
          <p:nvPr/>
        </p:nvCxnSpPr>
        <p:spPr>
          <a:xfrm flipV="1">
            <a:off x="1347117" y="1738411"/>
            <a:ext cx="33071" cy="1939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39" name="C5-E17 line 37" descr="sci-ppt:o037"/>
          <p:cNvCxnSpPr/>
          <p:nvPr/>
        </p:nvCxnSpPr>
        <p:spPr>
          <a:xfrm flipV="1">
            <a:off x="1380188" y="1737276"/>
            <a:ext cx="33069" cy="1135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40" name="C5-E17 line 38" descr="sci-ppt:o038"/>
          <p:cNvCxnSpPr/>
          <p:nvPr/>
        </p:nvCxnSpPr>
        <p:spPr>
          <a:xfrm flipV="1">
            <a:off x="1413257" y="1736499"/>
            <a:ext cx="33660" cy="777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41" name="C5-E17 line 39" descr="sci-ppt:o039"/>
          <p:cNvCxnSpPr/>
          <p:nvPr/>
        </p:nvCxnSpPr>
        <p:spPr>
          <a:xfrm flipV="1">
            <a:off x="1446917" y="1735944"/>
            <a:ext cx="33068" cy="555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42" name="C5-E17 line 40" descr="sci-ppt:o040"/>
          <p:cNvCxnSpPr/>
          <p:nvPr/>
        </p:nvCxnSpPr>
        <p:spPr>
          <a:xfrm flipV="1">
            <a:off x="1479985" y="1735516"/>
            <a:ext cx="33068" cy="428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43" name="C5-E17 line 41" descr="sci-ppt:o041"/>
          <p:cNvCxnSpPr/>
          <p:nvPr/>
        </p:nvCxnSpPr>
        <p:spPr>
          <a:xfrm flipV="1">
            <a:off x="1513053" y="1735170"/>
            <a:ext cx="33658" cy="346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44" name="C5-E17 line 42" descr="sci-ppt:o042"/>
          <p:cNvCxnSpPr/>
          <p:nvPr/>
        </p:nvCxnSpPr>
        <p:spPr>
          <a:xfrm flipV="1">
            <a:off x="1546711" y="1734891"/>
            <a:ext cx="33067" cy="279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45" name="C5-E17 line 43" descr="sci-ppt:o043"/>
          <p:cNvCxnSpPr/>
          <p:nvPr/>
        </p:nvCxnSpPr>
        <p:spPr>
          <a:xfrm flipV="1">
            <a:off x="1579778" y="1734657"/>
            <a:ext cx="33067" cy="234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46" name="C5-E17 line 44" descr="sci-ppt:o044"/>
          <p:cNvCxnSpPr/>
          <p:nvPr/>
        </p:nvCxnSpPr>
        <p:spPr>
          <a:xfrm flipV="1">
            <a:off x="1612845" y="1734455"/>
            <a:ext cx="33658" cy="202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47" name="C5-E17 line 45" descr="sci-ppt:o045"/>
          <p:cNvCxnSpPr/>
          <p:nvPr/>
        </p:nvCxnSpPr>
        <p:spPr>
          <a:xfrm flipV="1">
            <a:off x="1646503" y="1734284"/>
            <a:ext cx="33067" cy="171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48" name="C5-E17 line 46" descr="sci-ppt:o046"/>
          <p:cNvCxnSpPr/>
          <p:nvPr/>
        </p:nvCxnSpPr>
        <p:spPr>
          <a:xfrm flipV="1">
            <a:off x="1679570" y="1734134"/>
            <a:ext cx="33067" cy="150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49" name="C5-E17 line 47" descr="sci-ppt:o047"/>
          <p:cNvCxnSpPr/>
          <p:nvPr/>
        </p:nvCxnSpPr>
        <p:spPr>
          <a:xfrm flipV="1">
            <a:off x="1712637" y="1734002"/>
            <a:ext cx="33066" cy="132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50" name="C5-E17 line 48" descr="sci-ppt:o048"/>
          <p:cNvCxnSpPr/>
          <p:nvPr/>
        </p:nvCxnSpPr>
        <p:spPr>
          <a:xfrm flipV="1">
            <a:off x="1745703" y="1733882"/>
            <a:ext cx="33657" cy="120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51" name="C5-E17 line 49" descr="sci-ppt:o049"/>
          <p:cNvCxnSpPr/>
          <p:nvPr/>
        </p:nvCxnSpPr>
        <p:spPr>
          <a:xfrm flipV="1">
            <a:off x="1779360" y="1733777"/>
            <a:ext cx="33067" cy="105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52" name="C5-E17 line 50" descr="sci-ppt:o050"/>
          <p:cNvCxnSpPr/>
          <p:nvPr/>
        </p:nvCxnSpPr>
        <p:spPr>
          <a:xfrm flipV="1">
            <a:off x="1812427" y="1733682"/>
            <a:ext cx="33066" cy="95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53" name="C5-E17 line 51" descr="sci-ppt:o051"/>
          <p:cNvCxnSpPr/>
          <p:nvPr/>
        </p:nvCxnSpPr>
        <p:spPr>
          <a:xfrm flipV="1">
            <a:off x="1845493" y="1733595"/>
            <a:ext cx="33657" cy="87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54" name="C5-E17 line 52" descr="sci-ppt:o052"/>
          <p:cNvCxnSpPr/>
          <p:nvPr/>
        </p:nvCxnSpPr>
        <p:spPr>
          <a:xfrm flipV="1">
            <a:off x="1879150" y="1733517"/>
            <a:ext cx="33066" cy="78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55" name="C5-E17 line 53" descr="sci-ppt:o053"/>
          <p:cNvCxnSpPr/>
          <p:nvPr/>
        </p:nvCxnSpPr>
        <p:spPr>
          <a:xfrm flipV="1">
            <a:off x="1912216" y="1733446"/>
            <a:ext cx="33066" cy="71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56" name="C5-E17 line 54" descr="sci-ppt:o054"/>
          <p:cNvCxnSpPr/>
          <p:nvPr/>
        </p:nvCxnSpPr>
        <p:spPr>
          <a:xfrm flipV="1">
            <a:off x="1945282" y="1733380"/>
            <a:ext cx="33657" cy="66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57" name="C5-E17 line 55" descr="sci-ppt:o055"/>
          <p:cNvCxnSpPr/>
          <p:nvPr/>
        </p:nvCxnSpPr>
        <p:spPr>
          <a:xfrm flipV="1">
            <a:off x="1978939" y="1733320"/>
            <a:ext cx="33066" cy="60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58" name="C5-E17 line 56" descr="sci-ppt:o056"/>
          <p:cNvCxnSpPr/>
          <p:nvPr/>
        </p:nvCxnSpPr>
        <p:spPr>
          <a:xfrm flipV="1">
            <a:off x="2012005" y="1733264"/>
            <a:ext cx="33066" cy="56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59" name="C5-E17 line 57" descr="sci-ppt:o057"/>
          <p:cNvCxnSpPr/>
          <p:nvPr/>
        </p:nvCxnSpPr>
        <p:spPr>
          <a:xfrm flipV="1">
            <a:off x="2045071" y="1733212"/>
            <a:ext cx="33657" cy="52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60" name="C5-E17 line 58" descr="sci-ppt:o058"/>
          <p:cNvCxnSpPr/>
          <p:nvPr/>
        </p:nvCxnSpPr>
        <p:spPr>
          <a:xfrm flipV="1">
            <a:off x="2078728" y="1733164"/>
            <a:ext cx="33066" cy="48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61" name="C5-E17 line 59" descr="sci-ppt:o059"/>
          <p:cNvCxnSpPr/>
          <p:nvPr/>
        </p:nvCxnSpPr>
        <p:spPr>
          <a:xfrm flipV="1">
            <a:off x="2111794" y="1733120"/>
            <a:ext cx="33066" cy="44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62" name="C5-E17 line 60" descr="sci-ppt:o060"/>
          <p:cNvCxnSpPr/>
          <p:nvPr/>
        </p:nvCxnSpPr>
        <p:spPr>
          <a:xfrm flipV="1">
            <a:off x="2144860" y="1733078"/>
            <a:ext cx="33656" cy="42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63" name="C5-E17 line 61" descr="sci-ppt:o061"/>
          <p:cNvCxnSpPr/>
          <p:nvPr/>
        </p:nvCxnSpPr>
        <p:spPr>
          <a:xfrm flipV="1">
            <a:off x="2178516" y="1733039"/>
            <a:ext cx="33066" cy="39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64" name="C5-E17 line 62" descr="sci-ppt:o062"/>
          <p:cNvCxnSpPr/>
          <p:nvPr/>
        </p:nvCxnSpPr>
        <p:spPr>
          <a:xfrm flipV="1">
            <a:off x="2211582" y="1733003"/>
            <a:ext cx="33066" cy="36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65" name="C5-E17 line 63" descr="sci-ppt:o063"/>
          <p:cNvCxnSpPr/>
          <p:nvPr/>
        </p:nvCxnSpPr>
        <p:spPr>
          <a:xfrm flipV="1">
            <a:off x="2244648" y="1732969"/>
            <a:ext cx="33066" cy="34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66" name="C5-E17 line 64" descr="sci-ppt:o064"/>
          <p:cNvCxnSpPr/>
          <p:nvPr/>
        </p:nvCxnSpPr>
        <p:spPr>
          <a:xfrm flipV="1">
            <a:off x="2277714" y="1732937"/>
            <a:ext cx="33656" cy="32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67" name="C5-E17 line 65" descr="sci-ppt:o065"/>
          <p:cNvCxnSpPr/>
          <p:nvPr/>
        </p:nvCxnSpPr>
        <p:spPr>
          <a:xfrm flipV="1">
            <a:off x="2311370" y="1732907"/>
            <a:ext cx="33066" cy="30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68" name="C5-E17 line 66" descr="sci-ppt:o066"/>
          <p:cNvCxnSpPr/>
          <p:nvPr/>
        </p:nvCxnSpPr>
        <p:spPr>
          <a:xfrm flipV="1">
            <a:off x="2344436" y="1732879"/>
            <a:ext cx="33066" cy="28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69" name="C5-E17 line 67" descr="sci-ppt:o067"/>
          <p:cNvCxnSpPr/>
          <p:nvPr/>
        </p:nvCxnSpPr>
        <p:spPr>
          <a:xfrm flipV="1">
            <a:off x="2377502" y="1732852"/>
            <a:ext cx="33656" cy="27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70" name="C5-E17 line 68" descr="sci-ppt:o068"/>
          <p:cNvCxnSpPr/>
          <p:nvPr/>
        </p:nvCxnSpPr>
        <p:spPr>
          <a:xfrm flipV="1">
            <a:off x="2411158" y="1732826"/>
            <a:ext cx="33065" cy="26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71" name="C5-E17 line 69" descr="sci-ppt:o069"/>
          <p:cNvCxnSpPr/>
          <p:nvPr/>
        </p:nvCxnSpPr>
        <p:spPr>
          <a:xfrm flipV="1">
            <a:off x="2444223" y="1732803"/>
            <a:ext cx="33066" cy="23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72" name="C5-E17 line 70" descr="sci-ppt:o070"/>
          <p:cNvCxnSpPr/>
          <p:nvPr/>
        </p:nvCxnSpPr>
        <p:spPr>
          <a:xfrm flipV="1">
            <a:off x="2477289" y="1732780"/>
            <a:ext cx="33656" cy="23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73" name="C5-E17 line 71" descr="sci-ppt:o071"/>
          <p:cNvCxnSpPr/>
          <p:nvPr/>
        </p:nvCxnSpPr>
        <p:spPr>
          <a:xfrm flipV="1">
            <a:off x="2510945" y="1732759"/>
            <a:ext cx="33066" cy="21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74" name="C5-E17 line 72" descr="sci-ppt:o072"/>
          <p:cNvCxnSpPr/>
          <p:nvPr/>
        </p:nvCxnSpPr>
        <p:spPr>
          <a:xfrm flipV="1">
            <a:off x="2544011" y="1732738"/>
            <a:ext cx="33066" cy="21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75" name="C5-E17 line 73" descr="sci-ppt:o073"/>
          <p:cNvCxnSpPr/>
          <p:nvPr/>
        </p:nvCxnSpPr>
        <p:spPr>
          <a:xfrm flipV="1">
            <a:off x="2577077" y="1732719"/>
            <a:ext cx="33656" cy="19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76" name="C5-E17 line 74" descr="sci-ppt:o074"/>
          <p:cNvCxnSpPr/>
          <p:nvPr/>
        </p:nvCxnSpPr>
        <p:spPr>
          <a:xfrm flipV="1">
            <a:off x="2610733" y="1732701"/>
            <a:ext cx="33065" cy="18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77" name="C5-E17 line 75" descr="sci-ppt:o075"/>
          <p:cNvCxnSpPr/>
          <p:nvPr/>
        </p:nvCxnSpPr>
        <p:spPr>
          <a:xfrm flipV="1">
            <a:off x="2643798" y="1732683"/>
            <a:ext cx="33066" cy="18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78" name="C5-E17 line 76" descr="sci-ppt:o076"/>
          <p:cNvCxnSpPr/>
          <p:nvPr/>
        </p:nvCxnSpPr>
        <p:spPr>
          <a:xfrm flipV="1">
            <a:off x="2676864" y="1732667"/>
            <a:ext cx="33656" cy="16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79" name="C5-E17 line 77" descr="sci-ppt:o077"/>
          <p:cNvCxnSpPr/>
          <p:nvPr/>
        </p:nvCxnSpPr>
        <p:spPr>
          <a:xfrm flipV="1">
            <a:off x="2710520" y="1732651"/>
            <a:ext cx="33066" cy="16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80" name="C5-E17 line 78" descr="sci-ppt:o078"/>
          <p:cNvCxnSpPr/>
          <p:nvPr/>
        </p:nvCxnSpPr>
        <p:spPr>
          <a:xfrm flipV="1">
            <a:off x="2743586" y="1732636"/>
            <a:ext cx="33065" cy="15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81" name="C5-E17 line 79" descr="sci-ppt:o079"/>
          <p:cNvCxnSpPr/>
          <p:nvPr/>
        </p:nvCxnSpPr>
        <p:spPr>
          <a:xfrm flipV="1">
            <a:off x="2776651" y="1732622"/>
            <a:ext cx="33066" cy="14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82" name="C5-E17 line 80" descr="sci-ppt:o080"/>
          <p:cNvCxnSpPr/>
          <p:nvPr/>
        </p:nvCxnSpPr>
        <p:spPr>
          <a:xfrm flipV="1">
            <a:off x="2809717" y="1732608"/>
            <a:ext cx="33656" cy="14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83" name="C5-E17 line 81" descr="sci-ppt:o081"/>
          <p:cNvCxnSpPr/>
          <p:nvPr/>
        </p:nvCxnSpPr>
        <p:spPr>
          <a:xfrm flipV="1">
            <a:off x="2843373" y="1732595"/>
            <a:ext cx="33065" cy="13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84" name="C5-E17 line 82" descr="sci-ppt:o082"/>
          <p:cNvCxnSpPr/>
          <p:nvPr/>
        </p:nvCxnSpPr>
        <p:spPr>
          <a:xfrm flipV="1">
            <a:off x="2876438" y="1732582"/>
            <a:ext cx="33066" cy="13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85" name="C5-E17 line 83" descr="sci-ppt:o083"/>
          <p:cNvCxnSpPr/>
          <p:nvPr/>
        </p:nvCxnSpPr>
        <p:spPr>
          <a:xfrm flipV="1">
            <a:off x="2909504" y="1732570"/>
            <a:ext cx="33656" cy="12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86" name="C5-E17 line 84" descr="sci-ppt:o084"/>
          <p:cNvCxnSpPr/>
          <p:nvPr/>
        </p:nvCxnSpPr>
        <p:spPr>
          <a:xfrm flipV="1">
            <a:off x="2943160" y="1732559"/>
            <a:ext cx="33066" cy="11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87" name="C5-E17 line 85" descr="sci-ppt:o085"/>
          <p:cNvCxnSpPr/>
          <p:nvPr/>
        </p:nvCxnSpPr>
        <p:spPr>
          <a:xfrm flipV="1">
            <a:off x="2976226" y="1732548"/>
            <a:ext cx="33065" cy="11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88" name="C5-E17 line 86" descr="sci-ppt:o086"/>
          <p:cNvCxnSpPr/>
          <p:nvPr/>
        </p:nvCxnSpPr>
        <p:spPr>
          <a:xfrm flipV="1">
            <a:off x="3009291" y="1732538"/>
            <a:ext cx="33656" cy="10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89" name="C5-E17 line 87" descr="sci-ppt:o087"/>
          <p:cNvCxnSpPr/>
          <p:nvPr/>
        </p:nvCxnSpPr>
        <p:spPr>
          <a:xfrm flipV="1">
            <a:off x="3042947" y="1732528"/>
            <a:ext cx="33066" cy="10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90" name="C5-E17 line 88" descr="sci-ppt:o088"/>
          <p:cNvCxnSpPr/>
          <p:nvPr/>
        </p:nvCxnSpPr>
        <p:spPr>
          <a:xfrm flipV="1">
            <a:off x="3076013" y="1732518"/>
            <a:ext cx="33065" cy="10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91" name="C5-E17 line 89" descr="sci-ppt:o089"/>
          <p:cNvCxnSpPr/>
          <p:nvPr/>
        </p:nvCxnSpPr>
        <p:spPr>
          <a:xfrm flipV="1">
            <a:off x="3109078" y="1732509"/>
            <a:ext cx="33656" cy="9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92" name="C5-E17 line 90" descr="sci-ppt:o090"/>
          <p:cNvCxnSpPr/>
          <p:nvPr/>
        </p:nvCxnSpPr>
        <p:spPr>
          <a:xfrm flipV="1">
            <a:off x="3142734" y="1732500"/>
            <a:ext cx="33065" cy="9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93" name="C5-E17 line 91" descr="sci-ppt:o091"/>
          <p:cNvCxnSpPr/>
          <p:nvPr/>
        </p:nvCxnSpPr>
        <p:spPr>
          <a:xfrm flipV="1">
            <a:off x="3175799" y="1732492"/>
            <a:ext cx="33066" cy="8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94" name="C5-E17 line 92" descr="sci-ppt:o092"/>
          <p:cNvCxnSpPr/>
          <p:nvPr/>
        </p:nvCxnSpPr>
        <p:spPr>
          <a:xfrm flipV="1">
            <a:off x="3208865" y="1732484"/>
            <a:ext cx="33656" cy="8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95" name="C5-E17 line 93" descr="sci-ppt:o093"/>
          <p:cNvCxnSpPr/>
          <p:nvPr/>
        </p:nvCxnSpPr>
        <p:spPr>
          <a:xfrm flipV="1">
            <a:off x="3242521" y="1732476"/>
            <a:ext cx="33065" cy="8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96" name="C5-E17 line 94" descr="sci-ppt:o094"/>
          <p:cNvCxnSpPr/>
          <p:nvPr/>
        </p:nvCxnSpPr>
        <p:spPr>
          <a:xfrm flipV="1">
            <a:off x="3275586" y="1732469"/>
            <a:ext cx="33066" cy="7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97" name="C5-E17 line 95" descr="sci-ppt:o095"/>
          <p:cNvCxnSpPr/>
          <p:nvPr/>
        </p:nvCxnSpPr>
        <p:spPr>
          <a:xfrm flipV="1">
            <a:off x="3308652" y="1732461"/>
            <a:ext cx="33065" cy="8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98" name="C5-E17 line 96" descr="sci-ppt:o096"/>
          <p:cNvCxnSpPr/>
          <p:nvPr/>
        </p:nvCxnSpPr>
        <p:spPr>
          <a:xfrm flipV="1">
            <a:off x="3341717" y="1732454"/>
            <a:ext cx="33656" cy="7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99" name="C5-E17 line 97" descr="sci-ppt:o097"/>
          <p:cNvCxnSpPr/>
          <p:nvPr/>
        </p:nvCxnSpPr>
        <p:spPr>
          <a:xfrm flipV="1">
            <a:off x="3375373" y="1732448"/>
            <a:ext cx="33066" cy="6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00" name="C5-E17 line 98" descr="sci-ppt:o098"/>
          <p:cNvCxnSpPr/>
          <p:nvPr/>
        </p:nvCxnSpPr>
        <p:spPr>
          <a:xfrm flipV="1">
            <a:off x="3408439" y="1732442"/>
            <a:ext cx="33065" cy="6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01" name="C5-E17 line 99" descr="sci-ppt:o099"/>
          <p:cNvCxnSpPr/>
          <p:nvPr/>
        </p:nvCxnSpPr>
        <p:spPr>
          <a:xfrm flipV="1">
            <a:off x="3441504" y="1732435"/>
            <a:ext cx="33656" cy="7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02" name="C5-E17 line 100" descr="sci-ppt:o100"/>
          <p:cNvCxnSpPr/>
          <p:nvPr/>
        </p:nvCxnSpPr>
        <p:spPr>
          <a:xfrm flipV="1">
            <a:off x="3475160" y="1732430"/>
            <a:ext cx="33065" cy="5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03" name="C5-E17 line 101" descr="sci-ppt:o101"/>
          <p:cNvCxnSpPr/>
          <p:nvPr/>
        </p:nvCxnSpPr>
        <p:spPr>
          <a:xfrm flipV="1">
            <a:off x="3508225" y="1732424"/>
            <a:ext cx="33066" cy="6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04" name="C5-E17 line 102" descr="sci-ppt:o102"/>
          <p:cNvCxnSpPr/>
          <p:nvPr/>
        </p:nvCxnSpPr>
        <p:spPr>
          <a:xfrm flipV="1">
            <a:off x="3541291" y="1732418"/>
            <a:ext cx="33656" cy="6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05" name="C5-E17 line 103" descr="sci-ppt:o103"/>
          <p:cNvCxnSpPr/>
          <p:nvPr/>
        </p:nvCxnSpPr>
        <p:spPr>
          <a:xfrm flipV="1">
            <a:off x="3574947" y="1732413"/>
            <a:ext cx="33065" cy="5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06" name="C5-E17 line 104" descr="sci-ppt:o104"/>
          <p:cNvCxnSpPr/>
          <p:nvPr/>
        </p:nvCxnSpPr>
        <p:spPr>
          <a:xfrm flipV="1">
            <a:off x="3608012" y="1732408"/>
            <a:ext cx="33065" cy="5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07" name="C5-E17 line 105" descr="sci-ppt:o105"/>
          <p:cNvCxnSpPr/>
          <p:nvPr/>
        </p:nvCxnSpPr>
        <p:spPr>
          <a:xfrm flipV="1">
            <a:off x="3641077" y="1732403"/>
            <a:ext cx="33656" cy="5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08" name="C5-E17 line 106" descr="sci-ppt:o106"/>
          <p:cNvCxnSpPr/>
          <p:nvPr/>
        </p:nvCxnSpPr>
        <p:spPr>
          <a:xfrm flipV="1">
            <a:off x="3674733" y="1732399"/>
            <a:ext cx="33066" cy="4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09" name="C5-E17 line 107" descr="sci-ppt:o107"/>
          <p:cNvCxnSpPr/>
          <p:nvPr/>
        </p:nvCxnSpPr>
        <p:spPr>
          <a:xfrm flipV="1">
            <a:off x="3707799" y="1732394"/>
            <a:ext cx="33065" cy="5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10" name="C5-E17 line 108" descr="sci-ppt:o108"/>
          <p:cNvCxnSpPr/>
          <p:nvPr/>
        </p:nvCxnSpPr>
        <p:spPr>
          <a:xfrm flipV="1">
            <a:off x="3740864" y="1732390"/>
            <a:ext cx="33656" cy="4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11" name="C5-E17 line 109" descr="sci-ppt:o109"/>
          <p:cNvCxnSpPr/>
          <p:nvPr/>
        </p:nvCxnSpPr>
        <p:spPr>
          <a:xfrm flipV="1">
            <a:off x="3774520" y="1732386"/>
            <a:ext cx="33065" cy="4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12" name="C5-E17 line 110" descr="sci-ppt:o110"/>
          <p:cNvCxnSpPr/>
          <p:nvPr/>
        </p:nvCxnSpPr>
        <p:spPr>
          <a:xfrm flipV="1">
            <a:off x="3807585" y="1732382"/>
            <a:ext cx="33066" cy="4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13" name="C5-E17 line 111" descr="sci-ppt:o111"/>
          <p:cNvCxnSpPr/>
          <p:nvPr/>
        </p:nvCxnSpPr>
        <p:spPr>
          <a:xfrm flipV="1">
            <a:off x="3840651" y="1732378"/>
            <a:ext cx="33656" cy="4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14" name="C5-E17 line 112" descr="sci-ppt:o112"/>
          <p:cNvCxnSpPr/>
          <p:nvPr/>
        </p:nvCxnSpPr>
        <p:spPr>
          <a:xfrm flipV="1">
            <a:off x="3874307" y="1732374"/>
            <a:ext cx="33065" cy="4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15" name="C5-E17 line 113" descr="sci-ppt:o113"/>
          <p:cNvCxnSpPr/>
          <p:nvPr/>
        </p:nvCxnSpPr>
        <p:spPr>
          <a:xfrm flipV="1">
            <a:off x="3907372" y="1732370"/>
            <a:ext cx="33065" cy="4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16" name="C5-E17 line 114" descr="sci-ppt:o114"/>
          <p:cNvCxnSpPr/>
          <p:nvPr/>
        </p:nvCxnSpPr>
        <p:spPr>
          <a:xfrm flipV="1">
            <a:off x="3940437" y="1732367"/>
            <a:ext cx="33066" cy="3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17" name="C5-E17 line 115" descr="sci-ppt:o115"/>
          <p:cNvCxnSpPr/>
          <p:nvPr/>
        </p:nvCxnSpPr>
        <p:spPr>
          <a:xfrm flipV="1">
            <a:off x="3973503" y="1732364"/>
            <a:ext cx="33656" cy="3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18" name="C5-E17 line 116" descr="sci-ppt:o116"/>
          <p:cNvCxnSpPr/>
          <p:nvPr/>
        </p:nvCxnSpPr>
        <p:spPr>
          <a:xfrm flipV="1">
            <a:off x="4007159" y="1732360"/>
            <a:ext cx="33065" cy="4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19" name="C5-E17 line 117" descr="sci-ppt:o117"/>
          <p:cNvCxnSpPr/>
          <p:nvPr/>
        </p:nvCxnSpPr>
        <p:spPr>
          <a:xfrm flipV="1">
            <a:off x="4040224" y="1732357"/>
            <a:ext cx="33065" cy="3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20" name="C5-E17 line 118" descr="sci-ppt:o118"/>
          <p:cNvCxnSpPr/>
          <p:nvPr/>
        </p:nvCxnSpPr>
        <p:spPr>
          <a:xfrm flipV="1">
            <a:off x="4073289" y="1732354"/>
            <a:ext cx="33656" cy="3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21" name="C5-E17 line 119" descr="sci-ppt:o119"/>
          <p:cNvCxnSpPr/>
          <p:nvPr/>
        </p:nvCxnSpPr>
        <p:spPr>
          <a:xfrm flipV="1">
            <a:off x="4106945" y="1732351"/>
            <a:ext cx="33066" cy="3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22" name="C5-E17 line 120" descr="sci-ppt:o120"/>
          <p:cNvCxnSpPr/>
          <p:nvPr/>
        </p:nvCxnSpPr>
        <p:spPr>
          <a:xfrm flipV="1">
            <a:off x="4140011" y="1732348"/>
            <a:ext cx="33065" cy="3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23" name="C5-E17 line 121" descr="sci-ppt:o121"/>
          <p:cNvCxnSpPr/>
          <p:nvPr/>
        </p:nvCxnSpPr>
        <p:spPr>
          <a:xfrm flipV="1">
            <a:off x="4173076" y="1732346"/>
            <a:ext cx="33656" cy="2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24" name="C5-E17 line 122" descr="sci-ppt:o122"/>
          <p:cNvCxnSpPr/>
          <p:nvPr/>
        </p:nvCxnSpPr>
        <p:spPr>
          <a:xfrm flipV="1">
            <a:off x="4206732" y="1732343"/>
            <a:ext cx="33065" cy="3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25" name="C5-E17 line 123" descr="sci-ppt:o123"/>
          <p:cNvCxnSpPr/>
          <p:nvPr/>
        </p:nvCxnSpPr>
        <p:spPr>
          <a:xfrm flipV="1">
            <a:off x="4239797" y="1732341"/>
            <a:ext cx="33065" cy="2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26" name="C5-E17 line 124" descr="sci-ppt:o124"/>
          <p:cNvCxnSpPr/>
          <p:nvPr/>
        </p:nvCxnSpPr>
        <p:spPr>
          <a:xfrm flipV="1">
            <a:off x="4272862" y="1732338"/>
            <a:ext cx="33656" cy="3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27" name="C5-E17 line 125" descr="sci-ppt:o125"/>
          <p:cNvCxnSpPr/>
          <p:nvPr/>
        </p:nvCxnSpPr>
        <p:spPr>
          <a:xfrm flipV="1">
            <a:off x="4306518" y="1732336"/>
            <a:ext cx="33066" cy="2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28" name="C5-E17 line 126" descr="sci-ppt:o126"/>
          <p:cNvCxnSpPr/>
          <p:nvPr/>
        </p:nvCxnSpPr>
        <p:spPr>
          <a:xfrm flipV="1">
            <a:off x="4339584" y="1732334"/>
            <a:ext cx="33065" cy="2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29" name="C5-E17 line 127" descr="sci-ppt:o127"/>
          <p:cNvCxnSpPr/>
          <p:nvPr/>
        </p:nvCxnSpPr>
        <p:spPr>
          <a:xfrm flipV="1">
            <a:off x="4372649" y="1732331"/>
            <a:ext cx="33656" cy="3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30" name="C5-E17 line 128" descr="sci-ppt:o128"/>
          <p:cNvCxnSpPr/>
          <p:nvPr/>
        </p:nvCxnSpPr>
        <p:spPr>
          <a:xfrm flipV="1">
            <a:off x="4406305" y="1732329"/>
            <a:ext cx="33065" cy="2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31" name="C5-E17 line 129" descr="sci-ppt:o129"/>
          <p:cNvCxnSpPr/>
          <p:nvPr/>
        </p:nvCxnSpPr>
        <p:spPr>
          <a:xfrm flipV="1">
            <a:off x="4439370" y="1732327"/>
            <a:ext cx="33065" cy="2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32" name="C5-E17 line 130" descr="sci-ppt:o130"/>
          <p:cNvCxnSpPr/>
          <p:nvPr/>
        </p:nvCxnSpPr>
        <p:spPr>
          <a:xfrm flipV="1">
            <a:off x="4472435" y="1732325"/>
            <a:ext cx="33066" cy="2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33" name="C5-E17 line 131" descr="sci-ppt:o131"/>
          <p:cNvCxnSpPr/>
          <p:nvPr/>
        </p:nvCxnSpPr>
        <p:spPr>
          <a:xfrm flipV="1">
            <a:off x="4505501" y="1732323"/>
            <a:ext cx="33656" cy="2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34" name="C5-E17 line 132" descr="sci-ppt:o132"/>
          <p:cNvCxnSpPr/>
          <p:nvPr/>
        </p:nvCxnSpPr>
        <p:spPr>
          <a:xfrm flipV="1">
            <a:off x="4539157" y="1732321"/>
            <a:ext cx="33065" cy="2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35" name="C5-E17 line 133" descr="sci-ppt:o133"/>
          <p:cNvCxnSpPr/>
          <p:nvPr/>
        </p:nvCxnSpPr>
        <p:spPr>
          <a:xfrm flipV="1">
            <a:off x="4572222" y="1732320"/>
            <a:ext cx="33065" cy="1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36" name="C5-E17 line 134" descr="sci-ppt:o134"/>
          <p:cNvCxnSpPr/>
          <p:nvPr/>
        </p:nvCxnSpPr>
        <p:spPr>
          <a:xfrm flipV="1">
            <a:off x="4605287" y="1732318"/>
            <a:ext cx="33656" cy="2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37" name="C5-E17 line 135" descr="sci-ppt:o135"/>
          <p:cNvCxnSpPr/>
          <p:nvPr/>
        </p:nvCxnSpPr>
        <p:spPr>
          <a:xfrm flipV="1">
            <a:off x="4638943" y="1732316"/>
            <a:ext cx="33065" cy="2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38" name="C5-E17 line 136" descr="sci-ppt:o136"/>
          <p:cNvCxnSpPr/>
          <p:nvPr/>
        </p:nvCxnSpPr>
        <p:spPr>
          <a:xfrm flipV="1">
            <a:off x="4672008" y="1732315"/>
            <a:ext cx="33066" cy="1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39" name="C5-E17 line 137" descr="sci-ppt:o137"/>
          <p:cNvCxnSpPr/>
          <p:nvPr/>
        </p:nvCxnSpPr>
        <p:spPr>
          <a:xfrm flipV="1">
            <a:off x="4705074" y="1732313"/>
            <a:ext cx="33656" cy="2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40" name="C5-E17 line 138" descr="sci-ppt:o138"/>
          <p:cNvCxnSpPr/>
          <p:nvPr/>
        </p:nvCxnSpPr>
        <p:spPr>
          <a:xfrm flipV="1">
            <a:off x="4738730" y="1732311"/>
            <a:ext cx="33065" cy="2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41" name="C5-E17 line 139" descr="sci-ppt:o139"/>
          <p:cNvCxnSpPr/>
          <p:nvPr/>
        </p:nvCxnSpPr>
        <p:spPr>
          <a:xfrm flipV="1">
            <a:off x="4771795" y="1732310"/>
            <a:ext cx="33065" cy="1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42" name="C5-E17 line 140" descr="sci-ppt:o140"/>
          <p:cNvCxnSpPr/>
          <p:nvPr/>
        </p:nvCxnSpPr>
        <p:spPr>
          <a:xfrm flipV="1">
            <a:off x="4804860" y="1732309"/>
            <a:ext cx="33656" cy="1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43" name="C5-E17 line 141" descr="sci-ppt:o141"/>
          <p:cNvCxnSpPr/>
          <p:nvPr/>
        </p:nvCxnSpPr>
        <p:spPr>
          <a:xfrm flipV="1">
            <a:off x="4838516" y="1732307"/>
            <a:ext cx="33065" cy="2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44" name="C5-E17 line 142" descr="sci-ppt:o142"/>
          <p:cNvCxnSpPr/>
          <p:nvPr/>
        </p:nvCxnSpPr>
        <p:spPr>
          <a:xfrm flipV="1">
            <a:off x="4871581" y="1732306"/>
            <a:ext cx="33066" cy="1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45" name="C5-E17 line 143" descr="sci-ppt:o143"/>
          <p:cNvCxnSpPr/>
          <p:nvPr/>
        </p:nvCxnSpPr>
        <p:spPr>
          <a:xfrm flipV="1">
            <a:off x="4904647" y="1732305"/>
            <a:ext cx="33655" cy="1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46" name="C5-E17 line 144" descr="sci-ppt:o144"/>
          <p:cNvCxnSpPr/>
          <p:nvPr/>
        </p:nvCxnSpPr>
        <p:spPr>
          <a:xfrm flipV="1">
            <a:off x="4938302" y="1732303"/>
            <a:ext cx="33066" cy="2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47" name="C5-E17 line 145" descr="sci-ppt:o145"/>
          <p:cNvCxnSpPr/>
          <p:nvPr/>
        </p:nvCxnSpPr>
        <p:spPr>
          <a:xfrm flipV="1">
            <a:off x="4971368" y="1732302"/>
            <a:ext cx="33065" cy="1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48" name="C5-E17 line 146" descr="sci-ppt:o146"/>
          <p:cNvCxnSpPr/>
          <p:nvPr/>
        </p:nvCxnSpPr>
        <p:spPr>
          <a:xfrm flipV="1">
            <a:off x="5004433" y="1732301"/>
            <a:ext cx="33656" cy="1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49" name="C5-E17 line 147" descr="sci-ppt:o147"/>
          <p:cNvCxnSpPr/>
          <p:nvPr/>
        </p:nvCxnSpPr>
        <p:spPr>
          <a:xfrm flipV="1">
            <a:off x="5038089" y="1732300"/>
            <a:ext cx="33065" cy="1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50" name="C5-E17 line 148" descr="sci-ppt:o148"/>
          <p:cNvCxnSpPr/>
          <p:nvPr/>
        </p:nvCxnSpPr>
        <p:spPr>
          <a:xfrm flipV="1">
            <a:off x="5071154" y="1732299"/>
            <a:ext cx="33066" cy="1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51" name="C5-E17 line 149" descr="sci-ppt:o149"/>
          <p:cNvCxnSpPr/>
          <p:nvPr/>
        </p:nvCxnSpPr>
        <p:spPr>
          <a:xfrm flipV="1">
            <a:off x="5104220" y="1732298"/>
            <a:ext cx="33065" cy="1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52" name="C5-E17 line 150" descr="sci-ppt:o150"/>
          <p:cNvCxnSpPr/>
          <p:nvPr/>
        </p:nvCxnSpPr>
        <p:spPr>
          <a:xfrm flipV="1">
            <a:off x="5137285" y="1732297"/>
            <a:ext cx="33656" cy="1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53" name="C5-E17 line 151" descr="sci-ppt:o151"/>
          <p:cNvCxnSpPr/>
          <p:nvPr/>
        </p:nvCxnSpPr>
        <p:spPr>
          <a:xfrm flipV="1">
            <a:off x="5170941" y="1732296"/>
            <a:ext cx="33065" cy="1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54" name="C5-E17 line 152" descr="sci-ppt:o152"/>
          <p:cNvCxnSpPr/>
          <p:nvPr/>
        </p:nvCxnSpPr>
        <p:spPr>
          <a:xfrm flipV="1">
            <a:off x="5204006" y="1732295"/>
            <a:ext cx="33065" cy="1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55" name="C5-E17 line 153" descr="sci-ppt:o153"/>
          <p:cNvCxnSpPr/>
          <p:nvPr/>
        </p:nvCxnSpPr>
        <p:spPr>
          <a:xfrm flipV="1">
            <a:off x="5237071" y="1732294"/>
            <a:ext cx="33656" cy="1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56" name="C5-E17 line 154" descr="sci-ppt:o154"/>
          <p:cNvCxnSpPr/>
          <p:nvPr/>
        </p:nvCxnSpPr>
        <p:spPr>
          <a:xfrm flipV="1">
            <a:off x="5270727" y="1732293"/>
            <a:ext cx="33065" cy="1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57" name="C5-E17 line 155" descr="sci-ppt:o155"/>
          <p:cNvCxnSpPr/>
          <p:nvPr/>
        </p:nvCxnSpPr>
        <p:spPr>
          <a:xfrm flipV="1">
            <a:off x="5303792" y="1732292"/>
            <a:ext cx="33066" cy="1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58" name="C5-E17 line 156" descr="sci-ppt:o156"/>
          <p:cNvCxnSpPr/>
          <p:nvPr/>
        </p:nvCxnSpPr>
        <p:spPr>
          <a:xfrm flipV="1">
            <a:off x="5336858" y="1732291"/>
            <a:ext cx="33656" cy="1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59" name="C5-E17 line 157" descr="sci-ppt:o157"/>
          <p:cNvCxnSpPr/>
          <p:nvPr/>
        </p:nvCxnSpPr>
        <p:spPr>
          <a:xfrm flipV="1">
            <a:off x="5370514" y="1732290"/>
            <a:ext cx="33065" cy="1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60" name="C5-E17 line 158" descr="sci-ppt:o158"/>
          <p:cNvCxnSpPr/>
          <p:nvPr/>
        </p:nvCxnSpPr>
        <p:spPr>
          <a:xfrm>
            <a:off x="5403579" y="1732290"/>
            <a:ext cx="33065" cy="0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61" name="C5-E17 line 159" descr="sci-ppt:o159"/>
          <p:cNvCxnSpPr/>
          <p:nvPr/>
        </p:nvCxnSpPr>
        <p:spPr>
          <a:xfrm flipV="1">
            <a:off x="5436644" y="1732289"/>
            <a:ext cx="33656" cy="1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62" name="C5-E17 line 160" descr="sci-ppt:o160"/>
          <p:cNvCxnSpPr/>
          <p:nvPr/>
        </p:nvCxnSpPr>
        <p:spPr>
          <a:xfrm flipV="1">
            <a:off x="5470300" y="1732288"/>
            <a:ext cx="33065" cy="1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63" name="C5-E17 line 161" descr="sci-ppt:o161"/>
          <p:cNvCxnSpPr/>
          <p:nvPr/>
        </p:nvCxnSpPr>
        <p:spPr>
          <a:xfrm flipV="1">
            <a:off x="5503365" y="1732287"/>
            <a:ext cx="33066" cy="1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64" name="C5-E17 line 162" descr="sci-ppt:o162"/>
          <p:cNvCxnSpPr/>
          <p:nvPr/>
        </p:nvCxnSpPr>
        <p:spPr>
          <a:xfrm>
            <a:off x="5536431" y="1732287"/>
            <a:ext cx="33655" cy="0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65" name="C5-E17 line 163" descr="sci-ppt:o163"/>
          <p:cNvCxnSpPr/>
          <p:nvPr/>
        </p:nvCxnSpPr>
        <p:spPr>
          <a:xfrm flipV="1">
            <a:off x="5570086" y="1732286"/>
            <a:ext cx="33066" cy="1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66" name="C5-E17 line 164" descr="sci-ppt:o164"/>
          <p:cNvCxnSpPr/>
          <p:nvPr/>
        </p:nvCxnSpPr>
        <p:spPr>
          <a:xfrm flipV="1">
            <a:off x="5603152" y="1732285"/>
            <a:ext cx="33065" cy="1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67" name="C5-E17 line 165" descr="sci-ppt:o165"/>
          <p:cNvCxnSpPr/>
          <p:nvPr/>
        </p:nvCxnSpPr>
        <p:spPr>
          <a:xfrm>
            <a:off x="5636217" y="1732285"/>
            <a:ext cx="33065" cy="0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68" name="C5-E17 line 166" descr="sci-ppt:o166"/>
          <p:cNvCxnSpPr/>
          <p:nvPr/>
        </p:nvCxnSpPr>
        <p:spPr>
          <a:xfrm flipV="1">
            <a:off x="5669282" y="1732284"/>
            <a:ext cx="33656" cy="1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69" name="C5-E17 line 167" descr="sci-ppt:o167"/>
          <p:cNvCxnSpPr/>
          <p:nvPr/>
        </p:nvCxnSpPr>
        <p:spPr>
          <a:xfrm flipV="1">
            <a:off x="5702938" y="1732283"/>
            <a:ext cx="33065" cy="1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70" name="C5-E17 line 168" descr="sci-ppt:o168"/>
          <p:cNvCxnSpPr/>
          <p:nvPr/>
        </p:nvCxnSpPr>
        <p:spPr>
          <a:xfrm>
            <a:off x="5736003" y="1732283"/>
            <a:ext cx="33066" cy="0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71" name="C5-E17 line 169" descr="sci-ppt:o169"/>
          <p:cNvCxnSpPr/>
          <p:nvPr/>
        </p:nvCxnSpPr>
        <p:spPr>
          <a:xfrm flipV="1">
            <a:off x="5769069" y="1732282"/>
            <a:ext cx="33656" cy="1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72" name="C5-E17 line 170" descr="sci-ppt:o170"/>
          <p:cNvCxnSpPr/>
          <p:nvPr/>
        </p:nvCxnSpPr>
        <p:spPr>
          <a:xfrm>
            <a:off x="5802725" y="1732282"/>
            <a:ext cx="33065" cy="0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73" name="C5-E17 line 171" descr="sci-ppt:o171"/>
          <p:cNvCxnSpPr/>
          <p:nvPr/>
        </p:nvCxnSpPr>
        <p:spPr>
          <a:xfrm flipV="1">
            <a:off x="5835790" y="1732281"/>
            <a:ext cx="33065" cy="1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74" name="C5-E17 line 172" descr="sci-ppt:o172"/>
          <p:cNvCxnSpPr/>
          <p:nvPr/>
        </p:nvCxnSpPr>
        <p:spPr>
          <a:xfrm>
            <a:off x="5868855" y="1732281"/>
            <a:ext cx="33656" cy="0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75" name="C5-E17 line 173" descr="sci-ppt:o173"/>
          <p:cNvCxnSpPr/>
          <p:nvPr/>
        </p:nvCxnSpPr>
        <p:spPr>
          <a:xfrm flipV="1">
            <a:off x="5902511" y="1732280"/>
            <a:ext cx="33065" cy="1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76" name="C5-E17 line 174" descr="sci-ppt:o174"/>
          <p:cNvCxnSpPr/>
          <p:nvPr/>
        </p:nvCxnSpPr>
        <p:spPr>
          <a:xfrm>
            <a:off x="5935576" y="1732280"/>
            <a:ext cx="33066" cy="0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77" name="C5-E17 line 175" descr="sci-ppt:o175"/>
          <p:cNvCxnSpPr/>
          <p:nvPr/>
        </p:nvCxnSpPr>
        <p:spPr>
          <a:xfrm flipV="1">
            <a:off x="5968642" y="1732279"/>
            <a:ext cx="33655" cy="1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78" name="C5-E17 line 176" descr="sci-ppt:o176"/>
          <p:cNvCxnSpPr/>
          <p:nvPr/>
        </p:nvCxnSpPr>
        <p:spPr>
          <a:xfrm>
            <a:off x="6002297" y="1732279"/>
            <a:ext cx="33066" cy="0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79" name="C5-E17 line 177" descr="sci-ppt:o177"/>
          <p:cNvCxnSpPr/>
          <p:nvPr/>
        </p:nvCxnSpPr>
        <p:spPr>
          <a:xfrm flipV="1">
            <a:off x="6035363" y="1732278"/>
            <a:ext cx="33065" cy="1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80" name="C5-E17 line 178" descr="sci-ppt:o178"/>
          <p:cNvCxnSpPr/>
          <p:nvPr/>
        </p:nvCxnSpPr>
        <p:spPr>
          <a:xfrm>
            <a:off x="6068428" y="1732278"/>
            <a:ext cx="33656" cy="0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81" name="C5-E17 line 179" descr="sci-ppt:o179"/>
          <p:cNvCxnSpPr/>
          <p:nvPr/>
        </p:nvCxnSpPr>
        <p:spPr>
          <a:xfrm>
            <a:off x="6102084" y="1732278"/>
            <a:ext cx="33065" cy="0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82" name="C5-E17 line 180" descr="sci-ppt:o180"/>
          <p:cNvCxnSpPr/>
          <p:nvPr/>
        </p:nvCxnSpPr>
        <p:spPr>
          <a:xfrm flipV="1">
            <a:off x="6135149" y="1732277"/>
            <a:ext cx="33065" cy="1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83" name="C5-E17 line 181" descr="sci-ppt:o181"/>
          <p:cNvCxnSpPr/>
          <p:nvPr/>
        </p:nvCxnSpPr>
        <p:spPr>
          <a:xfrm>
            <a:off x="6168214" y="1732277"/>
            <a:ext cx="33656" cy="0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84" name="C5-E17 line 182" descr="sci-ppt:o182"/>
          <p:cNvCxnSpPr/>
          <p:nvPr/>
        </p:nvCxnSpPr>
        <p:spPr>
          <a:xfrm>
            <a:off x="6201870" y="1732277"/>
            <a:ext cx="33065" cy="0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85" name="C5-E17 line 183" descr="sci-ppt:o183"/>
          <p:cNvCxnSpPr/>
          <p:nvPr/>
        </p:nvCxnSpPr>
        <p:spPr>
          <a:xfrm flipV="1">
            <a:off x="6234935" y="1732276"/>
            <a:ext cx="33066" cy="1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86" name="C5-E17 line 184" descr="sci-ppt:o184"/>
          <p:cNvCxnSpPr/>
          <p:nvPr/>
        </p:nvCxnSpPr>
        <p:spPr>
          <a:xfrm>
            <a:off x="6268001" y="1732276"/>
            <a:ext cx="33065" cy="0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87" name="C5-E17 line 185" descr="sci-ppt:o185"/>
          <p:cNvCxnSpPr/>
          <p:nvPr/>
        </p:nvCxnSpPr>
        <p:spPr>
          <a:xfrm>
            <a:off x="6301066" y="1732276"/>
            <a:ext cx="33656" cy="0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88" name="C5-E17 line 186" descr="sci-ppt:o186"/>
          <p:cNvCxnSpPr/>
          <p:nvPr/>
        </p:nvCxnSpPr>
        <p:spPr>
          <a:xfrm flipV="1">
            <a:off x="6334722" y="1732275"/>
            <a:ext cx="33065" cy="1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89" name="C5-E17 line 187" descr="sci-ppt:o187"/>
          <p:cNvCxnSpPr/>
          <p:nvPr/>
        </p:nvCxnSpPr>
        <p:spPr>
          <a:xfrm>
            <a:off x="6367787" y="1732275"/>
            <a:ext cx="33065" cy="0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90" name="C5-E17 line 188" descr="sci-ppt:o188"/>
          <p:cNvCxnSpPr/>
          <p:nvPr/>
        </p:nvCxnSpPr>
        <p:spPr>
          <a:xfrm>
            <a:off x="6400852" y="1732275"/>
            <a:ext cx="33656" cy="0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91" name="C5-E17 line 189" descr="sci-ppt:o189"/>
          <p:cNvCxnSpPr/>
          <p:nvPr/>
        </p:nvCxnSpPr>
        <p:spPr>
          <a:xfrm flipV="1">
            <a:off x="6434508" y="1732274"/>
            <a:ext cx="33065" cy="1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92" name="C5-E17 line 190" descr="sci-ppt:o190"/>
          <p:cNvCxnSpPr/>
          <p:nvPr/>
        </p:nvCxnSpPr>
        <p:spPr>
          <a:xfrm>
            <a:off x="6467573" y="1732274"/>
            <a:ext cx="33066" cy="0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93" name="C5-E17 line 191" descr="sci-ppt:o191"/>
          <p:cNvCxnSpPr/>
          <p:nvPr/>
        </p:nvCxnSpPr>
        <p:spPr>
          <a:xfrm>
            <a:off x="6500639" y="1732274"/>
            <a:ext cx="33656" cy="0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94" name="C5-E17 line 192" descr="sci-ppt:o192"/>
          <p:cNvCxnSpPr/>
          <p:nvPr/>
        </p:nvCxnSpPr>
        <p:spPr>
          <a:xfrm flipV="1">
            <a:off x="6534295" y="1732273"/>
            <a:ext cx="33065" cy="1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95" name="C5-E17 line 193" descr="sci-ppt:o193"/>
          <p:cNvCxnSpPr/>
          <p:nvPr/>
        </p:nvCxnSpPr>
        <p:spPr>
          <a:xfrm>
            <a:off x="6567360" y="1732273"/>
            <a:ext cx="33065" cy="0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96" name="C5-E17 line 194" descr="sci-ppt:o194"/>
          <p:cNvCxnSpPr/>
          <p:nvPr/>
        </p:nvCxnSpPr>
        <p:spPr>
          <a:xfrm>
            <a:off x="6600425" y="1732273"/>
            <a:ext cx="33656" cy="0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97" name="C5-E17 line 195" descr="sci-ppt:o195"/>
          <p:cNvCxnSpPr/>
          <p:nvPr/>
        </p:nvCxnSpPr>
        <p:spPr>
          <a:xfrm>
            <a:off x="6634081" y="1732273"/>
            <a:ext cx="33065" cy="0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98" name="C5-E17 line 196" descr="sci-ppt:o196"/>
          <p:cNvCxnSpPr/>
          <p:nvPr/>
        </p:nvCxnSpPr>
        <p:spPr>
          <a:xfrm flipV="1">
            <a:off x="6667146" y="1732272"/>
            <a:ext cx="33066" cy="1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199" name="C5-E17 line 197" descr="sci-ppt:o197"/>
          <p:cNvCxnSpPr/>
          <p:nvPr/>
        </p:nvCxnSpPr>
        <p:spPr>
          <a:xfrm>
            <a:off x="6700212" y="1732272"/>
            <a:ext cx="33655" cy="0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200" name="C5-E17 line 198" descr="sci-ppt:o198"/>
          <p:cNvCxnSpPr/>
          <p:nvPr/>
        </p:nvCxnSpPr>
        <p:spPr>
          <a:xfrm>
            <a:off x="6733867" y="1732272"/>
            <a:ext cx="33066" cy="0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201" name="C5-E17 line 199" descr="sci-ppt:o199"/>
          <p:cNvCxnSpPr/>
          <p:nvPr/>
        </p:nvCxnSpPr>
        <p:spPr>
          <a:xfrm>
            <a:off x="6766933" y="1732272"/>
            <a:ext cx="33065" cy="0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202" name="C5-E17 line 200" descr="sci-ppt:o200"/>
          <p:cNvCxnSpPr/>
          <p:nvPr/>
        </p:nvCxnSpPr>
        <p:spPr>
          <a:xfrm>
            <a:off x="6799998" y="1732272"/>
            <a:ext cx="33065" cy="0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203" name="C5-E17 line 201" descr="sci-ppt:o201"/>
          <p:cNvCxnSpPr/>
          <p:nvPr/>
        </p:nvCxnSpPr>
        <p:spPr>
          <a:xfrm flipV="1">
            <a:off x="6833063" y="1732271"/>
            <a:ext cx="33656" cy="1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204" name="C5-E17 line 202" descr="sci-ppt:o202"/>
          <p:cNvCxnSpPr/>
          <p:nvPr/>
        </p:nvCxnSpPr>
        <p:spPr>
          <a:xfrm>
            <a:off x="6866719" y="1732271"/>
            <a:ext cx="33065" cy="0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205" name="C5-E17 line 203" descr="sci-ppt:o203"/>
          <p:cNvCxnSpPr/>
          <p:nvPr/>
        </p:nvCxnSpPr>
        <p:spPr>
          <a:xfrm>
            <a:off x="6899784" y="1732271"/>
            <a:ext cx="33066" cy="0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206" name="C5-E17 line 204" descr="sci-ppt:o204"/>
          <p:cNvCxnSpPr/>
          <p:nvPr/>
        </p:nvCxnSpPr>
        <p:spPr>
          <a:xfrm>
            <a:off x="6932850" y="1732271"/>
            <a:ext cx="33655" cy="0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207" name="C5-E17 line 205" descr="sci-ppt:o205"/>
          <p:cNvCxnSpPr/>
          <p:nvPr/>
        </p:nvCxnSpPr>
        <p:spPr>
          <a:xfrm>
            <a:off x="6966505" y="1732271"/>
            <a:ext cx="33066" cy="0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208" name="C5-E17 line 206" descr="sci-ppt:o206"/>
          <p:cNvCxnSpPr/>
          <p:nvPr/>
        </p:nvCxnSpPr>
        <p:spPr>
          <a:xfrm>
            <a:off x="6999571" y="1732271"/>
            <a:ext cx="33065" cy="0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209" name="C5-E17 line 207" descr="sci-ppt:o207"/>
          <p:cNvCxnSpPr/>
          <p:nvPr/>
        </p:nvCxnSpPr>
        <p:spPr>
          <a:xfrm flipV="1">
            <a:off x="7032636" y="1732270"/>
            <a:ext cx="33656" cy="1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210" name="C5-E17 line 208" descr="sci-ppt:o208"/>
          <p:cNvCxnSpPr/>
          <p:nvPr/>
        </p:nvCxnSpPr>
        <p:spPr>
          <a:xfrm>
            <a:off x="7066292" y="1732270"/>
            <a:ext cx="33065" cy="0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211" name="C5-E17 line 209" descr="sci-ppt:o209"/>
          <p:cNvCxnSpPr/>
          <p:nvPr/>
        </p:nvCxnSpPr>
        <p:spPr>
          <a:xfrm>
            <a:off x="7099357" y="1732270"/>
            <a:ext cx="33065" cy="0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212" name="C5-E17 line 210" descr="sci-ppt:o210"/>
          <p:cNvCxnSpPr/>
          <p:nvPr/>
        </p:nvCxnSpPr>
        <p:spPr>
          <a:xfrm>
            <a:off x="7132422" y="1732270"/>
            <a:ext cx="33656" cy="0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213" name="C5-E17 line 211" descr="sci-ppt:o211"/>
          <p:cNvCxnSpPr/>
          <p:nvPr/>
        </p:nvCxnSpPr>
        <p:spPr>
          <a:xfrm>
            <a:off x="7166078" y="1732270"/>
            <a:ext cx="33065" cy="0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214" name="C5-E17 line 212" descr="sci-ppt:o212"/>
          <p:cNvCxnSpPr/>
          <p:nvPr/>
        </p:nvCxnSpPr>
        <p:spPr>
          <a:xfrm>
            <a:off x="7199143" y="1732270"/>
            <a:ext cx="33066" cy="0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215" name="C5-E17 line 213" descr="sci-ppt:o213"/>
          <p:cNvCxnSpPr/>
          <p:nvPr/>
        </p:nvCxnSpPr>
        <p:spPr>
          <a:xfrm>
            <a:off x="7232209" y="1732270"/>
            <a:ext cx="33655" cy="0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216" name="C5-E17 line 214" descr="sci-ppt:o214"/>
          <p:cNvCxnSpPr/>
          <p:nvPr/>
        </p:nvCxnSpPr>
        <p:spPr>
          <a:xfrm flipV="1">
            <a:off x="7265864" y="1732269"/>
            <a:ext cx="33066" cy="1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217" name="C5-E17 line 215" descr="sci-ppt:o215"/>
          <p:cNvCxnSpPr/>
          <p:nvPr/>
        </p:nvCxnSpPr>
        <p:spPr>
          <a:xfrm>
            <a:off x="7298930" y="1732269"/>
            <a:ext cx="33065" cy="0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218" name="C5-E17 line 216" descr="sci-ppt:o216"/>
          <p:cNvCxnSpPr/>
          <p:nvPr/>
        </p:nvCxnSpPr>
        <p:spPr>
          <a:xfrm>
            <a:off x="7331995" y="1732269"/>
            <a:ext cx="33656" cy="0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219" name="C5-E17 line 217" descr="sci-ppt:o217"/>
          <p:cNvCxnSpPr/>
          <p:nvPr/>
        </p:nvCxnSpPr>
        <p:spPr>
          <a:xfrm>
            <a:off x="7365651" y="1732269"/>
            <a:ext cx="33065" cy="0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220" name="C5-E17 line 218" descr="sci-ppt:o218"/>
          <p:cNvCxnSpPr/>
          <p:nvPr/>
        </p:nvCxnSpPr>
        <p:spPr>
          <a:xfrm>
            <a:off x="7398716" y="1732269"/>
            <a:ext cx="33065" cy="0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221" name="C5-E17 line 219" descr="sci-ppt:o219"/>
          <p:cNvCxnSpPr/>
          <p:nvPr/>
        </p:nvCxnSpPr>
        <p:spPr>
          <a:xfrm>
            <a:off x="7431781" y="1732269"/>
            <a:ext cx="33066" cy="0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222" name="C5-E17 line 220" descr="sci-ppt:o220"/>
          <p:cNvCxnSpPr/>
          <p:nvPr/>
        </p:nvCxnSpPr>
        <p:spPr>
          <a:xfrm>
            <a:off x="7464847" y="1732269"/>
            <a:ext cx="33656" cy="0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223" name="C5-E17 line 221" descr="sci-ppt:o221"/>
          <p:cNvCxnSpPr/>
          <p:nvPr/>
        </p:nvCxnSpPr>
        <p:spPr>
          <a:xfrm>
            <a:off x="7498503" y="1732269"/>
            <a:ext cx="33065" cy="0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224" name="C5-E17 line 222" descr="sci-ppt:o222"/>
          <p:cNvCxnSpPr/>
          <p:nvPr/>
        </p:nvCxnSpPr>
        <p:spPr>
          <a:xfrm flipV="1">
            <a:off x="7531568" y="1732268"/>
            <a:ext cx="33065" cy="1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225" name="C5-E17 line 223" descr="sci-ppt:o223"/>
          <p:cNvCxnSpPr/>
          <p:nvPr/>
        </p:nvCxnSpPr>
        <p:spPr>
          <a:xfrm>
            <a:off x="7564633" y="1732268"/>
            <a:ext cx="33656" cy="0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226" name="C5-E17 line 224" descr="sci-ppt:o224"/>
          <p:cNvCxnSpPr/>
          <p:nvPr/>
        </p:nvCxnSpPr>
        <p:spPr>
          <a:xfrm>
            <a:off x="7598289" y="1732268"/>
            <a:ext cx="33065" cy="0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227" name="C5-E17 line 225" descr="sci-ppt:o225"/>
          <p:cNvCxnSpPr/>
          <p:nvPr/>
        </p:nvCxnSpPr>
        <p:spPr>
          <a:xfrm>
            <a:off x="7631354" y="1732268"/>
            <a:ext cx="33066" cy="0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228" name="C5-E17 line 226" descr="sci-ppt:o226"/>
          <p:cNvCxnSpPr/>
          <p:nvPr/>
        </p:nvCxnSpPr>
        <p:spPr>
          <a:xfrm>
            <a:off x="7664420" y="1732268"/>
            <a:ext cx="33655" cy="0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229" name="C5-E17 line 227" descr="sci-ppt:o227"/>
          <p:cNvCxnSpPr/>
          <p:nvPr/>
        </p:nvCxnSpPr>
        <p:spPr>
          <a:xfrm>
            <a:off x="7698075" y="1732268"/>
            <a:ext cx="33066" cy="0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230" name="C5-E17 line 228" descr="sci-ppt:o228"/>
          <p:cNvCxnSpPr/>
          <p:nvPr/>
        </p:nvCxnSpPr>
        <p:spPr>
          <a:xfrm>
            <a:off x="7731141" y="1732268"/>
            <a:ext cx="33065" cy="0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231" name="C5-E17 line 229" descr="sci-ppt:o229"/>
          <p:cNvCxnSpPr/>
          <p:nvPr/>
        </p:nvCxnSpPr>
        <p:spPr>
          <a:xfrm>
            <a:off x="7764206" y="1732268"/>
            <a:ext cx="33656" cy="0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232" name="C5-E17 line 230" descr="sci-ppt:o230"/>
          <p:cNvCxnSpPr/>
          <p:nvPr/>
        </p:nvCxnSpPr>
        <p:spPr>
          <a:xfrm>
            <a:off x="7797862" y="1732268"/>
            <a:ext cx="33065" cy="0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233" name="C5-E17 line 231" descr="sci-ppt:o231"/>
          <p:cNvCxnSpPr/>
          <p:nvPr/>
        </p:nvCxnSpPr>
        <p:spPr>
          <a:xfrm>
            <a:off x="7830927" y="1732268"/>
            <a:ext cx="33065" cy="0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234" name="C5-E17 line 232" descr="sci-ppt:o232"/>
          <p:cNvCxnSpPr/>
          <p:nvPr/>
        </p:nvCxnSpPr>
        <p:spPr>
          <a:xfrm>
            <a:off x="7863992" y="1732268"/>
            <a:ext cx="33656" cy="0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235" name="C5-E17 line 233" descr="sci-ppt:o233"/>
          <p:cNvCxnSpPr/>
          <p:nvPr/>
        </p:nvCxnSpPr>
        <p:spPr>
          <a:xfrm>
            <a:off x="7897648" y="1732268"/>
            <a:ext cx="33065" cy="0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236" name="C5-E17 line 234" descr="sci-ppt:o234"/>
          <p:cNvCxnSpPr/>
          <p:nvPr/>
        </p:nvCxnSpPr>
        <p:spPr>
          <a:xfrm>
            <a:off x="7930713" y="1732268"/>
            <a:ext cx="33066" cy="0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237" name="C5-E17 line 235" descr="sci-ppt:o235"/>
          <p:cNvCxnSpPr/>
          <p:nvPr/>
        </p:nvCxnSpPr>
        <p:spPr>
          <a:xfrm flipV="1">
            <a:off x="7963779" y="1732267"/>
            <a:ext cx="33065" cy="1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238" name="C5-E17 line 236" descr="sci-ppt:o236"/>
          <p:cNvCxnSpPr/>
          <p:nvPr/>
        </p:nvCxnSpPr>
        <p:spPr>
          <a:xfrm>
            <a:off x="7996844" y="1732267"/>
            <a:ext cx="33656" cy="0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239" name="C5-E17 line 237" descr="sci-ppt:o237"/>
          <p:cNvCxnSpPr/>
          <p:nvPr/>
        </p:nvCxnSpPr>
        <p:spPr>
          <a:xfrm>
            <a:off x="8030500" y="1732267"/>
            <a:ext cx="33065" cy="0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240" name="C5-E17 line 238" descr="sci-ppt:o238"/>
          <p:cNvCxnSpPr/>
          <p:nvPr/>
        </p:nvCxnSpPr>
        <p:spPr>
          <a:xfrm>
            <a:off x="8063565" y="1732267"/>
            <a:ext cx="33065" cy="0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241" name="C5-E17 line 239" descr="sci-ppt:o239"/>
          <p:cNvCxnSpPr/>
          <p:nvPr/>
        </p:nvCxnSpPr>
        <p:spPr>
          <a:xfrm>
            <a:off x="8096630" y="1732267"/>
            <a:ext cx="33656" cy="0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242" name="C5-E17 line 240" descr="sci-ppt:o240"/>
          <p:cNvCxnSpPr/>
          <p:nvPr/>
        </p:nvCxnSpPr>
        <p:spPr>
          <a:xfrm>
            <a:off x="8130286" y="1732267"/>
            <a:ext cx="33065" cy="0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243" name="C5-E17 line 241" descr="sci-ppt:o241"/>
          <p:cNvCxnSpPr/>
          <p:nvPr/>
        </p:nvCxnSpPr>
        <p:spPr>
          <a:xfrm>
            <a:off x="8163351" y="1732267"/>
            <a:ext cx="33066" cy="0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244" name="C5-E17 line 242" descr="sci-ppt:o242"/>
          <p:cNvCxnSpPr/>
          <p:nvPr/>
        </p:nvCxnSpPr>
        <p:spPr>
          <a:xfrm>
            <a:off x="8196417" y="1732267"/>
            <a:ext cx="33655" cy="0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245" name="C5-E17 line 243" descr="sci-ppt:o243"/>
          <p:cNvCxnSpPr/>
          <p:nvPr/>
        </p:nvCxnSpPr>
        <p:spPr>
          <a:xfrm>
            <a:off x="8230072" y="1732267"/>
            <a:ext cx="33066" cy="0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246" name="C5-E17 line 244" descr="sci-ppt:o244"/>
          <p:cNvCxnSpPr/>
          <p:nvPr/>
        </p:nvCxnSpPr>
        <p:spPr>
          <a:xfrm>
            <a:off x="8263138" y="1732267"/>
            <a:ext cx="33065" cy="0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247" name="C5-E17 line 245" descr="sci-ppt:o245"/>
          <p:cNvCxnSpPr/>
          <p:nvPr/>
        </p:nvCxnSpPr>
        <p:spPr>
          <a:xfrm>
            <a:off x="8296203" y="1732267"/>
            <a:ext cx="33656" cy="0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248" name="C5-E17 line 246" descr="sci-ppt:o246"/>
          <p:cNvCxnSpPr/>
          <p:nvPr/>
        </p:nvCxnSpPr>
        <p:spPr>
          <a:xfrm>
            <a:off x="8329859" y="1732267"/>
            <a:ext cx="33065" cy="0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249" name="C5-E17 line 247" descr="sci-ppt:o247"/>
          <p:cNvCxnSpPr/>
          <p:nvPr/>
        </p:nvCxnSpPr>
        <p:spPr>
          <a:xfrm>
            <a:off x="8362924" y="1732267"/>
            <a:ext cx="33065" cy="0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250" name="C5-E17 line 248" descr="sci-ppt:o248"/>
          <p:cNvCxnSpPr/>
          <p:nvPr/>
        </p:nvCxnSpPr>
        <p:spPr>
          <a:xfrm>
            <a:off x="8395989" y="1732267"/>
            <a:ext cx="33656" cy="0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251" name="C5-E17 line 249" descr="sci-ppt:o249"/>
          <p:cNvCxnSpPr/>
          <p:nvPr/>
        </p:nvCxnSpPr>
        <p:spPr>
          <a:xfrm>
            <a:off x="8429645" y="1732267"/>
            <a:ext cx="33065" cy="0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252" name="C5-E17 line 250" descr="sci-ppt:o250"/>
          <p:cNvCxnSpPr/>
          <p:nvPr/>
        </p:nvCxnSpPr>
        <p:spPr>
          <a:xfrm>
            <a:off x="8462710" y="1732267"/>
            <a:ext cx="33066" cy="0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253" name="C5-E17 line 251" descr="sci-ppt:o251"/>
          <p:cNvCxnSpPr/>
          <p:nvPr/>
        </p:nvCxnSpPr>
        <p:spPr>
          <a:xfrm>
            <a:off x="8495776" y="1732267"/>
            <a:ext cx="33656" cy="0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254" name="C5-E17 line 252" descr="sci-ppt:o252"/>
          <p:cNvCxnSpPr/>
          <p:nvPr/>
        </p:nvCxnSpPr>
        <p:spPr>
          <a:xfrm>
            <a:off x="8529432" y="1732267"/>
            <a:ext cx="33065" cy="0"/>
          </a:xfrm>
          <a:prstGeom prst="line">
            <a:avLst/>
          </a:prstGeom>
          <a:ln w="27940">
            <a:solidFill>
              <a:srgbClr val="8EDBD4"/>
            </a:solidFill>
          </a:ln>
          <a:effectLst/>
        </p:spPr>
      </p:cxnSp>
      <p:cxnSp>
        <p:nvCxnSpPr>
          <p:cNvPr id="255" name="C5-E17 line 253" descr="sci-ppt:o253"/>
          <p:cNvCxnSpPr/>
          <p:nvPr/>
        </p:nvCxnSpPr>
        <p:spPr>
          <a:xfrm flipV="1">
            <a:off x="1280160" y="4161418"/>
            <a:ext cx="16625" cy="1216474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256" name="C5-E17 line 254" descr="sci-ppt:o254"/>
          <p:cNvCxnSpPr/>
          <p:nvPr/>
        </p:nvCxnSpPr>
        <p:spPr>
          <a:xfrm flipV="1">
            <a:off x="1296785" y="3210352"/>
            <a:ext cx="16625" cy="951066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257" name="C5-E17 line 255" descr="sci-ppt:o255"/>
          <p:cNvCxnSpPr/>
          <p:nvPr/>
        </p:nvCxnSpPr>
        <p:spPr>
          <a:xfrm flipV="1">
            <a:off x="1313410" y="2502038"/>
            <a:ext cx="16626" cy="708314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258" name="C5-E17 line 256" descr="sci-ppt:o256"/>
          <p:cNvCxnSpPr/>
          <p:nvPr/>
        </p:nvCxnSpPr>
        <p:spPr>
          <a:xfrm flipV="1">
            <a:off x="1330036" y="2023456"/>
            <a:ext cx="16625" cy="478582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259" name="C5-E17 line 257" descr="sci-ppt:o257"/>
          <p:cNvCxnSpPr/>
          <p:nvPr/>
        </p:nvCxnSpPr>
        <p:spPr>
          <a:xfrm flipV="1">
            <a:off x="1346661" y="1746457"/>
            <a:ext cx="16626" cy="276999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260" name="C5-E17 line 258" descr="sci-ppt:o258"/>
          <p:cNvCxnSpPr/>
          <p:nvPr/>
        </p:nvCxnSpPr>
        <p:spPr>
          <a:xfrm flipV="1">
            <a:off x="1363287" y="1622816"/>
            <a:ext cx="16625" cy="123641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261" name="C5-E17 line 259" descr="sci-ppt:o259"/>
          <p:cNvCxnSpPr/>
          <p:nvPr/>
        </p:nvCxnSpPr>
        <p:spPr>
          <a:xfrm flipV="1">
            <a:off x="1379912" y="1601173"/>
            <a:ext cx="16626" cy="21643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262" name="C5-E17 line 260" descr="sci-ppt:o260"/>
          <p:cNvCxnSpPr/>
          <p:nvPr/>
        </p:nvCxnSpPr>
        <p:spPr>
          <a:xfrm>
            <a:off x="1396538" y="1601173"/>
            <a:ext cx="16625" cy="33330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263" name="C5-E17 line 261" descr="sci-ppt:o261"/>
          <p:cNvCxnSpPr/>
          <p:nvPr/>
        </p:nvCxnSpPr>
        <p:spPr>
          <a:xfrm>
            <a:off x="1413163" y="1634503"/>
            <a:ext cx="16626" cy="46513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264" name="C5-E17 line 262" descr="sci-ppt:o262"/>
          <p:cNvCxnSpPr/>
          <p:nvPr/>
        </p:nvCxnSpPr>
        <p:spPr>
          <a:xfrm>
            <a:off x="1429789" y="1681016"/>
            <a:ext cx="16625" cy="36647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265" name="C5-E17 line 263" descr="sci-ppt:o263"/>
          <p:cNvCxnSpPr/>
          <p:nvPr/>
        </p:nvCxnSpPr>
        <p:spPr>
          <a:xfrm>
            <a:off x="1446414" y="1717663"/>
            <a:ext cx="16625" cy="23131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266" name="C5-E17 line 264" descr="sci-ppt:o264"/>
          <p:cNvCxnSpPr/>
          <p:nvPr/>
        </p:nvCxnSpPr>
        <p:spPr>
          <a:xfrm>
            <a:off x="1463039" y="1740794"/>
            <a:ext cx="16626" cy="10733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267" name="C5-E17 line 265" descr="sci-ppt:o265"/>
          <p:cNvCxnSpPr/>
          <p:nvPr/>
        </p:nvCxnSpPr>
        <p:spPr>
          <a:xfrm flipV="1">
            <a:off x="1479665" y="1749626"/>
            <a:ext cx="16625" cy="1901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268" name="C5-E17 line 266" descr="sci-ppt:o266"/>
          <p:cNvCxnSpPr/>
          <p:nvPr/>
        </p:nvCxnSpPr>
        <p:spPr>
          <a:xfrm flipV="1">
            <a:off x="1496290" y="1740520"/>
            <a:ext cx="16626" cy="9106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269" name="C5-E17 line 267" descr="sci-ppt:o267"/>
          <p:cNvCxnSpPr/>
          <p:nvPr/>
        </p:nvCxnSpPr>
        <p:spPr>
          <a:xfrm flipV="1">
            <a:off x="1512916" y="1732015"/>
            <a:ext cx="16625" cy="8505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270" name="C5-E17 line 268" descr="sci-ppt:o268"/>
          <p:cNvCxnSpPr/>
          <p:nvPr/>
        </p:nvCxnSpPr>
        <p:spPr>
          <a:xfrm flipV="1">
            <a:off x="1529541" y="1727380"/>
            <a:ext cx="16626" cy="4635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271" name="C5-E17 line 269" descr="sci-ppt:o269"/>
          <p:cNvCxnSpPr/>
          <p:nvPr/>
        </p:nvCxnSpPr>
        <p:spPr>
          <a:xfrm flipV="1">
            <a:off x="1546167" y="1724968"/>
            <a:ext cx="16625" cy="2412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272" name="C5-E17 line 270" descr="sci-ppt:o270"/>
          <p:cNvCxnSpPr/>
          <p:nvPr/>
        </p:nvCxnSpPr>
        <p:spPr>
          <a:xfrm flipV="1">
            <a:off x="1562792" y="1724022"/>
            <a:ext cx="16626" cy="946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273" name="C5-E17 line 271" descr="sci-ppt:o271"/>
          <p:cNvCxnSpPr/>
          <p:nvPr/>
        </p:nvCxnSpPr>
        <p:spPr>
          <a:xfrm>
            <a:off x="1579418" y="1724022"/>
            <a:ext cx="16625" cy="924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274" name="C5-E17 line 272" descr="sci-ppt:o272"/>
          <p:cNvCxnSpPr/>
          <p:nvPr/>
        </p:nvCxnSpPr>
        <p:spPr>
          <a:xfrm>
            <a:off x="1596043" y="1724946"/>
            <a:ext cx="16626" cy="2004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275" name="C5-E17 line 273" descr="sci-ppt:o273"/>
          <p:cNvCxnSpPr/>
          <p:nvPr/>
        </p:nvCxnSpPr>
        <p:spPr>
          <a:xfrm>
            <a:off x="1612669" y="1726950"/>
            <a:ext cx="16625" cy="1858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276" name="C5-E17 line 274" descr="sci-ppt:o274"/>
          <p:cNvCxnSpPr/>
          <p:nvPr/>
        </p:nvCxnSpPr>
        <p:spPr>
          <a:xfrm>
            <a:off x="1629294" y="1728808"/>
            <a:ext cx="16625" cy="1263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277" name="C5-E17 line 275" descr="sci-ppt:o275"/>
          <p:cNvCxnSpPr/>
          <p:nvPr/>
        </p:nvCxnSpPr>
        <p:spPr>
          <a:xfrm>
            <a:off x="1645919" y="1730071"/>
            <a:ext cx="16626" cy="938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278" name="C5-E17 line 276" descr="sci-ppt:o276"/>
          <p:cNvCxnSpPr/>
          <p:nvPr/>
        </p:nvCxnSpPr>
        <p:spPr>
          <a:xfrm>
            <a:off x="1662545" y="1731009"/>
            <a:ext cx="16625" cy="560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279" name="C5-E17 line 277" descr="sci-ppt:o277"/>
          <p:cNvCxnSpPr/>
          <p:nvPr/>
        </p:nvCxnSpPr>
        <p:spPr>
          <a:xfrm>
            <a:off x="1679170" y="1731569"/>
            <a:ext cx="16626" cy="28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280" name="C5-E17 line 278" descr="sci-ppt:o278"/>
          <p:cNvCxnSpPr/>
          <p:nvPr/>
        </p:nvCxnSpPr>
        <p:spPr>
          <a:xfrm flipV="1">
            <a:off x="1695796" y="1731285"/>
            <a:ext cx="16625" cy="312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281" name="C5-E17 line 279" descr="sci-ppt:o279"/>
          <p:cNvCxnSpPr/>
          <p:nvPr/>
        </p:nvCxnSpPr>
        <p:spPr>
          <a:xfrm flipV="1">
            <a:off x="1712421" y="1730979"/>
            <a:ext cx="16626" cy="306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282" name="C5-E17 line 280" descr="sci-ppt:o280"/>
          <p:cNvCxnSpPr/>
          <p:nvPr/>
        </p:nvCxnSpPr>
        <p:spPr>
          <a:xfrm flipV="1">
            <a:off x="1729047" y="1730802"/>
            <a:ext cx="16625" cy="177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283" name="C5-E17 line 281" descr="sci-ppt:o281"/>
          <p:cNvCxnSpPr/>
          <p:nvPr/>
        </p:nvCxnSpPr>
        <p:spPr>
          <a:xfrm flipV="1">
            <a:off x="1745672" y="1730727"/>
            <a:ext cx="16626" cy="75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284" name="C5-E17 line 282" descr="sci-ppt:o282"/>
          <p:cNvCxnSpPr/>
          <p:nvPr/>
        </p:nvCxnSpPr>
        <p:spPr>
          <a:xfrm>
            <a:off x="1762298" y="1730727"/>
            <a:ext cx="16625" cy="23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285" name="C5-E17 line 283" descr="sci-ppt:o283"/>
          <p:cNvCxnSpPr/>
          <p:nvPr/>
        </p:nvCxnSpPr>
        <p:spPr>
          <a:xfrm>
            <a:off x="1778923" y="1730750"/>
            <a:ext cx="16626" cy="105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286" name="C5-E17 line 284" descr="sci-ppt:o284"/>
          <p:cNvCxnSpPr/>
          <p:nvPr/>
        </p:nvCxnSpPr>
        <p:spPr>
          <a:xfrm>
            <a:off x="1795549" y="1730855"/>
            <a:ext cx="16625" cy="106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287" name="C5-E17 line 285" descr="sci-ppt:o285"/>
          <p:cNvCxnSpPr/>
          <p:nvPr/>
        </p:nvCxnSpPr>
        <p:spPr>
          <a:xfrm>
            <a:off x="1812174" y="1730961"/>
            <a:ext cx="16626" cy="28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288" name="C5-E17 line 286" descr="sci-ppt:o286"/>
          <p:cNvCxnSpPr/>
          <p:nvPr/>
        </p:nvCxnSpPr>
        <p:spPr>
          <a:xfrm flipV="1">
            <a:off x="1828800" y="1730917"/>
            <a:ext cx="16625" cy="72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289" name="C5-E17 line 287" descr="sci-ppt:o287"/>
          <p:cNvCxnSpPr/>
          <p:nvPr/>
        </p:nvCxnSpPr>
        <p:spPr>
          <a:xfrm flipV="1">
            <a:off x="1845425" y="1730762"/>
            <a:ext cx="16625" cy="155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290" name="C5-E17 line 288" descr="sci-ppt:o288"/>
          <p:cNvCxnSpPr/>
          <p:nvPr/>
        </p:nvCxnSpPr>
        <p:spPr>
          <a:xfrm flipV="1">
            <a:off x="1862050" y="1730544"/>
            <a:ext cx="16626" cy="218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291" name="C5-E17 line 289" descr="sci-ppt:o289"/>
          <p:cNvCxnSpPr/>
          <p:nvPr/>
        </p:nvCxnSpPr>
        <p:spPr>
          <a:xfrm flipV="1">
            <a:off x="1878676" y="1730299"/>
            <a:ext cx="16625" cy="245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292" name="C5-E17 line 290" descr="sci-ppt:o290"/>
          <p:cNvCxnSpPr/>
          <p:nvPr/>
        </p:nvCxnSpPr>
        <p:spPr>
          <a:xfrm flipV="1">
            <a:off x="1895301" y="1730081"/>
            <a:ext cx="16626" cy="218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293" name="C5-E17 line 291" descr="sci-ppt:o291"/>
          <p:cNvCxnSpPr/>
          <p:nvPr/>
        </p:nvCxnSpPr>
        <p:spPr>
          <a:xfrm flipV="1">
            <a:off x="1911927" y="1729949"/>
            <a:ext cx="16625" cy="132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294" name="C5-E17 line 292" descr="sci-ppt:o292"/>
          <p:cNvCxnSpPr/>
          <p:nvPr/>
        </p:nvCxnSpPr>
        <p:spPr>
          <a:xfrm flipV="1">
            <a:off x="1928552" y="1729942"/>
            <a:ext cx="16626" cy="7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295" name="C5-E17 line 293" descr="sci-ppt:o293"/>
          <p:cNvCxnSpPr/>
          <p:nvPr/>
        </p:nvCxnSpPr>
        <p:spPr>
          <a:xfrm>
            <a:off x="1945178" y="1729942"/>
            <a:ext cx="16625" cy="125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296" name="C5-E17 line 294" descr="sci-ppt:o294"/>
          <p:cNvCxnSpPr/>
          <p:nvPr/>
        </p:nvCxnSpPr>
        <p:spPr>
          <a:xfrm>
            <a:off x="1961803" y="1730067"/>
            <a:ext cx="16626" cy="225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297" name="C5-E17 line 295" descr="sci-ppt:o295"/>
          <p:cNvCxnSpPr/>
          <p:nvPr/>
        </p:nvCxnSpPr>
        <p:spPr>
          <a:xfrm>
            <a:off x="1978429" y="1730292"/>
            <a:ext cx="16625" cy="288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298" name="C5-E17 line 296" descr="sci-ppt:o296"/>
          <p:cNvCxnSpPr/>
          <p:nvPr/>
        </p:nvCxnSpPr>
        <p:spPr>
          <a:xfrm>
            <a:off x="1995054" y="1730580"/>
            <a:ext cx="16626" cy="318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299" name="C5-E17 line 297" descr="sci-ppt:o297"/>
          <p:cNvCxnSpPr/>
          <p:nvPr/>
        </p:nvCxnSpPr>
        <p:spPr>
          <a:xfrm>
            <a:off x="2011680" y="1730898"/>
            <a:ext cx="16625" cy="294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00" name="C5-E17 line 298" descr="sci-ppt:o298"/>
          <p:cNvCxnSpPr/>
          <p:nvPr/>
        </p:nvCxnSpPr>
        <p:spPr>
          <a:xfrm>
            <a:off x="2028305" y="1731192"/>
            <a:ext cx="16625" cy="216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01" name="C5-E17 line 299" descr="sci-ppt:o299"/>
          <p:cNvCxnSpPr/>
          <p:nvPr/>
        </p:nvCxnSpPr>
        <p:spPr>
          <a:xfrm>
            <a:off x="2044930" y="1731408"/>
            <a:ext cx="16626" cy="99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02" name="C5-E17 line 300" descr="sci-ppt:o300"/>
          <p:cNvCxnSpPr/>
          <p:nvPr/>
        </p:nvCxnSpPr>
        <p:spPr>
          <a:xfrm flipV="1">
            <a:off x="2061556" y="1731473"/>
            <a:ext cx="16625" cy="34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03" name="C5-E17 line 301" descr="sci-ppt:o301"/>
          <p:cNvCxnSpPr/>
          <p:nvPr/>
        </p:nvCxnSpPr>
        <p:spPr>
          <a:xfrm flipV="1">
            <a:off x="2078181" y="1731317"/>
            <a:ext cx="16626" cy="156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04" name="C5-E17 line 302" descr="sci-ppt:o302"/>
          <p:cNvCxnSpPr/>
          <p:nvPr/>
        </p:nvCxnSpPr>
        <p:spPr>
          <a:xfrm flipV="1">
            <a:off x="2094807" y="1731063"/>
            <a:ext cx="16625" cy="254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05" name="C5-E17 line 303" descr="sci-ppt:o303"/>
          <p:cNvCxnSpPr/>
          <p:nvPr/>
        </p:nvCxnSpPr>
        <p:spPr>
          <a:xfrm flipV="1">
            <a:off x="2111432" y="1730753"/>
            <a:ext cx="16626" cy="310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06" name="C5-E17 line 304" descr="sci-ppt:o304"/>
          <p:cNvCxnSpPr/>
          <p:nvPr/>
        </p:nvCxnSpPr>
        <p:spPr>
          <a:xfrm flipV="1">
            <a:off x="2128058" y="1730445"/>
            <a:ext cx="16625" cy="308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07" name="C5-E17 line 305" descr="sci-ppt:o305"/>
          <p:cNvCxnSpPr/>
          <p:nvPr/>
        </p:nvCxnSpPr>
        <p:spPr>
          <a:xfrm flipV="1">
            <a:off x="2144683" y="1730196"/>
            <a:ext cx="16626" cy="249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08" name="C5-E17 line 306" descr="sci-ppt:o306"/>
          <p:cNvCxnSpPr/>
          <p:nvPr/>
        </p:nvCxnSpPr>
        <p:spPr>
          <a:xfrm flipV="1">
            <a:off x="2161309" y="1730048"/>
            <a:ext cx="16625" cy="148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09" name="C5-E17 line 307" descr="sci-ppt:o307"/>
          <p:cNvCxnSpPr/>
          <p:nvPr/>
        </p:nvCxnSpPr>
        <p:spPr>
          <a:xfrm flipV="1">
            <a:off x="2177934" y="1730016"/>
            <a:ext cx="16626" cy="32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10" name="C5-E17 line 308" descr="sci-ppt:o308"/>
          <p:cNvCxnSpPr/>
          <p:nvPr/>
        </p:nvCxnSpPr>
        <p:spPr>
          <a:xfrm>
            <a:off x="2194560" y="1730016"/>
            <a:ext cx="16625" cy="86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11" name="C5-E17 line 309" descr="sci-ppt:o309"/>
          <p:cNvCxnSpPr/>
          <p:nvPr/>
        </p:nvCxnSpPr>
        <p:spPr>
          <a:xfrm>
            <a:off x="2211185" y="1730102"/>
            <a:ext cx="16625" cy="192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12" name="C5-E17 line 310" descr="sci-ppt:o310"/>
          <p:cNvCxnSpPr/>
          <p:nvPr/>
        </p:nvCxnSpPr>
        <p:spPr>
          <a:xfrm>
            <a:off x="2227810" y="1730294"/>
            <a:ext cx="16626" cy="268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13" name="C5-E17 line 311" descr="sci-ppt:o311"/>
          <p:cNvCxnSpPr/>
          <p:nvPr/>
        </p:nvCxnSpPr>
        <p:spPr>
          <a:xfrm>
            <a:off x="2244436" y="1730562"/>
            <a:ext cx="16625" cy="296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14" name="C5-E17 line 312" descr="sci-ppt:o312"/>
          <p:cNvCxnSpPr/>
          <p:nvPr/>
        </p:nvCxnSpPr>
        <p:spPr>
          <a:xfrm>
            <a:off x="2261061" y="1730858"/>
            <a:ext cx="16626" cy="282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15" name="C5-E17 line 313" descr="sci-ppt:o313"/>
          <p:cNvCxnSpPr/>
          <p:nvPr/>
        </p:nvCxnSpPr>
        <p:spPr>
          <a:xfrm>
            <a:off x="2277687" y="1731140"/>
            <a:ext cx="16625" cy="225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16" name="C5-E17 line 314" descr="sci-ppt:o314"/>
          <p:cNvCxnSpPr/>
          <p:nvPr/>
        </p:nvCxnSpPr>
        <p:spPr>
          <a:xfrm>
            <a:off x="2294312" y="1731365"/>
            <a:ext cx="16626" cy="151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17" name="C5-E17 line 315" descr="sci-ppt:o315"/>
          <p:cNvCxnSpPr/>
          <p:nvPr/>
        </p:nvCxnSpPr>
        <p:spPr>
          <a:xfrm>
            <a:off x="2310938" y="1731516"/>
            <a:ext cx="16625" cy="68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18" name="C5-E17 line 316" descr="sci-ppt:o316"/>
          <p:cNvCxnSpPr/>
          <p:nvPr/>
        </p:nvCxnSpPr>
        <p:spPr>
          <a:xfrm flipV="1">
            <a:off x="2327563" y="1731571"/>
            <a:ext cx="16626" cy="13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19" name="C5-E17 line 317" descr="sci-ppt:o317"/>
          <p:cNvCxnSpPr/>
          <p:nvPr/>
        </p:nvCxnSpPr>
        <p:spPr>
          <a:xfrm flipV="1">
            <a:off x="2344189" y="1731489"/>
            <a:ext cx="16625" cy="82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20" name="C5-E17 line 318" descr="sci-ppt:o318"/>
          <p:cNvCxnSpPr/>
          <p:nvPr/>
        </p:nvCxnSpPr>
        <p:spPr>
          <a:xfrm flipV="1">
            <a:off x="2360814" y="1731362"/>
            <a:ext cx="16626" cy="127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21" name="C5-E17 line 319" descr="sci-ppt:o319"/>
          <p:cNvCxnSpPr/>
          <p:nvPr/>
        </p:nvCxnSpPr>
        <p:spPr>
          <a:xfrm flipV="1">
            <a:off x="2377440" y="1731216"/>
            <a:ext cx="16625" cy="146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22" name="C5-E17 line 320" descr="sci-ppt:o320"/>
          <p:cNvCxnSpPr/>
          <p:nvPr/>
        </p:nvCxnSpPr>
        <p:spPr>
          <a:xfrm flipV="1">
            <a:off x="2394065" y="1731081"/>
            <a:ext cx="16625" cy="135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23" name="C5-E17 line 321" descr="sci-ppt:o321"/>
          <p:cNvCxnSpPr/>
          <p:nvPr/>
        </p:nvCxnSpPr>
        <p:spPr>
          <a:xfrm flipV="1">
            <a:off x="2410690" y="1730976"/>
            <a:ext cx="16626" cy="105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24" name="C5-E17 line 322" descr="sci-ppt:o322"/>
          <p:cNvCxnSpPr/>
          <p:nvPr/>
        </p:nvCxnSpPr>
        <p:spPr>
          <a:xfrm flipV="1">
            <a:off x="2427316" y="1730911"/>
            <a:ext cx="16625" cy="65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25" name="C5-E17 line 323" descr="sci-ppt:o323"/>
          <p:cNvCxnSpPr/>
          <p:nvPr/>
        </p:nvCxnSpPr>
        <p:spPr>
          <a:xfrm flipV="1">
            <a:off x="2443941" y="1730888"/>
            <a:ext cx="16626" cy="23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26" name="C5-E17 line 324" descr="sci-ppt:o324"/>
          <p:cNvCxnSpPr/>
          <p:nvPr/>
        </p:nvCxnSpPr>
        <p:spPr>
          <a:xfrm>
            <a:off x="2460567" y="1730888"/>
            <a:ext cx="16625" cy="13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27" name="C5-E17 line 325" descr="sci-ppt:o325"/>
          <p:cNvCxnSpPr/>
          <p:nvPr/>
        </p:nvCxnSpPr>
        <p:spPr>
          <a:xfrm>
            <a:off x="2477192" y="1730901"/>
            <a:ext cx="16626" cy="41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28" name="C5-E17 line 326" descr="sci-ppt:o326"/>
          <p:cNvCxnSpPr/>
          <p:nvPr/>
        </p:nvCxnSpPr>
        <p:spPr>
          <a:xfrm>
            <a:off x="2493818" y="1730942"/>
            <a:ext cx="16625" cy="56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29" name="C5-E17 line 327" descr="sci-ppt:o327"/>
          <p:cNvCxnSpPr/>
          <p:nvPr/>
        </p:nvCxnSpPr>
        <p:spPr>
          <a:xfrm>
            <a:off x="2510443" y="1730998"/>
            <a:ext cx="16626" cy="59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30" name="C5-E17 line 328" descr="sci-ppt:o328"/>
          <p:cNvCxnSpPr/>
          <p:nvPr/>
        </p:nvCxnSpPr>
        <p:spPr>
          <a:xfrm>
            <a:off x="2527069" y="1731057"/>
            <a:ext cx="16625" cy="53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31" name="C5-E17 line 329" descr="sci-ppt:o329"/>
          <p:cNvCxnSpPr/>
          <p:nvPr/>
        </p:nvCxnSpPr>
        <p:spPr>
          <a:xfrm>
            <a:off x="2543694" y="1731110"/>
            <a:ext cx="16626" cy="41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32" name="C5-E17 line 330" descr="sci-ppt:o330"/>
          <p:cNvCxnSpPr/>
          <p:nvPr/>
        </p:nvCxnSpPr>
        <p:spPr>
          <a:xfrm>
            <a:off x="2560320" y="1731151"/>
            <a:ext cx="16625" cy="26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33" name="C5-E17 line 331" descr="sci-ppt:o331"/>
          <p:cNvCxnSpPr/>
          <p:nvPr/>
        </p:nvCxnSpPr>
        <p:spPr>
          <a:xfrm>
            <a:off x="2576945" y="1731177"/>
            <a:ext cx="16625" cy="11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34" name="C5-E17 line 332" descr="sci-ppt:o332"/>
          <p:cNvCxnSpPr/>
          <p:nvPr/>
        </p:nvCxnSpPr>
        <p:spPr>
          <a:xfrm>
            <a:off x="2593570" y="1731188"/>
            <a:ext cx="16626" cy="0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35" name="C5-E17 line 333" descr="sci-ppt:o333"/>
          <p:cNvCxnSpPr/>
          <p:nvPr/>
        </p:nvCxnSpPr>
        <p:spPr>
          <a:xfrm flipV="1">
            <a:off x="2610196" y="1731180"/>
            <a:ext cx="16625" cy="8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36" name="C5-E17 line 334" descr="sci-ppt:o334"/>
          <p:cNvCxnSpPr/>
          <p:nvPr/>
        </p:nvCxnSpPr>
        <p:spPr>
          <a:xfrm flipV="1">
            <a:off x="2626821" y="1731165"/>
            <a:ext cx="16626" cy="15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37" name="C5-E17 line 335" descr="sci-ppt:o335"/>
          <p:cNvCxnSpPr/>
          <p:nvPr/>
        </p:nvCxnSpPr>
        <p:spPr>
          <a:xfrm flipV="1">
            <a:off x="2643447" y="1731144"/>
            <a:ext cx="16625" cy="21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38" name="C5-E17 line 336" descr="sci-ppt:o336"/>
          <p:cNvCxnSpPr/>
          <p:nvPr/>
        </p:nvCxnSpPr>
        <p:spPr>
          <a:xfrm flipV="1">
            <a:off x="2660072" y="1731121"/>
            <a:ext cx="16626" cy="23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39" name="C5-E17 line 337" descr="sci-ppt:o337"/>
          <p:cNvCxnSpPr/>
          <p:nvPr/>
        </p:nvCxnSpPr>
        <p:spPr>
          <a:xfrm flipV="1">
            <a:off x="2676698" y="1731095"/>
            <a:ext cx="16625" cy="26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40" name="C5-E17 line 338" descr="sci-ppt:o338"/>
          <p:cNvCxnSpPr/>
          <p:nvPr/>
        </p:nvCxnSpPr>
        <p:spPr>
          <a:xfrm flipV="1">
            <a:off x="2693323" y="1731069"/>
            <a:ext cx="16626" cy="26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41" name="C5-E17 line 339" descr="sci-ppt:o339"/>
          <p:cNvCxnSpPr/>
          <p:nvPr/>
        </p:nvCxnSpPr>
        <p:spPr>
          <a:xfrm flipV="1">
            <a:off x="2709949" y="1731042"/>
            <a:ext cx="16625" cy="27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42" name="C5-E17 line 340" descr="sci-ppt:o340"/>
          <p:cNvCxnSpPr/>
          <p:nvPr/>
        </p:nvCxnSpPr>
        <p:spPr>
          <a:xfrm flipV="1">
            <a:off x="2726574" y="1731019"/>
            <a:ext cx="16626" cy="23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43" name="C5-E17 line 341" descr="sci-ppt:o341"/>
          <p:cNvCxnSpPr/>
          <p:nvPr/>
        </p:nvCxnSpPr>
        <p:spPr>
          <a:xfrm flipV="1">
            <a:off x="2743200" y="1731000"/>
            <a:ext cx="16625" cy="19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44" name="C5-E17 line 342" descr="sci-ppt:o342"/>
          <p:cNvCxnSpPr/>
          <p:nvPr/>
        </p:nvCxnSpPr>
        <p:spPr>
          <a:xfrm flipV="1">
            <a:off x="2759825" y="1730989"/>
            <a:ext cx="16625" cy="11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45" name="C5-E17 line 343" descr="sci-ppt:o343"/>
          <p:cNvCxnSpPr/>
          <p:nvPr/>
        </p:nvCxnSpPr>
        <p:spPr>
          <a:xfrm>
            <a:off x="2776450" y="1730989"/>
            <a:ext cx="16626" cy="1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46" name="C5-E17 line 344" descr="sci-ppt:o344"/>
          <p:cNvCxnSpPr/>
          <p:nvPr/>
        </p:nvCxnSpPr>
        <p:spPr>
          <a:xfrm>
            <a:off x="2793076" y="1730990"/>
            <a:ext cx="16625" cy="11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47" name="C5-E17 line 345" descr="sci-ppt:o345"/>
          <p:cNvCxnSpPr/>
          <p:nvPr/>
        </p:nvCxnSpPr>
        <p:spPr>
          <a:xfrm>
            <a:off x="2809701" y="1731001"/>
            <a:ext cx="16626" cy="19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48" name="C5-E17 line 346" descr="sci-ppt:o346"/>
          <p:cNvCxnSpPr/>
          <p:nvPr/>
        </p:nvCxnSpPr>
        <p:spPr>
          <a:xfrm>
            <a:off x="2826327" y="1731020"/>
            <a:ext cx="16625" cy="26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49" name="C5-E17 line 347" descr="sci-ppt:o347"/>
          <p:cNvCxnSpPr/>
          <p:nvPr/>
        </p:nvCxnSpPr>
        <p:spPr>
          <a:xfrm>
            <a:off x="2842952" y="1731046"/>
            <a:ext cx="16626" cy="27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50" name="C5-E17 line 348" descr="sci-ppt:o348"/>
          <p:cNvCxnSpPr/>
          <p:nvPr/>
        </p:nvCxnSpPr>
        <p:spPr>
          <a:xfrm>
            <a:off x="2859578" y="1731073"/>
            <a:ext cx="16625" cy="25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51" name="C5-E17 line 349" descr="sci-ppt:o349"/>
          <p:cNvCxnSpPr/>
          <p:nvPr/>
        </p:nvCxnSpPr>
        <p:spPr>
          <a:xfrm>
            <a:off x="2876203" y="1731098"/>
            <a:ext cx="16626" cy="18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52" name="C5-E17 line 350" descr="sci-ppt:o350"/>
          <p:cNvCxnSpPr/>
          <p:nvPr/>
        </p:nvCxnSpPr>
        <p:spPr>
          <a:xfrm>
            <a:off x="2892829" y="1731116"/>
            <a:ext cx="16625" cy="9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53" name="C5-E17 line 351" descr="sci-ppt:o351"/>
          <p:cNvCxnSpPr/>
          <p:nvPr/>
        </p:nvCxnSpPr>
        <p:spPr>
          <a:xfrm flipV="1">
            <a:off x="2909454" y="1731123"/>
            <a:ext cx="16626" cy="2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54" name="C5-E17 line 352" descr="sci-ppt:o352"/>
          <p:cNvCxnSpPr/>
          <p:nvPr/>
        </p:nvCxnSpPr>
        <p:spPr>
          <a:xfrm flipV="1">
            <a:off x="2926080" y="1731113"/>
            <a:ext cx="16625" cy="10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55" name="C5-E17 line 353" descr="sci-ppt:o353"/>
          <p:cNvCxnSpPr/>
          <p:nvPr/>
        </p:nvCxnSpPr>
        <p:spPr>
          <a:xfrm flipV="1">
            <a:off x="2942705" y="1731096"/>
            <a:ext cx="16625" cy="17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56" name="C5-E17 line 354" descr="sci-ppt:o354"/>
          <p:cNvCxnSpPr/>
          <p:nvPr/>
        </p:nvCxnSpPr>
        <p:spPr>
          <a:xfrm flipV="1">
            <a:off x="2959330" y="1731076"/>
            <a:ext cx="16626" cy="20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57" name="C5-E17 line 355" descr="sci-ppt:o355"/>
          <p:cNvCxnSpPr/>
          <p:nvPr/>
        </p:nvCxnSpPr>
        <p:spPr>
          <a:xfrm flipV="1">
            <a:off x="2975956" y="1731056"/>
            <a:ext cx="16625" cy="20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58" name="C5-E17 line 356" descr="sci-ppt:o356"/>
          <p:cNvCxnSpPr/>
          <p:nvPr/>
        </p:nvCxnSpPr>
        <p:spPr>
          <a:xfrm flipV="1">
            <a:off x="2992581" y="1731041"/>
            <a:ext cx="16626" cy="15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59" name="C5-E17 line 357" descr="sci-ppt:o357"/>
          <p:cNvCxnSpPr/>
          <p:nvPr/>
        </p:nvCxnSpPr>
        <p:spPr>
          <a:xfrm flipV="1">
            <a:off x="3009207" y="1731032"/>
            <a:ext cx="16625" cy="9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60" name="C5-E17 line 358" descr="sci-ppt:o358"/>
          <p:cNvCxnSpPr/>
          <p:nvPr/>
        </p:nvCxnSpPr>
        <p:spPr>
          <a:xfrm flipV="1">
            <a:off x="3025832" y="1731030"/>
            <a:ext cx="16626" cy="2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61" name="C5-E17 line 359" descr="sci-ppt:o359"/>
          <p:cNvCxnSpPr/>
          <p:nvPr/>
        </p:nvCxnSpPr>
        <p:spPr>
          <a:xfrm>
            <a:off x="3042458" y="1731030"/>
            <a:ext cx="16625" cy="6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62" name="C5-E17 line 360" descr="sci-ppt:o360"/>
          <p:cNvCxnSpPr/>
          <p:nvPr/>
        </p:nvCxnSpPr>
        <p:spPr>
          <a:xfrm>
            <a:off x="3059083" y="1731036"/>
            <a:ext cx="16626" cy="13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63" name="C5-E17 line 361" descr="sci-ppt:o361"/>
          <p:cNvCxnSpPr/>
          <p:nvPr/>
        </p:nvCxnSpPr>
        <p:spPr>
          <a:xfrm>
            <a:off x="3075709" y="1731049"/>
            <a:ext cx="16625" cy="16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64" name="C5-E17 line 362" descr="sci-ppt:o362"/>
          <p:cNvCxnSpPr/>
          <p:nvPr/>
        </p:nvCxnSpPr>
        <p:spPr>
          <a:xfrm>
            <a:off x="3092334" y="1731065"/>
            <a:ext cx="16626" cy="19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65" name="C5-E17 line 363" descr="sci-ppt:o363"/>
          <p:cNvCxnSpPr/>
          <p:nvPr/>
        </p:nvCxnSpPr>
        <p:spPr>
          <a:xfrm>
            <a:off x="3108960" y="1731084"/>
            <a:ext cx="16625" cy="17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66" name="C5-E17 line 364" descr="sci-ppt:o364"/>
          <p:cNvCxnSpPr/>
          <p:nvPr/>
        </p:nvCxnSpPr>
        <p:spPr>
          <a:xfrm>
            <a:off x="3125585" y="1731101"/>
            <a:ext cx="16625" cy="15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67" name="C5-E17 line 365" descr="sci-ppt:o365"/>
          <p:cNvCxnSpPr/>
          <p:nvPr/>
        </p:nvCxnSpPr>
        <p:spPr>
          <a:xfrm>
            <a:off x="3142210" y="1731116"/>
            <a:ext cx="16626" cy="12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68" name="C5-E17 line 366" descr="sci-ppt:o366"/>
          <p:cNvCxnSpPr/>
          <p:nvPr/>
        </p:nvCxnSpPr>
        <p:spPr>
          <a:xfrm>
            <a:off x="3158836" y="1731128"/>
            <a:ext cx="16625" cy="6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69" name="C5-E17 line 367" descr="sci-ppt:o367"/>
          <p:cNvCxnSpPr/>
          <p:nvPr/>
        </p:nvCxnSpPr>
        <p:spPr>
          <a:xfrm>
            <a:off x="3175461" y="1731134"/>
            <a:ext cx="16626" cy="1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70" name="C5-E17 line 368" descr="sci-ppt:o368"/>
          <p:cNvCxnSpPr/>
          <p:nvPr/>
        </p:nvCxnSpPr>
        <p:spPr>
          <a:xfrm flipV="1">
            <a:off x="3192087" y="1731132"/>
            <a:ext cx="16625" cy="3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71" name="C5-E17 line 369" descr="sci-ppt:o369"/>
          <p:cNvCxnSpPr/>
          <p:nvPr/>
        </p:nvCxnSpPr>
        <p:spPr>
          <a:xfrm flipV="1">
            <a:off x="3208712" y="1731125"/>
            <a:ext cx="16626" cy="7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72" name="C5-E17 line 370" descr="sci-ppt:o370"/>
          <p:cNvCxnSpPr/>
          <p:nvPr/>
        </p:nvCxnSpPr>
        <p:spPr>
          <a:xfrm flipV="1">
            <a:off x="3225338" y="1731115"/>
            <a:ext cx="16625" cy="10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73" name="C5-E17 line 371" descr="sci-ppt:o371"/>
          <p:cNvCxnSpPr/>
          <p:nvPr/>
        </p:nvCxnSpPr>
        <p:spPr>
          <a:xfrm flipV="1">
            <a:off x="3241963" y="1731105"/>
            <a:ext cx="16626" cy="10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74" name="C5-E17 line 372" descr="sci-ppt:o372"/>
          <p:cNvCxnSpPr/>
          <p:nvPr/>
        </p:nvCxnSpPr>
        <p:spPr>
          <a:xfrm flipV="1">
            <a:off x="3258589" y="1731094"/>
            <a:ext cx="16625" cy="11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75" name="C5-E17 line 373" descr="sci-ppt:o373"/>
          <p:cNvCxnSpPr/>
          <p:nvPr/>
        </p:nvCxnSpPr>
        <p:spPr>
          <a:xfrm flipV="1">
            <a:off x="3275214" y="1731086"/>
            <a:ext cx="16626" cy="8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76" name="C5-E17 line 374" descr="sci-ppt:o374"/>
          <p:cNvCxnSpPr/>
          <p:nvPr/>
        </p:nvCxnSpPr>
        <p:spPr>
          <a:xfrm flipV="1">
            <a:off x="3291840" y="1731080"/>
            <a:ext cx="16625" cy="6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77" name="C5-E17 line 375" descr="sci-ppt:o375"/>
          <p:cNvCxnSpPr/>
          <p:nvPr/>
        </p:nvCxnSpPr>
        <p:spPr>
          <a:xfrm flipV="1">
            <a:off x="3308465" y="1731078"/>
            <a:ext cx="16625" cy="2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78" name="C5-E17 line 376" descr="sci-ppt:o376"/>
          <p:cNvCxnSpPr/>
          <p:nvPr/>
        </p:nvCxnSpPr>
        <p:spPr>
          <a:xfrm>
            <a:off x="3325090" y="1731078"/>
            <a:ext cx="16626" cy="1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79" name="C5-E17 line 377" descr="sci-ppt:o377"/>
          <p:cNvCxnSpPr/>
          <p:nvPr/>
        </p:nvCxnSpPr>
        <p:spPr>
          <a:xfrm>
            <a:off x="3341716" y="1731079"/>
            <a:ext cx="16625" cy="4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80" name="C5-E17 line 378" descr="sci-ppt:o378"/>
          <p:cNvCxnSpPr/>
          <p:nvPr/>
        </p:nvCxnSpPr>
        <p:spPr>
          <a:xfrm>
            <a:off x="3358341" y="1731083"/>
            <a:ext cx="16626" cy="7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81" name="C5-E17 line 379" descr="sci-ppt:o379"/>
          <p:cNvCxnSpPr/>
          <p:nvPr/>
        </p:nvCxnSpPr>
        <p:spPr>
          <a:xfrm>
            <a:off x="3374967" y="1731090"/>
            <a:ext cx="16625" cy="8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82" name="C5-E17 line 380" descr="sci-ppt:o380"/>
          <p:cNvCxnSpPr/>
          <p:nvPr/>
        </p:nvCxnSpPr>
        <p:spPr>
          <a:xfrm>
            <a:off x="3391592" y="1731098"/>
            <a:ext cx="16626" cy="10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83" name="C5-E17 line 381" descr="sci-ppt:o381"/>
          <p:cNvCxnSpPr/>
          <p:nvPr/>
        </p:nvCxnSpPr>
        <p:spPr>
          <a:xfrm>
            <a:off x="3408218" y="1731108"/>
            <a:ext cx="16625" cy="9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84" name="C5-E17 line 382" descr="sci-ppt:o382"/>
          <p:cNvCxnSpPr/>
          <p:nvPr/>
        </p:nvCxnSpPr>
        <p:spPr>
          <a:xfrm>
            <a:off x="3424843" y="1731117"/>
            <a:ext cx="16626" cy="9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85" name="C5-E17 line 383" descr="sci-ppt:o383"/>
          <p:cNvCxnSpPr/>
          <p:nvPr/>
        </p:nvCxnSpPr>
        <p:spPr>
          <a:xfrm>
            <a:off x="3441469" y="1731126"/>
            <a:ext cx="16625" cy="6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86" name="C5-E17 line 384" descr="sci-ppt:o384"/>
          <p:cNvCxnSpPr/>
          <p:nvPr/>
        </p:nvCxnSpPr>
        <p:spPr>
          <a:xfrm>
            <a:off x="3458094" y="1731132"/>
            <a:ext cx="16626" cy="4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87" name="C5-E17 line 385" descr="sci-ppt:o385"/>
          <p:cNvCxnSpPr/>
          <p:nvPr/>
        </p:nvCxnSpPr>
        <p:spPr>
          <a:xfrm>
            <a:off x="3474720" y="1731136"/>
            <a:ext cx="16625" cy="1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88" name="C5-E17 line 386" descr="sci-ppt:o386"/>
          <p:cNvCxnSpPr/>
          <p:nvPr/>
        </p:nvCxnSpPr>
        <p:spPr>
          <a:xfrm flipV="1">
            <a:off x="3491345" y="1731134"/>
            <a:ext cx="16625" cy="3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89" name="C5-E17 line 387" descr="sci-ppt:o387"/>
          <p:cNvCxnSpPr/>
          <p:nvPr/>
        </p:nvCxnSpPr>
        <p:spPr>
          <a:xfrm flipV="1">
            <a:off x="3507970" y="1731129"/>
            <a:ext cx="16626" cy="5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90" name="C5-E17 line 388" descr="sci-ppt:o388"/>
          <p:cNvCxnSpPr/>
          <p:nvPr/>
        </p:nvCxnSpPr>
        <p:spPr>
          <a:xfrm flipV="1">
            <a:off x="3524596" y="1731121"/>
            <a:ext cx="16625" cy="8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91" name="C5-E17 line 389" descr="sci-ppt:o389"/>
          <p:cNvCxnSpPr/>
          <p:nvPr/>
        </p:nvCxnSpPr>
        <p:spPr>
          <a:xfrm flipV="1">
            <a:off x="3541221" y="1731112"/>
            <a:ext cx="16626" cy="9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92" name="C5-E17 line 390" descr="sci-ppt:o390"/>
          <p:cNvCxnSpPr/>
          <p:nvPr/>
        </p:nvCxnSpPr>
        <p:spPr>
          <a:xfrm flipV="1">
            <a:off x="3557847" y="1731103"/>
            <a:ext cx="16625" cy="9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93" name="C5-E17 line 391" descr="sci-ppt:o391"/>
          <p:cNvCxnSpPr/>
          <p:nvPr/>
        </p:nvCxnSpPr>
        <p:spPr>
          <a:xfrm flipV="1">
            <a:off x="3574472" y="1731095"/>
            <a:ext cx="16626" cy="8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94" name="C5-E17 line 392" descr="sci-ppt:o392"/>
          <p:cNvCxnSpPr/>
          <p:nvPr/>
        </p:nvCxnSpPr>
        <p:spPr>
          <a:xfrm flipV="1">
            <a:off x="3591098" y="1731090"/>
            <a:ext cx="16625" cy="5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95" name="C5-E17 line 393" descr="sci-ppt:o393"/>
          <p:cNvCxnSpPr/>
          <p:nvPr/>
        </p:nvCxnSpPr>
        <p:spPr>
          <a:xfrm>
            <a:off x="3607723" y="1731090"/>
            <a:ext cx="16626" cy="0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96" name="C5-E17 line 394" descr="sci-ppt:o394"/>
          <p:cNvCxnSpPr/>
          <p:nvPr/>
        </p:nvCxnSpPr>
        <p:spPr>
          <a:xfrm>
            <a:off x="3624349" y="1731090"/>
            <a:ext cx="16625" cy="4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97" name="C5-E17 line 395" descr="sci-ppt:o395"/>
          <p:cNvCxnSpPr/>
          <p:nvPr/>
        </p:nvCxnSpPr>
        <p:spPr>
          <a:xfrm>
            <a:off x="3640974" y="1731094"/>
            <a:ext cx="16626" cy="9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98" name="C5-E17 line 396" descr="sci-ppt:o396"/>
          <p:cNvCxnSpPr/>
          <p:nvPr/>
        </p:nvCxnSpPr>
        <p:spPr>
          <a:xfrm>
            <a:off x="3657600" y="1731103"/>
            <a:ext cx="16625" cy="15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399" name="C5-E17 line 397" descr="sci-ppt:o397"/>
          <p:cNvCxnSpPr/>
          <p:nvPr/>
        </p:nvCxnSpPr>
        <p:spPr>
          <a:xfrm>
            <a:off x="3674225" y="1731118"/>
            <a:ext cx="16625" cy="17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00" name="C5-E17 line 398" descr="sci-ppt:o398"/>
          <p:cNvCxnSpPr/>
          <p:nvPr/>
        </p:nvCxnSpPr>
        <p:spPr>
          <a:xfrm>
            <a:off x="3690850" y="1731135"/>
            <a:ext cx="16626" cy="19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01" name="C5-E17 line 399" descr="sci-ppt:o399"/>
          <p:cNvCxnSpPr/>
          <p:nvPr/>
        </p:nvCxnSpPr>
        <p:spPr>
          <a:xfrm>
            <a:off x="3707476" y="1731154"/>
            <a:ext cx="16625" cy="18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02" name="C5-E17 line 400" descr="sci-ppt:o400"/>
          <p:cNvCxnSpPr/>
          <p:nvPr/>
        </p:nvCxnSpPr>
        <p:spPr>
          <a:xfrm>
            <a:off x="3724101" y="1731172"/>
            <a:ext cx="16626" cy="15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03" name="C5-E17 line 401" descr="sci-ppt:o401"/>
          <p:cNvCxnSpPr/>
          <p:nvPr/>
        </p:nvCxnSpPr>
        <p:spPr>
          <a:xfrm>
            <a:off x="3740727" y="1731187"/>
            <a:ext cx="16625" cy="9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04" name="C5-E17 line 402" descr="sci-ppt:o402"/>
          <p:cNvCxnSpPr/>
          <p:nvPr/>
        </p:nvCxnSpPr>
        <p:spPr>
          <a:xfrm>
            <a:off x="3757352" y="1731196"/>
            <a:ext cx="16626" cy="2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05" name="C5-E17 line 403" descr="sci-ppt:o403"/>
          <p:cNvCxnSpPr/>
          <p:nvPr/>
        </p:nvCxnSpPr>
        <p:spPr>
          <a:xfrm flipV="1">
            <a:off x="3773978" y="1731194"/>
            <a:ext cx="16625" cy="4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06" name="C5-E17 line 404" descr="sci-ppt:o404"/>
          <p:cNvCxnSpPr/>
          <p:nvPr/>
        </p:nvCxnSpPr>
        <p:spPr>
          <a:xfrm flipV="1">
            <a:off x="3790603" y="1731182"/>
            <a:ext cx="16626" cy="12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07" name="C5-E17 line 405" descr="sci-ppt:o405"/>
          <p:cNvCxnSpPr/>
          <p:nvPr/>
        </p:nvCxnSpPr>
        <p:spPr>
          <a:xfrm flipV="1">
            <a:off x="3807229" y="1731167"/>
            <a:ext cx="16625" cy="15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08" name="C5-E17 line 406" descr="sci-ppt:o406"/>
          <p:cNvCxnSpPr/>
          <p:nvPr/>
        </p:nvCxnSpPr>
        <p:spPr>
          <a:xfrm flipV="1">
            <a:off x="3823854" y="1731150"/>
            <a:ext cx="16625" cy="17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09" name="C5-E17 line 407" descr="sci-ppt:o407"/>
          <p:cNvCxnSpPr/>
          <p:nvPr/>
        </p:nvCxnSpPr>
        <p:spPr>
          <a:xfrm flipV="1">
            <a:off x="3840479" y="1731134"/>
            <a:ext cx="16626" cy="16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10" name="C5-E17 line 408" descr="sci-ppt:o408"/>
          <p:cNvCxnSpPr/>
          <p:nvPr/>
        </p:nvCxnSpPr>
        <p:spPr>
          <a:xfrm flipV="1">
            <a:off x="3857105" y="1731122"/>
            <a:ext cx="16625" cy="12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11" name="C5-E17 line 409" descr="sci-ppt:o409"/>
          <p:cNvCxnSpPr/>
          <p:nvPr/>
        </p:nvCxnSpPr>
        <p:spPr>
          <a:xfrm flipV="1">
            <a:off x="3873730" y="1731116"/>
            <a:ext cx="16626" cy="6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12" name="C5-E17 line 410" descr="sci-ppt:o410"/>
          <p:cNvCxnSpPr/>
          <p:nvPr/>
        </p:nvCxnSpPr>
        <p:spPr>
          <a:xfrm>
            <a:off x="3890356" y="1731116"/>
            <a:ext cx="16625" cy="2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13" name="C5-E17 line 411" descr="sci-ppt:o411"/>
          <p:cNvCxnSpPr/>
          <p:nvPr/>
        </p:nvCxnSpPr>
        <p:spPr>
          <a:xfrm>
            <a:off x="3906981" y="1731118"/>
            <a:ext cx="16626" cy="8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14" name="C5-E17 line 412" descr="sci-ppt:o412"/>
          <p:cNvCxnSpPr/>
          <p:nvPr/>
        </p:nvCxnSpPr>
        <p:spPr>
          <a:xfrm>
            <a:off x="3923607" y="1731126"/>
            <a:ext cx="16625" cy="16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15" name="C5-E17 line 413" descr="sci-ppt:o413"/>
          <p:cNvCxnSpPr/>
          <p:nvPr/>
        </p:nvCxnSpPr>
        <p:spPr>
          <a:xfrm>
            <a:off x="3940232" y="1731142"/>
            <a:ext cx="16626" cy="21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16" name="C5-E17 line 414" descr="sci-ppt:o414"/>
          <p:cNvCxnSpPr/>
          <p:nvPr/>
        </p:nvCxnSpPr>
        <p:spPr>
          <a:xfrm>
            <a:off x="3956858" y="1731163"/>
            <a:ext cx="16625" cy="23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17" name="C5-E17 line 415" descr="sci-ppt:o415"/>
          <p:cNvCxnSpPr/>
          <p:nvPr/>
        </p:nvCxnSpPr>
        <p:spPr>
          <a:xfrm>
            <a:off x="3973483" y="1731186"/>
            <a:ext cx="16626" cy="21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18" name="C5-E17 line 416" descr="sci-ppt:o416"/>
          <p:cNvCxnSpPr/>
          <p:nvPr/>
        </p:nvCxnSpPr>
        <p:spPr>
          <a:xfrm>
            <a:off x="3990109" y="1731207"/>
            <a:ext cx="16625" cy="18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19" name="C5-E17 line 417" descr="sci-ppt:o417"/>
          <p:cNvCxnSpPr/>
          <p:nvPr/>
        </p:nvCxnSpPr>
        <p:spPr>
          <a:xfrm>
            <a:off x="4006734" y="1731225"/>
            <a:ext cx="16626" cy="11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20" name="C5-E17 line 418" descr="sci-ppt:o418"/>
          <p:cNvCxnSpPr/>
          <p:nvPr/>
        </p:nvCxnSpPr>
        <p:spPr>
          <a:xfrm>
            <a:off x="4023360" y="1731236"/>
            <a:ext cx="16625" cy="3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21" name="C5-E17 line 419" descr="sci-ppt:o419"/>
          <p:cNvCxnSpPr/>
          <p:nvPr/>
        </p:nvCxnSpPr>
        <p:spPr>
          <a:xfrm flipV="1">
            <a:off x="4039985" y="1731234"/>
            <a:ext cx="16625" cy="5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22" name="C5-E17 line 420" descr="sci-ppt:o420"/>
          <p:cNvCxnSpPr/>
          <p:nvPr/>
        </p:nvCxnSpPr>
        <p:spPr>
          <a:xfrm flipV="1">
            <a:off x="4056610" y="1731221"/>
            <a:ext cx="16626" cy="13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23" name="C5-E17 line 421" descr="sci-ppt:o421"/>
          <p:cNvCxnSpPr/>
          <p:nvPr/>
        </p:nvCxnSpPr>
        <p:spPr>
          <a:xfrm flipV="1">
            <a:off x="4073236" y="1731203"/>
            <a:ext cx="16625" cy="18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24" name="C5-E17 line 422" descr="sci-ppt:o422"/>
          <p:cNvCxnSpPr/>
          <p:nvPr/>
        </p:nvCxnSpPr>
        <p:spPr>
          <a:xfrm flipV="1">
            <a:off x="4089861" y="1731182"/>
            <a:ext cx="16626" cy="21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25" name="C5-E17 line 423" descr="sci-ppt:o423"/>
          <p:cNvCxnSpPr/>
          <p:nvPr/>
        </p:nvCxnSpPr>
        <p:spPr>
          <a:xfrm flipV="1">
            <a:off x="4106487" y="1731162"/>
            <a:ext cx="16625" cy="20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26" name="C5-E17 line 424" descr="sci-ppt:o424"/>
          <p:cNvCxnSpPr/>
          <p:nvPr/>
        </p:nvCxnSpPr>
        <p:spPr>
          <a:xfrm flipV="1">
            <a:off x="4123112" y="1731145"/>
            <a:ext cx="16626" cy="17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27" name="C5-E17 line 425" descr="sci-ppt:o425"/>
          <p:cNvCxnSpPr/>
          <p:nvPr/>
        </p:nvCxnSpPr>
        <p:spPr>
          <a:xfrm flipV="1">
            <a:off x="4139738" y="1731134"/>
            <a:ext cx="16625" cy="11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28" name="C5-E17 line 426" descr="sci-ppt:o426"/>
          <p:cNvCxnSpPr/>
          <p:nvPr/>
        </p:nvCxnSpPr>
        <p:spPr>
          <a:xfrm flipV="1">
            <a:off x="4156363" y="1731131"/>
            <a:ext cx="16626" cy="3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29" name="C5-E17 line 427" descr="sci-ppt:o427"/>
          <p:cNvCxnSpPr/>
          <p:nvPr/>
        </p:nvCxnSpPr>
        <p:spPr>
          <a:xfrm>
            <a:off x="4172989" y="1731131"/>
            <a:ext cx="16625" cy="6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30" name="C5-E17 line 428" descr="sci-ppt:o428"/>
          <p:cNvCxnSpPr/>
          <p:nvPr/>
        </p:nvCxnSpPr>
        <p:spPr>
          <a:xfrm>
            <a:off x="4189614" y="1731137"/>
            <a:ext cx="16626" cy="14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31" name="C5-E17 line 429" descr="sci-ppt:o429"/>
          <p:cNvCxnSpPr/>
          <p:nvPr/>
        </p:nvCxnSpPr>
        <p:spPr>
          <a:xfrm>
            <a:off x="4206240" y="1731151"/>
            <a:ext cx="16625" cy="20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32" name="C5-E17 line 430" descr="sci-ppt:o430"/>
          <p:cNvCxnSpPr/>
          <p:nvPr/>
        </p:nvCxnSpPr>
        <p:spPr>
          <a:xfrm>
            <a:off x="4222865" y="1731171"/>
            <a:ext cx="16625" cy="24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33" name="C5-E17 line 431" descr="sci-ppt:o431"/>
          <p:cNvCxnSpPr/>
          <p:nvPr/>
        </p:nvCxnSpPr>
        <p:spPr>
          <a:xfrm>
            <a:off x="4239490" y="1731195"/>
            <a:ext cx="16626" cy="24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34" name="C5-E17 line 432" descr="sci-ppt:o432"/>
          <p:cNvCxnSpPr/>
          <p:nvPr/>
        </p:nvCxnSpPr>
        <p:spPr>
          <a:xfrm>
            <a:off x="4256116" y="1731219"/>
            <a:ext cx="16625" cy="22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35" name="C5-E17 line 433" descr="sci-ppt:o433"/>
          <p:cNvCxnSpPr/>
          <p:nvPr/>
        </p:nvCxnSpPr>
        <p:spPr>
          <a:xfrm>
            <a:off x="4272741" y="1731241"/>
            <a:ext cx="16626" cy="15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36" name="C5-E17 line 434" descr="sci-ppt:o434"/>
          <p:cNvCxnSpPr/>
          <p:nvPr/>
        </p:nvCxnSpPr>
        <p:spPr>
          <a:xfrm>
            <a:off x="4289367" y="1731256"/>
            <a:ext cx="16625" cy="8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37" name="C5-E17 line 435" descr="sci-ppt:o435"/>
          <p:cNvCxnSpPr/>
          <p:nvPr/>
        </p:nvCxnSpPr>
        <p:spPr>
          <a:xfrm>
            <a:off x="4305992" y="1731264"/>
            <a:ext cx="16626" cy="1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38" name="C5-E17 line 436" descr="sci-ppt:o436"/>
          <p:cNvCxnSpPr/>
          <p:nvPr/>
        </p:nvCxnSpPr>
        <p:spPr>
          <a:xfrm flipV="1">
            <a:off x="4322618" y="1731258"/>
            <a:ext cx="16625" cy="7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39" name="C5-E17 line 437" descr="sci-ppt:o437"/>
          <p:cNvCxnSpPr/>
          <p:nvPr/>
        </p:nvCxnSpPr>
        <p:spPr>
          <a:xfrm flipV="1">
            <a:off x="4339243" y="1731245"/>
            <a:ext cx="16626" cy="13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40" name="C5-E17 line 438" descr="sci-ppt:o438"/>
          <p:cNvCxnSpPr/>
          <p:nvPr/>
        </p:nvCxnSpPr>
        <p:spPr>
          <a:xfrm flipV="1">
            <a:off x="4355869" y="1731229"/>
            <a:ext cx="16625" cy="16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41" name="C5-E17 line 439" descr="sci-ppt:o439"/>
          <p:cNvCxnSpPr/>
          <p:nvPr/>
        </p:nvCxnSpPr>
        <p:spPr>
          <a:xfrm flipV="1">
            <a:off x="4372494" y="1731211"/>
            <a:ext cx="16626" cy="18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42" name="C5-E17 line 440" descr="sci-ppt:o440"/>
          <p:cNvCxnSpPr/>
          <p:nvPr/>
        </p:nvCxnSpPr>
        <p:spPr>
          <a:xfrm flipV="1">
            <a:off x="4389120" y="1731195"/>
            <a:ext cx="16625" cy="16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43" name="C5-E17 line 441" descr="sci-ppt:o441"/>
          <p:cNvCxnSpPr/>
          <p:nvPr/>
        </p:nvCxnSpPr>
        <p:spPr>
          <a:xfrm flipV="1">
            <a:off x="4405745" y="1731182"/>
            <a:ext cx="16625" cy="13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44" name="C5-E17 line 442" descr="sci-ppt:o442"/>
          <p:cNvCxnSpPr/>
          <p:nvPr/>
        </p:nvCxnSpPr>
        <p:spPr>
          <a:xfrm flipV="1">
            <a:off x="4422370" y="1731175"/>
            <a:ext cx="16626" cy="7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45" name="C5-E17 line 443" descr="sci-ppt:o443"/>
          <p:cNvCxnSpPr/>
          <p:nvPr/>
        </p:nvCxnSpPr>
        <p:spPr>
          <a:xfrm flipV="1">
            <a:off x="4438996" y="1731174"/>
            <a:ext cx="16625" cy="1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46" name="C5-E17 line 444" descr="sci-ppt:o444"/>
          <p:cNvCxnSpPr/>
          <p:nvPr/>
        </p:nvCxnSpPr>
        <p:spPr>
          <a:xfrm>
            <a:off x="4455621" y="1731174"/>
            <a:ext cx="16626" cy="5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47" name="C5-E17 line 445" descr="sci-ppt:o445"/>
          <p:cNvCxnSpPr/>
          <p:nvPr/>
        </p:nvCxnSpPr>
        <p:spPr>
          <a:xfrm>
            <a:off x="4472247" y="1731179"/>
            <a:ext cx="16625" cy="11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48" name="C5-E17 line 446" descr="sci-ppt:o446"/>
          <p:cNvCxnSpPr/>
          <p:nvPr/>
        </p:nvCxnSpPr>
        <p:spPr>
          <a:xfrm>
            <a:off x="4488872" y="1731190"/>
            <a:ext cx="16626" cy="14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49" name="C5-E17 line 447" descr="sci-ppt:o447"/>
          <p:cNvCxnSpPr/>
          <p:nvPr/>
        </p:nvCxnSpPr>
        <p:spPr>
          <a:xfrm>
            <a:off x="4505498" y="1731204"/>
            <a:ext cx="16625" cy="15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50" name="C5-E17 line 448" descr="sci-ppt:o448"/>
          <p:cNvCxnSpPr/>
          <p:nvPr/>
        </p:nvCxnSpPr>
        <p:spPr>
          <a:xfrm>
            <a:off x="4522123" y="1731219"/>
            <a:ext cx="16626" cy="14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51" name="C5-E17 line 449" descr="sci-ppt:o449"/>
          <p:cNvCxnSpPr/>
          <p:nvPr/>
        </p:nvCxnSpPr>
        <p:spPr>
          <a:xfrm>
            <a:off x="4538749" y="1731233"/>
            <a:ext cx="16625" cy="12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52" name="C5-E17 line 450" descr="sci-ppt:o450"/>
          <p:cNvCxnSpPr/>
          <p:nvPr/>
        </p:nvCxnSpPr>
        <p:spPr>
          <a:xfrm>
            <a:off x="4555374" y="1731245"/>
            <a:ext cx="16626" cy="7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53" name="C5-E17 line 451" descr="sci-ppt:o451"/>
          <p:cNvCxnSpPr/>
          <p:nvPr/>
        </p:nvCxnSpPr>
        <p:spPr>
          <a:xfrm>
            <a:off x="4572000" y="1731252"/>
            <a:ext cx="16625" cy="3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54" name="C5-E17 line 452" descr="sci-ppt:o452"/>
          <p:cNvCxnSpPr/>
          <p:nvPr/>
        </p:nvCxnSpPr>
        <p:spPr>
          <a:xfrm flipV="1">
            <a:off x="4588625" y="1731253"/>
            <a:ext cx="16625" cy="2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55" name="C5-E17 line 453" descr="sci-ppt:o453"/>
          <p:cNvCxnSpPr/>
          <p:nvPr/>
        </p:nvCxnSpPr>
        <p:spPr>
          <a:xfrm flipV="1">
            <a:off x="4605250" y="1731246"/>
            <a:ext cx="16626" cy="7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56" name="C5-E17 line 454" descr="sci-ppt:o454"/>
          <p:cNvCxnSpPr/>
          <p:nvPr/>
        </p:nvCxnSpPr>
        <p:spPr>
          <a:xfrm flipV="1">
            <a:off x="4621876" y="1731238"/>
            <a:ext cx="16625" cy="8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57" name="C5-E17 line 455" descr="sci-ppt:o455"/>
          <p:cNvCxnSpPr/>
          <p:nvPr/>
        </p:nvCxnSpPr>
        <p:spPr>
          <a:xfrm flipV="1">
            <a:off x="4638501" y="1731229"/>
            <a:ext cx="16626" cy="9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58" name="C5-E17 line 456" descr="sci-ppt:o456"/>
          <p:cNvCxnSpPr/>
          <p:nvPr/>
        </p:nvCxnSpPr>
        <p:spPr>
          <a:xfrm flipV="1">
            <a:off x="4655127" y="1731221"/>
            <a:ext cx="16625" cy="8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59" name="C5-E17 line 457" descr="sci-ppt:o457"/>
          <p:cNvCxnSpPr/>
          <p:nvPr/>
        </p:nvCxnSpPr>
        <p:spPr>
          <a:xfrm flipV="1">
            <a:off x="4671752" y="1731216"/>
            <a:ext cx="16626" cy="5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60" name="C5-E17 line 458" descr="sci-ppt:o458"/>
          <p:cNvCxnSpPr/>
          <p:nvPr/>
        </p:nvCxnSpPr>
        <p:spPr>
          <a:xfrm flipV="1">
            <a:off x="4688378" y="1731214"/>
            <a:ext cx="16625" cy="2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61" name="C5-E17 line 459" descr="sci-ppt:o459"/>
          <p:cNvCxnSpPr/>
          <p:nvPr/>
        </p:nvCxnSpPr>
        <p:spPr>
          <a:xfrm>
            <a:off x="4705003" y="1731214"/>
            <a:ext cx="16626" cy="4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62" name="C5-E17 line 460" descr="sci-ppt:o460"/>
          <p:cNvCxnSpPr/>
          <p:nvPr/>
        </p:nvCxnSpPr>
        <p:spPr>
          <a:xfrm>
            <a:off x="4721629" y="1731218"/>
            <a:ext cx="16625" cy="7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63" name="C5-E17 line 461" descr="sci-ppt:o461"/>
          <p:cNvCxnSpPr/>
          <p:nvPr/>
        </p:nvCxnSpPr>
        <p:spPr>
          <a:xfrm>
            <a:off x="4738254" y="1731225"/>
            <a:ext cx="16625" cy="11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64" name="C5-E17 line 462" descr="sci-ppt:o462"/>
          <p:cNvCxnSpPr/>
          <p:nvPr/>
        </p:nvCxnSpPr>
        <p:spPr>
          <a:xfrm>
            <a:off x="4754879" y="1731236"/>
            <a:ext cx="16626" cy="14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65" name="C5-E17 line 463" descr="sci-ppt:o463"/>
          <p:cNvCxnSpPr/>
          <p:nvPr/>
        </p:nvCxnSpPr>
        <p:spPr>
          <a:xfrm>
            <a:off x="4771505" y="1731250"/>
            <a:ext cx="16625" cy="13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66" name="C5-E17 line 464" descr="sci-ppt:o464"/>
          <p:cNvCxnSpPr/>
          <p:nvPr/>
        </p:nvCxnSpPr>
        <p:spPr>
          <a:xfrm>
            <a:off x="4788130" y="1731263"/>
            <a:ext cx="16626" cy="12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67" name="C5-E17 line 465" descr="sci-ppt:o465"/>
          <p:cNvCxnSpPr/>
          <p:nvPr/>
        </p:nvCxnSpPr>
        <p:spPr>
          <a:xfrm>
            <a:off x="4804756" y="1731275"/>
            <a:ext cx="16625" cy="10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68" name="C5-E17 line 466" descr="sci-ppt:o466"/>
          <p:cNvCxnSpPr/>
          <p:nvPr/>
        </p:nvCxnSpPr>
        <p:spPr>
          <a:xfrm>
            <a:off x="4821381" y="1731285"/>
            <a:ext cx="16626" cy="6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69" name="C5-E17 line 467" descr="sci-ppt:o467"/>
          <p:cNvCxnSpPr/>
          <p:nvPr/>
        </p:nvCxnSpPr>
        <p:spPr>
          <a:xfrm>
            <a:off x="4838007" y="1731291"/>
            <a:ext cx="16625" cy="1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70" name="C5-E17 line 468" descr="sci-ppt:o468"/>
          <p:cNvCxnSpPr/>
          <p:nvPr/>
        </p:nvCxnSpPr>
        <p:spPr>
          <a:xfrm flipV="1">
            <a:off x="4854632" y="1731289"/>
            <a:ext cx="16626" cy="3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71" name="C5-E17 line 469" descr="sci-ppt:o469"/>
          <p:cNvCxnSpPr/>
          <p:nvPr/>
        </p:nvCxnSpPr>
        <p:spPr>
          <a:xfrm flipV="1">
            <a:off x="4871258" y="1731281"/>
            <a:ext cx="16625" cy="8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72" name="C5-E17 line 470" descr="sci-ppt:o470"/>
          <p:cNvCxnSpPr/>
          <p:nvPr/>
        </p:nvCxnSpPr>
        <p:spPr>
          <a:xfrm flipV="1">
            <a:off x="4887883" y="1731271"/>
            <a:ext cx="16626" cy="10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73" name="C5-E17 line 471" descr="sci-ppt:o471"/>
          <p:cNvCxnSpPr/>
          <p:nvPr/>
        </p:nvCxnSpPr>
        <p:spPr>
          <a:xfrm flipV="1">
            <a:off x="4904509" y="1731260"/>
            <a:ext cx="16625" cy="11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74" name="C5-E17 line 472" descr="sci-ppt:o472"/>
          <p:cNvCxnSpPr/>
          <p:nvPr/>
        </p:nvCxnSpPr>
        <p:spPr>
          <a:xfrm flipV="1">
            <a:off x="4921134" y="1731249"/>
            <a:ext cx="16626" cy="11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75" name="C5-E17 line 473" descr="sci-ppt:o473"/>
          <p:cNvCxnSpPr/>
          <p:nvPr/>
        </p:nvCxnSpPr>
        <p:spPr>
          <a:xfrm flipV="1">
            <a:off x="4937760" y="1731239"/>
            <a:ext cx="16625" cy="10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76" name="C5-E17 line 474" descr="sci-ppt:o474"/>
          <p:cNvCxnSpPr/>
          <p:nvPr/>
        </p:nvCxnSpPr>
        <p:spPr>
          <a:xfrm flipV="1">
            <a:off x="4954385" y="1731232"/>
            <a:ext cx="16625" cy="7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77" name="C5-E17 line 475" descr="sci-ppt:o475"/>
          <p:cNvCxnSpPr/>
          <p:nvPr/>
        </p:nvCxnSpPr>
        <p:spPr>
          <a:xfrm flipV="1">
            <a:off x="4971010" y="1731229"/>
            <a:ext cx="16626" cy="3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78" name="C5-E17 line 476" descr="sci-ppt:o476"/>
          <p:cNvCxnSpPr/>
          <p:nvPr/>
        </p:nvCxnSpPr>
        <p:spPr>
          <a:xfrm>
            <a:off x="4987636" y="1731229"/>
            <a:ext cx="16625" cy="2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79" name="C5-E17 line 477" descr="sci-ppt:o477"/>
          <p:cNvCxnSpPr/>
          <p:nvPr/>
        </p:nvCxnSpPr>
        <p:spPr>
          <a:xfrm>
            <a:off x="5004261" y="1731231"/>
            <a:ext cx="16626" cy="5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80" name="C5-E17 line 478" descr="sci-ppt:o478"/>
          <p:cNvCxnSpPr/>
          <p:nvPr/>
        </p:nvCxnSpPr>
        <p:spPr>
          <a:xfrm>
            <a:off x="5020887" y="1731236"/>
            <a:ext cx="16625" cy="9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81" name="C5-E17 line 479" descr="sci-ppt:o479"/>
          <p:cNvCxnSpPr/>
          <p:nvPr/>
        </p:nvCxnSpPr>
        <p:spPr>
          <a:xfrm>
            <a:off x="5037512" y="1731245"/>
            <a:ext cx="16626" cy="12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82" name="C5-E17 line 480" descr="sci-ppt:o480"/>
          <p:cNvCxnSpPr/>
          <p:nvPr/>
        </p:nvCxnSpPr>
        <p:spPr>
          <a:xfrm>
            <a:off x="5054138" y="1731257"/>
            <a:ext cx="16625" cy="13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83" name="C5-E17 line 481" descr="sci-ppt:o481"/>
          <p:cNvCxnSpPr/>
          <p:nvPr/>
        </p:nvCxnSpPr>
        <p:spPr>
          <a:xfrm>
            <a:off x="5070763" y="1731270"/>
            <a:ext cx="16626" cy="12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84" name="C5-E17 line 482" descr="sci-ppt:o482"/>
          <p:cNvCxnSpPr/>
          <p:nvPr/>
        </p:nvCxnSpPr>
        <p:spPr>
          <a:xfrm>
            <a:off x="5087389" y="1731282"/>
            <a:ext cx="16625" cy="11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85" name="C5-E17 line 483" descr="sci-ppt:o483"/>
          <p:cNvCxnSpPr/>
          <p:nvPr/>
        </p:nvCxnSpPr>
        <p:spPr>
          <a:xfrm>
            <a:off x="5104014" y="1731293"/>
            <a:ext cx="16626" cy="8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86" name="C5-E17 line 484" descr="sci-ppt:o484"/>
          <p:cNvCxnSpPr/>
          <p:nvPr/>
        </p:nvCxnSpPr>
        <p:spPr>
          <a:xfrm>
            <a:off x="5120640" y="1731301"/>
            <a:ext cx="16625" cy="5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87" name="C5-E17 line 485" descr="sci-ppt:o485"/>
          <p:cNvCxnSpPr/>
          <p:nvPr/>
        </p:nvCxnSpPr>
        <p:spPr>
          <a:xfrm>
            <a:off x="5137265" y="1731306"/>
            <a:ext cx="16625" cy="2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88" name="C5-E17 line 486" descr="sci-ppt:o486"/>
          <p:cNvCxnSpPr/>
          <p:nvPr/>
        </p:nvCxnSpPr>
        <p:spPr>
          <a:xfrm flipV="1">
            <a:off x="5153890" y="1731306"/>
            <a:ext cx="16626" cy="2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89" name="C5-E17 line 487" descr="sci-ppt:o487"/>
          <p:cNvCxnSpPr/>
          <p:nvPr/>
        </p:nvCxnSpPr>
        <p:spPr>
          <a:xfrm flipV="1">
            <a:off x="5170516" y="1731301"/>
            <a:ext cx="16625" cy="5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90" name="C5-E17 line 488" descr="sci-ppt:o488"/>
          <p:cNvCxnSpPr/>
          <p:nvPr/>
        </p:nvCxnSpPr>
        <p:spPr>
          <a:xfrm flipV="1">
            <a:off x="5187141" y="1731294"/>
            <a:ext cx="16626" cy="7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91" name="C5-E17 line 489" descr="sci-ppt:o489"/>
          <p:cNvCxnSpPr/>
          <p:nvPr/>
        </p:nvCxnSpPr>
        <p:spPr>
          <a:xfrm flipV="1">
            <a:off x="5203767" y="1731286"/>
            <a:ext cx="16625" cy="8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92" name="C5-E17 line 490" descr="sci-ppt:o490"/>
          <p:cNvCxnSpPr/>
          <p:nvPr/>
        </p:nvCxnSpPr>
        <p:spPr>
          <a:xfrm flipV="1">
            <a:off x="5220392" y="1731279"/>
            <a:ext cx="16626" cy="7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93" name="C5-E17 line 491" descr="sci-ppt:o491"/>
          <p:cNvCxnSpPr/>
          <p:nvPr/>
        </p:nvCxnSpPr>
        <p:spPr>
          <a:xfrm flipV="1">
            <a:off x="5237018" y="1731273"/>
            <a:ext cx="16625" cy="6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94" name="C5-E17 line 492" descr="sci-ppt:o492"/>
          <p:cNvCxnSpPr/>
          <p:nvPr/>
        </p:nvCxnSpPr>
        <p:spPr>
          <a:xfrm flipV="1">
            <a:off x="5253643" y="1731269"/>
            <a:ext cx="16626" cy="4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95" name="C5-E17 line 493" descr="sci-ppt:o493"/>
          <p:cNvCxnSpPr/>
          <p:nvPr/>
        </p:nvCxnSpPr>
        <p:spPr>
          <a:xfrm flipV="1">
            <a:off x="5270269" y="1731268"/>
            <a:ext cx="16625" cy="1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96" name="C5-E17 line 494" descr="sci-ppt:o494"/>
          <p:cNvCxnSpPr/>
          <p:nvPr/>
        </p:nvCxnSpPr>
        <p:spPr>
          <a:xfrm>
            <a:off x="5286894" y="1731268"/>
            <a:ext cx="16626" cy="2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97" name="C5-E17 line 495" descr="sci-ppt:o495"/>
          <p:cNvCxnSpPr/>
          <p:nvPr/>
        </p:nvCxnSpPr>
        <p:spPr>
          <a:xfrm>
            <a:off x="5303520" y="1731270"/>
            <a:ext cx="16625" cy="6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98" name="C5-E17 line 496" descr="sci-ppt:o496"/>
          <p:cNvCxnSpPr/>
          <p:nvPr/>
        </p:nvCxnSpPr>
        <p:spPr>
          <a:xfrm>
            <a:off x="5320145" y="1731276"/>
            <a:ext cx="16625" cy="8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499" name="C5-E17 line 497" descr="sci-ppt:o497"/>
          <p:cNvCxnSpPr/>
          <p:nvPr/>
        </p:nvCxnSpPr>
        <p:spPr>
          <a:xfrm>
            <a:off x="5336770" y="1731284"/>
            <a:ext cx="16626" cy="9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00" name="C5-E17 line 498" descr="sci-ppt:o498"/>
          <p:cNvCxnSpPr/>
          <p:nvPr/>
        </p:nvCxnSpPr>
        <p:spPr>
          <a:xfrm>
            <a:off x="5353396" y="1731293"/>
            <a:ext cx="16625" cy="11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01" name="C5-E17 line 499" descr="sci-ppt:o499"/>
          <p:cNvCxnSpPr/>
          <p:nvPr/>
        </p:nvCxnSpPr>
        <p:spPr>
          <a:xfrm>
            <a:off x="5370021" y="1731304"/>
            <a:ext cx="16626" cy="10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02" name="C5-E17 line 500" descr="sci-ppt:o500"/>
          <p:cNvCxnSpPr/>
          <p:nvPr/>
        </p:nvCxnSpPr>
        <p:spPr>
          <a:xfrm>
            <a:off x="5386647" y="1731314"/>
            <a:ext cx="16625" cy="8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03" name="C5-E17 line 501" descr="sci-ppt:o501"/>
          <p:cNvCxnSpPr/>
          <p:nvPr/>
        </p:nvCxnSpPr>
        <p:spPr>
          <a:xfrm>
            <a:off x="5403272" y="1731322"/>
            <a:ext cx="16626" cy="6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04" name="C5-E17 line 502" descr="sci-ppt:o502"/>
          <p:cNvCxnSpPr/>
          <p:nvPr/>
        </p:nvCxnSpPr>
        <p:spPr>
          <a:xfrm>
            <a:off x="5419898" y="1731328"/>
            <a:ext cx="16625" cy="3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05" name="C5-E17 line 503" descr="sci-ppt:o503"/>
          <p:cNvCxnSpPr/>
          <p:nvPr/>
        </p:nvCxnSpPr>
        <p:spPr>
          <a:xfrm flipV="1">
            <a:off x="5436523" y="1731330"/>
            <a:ext cx="16626" cy="1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06" name="C5-E17 line 504" descr="sci-ppt:o504"/>
          <p:cNvCxnSpPr/>
          <p:nvPr/>
        </p:nvCxnSpPr>
        <p:spPr>
          <a:xfrm flipV="1">
            <a:off x="5453149" y="1731326"/>
            <a:ext cx="16625" cy="4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07" name="C5-E17 line 505" descr="sci-ppt:o505"/>
          <p:cNvCxnSpPr/>
          <p:nvPr/>
        </p:nvCxnSpPr>
        <p:spPr>
          <a:xfrm flipV="1">
            <a:off x="5469774" y="1731320"/>
            <a:ext cx="16626" cy="6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08" name="C5-E17 line 506" descr="sci-ppt:o506"/>
          <p:cNvCxnSpPr/>
          <p:nvPr/>
        </p:nvCxnSpPr>
        <p:spPr>
          <a:xfrm flipV="1">
            <a:off x="5486400" y="1731313"/>
            <a:ext cx="16625" cy="7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09" name="C5-E17 line 507" descr="sci-ppt:o507"/>
          <p:cNvCxnSpPr/>
          <p:nvPr/>
        </p:nvCxnSpPr>
        <p:spPr>
          <a:xfrm flipV="1">
            <a:off x="5503025" y="1731304"/>
            <a:ext cx="16625" cy="9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10" name="C5-E17 line 508" descr="sci-ppt:o508"/>
          <p:cNvCxnSpPr/>
          <p:nvPr/>
        </p:nvCxnSpPr>
        <p:spPr>
          <a:xfrm flipV="1">
            <a:off x="5519650" y="1731297"/>
            <a:ext cx="16626" cy="7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11" name="C5-E17 line 509" descr="sci-ppt:o509"/>
          <p:cNvCxnSpPr/>
          <p:nvPr/>
        </p:nvCxnSpPr>
        <p:spPr>
          <a:xfrm flipV="1">
            <a:off x="5536276" y="1731291"/>
            <a:ext cx="16625" cy="6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12" name="C5-E17 line 510" descr="sci-ppt:o510"/>
          <p:cNvCxnSpPr/>
          <p:nvPr/>
        </p:nvCxnSpPr>
        <p:spPr>
          <a:xfrm flipV="1">
            <a:off x="5552901" y="1731288"/>
            <a:ext cx="16626" cy="3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13" name="C5-E17 line 511" descr="sci-ppt:o511"/>
          <p:cNvCxnSpPr/>
          <p:nvPr/>
        </p:nvCxnSpPr>
        <p:spPr>
          <a:xfrm>
            <a:off x="5569527" y="1731288"/>
            <a:ext cx="16625" cy="0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14" name="C5-E17 line 512" descr="sci-ppt:o512"/>
          <p:cNvCxnSpPr/>
          <p:nvPr/>
        </p:nvCxnSpPr>
        <p:spPr>
          <a:xfrm>
            <a:off x="5586152" y="1731288"/>
            <a:ext cx="16626" cy="4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15" name="C5-E17 line 513" descr="sci-ppt:o513"/>
          <p:cNvCxnSpPr/>
          <p:nvPr/>
        </p:nvCxnSpPr>
        <p:spPr>
          <a:xfrm>
            <a:off x="5602778" y="1731292"/>
            <a:ext cx="16625" cy="5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16" name="C5-E17 line 514" descr="sci-ppt:o514"/>
          <p:cNvCxnSpPr/>
          <p:nvPr/>
        </p:nvCxnSpPr>
        <p:spPr>
          <a:xfrm>
            <a:off x="5619403" y="1731297"/>
            <a:ext cx="16626" cy="8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17" name="C5-E17 line 515" descr="sci-ppt:o515"/>
          <p:cNvCxnSpPr/>
          <p:nvPr/>
        </p:nvCxnSpPr>
        <p:spPr>
          <a:xfrm>
            <a:off x="5636029" y="1731305"/>
            <a:ext cx="16625" cy="10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18" name="C5-E17 line 516" descr="sci-ppt:o516"/>
          <p:cNvCxnSpPr/>
          <p:nvPr/>
        </p:nvCxnSpPr>
        <p:spPr>
          <a:xfrm>
            <a:off x="5652654" y="1731315"/>
            <a:ext cx="16626" cy="9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19" name="C5-E17 line 517" descr="sci-ppt:o517"/>
          <p:cNvCxnSpPr/>
          <p:nvPr/>
        </p:nvCxnSpPr>
        <p:spPr>
          <a:xfrm>
            <a:off x="5669280" y="1731324"/>
            <a:ext cx="16625" cy="9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20" name="C5-E17 line 518" descr="sci-ppt:o518"/>
          <p:cNvCxnSpPr/>
          <p:nvPr/>
        </p:nvCxnSpPr>
        <p:spPr>
          <a:xfrm>
            <a:off x="5685905" y="1731333"/>
            <a:ext cx="16625" cy="7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21" name="C5-E17 line 519" descr="sci-ppt:o519"/>
          <p:cNvCxnSpPr/>
          <p:nvPr/>
        </p:nvCxnSpPr>
        <p:spPr>
          <a:xfrm>
            <a:off x="5702530" y="1731340"/>
            <a:ext cx="16626" cy="5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22" name="C5-E17 line 520" descr="sci-ppt:o520"/>
          <p:cNvCxnSpPr/>
          <p:nvPr/>
        </p:nvCxnSpPr>
        <p:spPr>
          <a:xfrm>
            <a:off x="5719156" y="1731345"/>
            <a:ext cx="16625" cy="2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23" name="C5-E17 line 521" descr="sci-ppt:o521"/>
          <p:cNvCxnSpPr/>
          <p:nvPr/>
        </p:nvCxnSpPr>
        <p:spPr>
          <a:xfrm flipV="1">
            <a:off x="5735781" y="1731346"/>
            <a:ext cx="16626" cy="1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24" name="C5-E17 line 522" descr="sci-ppt:o522"/>
          <p:cNvCxnSpPr/>
          <p:nvPr/>
        </p:nvCxnSpPr>
        <p:spPr>
          <a:xfrm flipV="1">
            <a:off x="5752407" y="1731343"/>
            <a:ext cx="16625" cy="3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25" name="C5-E17 line 523" descr="sci-ppt:o523"/>
          <p:cNvCxnSpPr/>
          <p:nvPr/>
        </p:nvCxnSpPr>
        <p:spPr>
          <a:xfrm flipV="1">
            <a:off x="5769032" y="1731338"/>
            <a:ext cx="16626" cy="5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26" name="C5-E17 line 524" descr="sci-ppt:o524"/>
          <p:cNvCxnSpPr/>
          <p:nvPr/>
        </p:nvCxnSpPr>
        <p:spPr>
          <a:xfrm flipV="1">
            <a:off x="5785658" y="1731332"/>
            <a:ext cx="16625" cy="6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27" name="C5-E17 line 525" descr="sci-ppt:o525"/>
          <p:cNvCxnSpPr/>
          <p:nvPr/>
        </p:nvCxnSpPr>
        <p:spPr>
          <a:xfrm flipV="1">
            <a:off x="5802283" y="1731327"/>
            <a:ext cx="16626" cy="5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28" name="C5-E17 line 526" descr="sci-ppt:o526"/>
          <p:cNvCxnSpPr/>
          <p:nvPr/>
        </p:nvCxnSpPr>
        <p:spPr>
          <a:xfrm flipV="1">
            <a:off x="5818909" y="1731322"/>
            <a:ext cx="16625" cy="5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29" name="C5-E17 line 527" descr="sci-ppt:o527"/>
          <p:cNvCxnSpPr/>
          <p:nvPr/>
        </p:nvCxnSpPr>
        <p:spPr>
          <a:xfrm flipV="1">
            <a:off x="5835534" y="1731319"/>
            <a:ext cx="16626" cy="3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30" name="C5-E17 line 528" descr="sci-ppt:o528"/>
          <p:cNvCxnSpPr/>
          <p:nvPr/>
        </p:nvCxnSpPr>
        <p:spPr>
          <a:xfrm flipV="1">
            <a:off x="5852160" y="1731318"/>
            <a:ext cx="16625" cy="1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31" name="C5-E17 line 529" descr="sci-ppt:o529"/>
          <p:cNvCxnSpPr/>
          <p:nvPr/>
        </p:nvCxnSpPr>
        <p:spPr>
          <a:xfrm>
            <a:off x="5868785" y="1731318"/>
            <a:ext cx="16625" cy="2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32" name="C5-E17 line 530" descr="sci-ppt:o530"/>
          <p:cNvCxnSpPr/>
          <p:nvPr/>
        </p:nvCxnSpPr>
        <p:spPr>
          <a:xfrm>
            <a:off x="5885410" y="1731320"/>
            <a:ext cx="16626" cy="3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33" name="C5-E17 line 531" descr="sci-ppt:o531"/>
          <p:cNvCxnSpPr/>
          <p:nvPr/>
        </p:nvCxnSpPr>
        <p:spPr>
          <a:xfrm>
            <a:off x="5902036" y="1731323"/>
            <a:ext cx="16625" cy="5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34" name="C5-E17 line 532" descr="sci-ppt:o532"/>
          <p:cNvCxnSpPr/>
          <p:nvPr/>
        </p:nvCxnSpPr>
        <p:spPr>
          <a:xfrm>
            <a:off x="5918661" y="1731328"/>
            <a:ext cx="16626" cy="6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35" name="C5-E17 line 533" descr="sci-ppt:o533"/>
          <p:cNvCxnSpPr/>
          <p:nvPr/>
        </p:nvCxnSpPr>
        <p:spPr>
          <a:xfrm>
            <a:off x="5935287" y="1731334"/>
            <a:ext cx="16625" cy="6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36" name="C5-E17 line 534" descr="sci-ppt:o534"/>
          <p:cNvCxnSpPr/>
          <p:nvPr/>
        </p:nvCxnSpPr>
        <p:spPr>
          <a:xfrm>
            <a:off x="5951912" y="1731340"/>
            <a:ext cx="16626" cy="5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37" name="C5-E17 line 535" descr="sci-ppt:o535"/>
          <p:cNvCxnSpPr/>
          <p:nvPr/>
        </p:nvCxnSpPr>
        <p:spPr>
          <a:xfrm>
            <a:off x="5968538" y="1731345"/>
            <a:ext cx="16625" cy="5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38" name="C5-E17 line 536" descr="sci-ppt:o536"/>
          <p:cNvCxnSpPr/>
          <p:nvPr/>
        </p:nvCxnSpPr>
        <p:spPr>
          <a:xfrm>
            <a:off x="5985163" y="1731350"/>
            <a:ext cx="16626" cy="3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39" name="C5-E17 line 537" descr="sci-ppt:o537"/>
          <p:cNvCxnSpPr/>
          <p:nvPr/>
        </p:nvCxnSpPr>
        <p:spPr>
          <a:xfrm>
            <a:off x="6001789" y="1731353"/>
            <a:ext cx="16625" cy="1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40" name="C5-E17 line 538" descr="sci-ppt:o538"/>
          <p:cNvCxnSpPr/>
          <p:nvPr/>
        </p:nvCxnSpPr>
        <p:spPr>
          <a:xfrm>
            <a:off x="6018414" y="1731354"/>
            <a:ext cx="16626" cy="0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41" name="C5-E17 line 539" descr="sci-ppt:o539"/>
          <p:cNvCxnSpPr/>
          <p:nvPr/>
        </p:nvCxnSpPr>
        <p:spPr>
          <a:xfrm flipV="1">
            <a:off x="6035040" y="1731353"/>
            <a:ext cx="16625" cy="1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42" name="C5-E17 line 540" descr="sci-ppt:o540"/>
          <p:cNvCxnSpPr/>
          <p:nvPr/>
        </p:nvCxnSpPr>
        <p:spPr>
          <a:xfrm flipV="1">
            <a:off x="6051665" y="1731350"/>
            <a:ext cx="16625" cy="3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43" name="C5-E17 line 541" descr="sci-ppt:o541"/>
          <p:cNvCxnSpPr/>
          <p:nvPr/>
        </p:nvCxnSpPr>
        <p:spPr>
          <a:xfrm flipV="1">
            <a:off x="6068290" y="1731348"/>
            <a:ext cx="16626" cy="2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44" name="C5-E17 line 542" descr="sci-ppt:o542"/>
          <p:cNvCxnSpPr/>
          <p:nvPr/>
        </p:nvCxnSpPr>
        <p:spPr>
          <a:xfrm flipV="1">
            <a:off x="6084916" y="1731346"/>
            <a:ext cx="16625" cy="2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45" name="C5-E17 line 543" descr="sci-ppt:o543"/>
          <p:cNvCxnSpPr/>
          <p:nvPr/>
        </p:nvCxnSpPr>
        <p:spPr>
          <a:xfrm flipV="1">
            <a:off x="6101541" y="1731345"/>
            <a:ext cx="16626" cy="1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46" name="C5-E17 line 544" descr="sci-ppt:o544"/>
          <p:cNvCxnSpPr/>
          <p:nvPr/>
        </p:nvCxnSpPr>
        <p:spPr>
          <a:xfrm>
            <a:off x="6118167" y="1731345"/>
            <a:ext cx="16625" cy="0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47" name="C5-E17 line 545" descr="sci-ppt:o545"/>
          <p:cNvCxnSpPr/>
          <p:nvPr/>
        </p:nvCxnSpPr>
        <p:spPr>
          <a:xfrm>
            <a:off x="6134792" y="1731345"/>
            <a:ext cx="16626" cy="1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48" name="C5-E17 line 546" descr="sci-ppt:o546"/>
          <p:cNvCxnSpPr/>
          <p:nvPr/>
        </p:nvCxnSpPr>
        <p:spPr>
          <a:xfrm>
            <a:off x="6151418" y="1731346"/>
            <a:ext cx="16625" cy="2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49" name="C5-E17 line 547" descr="sci-ppt:o547"/>
          <p:cNvCxnSpPr/>
          <p:nvPr/>
        </p:nvCxnSpPr>
        <p:spPr>
          <a:xfrm>
            <a:off x="6168043" y="1731348"/>
            <a:ext cx="16626" cy="3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50" name="C5-E17 line 548" descr="sci-ppt:o548"/>
          <p:cNvCxnSpPr/>
          <p:nvPr/>
        </p:nvCxnSpPr>
        <p:spPr>
          <a:xfrm>
            <a:off x="6184669" y="1731351"/>
            <a:ext cx="16625" cy="3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51" name="C5-E17 line 549" descr="sci-ppt:o549"/>
          <p:cNvCxnSpPr/>
          <p:nvPr/>
        </p:nvCxnSpPr>
        <p:spPr>
          <a:xfrm>
            <a:off x="6201294" y="1731354"/>
            <a:ext cx="16626" cy="4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52" name="C5-E17 line 550" descr="sci-ppt:o550"/>
          <p:cNvCxnSpPr/>
          <p:nvPr/>
        </p:nvCxnSpPr>
        <p:spPr>
          <a:xfrm>
            <a:off x="6217920" y="1731358"/>
            <a:ext cx="16625" cy="3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53" name="C5-E17 line 551" descr="sci-ppt:o551"/>
          <p:cNvCxnSpPr/>
          <p:nvPr/>
        </p:nvCxnSpPr>
        <p:spPr>
          <a:xfrm>
            <a:off x="6234545" y="1731361"/>
            <a:ext cx="16625" cy="3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54" name="C5-E17 line 552" descr="sci-ppt:o552"/>
          <p:cNvCxnSpPr/>
          <p:nvPr/>
        </p:nvCxnSpPr>
        <p:spPr>
          <a:xfrm>
            <a:off x="6251170" y="1731364"/>
            <a:ext cx="16626" cy="2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55" name="C5-E17 line 553" descr="sci-ppt:o553"/>
          <p:cNvCxnSpPr/>
          <p:nvPr/>
        </p:nvCxnSpPr>
        <p:spPr>
          <a:xfrm>
            <a:off x="6267796" y="1731366"/>
            <a:ext cx="16625" cy="1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56" name="C5-E17 line 554" descr="sci-ppt:o554"/>
          <p:cNvCxnSpPr/>
          <p:nvPr/>
        </p:nvCxnSpPr>
        <p:spPr>
          <a:xfrm>
            <a:off x="6284421" y="1731367"/>
            <a:ext cx="16626" cy="0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57" name="C5-E17 line 555" descr="sci-ppt:o555"/>
          <p:cNvCxnSpPr/>
          <p:nvPr/>
        </p:nvCxnSpPr>
        <p:spPr>
          <a:xfrm flipV="1">
            <a:off x="6301047" y="1731366"/>
            <a:ext cx="16625" cy="1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58" name="C5-E17 line 556" descr="sci-ppt:o556"/>
          <p:cNvCxnSpPr/>
          <p:nvPr/>
        </p:nvCxnSpPr>
        <p:spPr>
          <a:xfrm flipV="1">
            <a:off x="6317672" y="1731365"/>
            <a:ext cx="16626" cy="1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59" name="C5-E17 line 557" descr="sci-ppt:o557"/>
          <p:cNvCxnSpPr/>
          <p:nvPr/>
        </p:nvCxnSpPr>
        <p:spPr>
          <a:xfrm flipV="1">
            <a:off x="6334298" y="1731364"/>
            <a:ext cx="16625" cy="1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60" name="C5-E17 line 558" descr="sci-ppt:o558"/>
          <p:cNvCxnSpPr/>
          <p:nvPr/>
        </p:nvCxnSpPr>
        <p:spPr>
          <a:xfrm flipV="1">
            <a:off x="6350923" y="1731363"/>
            <a:ext cx="16626" cy="1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61" name="C5-E17 line 559" descr="sci-ppt:o559"/>
          <p:cNvCxnSpPr/>
          <p:nvPr/>
        </p:nvCxnSpPr>
        <p:spPr>
          <a:xfrm>
            <a:off x="6367549" y="1731363"/>
            <a:ext cx="16625" cy="0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62" name="C5-E17 line 560" descr="sci-ppt:o560"/>
          <p:cNvCxnSpPr/>
          <p:nvPr/>
        </p:nvCxnSpPr>
        <p:spPr>
          <a:xfrm>
            <a:off x="6384174" y="1731363"/>
            <a:ext cx="16626" cy="1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63" name="C5-E17 line 561" descr="sci-ppt:o561"/>
          <p:cNvCxnSpPr/>
          <p:nvPr/>
        </p:nvCxnSpPr>
        <p:spPr>
          <a:xfrm>
            <a:off x="6400800" y="1731364"/>
            <a:ext cx="16625" cy="1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64" name="C5-E17 line 562" descr="sci-ppt:o562"/>
          <p:cNvCxnSpPr/>
          <p:nvPr/>
        </p:nvCxnSpPr>
        <p:spPr>
          <a:xfrm>
            <a:off x="6417425" y="1731365"/>
            <a:ext cx="16625" cy="3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65" name="C5-E17 line 563" descr="sci-ppt:o563"/>
          <p:cNvCxnSpPr/>
          <p:nvPr/>
        </p:nvCxnSpPr>
        <p:spPr>
          <a:xfrm>
            <a:off x="6434050" y="1731368"/>
            <a:ext cx="16626" cy="3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66" name="C5-E17 line 564" descr="sci-ppt:o564"/>
          <p:cNvCxnSpPr/>
          <p:nvPr/>
        </p:nvCxnSpPr>
        <p:spPr>
          <a:xfrm>
            <a:off x="6450676" y="1731371"/>
            <a:ext cx="16625" cy="4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67" name="C5-E17 line 565" descr="sci-ppt:o565"/>
          <p:cNvCxnSpPr/>
          <p:nvPr/>
        </p:nvCxnSpPr>
        <p:spPr>
          <a:xfrm>
            <a:off x="6467301" y="1731375"/>
            <a:ext cx="16626" cy="3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68" name="C5-E17 line 566" descr="sci-ppt:o566"/>
          <p:cNvCxnSpPr/>
          <p:nvPr/>
        </p:nvCxnSpPr>
        <p:spPr>
          <a:xfrm>
            <a:off x="6483927" y="1731378"/>
            <a:ext cx="16625" cy="3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69" name="C5-E17 line 567" descr="sci-ppt:o567"/>
          <p:cNvCxnSpPr/>
          <p:nvPr/>
        </p:nvCxnSpPr>
        <p:spPr>
          <a:xfrm>
            <a:off x="6500552" y="1731381"/>
            <a:ext cx="16626" cy="2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70" name="C5-E17 line 568" descr="sci-ppt:o568"/>
          <p:cNvCxnSpPr/>
          <p:nvPr/>
        </p:nvCxnSpPr>
        <p:spPr>
          <a:xfrm>
            <a:off x="6517178" y="1731383"/>
            <a:ext cx="16625" cy="2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71" name="C5-E17 line 569" descr="sci-ppt:o569"/>
          <p:cNvCxnSpPr/>
          <p:nvPr/>
        </p:nvCxnSpPr>
        <p:spPr>
          <a:xfrm>
            <a:off x="6533803" y="1731385"/>
            <a:ext cx="16626" cy="0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72" name="C5-E17 line 570" descr="sci-ppt:o570"/>
          <p:cNvCxnSpPr/>
          <p:nvPr/>
        </p:nvCxnSpPr>
        <p:spPr>
          <a:xfrm flipV="1">
            <a:off x="6550429" y="1731383"/>
            <a:ext cx="16625" cy="2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73" name="C5-E17 line 571" descr="sci-ppt:o571"/>
          <p:cNvCxnSpPr/>
          <p:nvPr/>
        </p:nvCxnSpPr>
        <p:spPr>
          <a:xfrm flipV="1">
            <a:off x="6567054" y="1731381"/>
            <a:ext cx="16625" cy="2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74" name="C5-E17 line 572" descr="sci-ppt:o572"/>
          <p:cNvCxnSpPr/>
          <p:nvPr/>
        </p:nvCxnSpPr>
        <p:spPr>
          <a:xfrm flipV="1">
            <a:off x="6583679" y="1731378"/>
            <a:ext cx="16626" cy="3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75" name="C5-E17 line 573" descr="sci-ppt:o573"/>
          <p:cNvCxnSpPr/>
          <p:nvPr/>
        </p:nvCxnSpPr>
        <p:spPr>
          <a:xfrm flipV="1">
            <a:off x="6600305" y="1731375"/>
            <a:ext cx="16625" cy="3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76" name="C5-E17 line 574" descr="sci-ppt:o574"/>
          <p:cNvCxnSpPr/>
          <p:nvPr/>
        </p:nvCxnSpPr>
        <p:spPr>
          <a:xfrm flipV="1">
            <a:off x="6616930" y="1731373"/>
            <a:ext cx="16626" cy="2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77" name="C5-E17 line 575" descr="sci-ppt:o575"/>
          <p:cNvCxnSpPr/>
          <p:nvPr/>
        </p:nvCxnSpPr>
        <p:spPr>
          <a:xfrm flipV="1">
            <a:off x="6633556" y="1731370"/>
            <a:ext cx="16625" cy="3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78" name="C5-E17 line 576" descr="sci-ppt:o576"/>
          <p:cNvCxnSpPr/>
          <p:nvPr/>
        </p:nvCxnSpPr>
        <p:spPr>
          <a:xfrm flipV="1">
            <a:off x="6650181" y="1731369"/>
            <a:ext cx="16626" cy="1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79" name="C5-E17 line 577" descr="sci-ppt:o577"/>
          <p:cNvCxnSpPr/>
          <p:nvPr/>
        </p:nvCxnSpPr>
        <p:spPr>
          <a:xfrm flipV="1">
            <a:off x="6666807" y="1731368"/>
            <a:ext cx="16625" cy="1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80" name="C5-E17 line 578" descr="sci-ppt:o578"/>
          <p:cNvCxnSpPr/>
          <p:nvPr/>
        </p:nvCxnSpPr>
        <p:spPr>
          <a:xfrm>
            <a:off x="6683432" y="1731368"/>
            <a:ext cx="16626" cy="1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81" name="C5-E17 line 579" descr="sci-ppt:o579"/>
          <p:cNvCxnSpPr/>
          <p:nvPr/>
        </p:nvCxnSpPr>
        <p:spPr>
          <a:xfrm>
            <a:off x="6700058" y="1731369"/>
            <a:ext cx="16625" cy="2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82" name="C5-E17 line 580" descr="sci-ppt:o580"/>
          <p:cNvCxnSpPr/>
          <p:nvPr/>
        </p:nvCxnSpPr>
        <p:spPr>
          <a:xfrm>
            <a:off x="6716683" y="1731371"/>
            <a:ext cx="16626" cy="3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83" name="C5-E17 line 581" descr="sci-ppt:o581"/>
          <p:cNvCxnSpPr/>
          <p:nvPr/>
        </p:nvCxnSpPr>
        <p:spPr>
          <a:xfrm>
            <a:off x="6733309" y="1731374"/>
            <a:ext cx="16625" cy="3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84" name="C5-E17 line 582" descr="sci-ppt:o582"/>
          <p:cNvCxnSpPr/>
          <p:nvPr/>
        </p:nvCxnSpPr>
        <p:spPr>
          <a:xfrm>
            <a:off x="6749934" y="1731377"/>
            <a:ext cx="16626" cy="3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85" name="C5-E17 line 583" descr="sci-ppt:o583"/>
          <p:cNvCxnSpPr/>
          <p:nvPr/>
        </p:nvCxnSpPr>
        <p:spPr>
          <a:xfrm>
            <a:off x="6766560" y="1731380"/>
            <a:ext cx="16625" cy="4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86" name="C5-E17 line 584" descr="sci-ppt:o584"/>
          <p:cNvCxnSpPr/>
          <p:nvPr/>
        </p:nvCxnSpPr>
        <p:spPr>
          <a:xfrm>
            <a:off x="6783185" y="1731384"/>
            <a:ext cx="16625" cy="3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87" name="C5-E17 line 585" descr="sci-ppt:o585"/>
          <p:cNvCxnSpPr/>
          <p:nvPr/>
        </p:nvCxnSpPr>
        <p:spPr>
          <a:xfrm>
            <a:off x="6799810" y="1731387"/>
            <a:ext cx="16626" cy="3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88" name="C5-E17 line 586" descr="sci-ppt:o586"/>
          <p:cNvCxnSpPr/>
          <p:nvPr/>
        </p:nvCxnSpPr>
        <p:spPr>
          <a:xfrm>
            <a:off x="6816436" y="1731390"/>
            <a:ext cx="16625" cy="2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89" name="C5-E17 line 587" descr="sci-ppt:o587"/>
          <p:cNvCxnSpPr/>
          <p:nvPr/>
        </p:nvCxnSpPr>
        <p:spPr>
          <a:xfrm>
            <a:off x="6833061" y="1731392"/>
            <a:ext cx="16626" cy="1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90" name="C5-E17 line 588" descr="sci-ppt:o588"/>
          <p:cNvCxnSpPr/>
          <p:nvPr/>
        </p:nvCxnSpPr>
        <p:spPr>
          <a:xfrm>
            <a:off x="6849687" y="1731393"/>
            <a:ext cx="16625" cy="0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91" name="C5-E17 line 589" descr="sci-ppt:o589"/>
          <p:cNvCxnSpPr/>
          <p:nvPr/>
        </p:nvCxnSpPr>
        <p:spPr>
          <a:xfrm>
            <a:off x="6866312" y="1731393"/>
            <a:ext cx="16626" cy="1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92" name="C5-E17 line 590" descr="sci-ppt:o590"/>
          <p:cNvCxnSpPr/>
          <p:nvPr/>
        </p:nvCxnSpPr>
        <p:spPr>
          <a:xfrm flipV="1">
            <a:off x="6882938" y="1731393"/>
            <a:ext cx="16625" cy="1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93" name="C5-E17 line 591" descr="sci-ppt:o591"/>
          <p:cNvCxnSpPr/>
          <p:nvPr/>
        </p:nvCxnSpPr>
        <p:spPr>
          <a:xfrm>
            <a:off x="6899563" y="1731393"/>
            <a:ext cx="16626" cy="0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94" name="C5-E17 line 592" descr="sci-ppt:o592"/>
          <p:cNvCxnSpPr/>
          <p:nvPr/>
        </p:nvCxnSpPr>
        <p:spPr>
          <a:xfrm>
            <a:off x="6916189" y="1731393"/>
            <a:ext cx="16625" cy="0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95" name="C5-E17 line 593" descr="sci-ppt:o593"/>
          <p:cNvCxnSpPr/>
          <p:nvPr/>
        </p:nvCxnSpPr>
        <p:spPr>
          <a:xfrm>
            <a:off x="6932814" y="1731393"/>
            <a:ext cx="16626" cy="0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96" name="C5-E17 line 594" descr="sci-ppt:o594"/>
          <p:cNvCxnSpPr/>
          <p:nvPr/>
        </p:nvCxnSpPr>
        <p:spPr>
          <a:xfrm>
            <a:off x="6949440" y="1731393"/>
            <a:ext cx="16625" cy="0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97" name="C5-E17 line 595" descr="sci-ppt:o595"/>
          <p:cNvCxnSpPr/>
          <p:nvPr/>
        </p:nvCxnSpPr>
        <p:spPr>
          <a:xfrm>
            <a:off x="6966065" y="1731393"/>
            <a:ext cx="16625" cy="2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98" name="C5-E17 line 596" descr="sci-ppt:o596"/>
          <p:cNvCxnSpPr/>
          <p:nvPr/>
        </p:nvCxnSpPr>
        <p:spPr>
          <a:xfrm>
            <a:off x="6982690" y="1731395"/>
            <a:ext cx="16626" cy="1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599" name="C5-E17 line 597" descr="sci-ppt:o597"/>
          <p:cNvCxnSpPr/>
          <p:nvPr/>
        </p:nvCxnSpPr>
        <p:spPr>
          <a:xfrm>
            <a:off x="6999316" y="1731396"/>
            <a:ext cx="16625" cy="2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00" name="C5-E17 line 598" descr="sci-ppt:o598"/>
          <p:cNvCxnSpPr/>
          <p:nvPr/>
        </p:nvCxnSpPr>
        <p:spPr>
          <a:xfrm>
            <a:off x="7015941" y="1731398"/>
            <a:ext cx="16626" cy="2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01" name="C5-E17 line 599" descr="sci-ppt:o599"/>
          <p:cNvCxnSpPr/>
          <p:nvPr/>
        </p:nvCxnSpPr>
        <p:spPr>
          <a:xfrm>
            <a:off x="7032567" y="1731400"/>
            <a:ext cx="16625" cy="1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02" name="C5-E17 line 600" descr="sci-ppt:o600"/>
          <p:cNvCxnSpPr/>
          <p:nvPr/>
        </p:nvCxnSpPr>
        <p:spPr>
          <a:xfrm>
            <a:off x="7049192" y="1731401"/>
            <a:ext cx="16626" cy="2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03" name="C5-E17 line 601" descr="sci-ppt:o601"/>
          <p:cNvCxnSpPr/>
          <p:nvPr/>
        </p:nvCxnSpPr>
        <p:spPr>
          <a:xfrm>
            <a:off x="7065818" y="1731403"/>
            <a:ext cx="16625" cy="1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04" name="C5-E17 line 602" descr="sci-ppt:o602"/>
          <p:cNvCxnSpPr/>
          <p:nvPr/>
        </p:nvCxnSpPr>
        <p:spPr>
          <a:xfrm>
            <a:off x="7082443" y="1731404"/>
            <a:ext cx="16626" cy="1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05" name="C5-E17 line 603" descr="sci-ppt:o603"/>
          <p:cNvCxnSpPr/>
          <p:nvPr/>
        </p:nvCxnSpPr>
        <p:spPr>
          <a:xfrm>
            <a:off x="7099069" y="1731405"/>
            <a:ext cx="16625" cy="0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06" name="C5-E17 line 604" descr="sci-ppt:o604"/>
          <p:cNvCxnSpPr/>
          <p:nvPr/>
        </p:nvCxnSpPr>
        <p:spPr>
          <a:xfrm>
            <a:off x="7115694" y="1731405"/>
            <a:ext cx="16626" cy="0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07" name="C5-E17 line 605" descr="sci-ppt:o605"/>
          <p:cNvCxnSpPr/>
          <p:nvPr/>
        </p:nvCxnSpPr>
        <p:spPr>
          <a:xfrm flipV="1">
            <a:off x="7132320" y="1731404"/>
            <a:ext cx="16625" cy="1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08" name="C5-E17 line 606" descr="sci-ppt:o606"/>
          <p:cNvCxnSpPr/>
          <p:nvPr/>
        </p:nvCxnSpPr>
        <p:spPr>
          <a:xfrm flipV="1">
            <a:off x="7148945" y="1731403"/>
            <a:ext cx="16625" cy="1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09" name="C5-E17 line 607" descr="sci-ppt:o607"/>
          <p:cNvCxnSpPr/>
          <p:nvPr/>
        </p:nvCxnSpPr>
        <p:spPr>
          <a:xfrm flipV="1">
            <a:off x="7165570" y="1731402"/>
            <a:ext cx="16626" cy="1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10" name="C5-E17 line 608" descr="sci-ppt:o608"/>
          <p:cNvCxnSpPr/>
          <p:nvPr/>
        </p:nvCxnSpPr>
        <p:spPr>
          <a:xfrm flipV="1">
            <a:off x="7182196" y="1731401"/>
            <a:ext cx="16625" cy="1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11" name="C5-E17 line 609" descr="sci-ppt:o609"/>
          <p:cNvCxnSpPr/>
          <p:nvPr/>
        </p:nvCxnSpPr>
        <p:spPr>
          <a:xfrm>
            <a:off x="7198821" y="1731401"/>
            <a:ext cx="16626" cy="0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12" name="C5-E17 line 610" descr="sci-ppt:o610"/>
          <p:cNvCxnSpPr/>
          <p:nvPr/>
        </p:nvCxnSpPr>
        <p:spPr>
          <a:xfrm>
            <a:off x="7215447" y="1731401"/>
            <a:ext cx="16625" cy="0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13" name="C5-E17 line 611" descr="sci-ppt:o611"/>
          <p:cNvCxnSpPr/>
          <p:nvPr/>
        </p:nvCxnSpPr>
        <p:spPr>
          <a:xfrm>
            <a:off x="7232072" y="1731401"/>
            <a:ext cx="16626" cy="0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14" name="C5-E17 line 612" descr="sci-ppt:o612"/>
          <p:cNvCxnSpPr/>
          <p:nvPr/>
        </p:nvCxnSpPr>
        <p:spPr>
          <a:xfrm>
            <a:off x="7248698" y="1731401"/>
            <a:ext cx="16625" cy="1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15" name="C5-E17 line 613" descr="sci-ppt:o613"/>
          <p:cNvCxnSpPr/>
          <p:nvPr/>
        </p:nvCxnSpPr>
        <p:spPr>
          <a:xfrm>
            <a:off x="7265323" y="1731402"/>
            <a:ext cx="16626" cy="2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16" name="C5-E17 line 614" descr="sci-ppt:o614"/>
          <p:cNvCxnSpPr/>
          <p:nvPr/>
        </p:nvCxnSpPr>
        <p:spPr>
          <a:xfrm>
            <a:off x="7281949" y="1731404"/>
            <a:ext cx="16625" cy="2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17" name="C5-E17 line 615" descr="sci-ppt:o615"/>
          <p:cNvCxnSpPr/>
          <p:nvPr/>
        </p:nvCxnSpPr>
        <p:spPr>
          <a:xfrm>
            <a:off x="7298574" y="1731406"/>
            <a:ext cx="16626" cy="1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18" name="C5-E17 line 616" descr="sci-ppt:o616"/>
          <p:cNvCxnSpPr/>
          <p:nvPr/>
        </p:nvCxnSpPr>
        <p:spPr>
          <a:xfrm>
            <a:off x="7315200" y="1731407"/>
            <a:ext cx="16625" cy="2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19" name="C5-E17 line 617" descr="sci-ppt:o617"/>
          <p:cNvCxnSpPr/>
          <p:nvPr/>
        </p:nvCxnSpPr>
        <p:spPr>
          <a:xfrm>
            <a:off x="7331825" y="1731409"/>
            <a:ext cx="16625" cy="2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20" name="C5-E17 line 618" descr="sci-ppt:o618"/>
          <p:cNvCxnSpPr/>
          <p:nvPr/>
        </p:nvCxnSpPr>
        <p:spPr>
          <a:xfrm>
            <a:off x="7348450" y="1731411"/>
            <a:ext cx="16626" cy="1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21" name="C5-E17 line 619" descr="sci-ppt:o619"/>
          <p:cNvCxnSpPr/>
          <p:nvPr/>
        </p:nvCxnSpPr>
        <p:spPr>
          <a:xfrm>
            <a:off x="7365076" y="1731412"/>
            <a:ext cx="16625" cy="1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22" name="C5-E17 line 620" descr="sci-ppt:o620"/>
          <p:cNvCxnSpPr/>
          <p:nvPr/>
        </p:nvCxnSpPr>
        <p:spPr>
          <a:xfrm>
            <a:off x="7381701" y="1731413"/>
            <a:ext cx="16626" cy="1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23" name="C5-E17 line 621" descr="sci-ppt:o621"/>
          <p:cNvCxnSpPr/>
          <p:nvPr/>
        </p:nvCxnSpPr>
        <p:spPr>
          <a:xfrm>
            <a:off x="7398327" y="1731414"/>
            <a:ext cx="16625" cy="0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24" name="C5-E17 line 622" descr="sci-ppt:o622"/>
          <p:cNvCxnSpPr/>
          <p:nvPr/>
        </p:nvCxnSpPr>
        <p:spPr>
          <a:xfrm>
            <a:off x="7414952" y="1731414"/>
            <a:ext cx="16626" cy="0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25" name="C5-E17 line 623" descr="sci-ppt:o623"/>
          <p:cNvCxnSpPr/>
          <p:nvPr/>
        </p:nvCxnSpPr>
        <p:spPr>
          <a:xfrm>
            <a:off x="7431578" y="1731414"/>
            <a:ext cx="16625" cy="0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26" name="C5-E17 line 624" descr="sci-ppt:o624"/>
          <p:cNvCxnSpPr/>
          <p:nvPr/>
        </p:nvCxnSpPr>
        <p:spPr>
          <a:xfrm>
            <a:off x="7448203" y="1731414"/>
            <a:ext cx="16626" cy="0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27" name="C5-E17 line 625" descr="sci-ppt:o625"/>
          <p:cNvCxnSpPr/>
          <p:nvPr/>
        </p:nvCxnSpPr>
        <p:spPr>
          <a:xfrm>
            <a:off x="7464829" y="1731414"/>
            <a:ext cx="16625" cy="0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28" name="C5-E17 line 626" descr="sci-ppt:o626"/>
          <p:cNvCxnSpPr/>
          <p:nvPr/>
        </p:nvCxnSpPr>
        <p:spPr>
          <a:xfrm>
            <a:off x="7481454" y="1731414"/>
            <a:ext cx="16626" cy="0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29" name="C5-E17 line 627" descr="sci-ppt:o627"/>
          <p:cNvCxnSpPr/>
          <p:nvPr/>
        </p:nvCxnSpPr>
        <p:spPr>
          <a:xfrm>
            <a:off x="7498080" y="1731414"/>
            <a:ext cx="16625" cy="0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30" name="C5-E17 line 628" descr="sci-ppt:o628"/>
          <p:cNvCxnSpPr/>
          <p:nvPr/>
        </p:nvCxnSpPr>
        <p:spPr>
          <a:xfrm>
            <a:off x="7514705" y="1731414"/>
            <a:ext cx="16625" cy="1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31" name="C5-E17 line 629" descr="sci-ppt:o629"/>
          <p:cNvCxnSpPr/>
          <p:nvPr/>
        </p:nvCxnSpPr>
        <p:spPr>
          <a:xfrm>
            <a:off x="7531330" y="1731415"/>
            <a:ext cx="16626" cy="1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32" name="C5-E17 line 630" descr="sci-ppt:o630"/>
          <p:cNvCxnSpPr/>
          <p:nvPr/>
        </p:nvCxnSpPr>
        <p:spPr>
          <a:xfrm>
            <a:off x="7547956" y="1731416"/>
            <a:ext cx="16625" cy="1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33" name="C5-E17 line 631" descr="sci-ppt:o631"/>
          <p:cNvCxnSpPr/>
          <p:nvPr/>
        </p:nvCxnSpPr>
        <p:spPr>
          <a:xfrm>
            <a:off x="7564581" y="1731417"/>
            <a:ext cx="16626" cy="1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34" name="C5-E17 line 632" descr="sci-ppt:o632"/>
          <p:cNvCxnSpPr/>
          <p:nvPr/>
        </p:nvCxnSpPr>
        <p:spPr>
          <a:xfrm>
            <a:off x="7581207" y="1731418"/>
            <a:ext cx="16625" cy="2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35" name="C5-E17 line 633" descr="sci-ppt:o633"/>
          <p:cNvCxnSpPr/>
          <p:nvPr/>
        </p:nvCxnSpPr>
        <p:spPr>
          <a:xfrm>
            <a:off x="7597832" y="1731420"/>
            <a:ext cx="16626" cy="0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36" name="C5-E17 line 634" descr="sci-ppt:o634"/>
          <p:cNvCxnSpPr/>
          <p:nvPr/>
        </p:nvCxnSpPr>
        <p:spPr>
          <a:xfrm>
            <a:off x="7614458" y="1731420"/>
            <a:ext cx="16625" cy="1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37" name="C5-E17 line 635" descr="sci-ppt:o635"/>
          <p:cNvCxnSpPr/>
          <p:nvPr/>
        </p:nvCxnSpPr>
        <p:spPr>
          <a:xfrm>
            <a:off x="7631083" y="1731421"/>
            <a:ext cx="16626" cy="0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38" name="C5-E17 line 636" descr="sci-ppt:o636"/>
          <p:cNvCxnSpPr/>
          <p:nvPr/>
        </p:nvCxnSpPr>
        <p:spPr>
          <a:xfrm>
            <a:off x="7647709" y="1731421"/>
            <a:ext cx="16625" cy="0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39" name="C5-E17 line 637" descr="sci-ppt:o637"/>
          <p:cNvCxnSpPr/>
          <p:nvPr/>
        </p:nvCxnSpPr>
        <p:spPr>
          <a:xfrm flipV="1">
            <a:off x="7664334" y="1731420"/>
            <a:ext cx="16626" cy="1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40" name="C5-E17 line 638" descr="sci-ppt:o638"/>
          <p:cNvCxnSpPr/>
          <p:nvPr/>
        </p:nvCxnSpPr>
        <p:spPr>
          <a:xfrm flipV="1">
            <a:off x="7680960" y="1731418"/>
            <a:ext cx="16625" cy="2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41" name="C5-E17 line 639" descr="sci-ppt:o639"/>
          <p:cNvCxnSpPr/>
          <p:nvPr/>
        </p:nvCxnSpPr>
        <p:spPr>
          <a:xfrm flipV="1">
            <a:off x="7697585" y="1731417"/>
            <a:ext cx="16625" cy="1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42" name="C5-E17 line 640" descr="sci-ppt:o640"/>
          <p:cNvCxnSpPr/>
          <p:nvPr/>
        </p:nvCxnSpPr>
        <p:spPr>
          <a:xfrm flipV="1">
            <a:off x="7714210" y="1731414"/>
            <a:ext cx="16626" cy="3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43" name="C5-E17 line 641" descr="sci-ppt:o641"/>
          <p:cNvCxnSpPr/>
          <p:nvPr/>
        </p:nvCxnSpPr>
        <p:spPr>
          <a:xfrm flipV="1">
            <a:off x="7730836" y="1731412"/>
            <a:ext cx="16625" cy="2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44" name="C5-E17 line 642" descr="sci-ppt:o642"/>
          <p:cNvCxnSpPr/>
          <p:nvPr/>
        </p:nvCxnSpPr>
        <p:spPr>
          <a:xfrm flipV="1">
            <a:off x="7747461" y="1731410"/>
            <a:ext cx="16626" cy="2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45" name="C5-E17 line 643" descr="sci-ppt:o643"/>
          <p:cNvCxnSpPr/>
          <p:nvPr/>
        </p:nvCxnSpPr>
        <p:spPr>
          <a:xfrm flipV="1">
            <a:off x="7764087" y="1731407"/>
            <a:ext cx="16625" cy="3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46" name="C5-E17 line 644" descr="sci-ppt:o644"/>
          <p:cNvCxnSpPr/>
          <p:nvPr/>
        </p:nvCxnSpPr>
        <p:spPr>
          <a:xfrm flipV="1">
            <a:off x="7780712" y="1731404"/>
            <a:ext cx="16626" cy="3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47" name="C5-E17 line 645" descr="sci-ppt:o645"/>
          <p:cNvCxnSpPr/>
          <p:nvPr/>
        </p:nvCxnSpPr>
        <p:spPr>
          <a:xfrm flipV="1">
            <a:off x="7797338" y="1731401"/>
            <a:ext cx="16625" cy="3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48" name="C5-E17 line 646" descr="sci-ppt:o646"/>
          <p:cNvCxnSpPr/>
          <p:nvPr/>
        </p:nvCxnSpPr>
        <p:spPr>
          <a:xfrm flipV="1">
            <a:off x="7813963" y="1731398"/>
            <a:ext cx="16626" cy="3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49" name="C5-E17 line 647" descr="sci-ppt:o647"/>
          <p:cNvCxnSpPr/>
          <p:nvPr/>
        </p:nvCxnSpPr>
        <p:spPr>
          <a:xfrm flipV="1">
            <a:off x="7830589" y="1731395"/>
            <a:ext cx="16625" cy="3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50" name="C5-E17 line 648" descr="sci-ppt:o648"/>
          <p:cNvCxnSpPr/>
          <p:nvPr/>
        </p:nvCxnSpPr>
        <p:spPr>
          <a:xfrm flipV="1">
            <a:off x="7847214" y="1731391"/>
            <a:ext cx="16626" cy="4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51" name="C5-E17 line 649" descr="sci-ppt:o649"/>
          <p:cNvCxnSpPr/>
          <p:nvPr/>
        </p:nvCxnSpPr>
        <p:spPr>
          <a:xfrm flipV="1">
            <a:off x="7863840" y="1731387"/>
            <a:ext cx="16625" cy="4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52" name="C5-E17 line 650" descr="sci-ppt:o650"/>
          <p:cNvCxnSpPr/>
          <p:nvPr/>
        </p:nvCxnSpPr>
        <p:spPr>
          <a:xfrm flipV="1">
            <a:off x="7880465" y="1731382"/>
            <a:ext cx="16625" cy="5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53" name="C5-E17 line 651" descr="sci-ppt:o651"/>
          <p:cNvCxnSpPr/>
          <p:nvPr/>
        </p:nvCxnSpPr>
        <p:spPr>
          <a:xfrm flipV="1">
            <a:off x="7897090" y="1731376"/>
            <a:ext cx="16626" cy="6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54" name="C5-E17 line 652" descr="sci-ppt:o652"/>
          <p:cNvCxnSpPr/>
          <p:nvPr/>
        </p:nvCxnSpPr>
        <p:spPr>
          <a:xfrm flipV="1">
            <a:off x="7913716" y="1731371"/>
            <a:ext cx="16625" cy="5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55" name="C5-E17 line 653" descr="sci-ppt:o653"/>
          <p:cNvCxnSpPr/>
          <p:nvPr/>
        </p:nvCxnSpPr>
        <p:spPr>
          <a:xfrm flipV="1">
            <a:off x="7930341" y="1731366"/>
            <a:ext cx="16626" cy="5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56" name="C5-E17 line 654" descr="sci-ppt:o654"/>
          <p:cNvCxnSpPr/>
          <p:nvPr/>
        </p:nvCxnSpPr>
        <p:spPr>
          <a:xfrm flipV="1">
            <a:off x="7946967" y="1731362"/>
            <a:ext cx="16625" cy="4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57" name="C5-E17 line 655" descr="sci-ppt:o655"/>
          <p:cNvCxnSpPr/>
          <p:nvPr/>
        </p:nvCxnSpPr>
        <p:spPr>
          <a:xfrm flipV="1">
            <a:off x="7963592" y="1731360"/>
            <a:ext cx="16626" cy="2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58" name="C5-E17 line 656" descr="sci-ppt:o656"/>
          <p:cNvCxnSpPr/>
          <p:nvPr/>
        </p:nvCxnSpPr>
        <p:spPr>
          <a:xfrm flipV="1">
            <a:off x="7980218" y="1731359"/>
            <a:ext cx="16625" cy="1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59" name="C5-E17 line 657" descr="sci-ppt:o657"/>
          <p:cNvCxnSpPr/>
          <p:nvPr/>
        </p:nvCxnSpPr>
        <p:spPr>
          <a:xfrm>
            <a:off x="7996843" y="1731359"/>
            <a:ext cx="16626" cy="3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60" name="C5-E17 line 658" descr="sci-ppt:o658"/>
          <p:cNvCxnSpPr/>
          <p:nvPr/>
        </p:nvCxnSpPr>
        <p:spPr>
          <a:xfrm>
            <a:off x="8013469" y="1731362"/>
            <a:ext cx="16625" cy="6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61" name="C5-E17 line 659" descr="sci-ppt:o659"/>
          <p:cNvCxnSpPr/>
          <p:nvPr/>
        </p:nvCxnSpPr>
        <p:spPr>
          <a:xfrm>
            <a:off x="8030094" y="1731368"/>
            <a:ext cx="16626" cy="10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62" name="C5-E17 line 660" descr="sci-ppt:o660"/>
          <p:cNvCxnSpPr/>
          <p:nvPr/>
        </p:nvCxnSpPr>
        <p:spPr>
          <a:xfrm>
            <a:off x="8046720" y="1731378"/>
            <a:ext cx="16625" cy="15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63" name="C5-E17 line 661" descr="sci-ppt:o661"/>
          <p:cNvCxnSpPr/>
          <p:nvPr/>
        </p:nvCxnSpPr>
        <p:spPr>
          <a:xfrm>
            <a:off x="8063345" y="1731393"/>
            <a:ext cx="16625" cy="20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64" name="C5-E17 line 662" descr="sci-ppt:o662"/>
          <p:cNvCxnSpPr/>
          <p:nvPr/>
        </p:nvCxnSpPr>
        <p:spPr>
          <a:xfrm>
            <a:off x="8079970" y="1731413"/>
            <a:ext cx="16626" cy="26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65" name="C5-E17 line 663" descr="sci-ppt:o663"/>
          <p:cNvCxnSpPr/>
          <p:nvPr/>
        </p:nvCxnSpPr>
        <p:spPr>
          <a:xfrm>
            <a:off x="8096596" y="1731439"/>
            <a:ext cx="16625" cy="29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66" name="C5-E17 line 664" descr="sci-ppt:o664"/>
          <p:cNvCxnSpPr/>
          <p:nvPr/>
        </p:nvCxnSpPr>
        <p:spPr>
          <a:xfrm>
            <a:off x="8113221" y="1731468"/>
            <a:ext cx="16626" cy="34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67" name="C5-E17 line 665" descr="sci-ppt:o665"/>
          <p:cNvCxnSpPr/>
          <p:nvPr/>
        </p:nvCxnSpPr>
        <p:spPr>
          <a:xfrm>
            <a:off x="8129847" y="1731502"/>
            <a:ext cx="16625" cy="36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68" name="C5-E17 line 666" descr="sci-ppt:o666"/>
          <p:cNvCxnSpPr/>
          <p:nvPr/>
        </p:nvCxnSpPr>
        <p:spPr>
          <a:xfrm>
            <a:off x="8146472" y="1731538"/>
            <a:ext cx="16626" cy="37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69" name="C5-E17 line 667" descr="sci-ppt:o667"/>
          <p:cNvCxnSpPr/>
          <p:nvPr/>
        </p:nvCxnSpPr>
        <p:spPr>
          <a:xfrm>
            <a:off x="8163098" y="1731575"/>
            <a:ext cx="16625" cy="36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70" name="C5-E17 line 668" descr="sci-ppt:o668"/>
          <p:cNvCxnSpPr/>
          <p:nvPr/>
        </p:nvCxnSpPr>
        <p:spPr>
          <a:xfrm>
            <a:off x="8179723" y="1731611"/>
            <a:ext cx="16626" cy="35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71" name="C5-E17 line 669" descr="sci-ppt:o669"/>
          <p:cNvCxnSpPr/>
          <p:nvPr/>
        </p:nvCxnSpPr>
        <p:spPr>
          <a:xfrm>
            <a:off x="8196349" y="1731646"/>
            <a:ext cx="16625" cy="31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72" name="C5-E17 line 670" descr="sci-ppt:o670"/>
          <p:cNvCxnSpPr/>
          <p:nvPr/>
        </p:nvCxnSpPr>
        <p:spPr>
          <a:xfrm>
            <a:off x="8212974" y="1731677"/>
            <a:ext cx="16625" cy="27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73" name="C5-E17 line 671" descr="sci-ppt:o671"/>
          <p:cNvCxnSpPr/>
          <p:nvPr/>
        </p:nvCxnSpPr>
        <p:spPr>
          <a:xfrm>
            <a:off x="8229599" y="1731704"/>
            <a:ext cx="16626" cy="20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74" name="C5-E17 line 672" descr="sci-ppt:o672"/>
          <p:cNvCxnSpPr/>
          <p:nvPr/>
        </p:nvCxnSpPr>
        <p:spPr>
          <a:xfrm>
            <a:off x="8246225" y="1731724"/>
            <a:ext cx="16625" cy="14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75" name="C5-E17 line 673" descr="sci-ppt:o673"/>
          <p:cNvCxnSpPr/>
          <p:nvPr/>
        </p:nvCxnSpPr>
        <p:spPr>
          <a:xfrm>
            <a:off x="8262850" y="1731738"/>
            <a:ext cx="16626" cy="7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76" name="C5-E17 line 674" descr="sci-ppt:o674"/>
          <p:cNvCxnSpPr/>
          <p:nvPr/>
        </p:nvCxnSpPr>
        <p:spPr>
          <a:xfrm flipV="1">
            <a:off x="8279476" y="1731744"/>
            <a:ext cx="16625" cy="1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77" name="C5-E17 line 675" descr="sci-ppt:o675"/>
          <p:cNvCxnSpPr/>
          <p:nvPr/>
        </p:nvCxnSpPr>
        <p:spPr>
          <a:xfrm flipV="1">
            <a:off x="8296101" y="1731737"/>
            <a:ext cx="16626" cy="7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78" name="C5-E17 line 676" descr="sci-ppt:o676"/>
          <p:cNvCxnSpPr/>
          <p:nvPr/>
        </p:nvCxnSpPr>
        <p:spPr>
          <a:xfrm flipV="1">
            <a:off x="8312727" y="1731723"/>
            <a:ext cx="16625" cy="14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79" name="C5-E17 line 677" descr="sci-ppt:o677"/>
          <p:cNvCxnSpPr/>
          <p:nvPr/>
        </p:nvCxnSpPr>
        <p:spPr>
          <a:xfrm flipV="1">
            <a:off x="8329352" y="1731706"/>
            <a:ext cx="16626" cy="17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80" name="C5-E17 line 678" descr="sci-ppt:o678"/>
          <p:cNvCxnSpPr/>
          <p:nvPr/>
        </p:nvCxnSpPr>
        <p:spPr>
          <a:xfrm flipV="1">
            <a:off x="8345978" y="1731685"/>
            <a:ext cx="16625" cy="21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81" name="C5-E17 line 679" descr="sci-ppt:o679"/>
          <p:cNvCxnSpPr/>
          <p:nvPr/>
        </p:nvCxnSpPr>
        <p:spPr>
          <a:xfrm flipV="1">
            <a:off x="8362603" y="1731665"/>
            <a:ext cx="16626" cy="20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82" name="C5-E17 line 680" descr="sci-ppt:o680"/>
          <p:cNvCxnSpPr/>
          <p:nvPr/>
        </p:nvCxnSpPr>
        <p:spPr>
          <a:xfrm flipV="1">
            <a:off x="8379229" y="1731646"/>
            <a:ext cx="16625" cy="19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83" name="C5-E17 line 681" descr="sci-ppt:o681"/>
          <p:cNvCxnSpPr/>
          <p:nvPr/>
        </p:nvCxnSpPr>
        <p:spPr>
          <a:xfrm flipV="1">
            <a:off x="8395854" y="1731633"/>
            <a:ext cx="16626" cy="13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84" name="C5-E17 line 682" descr="sci-ppt:o682"/>
          <p:cNvCxnSpPr/>
          <p:nvPr/>
        </p:nvCxnSpPr>
        <p:spPr>
          <a:xfrm flipV="1">
            <a:off x="8412480" y="1731626"/>
            <a:ext cx="16625" cy="7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85" name="C5-E17 line 683" descr="sci-ppt:o683"/>
          <p:cNvCxnSpPr/>
          <p:nvPr/>
        </p:nvCxnSpPr>
        <p:spPr>
          <a:xfrm>
            <a:off x="8429105" y="1731626"/>
            <a:ext cx="16625" cy="2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86" name="C5-E17 line 684" descr="sci-ppt:o684"/>
          <p:cNvCxnSpPr/>
          <p:nvPr/>
        </p:nvCxnSpPr>
        <p:spPr>
          <a:xfrm>
            <a:off x="8445730" y="1731628"/>
            <a:ext cx="16626" cy="10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87" name="C5-E17 line 685" descr="sci-ppt:o685"/>
          <p:cNvCxnSpPr/>
          <p:nvPr/>
        </p:nvCxnSpPr>
        <p:spPr>
          <a:xfrm>
            <a:off x="8462356" y="1731638"/>
            <a:ext cx="16625" cy="21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88" name="C5-E17 line 686" descr="sci-ppt:o686"/>
          <p:cNvCxnSpPr/>
          <p:nvPr/>
        </p:nvCxnSpPr>
        <p:spPr>
          <a:xfrm>
            <a:off x="8478981" y="1731659"/>
            <a:ext cx="16626" cy="29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89" name="C5-E17 line 687" descr="sci-ppt:o687"/>
          <p:cNvCxnSpPr/>
          <p:nvPr/>
        </p:nvCxnSpPr>
        <p:spPr>
          <a:xfrm>
            <a:off x="8495607" y="1731688"/>
            <a:ext cx="16625" cy="39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90" name="C5-E17 line 688" descr="sci-ppt:o688"/>
          <p:cNvCxnSpPr/>
          <p:nvPr/>
        </p:nvCxnSpPr>
        <p:spPr>
          <a:xfrm>
            <a:off x="8512232" y="1731727"/>
            <a:ext cx="16626" cy="44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91" name="C5-E17 line 689" descr="sci-ppt:o689"/>
          <p:cNvCxnSpPr/>
          <p:nvPr/>
        </p:nvCxnSpPr>
        <p:spPr>
          <a:xfrm>
            <a:off x="8528858" y="1731771"/>
            <a:ext cx="16625" cy="49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92" name="C5-E17 line 690" descr="sci-ppt:o690"/>
          <p:cNvCxnSpPr/>
          <p:nvPr/>
        </p:nvCxnSpPr>
        <p:spPr>
          <a:xfrm>
            <a:off x="8545483" y="1731820"/>
            <a:ext cx="16626" cy="50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93" name="C5-E17 line 691" descr="sci-ppt:o691"/>
          <p:cNvCxnSpPr/>
          <p:nvPr/>
        </p:nvCxnSpPr>
        <p:spPr>
          <a:xfrm>
            <a:off x="8562109" y="1731870"/>
            <a:ext cx="16625" cy="49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cxnSp>
        <p:nvCxnSpPr>
          <p:cNvPr id="694" name="C5-E17 line 692" descr="sci-ppt:o692"/>
          <p:cNvCxnSpPr/>
          <p:nvPr/>
        </p:nvCxnSpPr>
        <p:spPr>
          <a:xfrm>
            <a:off x="8578734" y="1731919"/>
            <a:ext cx="16626" cy="46"/>
          </a:xfrm>
          <a:prstGeom prst="line">
            <a:avLst/>
          </a:prstGeom>
          <a:ln w="17780">
            <a:solidFill>
              <a:srgbClr val="FFFFFF"/>
            </a:solidFill>
            <a:prstDash val="dash"/>
          </a:ln>
          <a:effectLst/>
        </p:spPr>
      </p:cxnSp>
      <p:sp>
        <p:nvSpPr>
          <p:cNvPr id="695" name="C5-E17 text 693" descr="sci-ppt:o693"/>
          <p:cNvSpPr txBox="1"/>
          <p:nvPr/>
        </p:nvSpPr>
        <p:spPr>
          <a:xfrm>
            <a:off x="8961120" y="1280160"/>
            <a:ext cx="301752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E7F0F3"/>
                </a:solidFill>
                <a:latin typeface="Arial"/>
              </a:rPr>
              <a:t>Window 0.2 to 2.0 ns</a:t>
            </a:r>
          </a:p>
        </p:txBody>
      </p:sp>
      <p:cxnSp>
        <p:nvCxnSpPr>
          <p:cNvPr id="696" name="C5-E17 line 694" descr="sci-ppt:o694"/>
          <p:cNvCxnSpPr/>
          <p:nvPr/>
        </p:nvCxnSpPr>
        <p:spPr>
          <a:xfrm>
            <a:off x="8961120" y="1920240"/>
            <a:ext cx="548640" cy="0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sp>
        <p:nvSpPr>
          <p:cNvPr id="697" name="C5-E17 text 695" descr="sci-ppt:o695"/>
          <p:cNvSpPr txBox="1"/>
          <p:nvPr/>
        </p:nvSpPr>
        <p:spPr>
          <a:xfrm>
            <a:off x="9601200" y="1783080"/>
            <a:ext cx="237744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7F0F3"/>
                </a:solidFill>
                <a:latin typeface="Arial"/>
              </a:rPr>
              <a:t>C++ finite volume</a:t>
            </a:r>
          </a:p>
        </p:txBody>
      </p:sp>
      <p:cxnSp>
        <p:nvCxnSpPr>
          <p:cNvPr id="698" name="C5-E17 line 696" descr="sci-ppt:o696"/>
          <p:cNvCxnSpPr/>
          <p:nvPr/>
        </p:nvCxnSpPr>
        <p:spPr>
          <a:xfrm>
            <a:off x="8961120" y="2331720"/>
            <a:ext cx="548640" cy="0"/>
          </a:xfrm>
          <a:prstGeom prst="line">
            <a:avLst/>
          </a:prstGeom>
          <a:ln w="25400">
            <a:solidFill>
              <a:srgbClr val="FFFFFF"/>
            </a:solidFill>
            <a:prstDash val="dash"/>
          </a:ln>
          <a:effectLst/>
        </p:spPr>
      </p:cxnSp>
      <p:sp>
        <p:nvSpPr>
          <p:cNvPr id="699" name="C5-E17 text 697" descr="sci-ppt:o697"/>
          <p:cNvSpPr txBox="1"/>
          <p:nvPr/>
        </p:nvSpPr>
        <p:spPr>
          <a:xfrm>
            <a:off x="9601200" y="2194560"/>
            <a:ext cx="237744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7F0F3"/>
                </a:solidFill>
                <a:latin typeface="Arial"/>
              </a:rPr>
              <a:t>COMSOL</a:t>
            </a:r>
          </a:p>
        </p:txBody>
      </p:sp>
      <p:sp>
        <p:nvSpPr>
          <p:cNvPr id="700" name="C5-E17 text 698" descr="sci-ppt:o698"/>
          <p:cNvSpPr txBox="1"/>
          <p:nvPr/>
        </p:nvSpPr>
        <p:spPr>
          <a:xfrm>
            <a:off x="8961120" y="2880360"/>
            <a:ext cx="3108960" cy="310896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7F0F3"/>
                </a:solidFill>
                <a:latin typeface="Arial"/>
              </a:rPr>
              <a:t>361 common samples</a:t>
            </a:r>
          </a:p>
        </p:txBody>
      </p:sp>
      <p:sp>
        <p:nvSpPr>
          <p:cNvPr id="701" name="C5-E17 text 699" descr="sci-ppt:o699"/>
          <p:cNvSpPr txBox="1"/>
          <p:nvPr/>
        </p:nvSpPr>
        <p:spPr>
          <a:xfrm>
            <a:off x="8961120" y="3246120"/>
            <a:ext cx="3108960" cy="310896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8EDBD4"/>
                </a:solidFill>
                <a:latin typeface="Arial"/>
              </a:rPr>
              <a:t>δ₂ = 0.034%</a:t>
            </a:r>
          </a:p>
        </p:txBody>
      </p:sp>
      <p:sp>
        <p:nvSpPr>
          <p:cNvPr id="702" name="C5-E17 text 700" descr="sci-ppt:o700"/>
          <p:cNvSpPr txBox="1"/>
          <p:nvPr/>
        </p:nvSpPr>
        <p:spPr>
          <a:xfrm>
            <a:off x="8961120" y="3611880"/>
            <a:ext cx="3108960" cy="310896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8EDBD4"/>
                </a:solidFill>
                <a:latin typeface="Arial"/>
              </a:rPr>
              <a:t>δ∞ = 0.096%</a:t>
            </a:r>
          </a:p>
        </p:txBody>
      </p:sp>
      <p:sp>
        <p:nvSpPr>
          <p:cNvPr id="703" name="C5-E17 text 701" descr="sci-ppt:o701"/>
          <p:cNvSpPr txBox="1"/>
          <p:nvPr/>
        </p:nvSpPr>
        <p:spPr>
          <a:xfrm>
            <a:off x="8961120" y="3977639"/>
            <a:ext cx="3108960" cy="310896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7F0F3"/>
                </a:solidFill>
                <a:latin typeface="Arial"/>
              </a:rPr>
              <a:t>Plateau 174.205 vs 174.148 MPa</a:t>
            </a:r>
          </a:p>
        </p:txBody>
      </p:sp>
      <p:sp>
        <p:nvSpPr>
          <p:cNvPr id="704" name="C5-E17 text 702" descr="sci-ppt:o702"/>
          <p:cNvSpPr txBox="1"/>
          <p:nvPr/>
        </p:nvSpPr>
        <p:spPr>
          <a:xfrm>
            <a:off x="8961120" y="4343400"/>
            <a:ext cx="3108960" cy="310896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7F0F3"/>
                </a:solidFill>
                <a:latin typeface="Arial"/>
              </a:rPr>
              <a:t>Difference 0.032%</a:t>
            </a:r>
          </a:p>
        </p:txBody>
      </p:sp>
      <p:sp>
        <p:nvSpPr>
          <p:cNvPr id="705" name="C5-E17 text 703" descr="sci-ppt:o703"/>
          <p:cNvSpPr txBox="1"/>
          <p:nvPr/>
        </p:nvSpPr>
        <p:spPr>
          <a:xfrm>
            <a:off x="320040" y="6473952"/>
            <a:ext cx="1143000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Both curves from sources/rigid_wall_ch5: SL_history.csv and cpp1d_SL.csv.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