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7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C5-E07 · Edge-release scale estimate for the finite sensor</a:t>
            </a:r>
          </a:p>
        </p:txBody>
      </p:sp>
      <p:cxnSp>
        <p:nvCxnSpPr>
          <p:cNvPr id="3" name="C5-E07 line 1" descr="sci-ppt:o001"/>
          <p:cNvCxnSpPr/>
          <p:nvPr/>
        </p:nvCxnSpPr>
        <p:spPr>
          <a:xfrm>
            <a:off x="1280160" y="5303520"/>
            <a:ext cx="65836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7 line 2" descr="sci-ppt:o002"/>
          <p:cNvCxnSpPr/>
          <p:nvPr/>
        </p:nvCxnSpPr>
        <p:spPr>
          <a:xfrm>
            <a:off x="128016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7 line 3" descr="sci-ppt:o003"/>
          <p:cNvCxnSpPr/>
          <p:nvPr/>
        </p:nvCxnSpPr>
        <p:spPr>
          <a:xfrm>
            <a:off x="12801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7 text 4" descr="sci-ppt:o004"/>
          <p:cNvSpPr txBox="1"/>
          <p:nvPr/>
        </p:nvSpPr>
        <p:spPr>
          <a:xfrm>
            <a:off x="82295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07 line 5" descr="sci-ppt:o005"/>
          <p:cNvCxnSpPr/>
          <p:nvPr/>
        </p:nvCxnSpPr>
        <p:spPr>
          <a:xfrm>
            <a:off x="2596896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7 text 6" descr="sci-ppt:o006"/>
          <p:cNvSpPr txBox="1"/>
          <p:nvPr/>
        </p:nvSpPr>
        <p:spPr>
          <a:xfrm>
            <a:off x="2139696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9" name="C5-E07 line 7" descr="sci-ppt:o007"/>
          <p:cNvCxnSpPr/>
          <p:nvPr/>
        </p:nvCxnSpPr>
        <p:spPr>
          <a:xfrm>
            <a:off x="3913632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7 text 8" descr="sci-ppt:o008"/>
          <p:cNvSpPr txBox="1"/>
          <p:nvPr/>
        </p:nvSpPr>
        <p:spPr>
          <a:xfrm>
            <a:off x="3456432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1" name="C5-E07 line 9" descr="sci-ppt:o009"/>
          <p:cNvCxnSpPr/>
          <p:nvPr/>
        </p:nvCxnSpPr>
        <p:spPr>
          <a:xfrm>
            <a:off x="5230368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7 text 10" descr="sci-ppt:o010"/>
          <p:cNvSpPr txBox="1"/>
          <p:nvPr/>
        </p:nvSpPr>
        <p:spPr>
          <a:xfrm>
            <a:off x="4773168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cxnSp>
        <p:nvCxnSpPr>
          <p:cNvPr id="13" name="C5-E07 line 11" descr="sci-ppt:o011"/>
          <p:cNvCxnSpPr/>
          <p:nvPr/>
        </p:nvCxnSpPr>
        <p:spPr>
          <a:xfrm>
            <a:off x="6547104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07 text 12" descr="sci-ppt:o012"/>
          <p:cNvSpPr txBox="1"/>
          <p:nvPr/>
        </p:nvSpPr>
        <p:spPr>
          <a:xfrm>
            <a:off x="6089904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15" name="C5-E07 line 13" descr="sci-ppt:o013"/>
          <p:cNvCxnSpPr/>
          <p:nvPr/>
        </p:nvCxnSpPr>
        <p:spPr>
          <a:xfrm>
            <a:off x="7863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6" name="C5-E07 text 14" descr="sci-ppt:o014"/>
          <p:cNvSpPr txBox="1"/>
          <p:nvPr/>
        </p:nvSpPr>
        <p:spPr>
          <a:xfrm>
            <a:off x="74066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7" name="C5-E07 line 15" descr="sci-ppt:o015"/>
          <p:cNvCxnSpPr/>
          <p:nvPr/>
        </p:nvCxnSpPr>
        <p:spPr>
          <a:xfrm>
            <a:off x="121615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07 line 16" descr="sci-ppt:o016"/>
          <p:cNvCxnSpPr/>
          <p:nvPr/>
        </p:nvCxnSpPr>
        <p:spPr>
          <a:xfrm>
            <a:off x="1280160" y="53035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5-E07 text 17" descr="sci-ppt:o017"/>
          <p:cNvSpPr txBox="1"/>
          <p:nvPr/>
        </p:nvSpPr>
        <p:spPr>
          <a:xfrm>
            <a:off x="502919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0" name="C5-E07 line 18" descr="sci-ppt:o018"/>
          <p:cNvCxnSpPr/>
          <p:nvPr/>
        </p:nvCxnSpPr>
        <p:spPr>
          <a:xfrm>
            <a:off x="1216151" y="42748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07 line 19" descr="sci-ppt:o019"/>
          <p:cNvCxnSpPr/>
          <p:nvPr/>
        </p:nvCxnSpPr>
        <p:spPr>
          <a:xfrm>
            <a:off x="1280160" y="42748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5-E07 text 20" descr="sci-ppt:o020"/>
          <p:cNvSpPr txBox="1"/>
          <p:nvPr/>
        </p:nvSpPr>
        <p:spPr>
          <a:xfrm>
            <a:off x="502919" y="41468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3" name="C5-E07 line 21" descr="sci-ppt:o021"/>
          <p:cNvCxnSpPr/>
          <p:nvPr/>
        </p:nvCxnSpPr>
        <p:spPr>
          <a:xfrm>
            <a:off x="1216151" y="32461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07 line 22" descr="sci-ppt:o022"/>
          <p:cNvCxnSpPr/>
          <p:nvPr/>
        </p:nvCxnSpPr>
        <p:spPr>
          <a:xfrm>
            <a:off x="1280160" y="32461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5-E07 text 23" descr="sci-ppt:o023"/>
          <p:cNvSpPr txBox="1"/>
          <p:nvPr/>
        </p:nvSpPr>
        <p:spPr>
          <a:xfrm>
            <a:off x="502919" y="31181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6" name="C5-E07 line 24" descr="sci-ppt:o024"/>
          <p:cNvCxnSpPr/>
          <p:nvPr/>
        </p:nvCxnSpPr>
        <p:spPr>
          <a:xfrm>
            <a:off x="1216151" y="22174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5-E07 line 25" descr="sci-ppt:o025"/>
          <p:cNvCxnSpPr/>
          <p:nvPr/>
        </p:nvCxnSpPr>
        <p:spPr>
          <a:xfrm>
            <a:off x="1280160" y="2217420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5-E07 text 26" descr="sci-ppt:o026"/>
          <p:cNvSpPr txBox="1"/>
          <p:nvPr/>
        </p:nvSpPr>
        <p:spPr>
          <a:xfrm>
            <a:off x="502919" y="20894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9" name="C5-E07 line 27" descr="sci-ppt:o027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5-E07 line 28" descr="sci-ppt:o028"/>
          <p:cNvCxnSpPr/>
          <p:nvPr/>
        </p:nvCxnSpPr>
        <p:spPr>
          <a:xfrm>
            <a:off x="1280160" y="1188719"/>
            <a:ext cx="65836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5-E07 text 29" descr="sci-ppt:o029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2" name="C5-E07 text 30" descr="sci-ppt:o030"/>
          <p:cNvSpPr txBox="1"/>
          <p:nvPr/>
        </p:nvSpPr>
        <p:spPr>
          <a:xfrm>
            <a:off x="1280160" y="5650992"/>
            <a:ext cx="65836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τ = c_0 t / a</a:t>
            </a:r>
          </a:p>
        </p:txBody>
      </p:sp>
      <p:sp>
        <p:nvSpPr>
          <p:cNvPr id="33" name="C5-E07 text 31" descr="sci-ppt:o031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Fraction</a:t>
            </a:r>
          </a:p>
        </p:txBody>
      </p:sp>
      <p:cxnSp>
        <p:nvCxnSpPr>
          <p:cNvPr id="34" name="C5-E07 line 32" descr="sci-ppt:o032"/>
          <p:cNvCxnSpPr/>
          <p:nvPr/>
        </p:nvCxnSpPr>
        <p:spPr>
          <a:xfrm flipV="1">
            <a:off x="1280160" y="5221635"/>
            <a:ext cx="65836" cy="8188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5" name="C5-E07 line 33" descr="sci-ppt:o033"/>
          <p:cNvCxnSpPr/>
          <p:nvPr/>
        </p:nvCxnSpPr>
        <p:spPr>
          <a:xfrm flipV="1">
            <a:off x="1345996" y="5140573"/>
            <a:ext cx="65837" cy="8106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6" name="C5-E07 line 34" descr="sci-ppt:o034"/>
          <p:cNvCxnSpPr/>
          <p:nvPr/>
        </p:nvCxnSpPr>
        <p:spPr>
          <a:xfrm flipV="1">
            <a:off x="1411833" y="5060335"/>
            <a:ext cx="65837" cy="8023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7" name="C5-E07 line 35" descr="sci-ppt:o035"/>
          <p:cNvCxnSpPr/>
          <p:nvPr/>
        </p:nvCxnSpPr>
        <p:spPr>
          <a:xfrm flipV="1">
            <a:off x="1477670" y="4980919"/>
            <a:ext cx="65837" cy="794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8" name="C5-E07 line 36" descr="sci-ppt:o036"/>
          <p:cNvCxnSpPr/>
          <p:nvPr/>
        </p:nvCxnSpPr>
        <p:spPr>
          <a:xfrm flipV="1">
            <a:off x="1543507" y="4902327"/>
            <a:ext cx="65837" cy="7859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39" name="C5-E07 line 37" descr="sci-ppt:o037"/>
          <p:cNvCxnSpPr/>
          <p:nvPr/>
        </p:nvCxnSpPr>
        <p:spPr>
          <a:xfrm flipV="1">
            <a:off x="1609344" y="4824557"/>
            <a:ext cx="65836" cy="7777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0" name="C5-E07 line 38" descr="sci-ppt:o038"/>
          <p:cNvCxnSpPr/>
          <p:nvPr/>
        </p:nvCxnSpPr>
        <p:spPr>
          <a:xfrm flipV="1">
            <a:off x="1675180" y="4747610"/>
            <a:ext cx="65837" cy="7694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1" name="C5-E07 line 39" descr="sci-ppt:o039"/>
          <p:cNvCxnSpPr/>
          <p:nvPr/>
        </p:nvCxnSpPr>
        <p:spPr>
          <a:xfrm flipV="1">
            <a:off x="1741017" y="4671486"/>
            <a:ext cx="65837" cy="7612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2" name="C5-E07 line 40" descr="sci-ppt:o040"/>
          <p:cNvCxnSpPr/>
          <p:nvPr/>
        </p:nvCxnSpPr>
        <p:spPr>
          <a:xfrm flipV="1">
            <a:off x="1806854" y="4596185"/>
            <a:ext cx="65837" cy="7530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3" name="C5-E07 line 41" descr="sci-ppt:o041"/>
          <p:cNvCxnSpPr/>
          <p:nvPr/>
        </p:nvCxnSpPr>
        <p:spPr>
          <a:xfrm flipV="1">
            <a:off x="1872691" y="4521708"/>
            <a:ext cx="65837" cy="7447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4" name="C5-E07 line 42" descr="sci-ppt:o042"/>
          <p:cNvCxnSpPr/>
          <p:nvPr/>
        </p:nvCxnSpPr>
        <p:spPr>
          <a:xfrm flipV="1">
            <a:off x="1938528" y="4448053"/>
            <a:ext cx="65836" cy="7365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5" name="C5-E07 line 43" descr="sci-ppt:o043"/>
          <p:cNvCxnSpPr/>
          <p:nvPr/>
        </p:nvCxnSpPr>
        <p:spPr>
          <a:xfrm flipV="1">
            <a:off x="2004364" y="4375221"/>
            <a:ext cx="65837" cy="7283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6" name="C5-E07 line 44" descr="sci-ppt:o044"/>
          <p:cNvCxnSpPr/>
          <p:nvPr/>
        </p:nvCxnSpPr>
        <p:spPr>
          <a:xfrm flipV="1">
            <a:off x="2070201" y="4303212"/>
            <a:ext cx="65837" cy="7200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7" name="C5-E07 line 45" descr="sci-ppt:o045"/>
          <p:cNvCxnSpPr/>
          <p:nvPr/>
        </p:nvCxnSpPr>
        <p:spPr>
          <a:xfrm flipV="1">
            <a:off x="2136038" y="4232026"/>
            <a:ext cx="65837" cy="7118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8" name="C5-E07 line 46" descr="sci-ppt:o046"/>
          <p:cNvCxnSpPr/>
          <p:nvPr/>
        </p:nvCxnSpPr>
        <p:spPr>
          <a:xfrm flipV="1">
            <a:off x="2201875" y="4161662"/>
            <a:ext cx="65837" cy="703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49" name="C5-E07 line 47" descr="sci-ppt:o047"/>
          <p:cNvCxnSpPr/>
          <p:nvPr/>
        </p:nvCxnSpPr>
        <p:spPr>
          <a:xfrm flipV="1">
            <a:off x="2267712" y="4092122"/>
            <a:ext cx="65836" cy="6954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0" name="C5-E07 line 48" descr="sci-ppt:o048"/>
          <p:cNvCxnSpPr/>
          <p:nvPr/>
        </p:nvCxnSpPr>
        <p:spPr>
          <a:xfrm flipV="1">
            <a:off x="2333548" y="4023405"/>
            <a:ext cx="65837" cy="6871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1" name="C5-E07 line 49" descr="sci-ppt:o049"/>
          <p:cNvCxnSpPr/>
          <p:nvPr/>
        </p:nvCxnSpPr>
        <p:spPr>
          <a:xfrm flipV="1">
            <a:off x="2399385" y="3955511"/>
            <a:ext cx="65837" cy="6789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2" name="C5-E07 line 50" descr="sci-ppt:o050"/>
          <p:cNvCxnSpPr/>
          <p:nvPr/>
        </p:nvCxnSpPr>
        <p:spPr>
          <a:xfrm flipV="1">
            <a:off x="2465222" y="3888440"/>
            <a:ext cx="65837" cy="6707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3" name="C5-E07 line 51" descr="sci-ppt:o051"/>
          <p:cNvCxnSpPr/>
          <p:nvPr/>
        </p:nvCxnSpPr>
        <p:spPr>
          <a:xfrm flipV="1">
            <a:off x="2531059" y="3822192"/>
            <a:ext cx="65837" cy="6624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4" name="C5-E07 line 52" descr="sci-ppt:o052"/>
          <p:cNvCxnSpPr/>
          <p:nvPr/>
        </p:nvCxnSpPr>
        <p:spPr>
          <a:xfrm flipV="1">
            <a:off x="2596896" y="3756766"/>
            <a:ext cx="65836" cy="6542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5" name="C5-E07 line 53" descr="sci-ppt:o053"/>
          <p:cNvCxnSpPr/>
          <p:nvPr/>
        </p:nvCxnSpPr>
        <p:spPr>
          <a:xfrm flipV="1">
            <a:off x="2662732" y="3692164"/>
            <a:ext cx="65837" cy="6460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6" name="C5-E07 line 54" descr="sci-ppt:o054"/>
          <p:cNvCxnSpPr/>
          <p:nvPr/>
        </p:nvCxnSpPr>
        <p:spPr>
          <a:xfrm flipV="1">
            <a:off x="2728569" y="3628384"/>
            <a:ext cx="65837" cy="6378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7" name="C5-E07 line 55" descr="sci-ppt:o055"/>
          <p:cNvCxnSpPr/>
          <p:nvPr/>
        </p:nvCxnSpPr>
        <p:spPr>
          <a:xfrm flipV="1">
            <a:off x="2794406" y="3565428"/>
            <a:ext cx="65837" cy="6295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8" name="C5-E07 line 56" descr="sci-ppt:o056"/>
          <p:cNvCxnSpPr/>
          <p:nvPr/>
        </p:nvCxnSpPr>
        <p:spPr>
          <a:xfrm flipV="1">
            <a:off x="2860243" y="3503295"/>
            <a:ext cx="65837" cy="6213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59" name="C5-E07 line 57" descr="sci-ppt:o057"/>
          <p:cNvCxnSpPr/>
          <p:nvPr/>
        </p:nvCxnSpPr>
        <p:spPr>
          <a:xfrm flipV="1">
            <a:off x="2926080" y="3441984"/>
            <a:ext cx="65836" cy="6131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0" name="C5-E07 line 58" descr="sci-ppt:o058"/>
          <p:cNvCxnSpPr/>
          <p:nvPr/>
        </p:nvCxnSpPr>
        <p:spPr>
          <a:xfrm flipV="1">
            <a:off x="2991916" y="3381496"/>
            <a:ext cx="65837" cy="6048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1" name="C5-E07 line 59" descr="sci-ppt:o059"/>
          <p:cNvCxnSpPr/>
          <p:nvPr/>
        </p:nvCxnSpPr>
        <p:spPr>
          <a:xfrm flipV="1">
            <a:off x="3057753" y="3321832"/>
            <a:ext cx="65837" cy="596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2" name="C5-E07 line 60" descr="sci-ppt:o060"/>
          <p:cNvCxnSpPr/>
          <p:nvPr/>
        </p:nvCxnSpPr>
        <p:spPr>
          <a:xfrm flipV="1">
            <a:off x="3123590" y="3262990"/>
            <a:ext cx="65837" cy="5884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3" name="C5-E07 line 61" descr="sci-ppt:o061"/>
          <p:cNvCxnSpPr/>
          <p:nvPr/>
        </p:nvCxnSpPr>
        <p:spPr>
          <a:xfrm flipV="1">
            <a:off x="3189427" y="3204972"/>
            <a:ext cx="65837" cy="5801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4" name="C5-E07 line 62" descr="sci-ppt:o062"/>
          <p:cNvCxnSpPr/>
          <p:nvPr/>
        </p:nvCxnSpPr>
        <p:spPr>
          <a:xfrm flipV="1">
            <a:off x="3255264" y="3147776"/>
            <a:ext cx="65836" cy="5719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5" name="C5-E07 line 63" descr="sci-ppt:o063"/>
          <p:cNvCxnSpPr/>
          <p:nvPr/>
        </p:nvCxnSpPr>
        <p:spPr>
          <a:xfrm flipV="1">
            <a:off x="3321100" y="3091403"/>
            <a:ext cx="65837" cy="5637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6" name="C5-E07 line 64" descr="sci-ppt:o064"/>
          <p:cNvCxnSpPr/>
          <p:nvPr/>
        </p:nvCxnSpPr>
        <p:spPr>
          <a:xfrm flipV="1">
            <a:off x="3386937" y="3035853"/>
            <a:ext cx="65837" cy="5555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7" name="C5-E07 line 65" descr="sci-ppt:o065"/>
          <p:cNvCxnSpPr/>
          <p:nvPr/>
        </p:nvCxnSpPr>
        <p:spPr>
          <a:xfrm flipV="1">
            <a:off x="3452774" y="2981126"/>
            <a:ext cx="65837" cy="5472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8" name="C5-E07 line 66" descr="sci-ppt:o066"/>
          <p:cNvCxnSpPr/>
          <p:nvPr/>
        </p:nvCxnSpPr>
        <p:spPr>
          <a:xfrm flipV="1">
            <a:off x="3518611" y="2927223"/>
            <a:ext cx="65837" cy="5390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69" name="C5-E07 line 67" descr="sci-ppt:o067"/>
          <p:cNvCxnSpPr/>
          <p:nvPr/>
        </p:nvCxnSpPr>
        <p:spPr>
          <a:xfrm flipV="1">
            <a:off x="3584448" y="2874142"/>
            <a:ext cx="65836" cy="5308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0" name="C5-E07 line 68" descr="sci-ppt:o068"/>
          <p:cNvCxnSpPr/>
          <p:nvPr/>
        </p:nvCxnSpPr>
        <p:spPr>
          <a:xfrm flipV="1">
            <a:off x="3650284" y="2821884"/>
            <a:ext cx="65837" cy="5225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1" name="C5-E07 line 69" descr="sci-ppt:o069"/>
          <p:cNvCxnSpPr/>
          <p:nvPr/>
        </p:nvCxnSpPr>
        <p:spPr>
          <a:xfrm flipV="1">
            <a:off x="3716121" y="2770449"/>
            <a:ext cx="65837" cy="5143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2" name="C5-E07 line 70" descr="sci-ppt:o070"/>
          <p:cNvCxnSpPr/>
          <p:nvPr/>
        </p:nvCxnSpPr>
        <p:spPr>
          <a:xfrm flipV="1">
            <a:off x="3781958" y="2719837"/>
            <a:ext cx="65837" cy="5061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3" name="C5-E07 line 71" descr="sci-ppt:o071"/>
          <p:cNvCxnSpPr/>
          <p:nvPr/>
        </p:nvCxnSpPr>
        <p:spPr>
          <a:xfrm flipV="1">
            <a:off x="3847795" y="2670048"/>
            <a:ext cx="65837" cy="4978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4" name="C5-E07 line 72" descr="sci-ppt:o072"/>
          <p:cNvCxnSpPr/>
          <p:nvPr/>
        </p:nvCxnSpPr>
        <p:spPr>
          <a:xfrm flipV="1">
            <a:off x="3913632" y="2621081"/>
            <a:ext cx="65836" cy="4896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5" name="C5-E07 line 73" descr="sci-ppt:o073"/>
          <p:cNvCxnSpPr/>
          <p:nvPr/>
        </p:nvCxnSpPr>
        <p:spPr>
          <a:xfrm flipV="1">
            <a:off x="3979468" y="2572938"/>
            <a:ext cx="65837" cy="4814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6" name="C5-E07 line 74" descr="sci-ppt:o074"/>
          <p:cNvCxnSpPr/>
          <p:nvPr/>
        </p:nvCxnSpPr>
        <p:spPr>
          <a:xfrm flipV="1">
            <a:off x="4045305" y="2525618"/>
            <a:ext cx="65837" cy="4732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7" name="C5-E07 line 75" descr="sci-ppt:o075"/>
          <p:cNvCxnSpPr/>
          <p:nvPr/>
        </p:nvCxnSpPr>
        <p:spPr>
          <a:xfrm flipV="1">
            <a:off x="4111142" y="2479121"/>
            <a:ext cx="65837" cy="4649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8" name="C5-E07 line 76" descr="sci-ppt:o076"/>
          <p:cNvCxnSpPr/>
          <p:nvPr/>
        </p:nvCxnSpPr>
        <p:spPr>
          <a:xfrm flipV="1">
            <a:off x="4176979" y="2433447"/>
            <a:ext cx="65837" cy="4567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79" name="C5-E07 line 77" descr="sci-ppt:o077"/>
          <p:cNvCxnSpPr/>
          <p:nvPr/>
        </p:nvCxnSpPr>
        <p:spPr>
          <a:xfrm flipV="1">
            <a:off x="4242816" y="2388595"/>
            <a:ext cx="65836" cy="4485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0" name="C5-E07 line 78" descr="sci-ppt:o078"/>
          <p:cNvCxnSpPr/>
          <p:nvPr/>
        </p:nvCxnSpPr>
        <p:spPr>
          <a:xfrm flipV="1">
            <a:off x="4308652" y="2344567"/>
            <a:ext cx="65837" cy="4402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1" name="C5-E07 line 79" descr="sci-ppt:o079"/>
          <p:cNvCxnSpPr/>
          <p:nvPr/>
        </p:nvCxnSpPr>
        <p:spPr>
          <a:xfrm flipV="1">
            <a:off x="4374489" y="2301361"/>
            <a:ext cx="65837" cy="4320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2" name="C5-E07 line 80" descr="sci-ppt:o080"/>
          <p:cNvCxnSpPr/>
          <p:nvPr/>
        </p:nvCxnSpPr>
        <p:spPr>
          <a:xfrm flipV="1">
            <a:off x="4440326" y="2258979"/>
            <a:ext cx="65837" cy="4238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3" name="C5-E07 line 81" descr="sci-ppt:o081"/>
          <p:cNvCxnSpPr/>
          <p:nvPr/>
        </p:nvCxnSpPr>
        <p:spPr>
          <a:xfrm flipV="1">
            <a:off x="4506163" y="2217420"/>
            <a:ext cx="65837" cy="4155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4" name="C5-E07 line 82" descr="sci-ppt:o082"/>
          <p:cNvCxnSpPr/>
          <p:nvPr/>
        </p:nvCxnSpPr>
        <p:spPr>
          <a:xfrm flipV="1">
            <a:off x="4572000" y="2176683"/>
            <a:ext cx="65836" cy="4073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5" name="C5-E07 line 83" descr="sci-ppt:o083"/>
          <p:cNvCxnSpPr/>
          <p:nvPr/>
        </p:nvCxnSpPr>
        <p:spPr>
          <a:xfrm flipV="1">
            <a:off x="4637836" y="2136769"/>
            <a:ext cx="65837" cy="3991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6" name="C5-E07 line 84" descr="sci-ppt:o084"/>
          <p:cNvCxnSpPr/>
          <p:nvPr/>
        </p:nvCxnSpPr>
        <p:spPr>
          <a:xfrm flipV="1">
            <a:off x="4703673" y="2097679"/>
            <a:ext cx="65837" cy="3909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7" name="C5-E07 line 85" descr="sci-ppt:o085"/>
          <p:cNvCxnSpPr/>
          <p:nvPr/>
        </p:nvCxnSpPr>
        <p:spPr>
          <a:xfrm flipV="1">
            <a:off x="4769510" y="2059411"/>
            <a:ext cx="65837" cy="3826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8" name="C5-E07 line 86" descr="sci-ppt:o086"/>
          <p:cNvCxnSpPr/>
          <p:nvPr/>
        </p:nvCxnSpPr>
        <p:spPr>
          <a:xfrm flipV="1">
            <a:off x="4835347" y="2021966"/>
            <a:ext cx="65837" cy="3744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89" name="C5-E07 line 87" descr="sci-ppt:o087"/>
          <p:cNvCxnSpPr/>
          <p:nvPr/>
        </p:nvCxnSpPr>
        <p:spPr>
          <a:xfrm flipV="1">
            <a:off x="4901184" y="1985345"/>
            <a:ext cx="65836" cy="3662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0" name="C5-E07 line 88" descr="sci-ppt:o088"/>
          <p:cNvCxnSpPr/>
          <p:nvPr/>
        </p:nvCxnSpPr>
        <p:spPr>
          <a:xfrm flipV="1">
            <a:off x="4967020" y="1949546"/>
            <a:ext cx="65837" cy="3579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1" name="C5-E07 line 89" descr="sci-ppt:o089"/>
          <p:cNvCxnSpPr/>
          <p:nvPr/>
        </p:nvCxnSpPr>
        <p:spPr>
          <a:xfrm flipV="1">
            <a:off x="5032857" y="1914570"/>
            <a:ext cx="65837" cy="3497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2" name="C5-E07 line 90" descr="sci-ppt:o090"/>
          <p:cNvCxnSpPr/>
          <p:nvPr/>
        </p:nvCxnSpPr>
        <p:spPr>
          <a:xfrm flipV="1">
            <a:off x="5098694" y="1880417"/>
            <a:ext cx="65837" cy="3415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3" name="C5-E07 line 91" descr="sci-ppt:o091"/>
          <p:cNvCxnSpPr/>
          <p:nvPr/>
        </p:nvCxnSpPr>
        <p:spPr>
          <a:xfrm flipV="1">
            <a:off x="5164531" y="1847088"/>
            <a:ext cx="65837" cy="3332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4" name="C5-E07 line 92" descr="sci-ppt:o092"/>
          <p:cNvCxnSpPr/>
          <p:nvPr/>
        </p:nvCxnSpPr>
        <p:spPr>
          <a:xfrm flipV="1">
            <a:off x="5230368" y="1814581"/>
            <a:ext cx="65836" cy="3250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5" name="C5-E07 line 93" descr="sci-ppt:o093"/>
          <p:cNvCxnSpPr/>
          <p:nvPr/>
        </p:nvCxnSpPr>
        <p:spPr>
          <a:xfrm flipV="1">
            <a:off x="5296204" y="1782897"/>
            <a:ext cx="65837" cy="3168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6" name="C5-E07 line 94" descr="sci-ppt:o094"/>
          <p:cNvCxnSpPr/>
          <p:nvPr/>
        </p:nvCxnSpPr>
        <p:spPr>
          <a:xfrm flipV="1">
            <a:off x="5362041" y="1752036"/>
            <a:ext cx="65837" cy="3086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7" name="C5-E07 line 95" descr="sci-ppt:o095"/>
          <p:cNvCxnSpPr/>
          <p:nvPr/>
        </p:nvCxnSpPr>
        <p:spPr>
          <a:xfrm flipV="1">
            <a:off x="5427878" y="1721998"/>
            <a:ext cx="65837" cy="3003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8" name="C5-E07 line 96" descr="sci-ppt:o096"/>
          <p:cNvCxnSpPr/>
          <p:nvPr/>
        </p:nvCxnSpPr>
        <p:spPr>
          <a:xfrm flipV="1">
            <a:off x="5493715" y="1692782"/>
            <a:ext cx="65837" cy="292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99" name="C5-E07 line 97" descr="sci-ppt:o097"/>
          <p:cNvCxnSpPr/>
          <p:nvPr/>
        </p:nvCxnSpPr>
        <p:spPr>
          <a:xfrm flipV="1">
            <a:off x="5559552" y="1664390"/>
            <a:ext cx="65836" cy="2839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0" name="C5-E07 line 98" descr="sci-ppt:o098"/>
          <p:cNvCxnSpPr/>
          <p:nvPr/>
        </p:nvCxnSpPr>
        <p:spPr>
          <a:xfrm flipV="1">
            <a:off x="5625388" y="1636821"/>
            <a:ext cx="65837" cy="2756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1" name="C5-E07 line 99" descr="sci-ppt:o099"/>
          <p:cNvCxnSpPr/>
          <p:nvPr/>
        </p:nvCxnSpPr>
        <p:spPr>
          <a:xfrm flipV="1">
            <a:off x="5691225" y="1610075"/>
            <a:ext cx="65837" cy="2674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2" name="C5-E07 line 100" descr="sci-ppt:o100"/>
          <p:cNvCxnSpPr/>
          <p:nvPr/>
        </p:nvCxnSpPr>
        <p:spPr>
          <a:xfrm flipV="1">
            <a:off x="5757062" y="1584152"/>
            <a:ext cx="65837" cy="2592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3" name="C5-E07 line 101" descr="sci-ppt:o101"/>
          <p:cNvCxnSpPr/>
          <p:nvPr/>
        </p:nvCxnSpPr>
        <p:spPr>
          <a:xfrm flipV="1">
            <a:off x="5822899" y="1559052"/>
            <a:ext cx="65837" cy="2510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4" name="C5-E07 line 102" descr="sci-ppt:o102"/>
          <p:cNvCxnSpPr/>
          <p:nvPr/>
        </p:nvCxnSpPr>
        <p:spPr>
          <a:xfrm flipV="1">
            <a:off x="5888736" y="1534774"/>
            <a:ext cx="65836" cy="2427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5" name="C5-E07 line 103" descr="sci-ppt:o103"/>
          <p:cNvCxnSpPr/>
          <p:nvPr/>
        </p:nvCxnSpPr>
        <p:spPr>
          <a:xfrm flipV="1">
            <a:off x="5954572" y="1511320"/>
            <a:ext cx="65837" cy="2345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6" name="C5-E07 line 104" descr="sci-ppt:o104"/>
          <p:cNvCxnSpPr/>
          <p:nvPr/>
        </p:nvCxnSpPr>
        <p:spPr>
          <a:xfrm flipV="1">
            <a:off x="6020409" y="1488688"/>
            <a:ext cx="65837" cy="2263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7" name="C5-E07 line 105" descr="sci-ppt:o105"/>
          <p:cNvCxnSpPr/>
          <p:nvPr/>
        </p:nvCxnSpPr>
        <p:spPr>
          <a:xfrm flipV="1">
            <a:off x="6086246" y="1466880"/>
            <a:ext cx="65837" cy="2180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8" name="C5-E07 line 106" descr="sci-ppt:o106"/>
          <p:cNvCxnSpPr/>
          <p:nvPr/>
        </p:nvCxnSpPr>
        <p:spPr>
          <a:xfrm flipV="1">
            <a:off x="6152083" y="1445894"/>
            <a:ext cx="65837" cy="2098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09" name="C5-E07 line 107" descr="sci-ppt:o107"/>
          <p:cNvCxnSpPr/>
          <p:nvPr/>
        </p:nvCxnSpPr>
        <p:spPr>
          <a:xfrm flipV="1">
            <a:off x="6217920" y="1425732"/>
            <a:ext cx="65836" cy="2016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0" name="C5-E07 line 108" descr="sci-ppt:o108"/>
          <p:cNvCxnSpPr/>
          <p:nvPr/>
        </p:nvCxnSpPr>
        <p:spPr>
          <a:xfrm flipV="1">
            <a:off x="6283756" y="1406392"/>
            <a:ext cx="65837" cy="1934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1" name="C5-E07 line 109" descr="sci-ppt:o109"/>
          <p:cNvCxnSpPr/>
          <p:nvPr/>
        </p:nvCxnSpPr>
        <p:spPr>
          <a:xfrm flipV="1">
            <a:off x="6349593" y="1387876"/>
            <a:ext cx="65837" cy="1851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2" name="C5-E07 line 110" descr="sci-ppt:o110"/>
          <p:cNvCxnSpPr/>
          <p:nvPr/>
        </p:nvCxnSpPr>
        <p:spPr>
          <a:xfrm flipV="1">
            <a:off x="6415430" y="1370182"/>
            <a:ext cx="65837" cy="1769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3" name="C5-E07 line 111" descr="sci-ppt:o111"/>
          <p:cNvCxnSpPr/>
          <p:nvPr/>
        </p:nvCxnSpPr>
        <p:spPr>
          <a:xfrm flipV="1">
            <a:off x="6481267" y="1353311"/>
            <a:ext cx="65837" cy="16871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4" name="C5-E07 line 112" descr="sci-ppt:o112"/>
          <p:cNvCxnSpPr/>
          <p:nvPr/>
        </p:nvCxnSpPr>
        <p:spPr>
          <a:xfrm flipV="1">
            <a:off x="6547104" y="1337264"/>
            <a:ext cx="65836" cy="1604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5" name="C5-E07 line 113" descr="sci-ppt:o113"/>
          <p:cNvCxnSpPr/>
          <p:nvPr/>
        </p:nvCxnSpPr>
        <p:spPr>
          <a:xfrm flipV="1">
            <a:off x="6612940" y="1322039"/>
            <a:ext cx="65837" cy="1522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6" name="C5-E07 line 114" descr="sci-ppt:o114"/>
          <p:cNvCxnSpPr/>
          <p:nvPr/>
        </p:nvCxnSpPr>
        <p:spPr>
          <a:xfrm flipV="1">
            <a:off x="6678777" y="1307637"/>
            <a:ext cx="65837" cy="1440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7" name="C5-E07 line 115" descr="sci-ppt:o115"/>
          <p:cNvCxnSpPr/>
          <p:nvPr/>
        </p:nvCxnSpPr>
        <p:spPr>
          <a:xfrm flipV="1">
            <a:off x="6744614" y="1294058"/>
            <a:ext cx="65837" cy="1357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8" name="C5-E07 line 116" descr="sci-ppt:o116"/>
          <p:cNvCxnSpPr/>
          <p:nvPr/>
        </p:nvCxnSpPr>
        <p:spPr>
          <a:xfrm flipV="1">
            <a:off x="6810451" y="1281303"/>
            <a:ext cx="65837" cy="1275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19" name="C5-E07 line 117" descr="sci-ppt:o117"/>
          <p:cNvCxnSpPr/>
          <p:nvPr/>
        </p:nvCxnSpPr>
        <p:spPr>
          <a:xfrm flipV="1">
            <a:off x="6876288" y="1269370"/>
            <a:ext cx="65836" cy="11933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0" name="C5-E07 line 118" descr="sci-ppt:o118"/>
          <p:cNvCxnSpPr/>
          <p:nvPr/>
        </p:nvCxnSpPr>
        <p:spPr>
          <a:xfrm flipV="1">
            <a:off x="6942124" y="1258260"/>
            <a:ext cx="65837" cy="1111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1" name="C5-E07 line 119" descr="sci-ppt:o119"/>
          <p:cNvCxnSpPr/>
          <p:nvPr/>
        </p:nvCxnSpPr>
        <p:spPr>
          <a:xfrm flipV="1">
            <a:off x="7007961" y="1247973"/>
            <a:ext cx="65837" cy="10287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2" name="C5-E07 line 120" descr="sci-ppt:o120"/>
          <p:cNvCxnSpPr/>
          <p:nvPr/>
        </p:nvCxnSpPr>
        <p:spPr>
          <a:xfrm flipV="1">
            <a:off x="7073798" y="1238509"/>
            <a:ext cx="65837" cy="946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3" name="C5-E07 line 121" descr="sci-ppt:o121"/>
          <p:cNvCxnSpPr/>
          <p:nvPr/>
        </p:nvCxnSpPr>
        <p:spPr>
          <a:xfrm flipV="1">
            <a:off x="7139635" y="1229867"/>
            <a:ext cx="65837" cy="864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4" name="C5-E07 line 122" descr="sci-ppt:o122"/>
          <p:cNvCxnSpPr/>
          <p:nvPr/>
        </p:nvCxnSpPr>
        <p:spPr>
          <a:xfrm flipV="1">
            <a:off x="7205472" y="1222049"/>
            <a:ext cx="65836" cy="781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5" name="C5-E07 line 123" descr="sci-ppt:o123"/>
          <p:cNvCxnSpPr/>
          <p:nvPr/>
        </p:nvCxnSpPr>
        <p:spPr>
          <a:xfrm flipV="1">
            <a:off x="7271308" y="1215054"/>
            <a:ext cx="65837" cy="6995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6" name="C5-E07 line 124" descr="sci-ppt:o124"/>
          <p:cNvCxnSpPr/>
          <p:nvPr/>
        </p:nvCxnSpPr>
        <p:spPr>
          <a:xfrm flipV="1">
            <a:off x="7337145" y="1208882"/>
            <a:ext cx="65837" cy="617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7" name="C5-E07 line 125" descr="sci-ppt:o125"/>
          <p:cNvCxnSpPr/>
          <p:nvPr/>
        </p:nvCxnSpPr>
        <p:spPr>
          <a:xfrm flipV="1">
            <a:off x="7402982" y="1203533"/>
            <a:ext cx="65837" cy="534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8" name="C5-E07 line 126" descr="sci-ppt:o126"/>
          <p:cNvCxnSpPr/>
          <p:nvPr/>
        </p:nvCxnSpPr>
        <p:spPr>
          <a:xfrm flipV="1">
            <a:off x="7468819" y="1199007"/>
            <a:ext cx="65837" cy="4526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29" name="C5-E07 line 127" descr="sci-ppt:o127"/>
          <p:cNvCxnSpPr/>
          <p:nvPr/>
        </p:nvCxnSpPr>
        <p:spPr>
          <a:xfrm flipV="1">
            <a:off x="7534656" y="1195303"/>
            <a:ext cx="65836" cy="370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0" name="C5-E07 line 128" descr="sci-ppt:o128"/>
          <p:cNvCxnSpPr/>
          <p:nvPr/>
        </p:nvCxnSpPr>
        <p:spPr>
          <a:xfrm flipV="1">
            <a:off x="7600492" y="1192423"/>
            <a:ext cx="65837" cy="2880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1" name="C5-E07 line 129" descr="sci-ppt:o129"/>
          <p:cNvCxnSpPr/>
          <p:nvPr/>
        </p:nvCxnSpPr>
        <p:spPr>
          <a:xfrm flipV="1">
            <a:off x="7666329" y="1190365"/>
            <a:ext cx="65837" cy="2058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2" name="C5-E07 line 130" descr="sci-ppt:o130"/>
          <p:cNvCxnSpPr/>
          <p:nvPr/>
        </p:nvCxnSpPr>
        <p:spPr>
          <a:xfrm flipV="1">
            <a:off x="7732166" y="1189131"/>
            <a:ext cx="65837" cy="1234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3" name="C5-E07 line 131" descr="sci-ppt:o131"/>
          <p:cNvCxnSpPr/>
          <p:nvPr/>
        </p:nvCxnSpPr>
        <p:spPr>
          <a:xfrm flipV="1">
            <a:off x="7798003" y="1188719"/>
            <a:ext cx="65837" cy="412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cxnSp>
        <p:nvCxnSpPr>
          <p:cNvPr id="134" name="C5-E07 line 132" descr="sci-ppt:o132"/>
          <p:cNvCxnSpPr/>
          <p:nvPr/>
        </p:nvCxnSpPr>
        <p:spPr>
          <a:xfrm>
            <a:off x="1280160" y="1188719"/>
            <a:ext cx="65836" cy="8188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5" name="C5-E07 line 133" descr="sci-ppt:o133"/>
          <p:cNvCxnSpPr/>
          <p:nvPr/>
        </p:nvCxnSpPr>
        <p:spPr>
          <a:xfrm>
            <a:off x="1345996" y="1270604"/>
            <a:ext cx="65837" cy="8106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6" name="C5-E07 line 134" descr="sci-ppt:o134"/>
          <p:cNvCxnSpPr/>
          <p:nvPr/>
        </p:nvCxnSpPr>
        <p:spPr>
          <a:xfrm>
            <a:off x="1411833" y="1351666"/>
            <a:ext cx="65837" cy="8023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7" name="C5-E07 line 135" descr="sci-ppt:o135"/>
          <p:cNvCxnSpPr/>
          <p:nvPr/>
        </p:nvCxnSpPr>
        <p:spPr>
          <a:xfrm>
            <a:off x="1477670" y="1431904"/>
            <a:ext cx="65837" cy="794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8" name="C5-E07 line 136" descr="sci-ppt:o136"/>
          <p:cNvCxnSpPr/>
          <p:nvPr/>
        </p:nvCxnSpPr>
        <p:spPr>
          <a:xfrm>
            <a:off x="1543507" y="1511320"/>
            <a:ext cx="65837" cy="7859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39" name="C5-E07 line 137" descr="sci-ppt:o137"/>
          <p:cNvCxnSpPr/>
          <p:nvPr/>
        </p:nvCxnSpPr>
        <p:spPr>
          <a:xfrm>
            <a:off x="1609344" y="1589912"/>
            <a:ext cx="65836" cy="7777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0" name="C5-E07 line 138" descr="sci-ppt:o138"/>
          <p:cNvCxnSpPr/>
          <p:nvPr/>
        </p:nvCxnSpPr>
        <p:spPr>
          <a:xfrm>
            <a:off x="1675180" y="1667682"/>
            <a:ext cx="65837" cy="7694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1" name="C5-E07 line 139" descr="sci-ppt:o139"/>
          <p:cNvCxnSpPr/>
          <p:nvPr/>
        </p:nvCxnSpPr>
        <p:spPr>
          <a:xfrm>
            <a:off x="1741017" y="1744629"/>
            <a:ext cx="65837" cy="7612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2" name="C5-E07 line 140" descr="sci-ppt:o140"/>
          <p:cNvCxnSpPr/>
          <p:nvPr/>
        </p:nvCxnSpPr>
        <p:spPr>
          <a:xfrm>
            <a:off x="1806854" y="1820753"/>
            <a:ext cx="65837" cy="7530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3" name="C5-E07 line 141" descr="sci-ppt:o141"/>
          <p:cNvCxnSpPr/>
          <p:nvPr/>
        </p:nvCxnSpPr>
        <p:spPr>
          <a:xfrm>
            <a:off x="1872691" y="1896054"/>
            <a:ext cx="65837" cy="7447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4" name="C5-E07 line 142" descr="sci-ppt:o142"/>
          <p:cNvCxnSpPr/>
          <p:nvPr/>
        </p:nvCxnSpPr>
        <p:spPr>
          <a:xfrm>
            <a:off x="1938528" y="1970531"/>
            <a:ext cx="65836" cy="7365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5" name="C5-E07 line 143" descr="sci-ppt:o143"/>
          <p:cNvCxnSpPr/>
          <p:nvPr/>
        </p:nvCxnSpPr>
        <p:spPr>
          <a:xfrm>
            <a:off x="2004364" y="2044186"/>
            <a:ext cx="65837" cy="728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6" name="C5-E07 line 144" descr="sci-ppt:o144"/>
          <p:cNvCxnSpPr/>
          <p:nvPr/>
        </p:nvCxnSpPr>
        <p:spPr>
          <a:xfrm>
            <a:off x="2070201" y="2117018"/>
            <a:ext cx="65837" cy="7200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7" name="C5-E07 line 145" descr="sci-ppt:o145"/>
          <p:cNvCxnSpPr/>
          <p:nvPr/>
        </p:nvCxnSpPr>
        <p:spPr>
          <a:xfrm>
            <a:off x="2136038" y="2189027"/>
            <a:ext cx="65837" cy="7118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8" name="C5-E07 line 146" descr="sci-ppt:o146"/>
          <p:cNvCxnSpPr/>
          <p:nvPr/>
        </p:nvCxnSpPr>
        <p:spPr>
          <a:xfrm>
            <a:off x="2201875" y="2260213"/>
            <a:ext cx="65837" cy="703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49" name="C5-E07 line 147" descr="sci-ppt:o147"/>
          <p:cNvCxnSpPr/>
          <p:nvPr/>
        </p:nvCxnSpPr>
        <p:spPr>
          <a:xfrm>
            <a:off x="2267712" y="2330577"/>
            <a:ext cx="65836" cy="6954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0" name="C5-E07 line 148" descr="sci-ppt:o148"/>
          <p:cNvCxnSpPr/>
          <p:nvPr/>
        </p:nvCxnSpPr>
        <p:spPr>
          <a:xfrm>
            <a:off x="2333548" y="2400117"/>
            <a:ext cx="65837" cy="6871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1" name="C5-E07 line 149" descr="sci-ppt:o149"/>
          <p:cNvCxnSpPr/>
          <p:nvPr/>
        </p:nvCxnSpPr>
        <p:spPr>
          <a:xfrm>
            <a:off x="2399385" y="2468834"/>
            <a:ext cx="65837" cy="6789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2" name="C5-E07 line 150" descr="sci-ppt:o150"/>
          <p:cNvCxnSpPr/>
          <p:nvPr/>
        </p:nvCxnSpPr>
        <p:spPr>
          <a:xfrm>
            <a:off x="2465222" y="2536728"/>
            <a:ext cx="65837" cy="6707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3" name="C5-E07 line 151" descr="sci-ppt:o151"/>
          <p:cNvCxnSpPr/>
          <p:nvPr/>
        </p:nvCxnSpPr>
        <p:spPr>
          <a:xfrm>
            <a:off x="2531059" y="2603799"/>
            <a:ext cx="65837" cy="6624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4" name="C5-E07 line 152" descr="sci-ppt:o152"/>
          <p:cNvCxnSpPr/>
          <p:nvPr/>
        </p:nvCxnSpPr>
        <p:spPr>
          <a:xfrm>
            <a:off x="2596896" y="2670047"/>
            <a:ext cx="65836" cy="6542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5" name="C5-E07 line 153" descr="sci-ppt:o153"/>
          <p:cNvCxnSpPr/>
          <p:nvPr/>
        </p:nvCxnSpPr>
        <p:spPr>
          <a:xfrm>
            <a:off x="2662732" y="2735473"/>
            <a:ext cx="65837" cy="6460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6" name="C5-E07 line 154" descr="sci-ppt:o154"/>
          <p:cNvCxnSpPr/>
          <p:nvPr/>
        </p:nvCxnSpPr>
        <p:spPr>
          <a:xfrm>
            <a:off x="2728569" y="2800075"/>
            <a:ext cx="65837" cy="6378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7" name="C5-E07 line 155" descr="sci-ppt:o155"/>
          <p:cNvCxnSpPr/>
          <p:nvPr/>
        </p:nvCxnSpPr>
        <p:spPr>
          <a:xfrm>
            <a:off x="2794406" y="2863855"/>
            <a:ext cx="65837" cy="6295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8" name="C5-E07 line 156" descr="sci-ppt:o156"/>
          <p:cNvCxnSpPr/>
          <p:nvPr/>
        </p:nvCxnSpPr>
        <p:spPr>
          <a:xfrm>
            <a:off x="2860243" y="2926811"/>
            <a:ext cx="65837" cy="6213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59" name="C5-E07 line 157" descr="sci-ppt:o157"/>
          <p:cNvCxnSpPr/>
          <p:nvPr/>
        </p:nvCxnSpPr>
        <p:spPr>
          <a:xfrm>
            <a:off x="2926080" y="2988945"/>
            <a:ext cx="65836" cy="6131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0" name="C5-E07 line 158" descr="sci-ppt:o158"/>
          <p:cNvCxnSpPr/>
          <p:nvPr/>
        </p:nvCxnSpPr>
        <p:spPr>
          <a:xfrm>
            <a:off x="2991916" y="3050255"/>
            <a:ext cx="65837" cy="6048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1" name="C5-E07 line 159" descr="sci-ppt:o159"/>
          <p:cNvCxnSpPr/>
          <p:nvPr/>
        </p:nvCxnSpPr>
        <p:spPr>
          <a:xfrm>
            <a:off x="3057753" y="3110743"/>
            <a:ext cx="65837" cy="596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2" name="C5-E07 line 160" descr="sci-ppt:o160"/>
          <p:cNvCxnSpPr/>
          <p:nvPr/>
        </p:nvCxnSpPr>
        <p:spPr>
          <a:xfrm>
            <a:off x="3123590" y="3170407"/>
            <a:ext cx="65837" cy="5884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3" name="C5-E07 line 161" descr="sci-ppt:o161"/>
          <p:cNvCxnSpPr/>
          <p:nvPr/>
        </p:nvCxnSpPr>
        <p:spPr>
          <a:xfrm>
            <a:off x="3189427" y="3229249"/>
            <a:ext cx="65837" cy="5801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4" name="C5-E07 line 162" descr="sci-ppt:o162"/>
          <p:cNvCxnSpPr/>
          <p:nvPr/>
        </p:nvCxnSpPr>
        <p:spPr>
          <a:xfrm>
            <a:off x="3255264" y="3287268"/>
            <a:ext cx="65836" cy="5719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5" name="C5-E07 line 163" descr="sci-ppt:o163"/>
          <p:cNvCxnSpPr/>
          <p:nvPr/>
        </p:nvCxnSpPr>
        <p:spPr>
          <a:xfrm>
            <a:off x="3321100" y="3344463"/>
            <a:ext cx="65837" cy="5637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6" name="C5-E07 line 164" descr="sci-ppt:o164"/>
          <p:cNvCxnSpPr/>
          <p:nvPr/>
        </p:nvCxnSpPr>
        <p:spPr>
          <a:xfrm>
            <a:off x="3386937" y="3400836"/>
            <a:ext cx="65837" cy="5555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7" name="C5-E07 line 165" descr="sci-ppt:o165"/>
          <p:cNvCxnSpPr/>
          <p:nvPr/>
        </p:nvCxnSpPr>
        <p:spPr>
          <a:xfrm>
            <a:off x="3452774" y="3456386"/>
            <a:ext cx="65837" cy="5472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8" name="C5-E07 line 166" descr="sci-ppt:o166"/>
          <p:cNvCxnSpPr/>
          <p:nvPr/>
        </p:nvCxnSpPr>
        <p:spPr>
          <a:xfrm>
            <a:off x="3518611" y="3511113"/>
            <a:ext cx="65837" cy="5390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69" name="C5-E07 line 167" descr="sci-ppt:o167"/>
          <p:cNvCxnSpPr/>
          <p:nvPr/>
        </p:nvCxnSpPr>
        <p:spPr>
          <a:xfrm>
            <a:off x="3584448" y="3565016"/>
            <a:ext cx="65836" cy="5308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0" name="C5-E07 line 168" descr="sci-ppt:o168"/>
          <p:cNvCxnSpPr/>
          <p:nvPr/>
        </p:nvCxnSpPr>
        <p:spPr>
          <a:xfrm>
            <a:off x="3650284" y="3618097"/>
            <a:ext cx="65837" cy="5225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1" name="C5-E07 line 169" descr="sci-ppt:o169"/>
          <p:cNvCxnSpPr/>
          <p:nvPr/>
        </p:nvCxnSpPr>
        <p:spPr>
          <a:xfrm>
            <a:off x="3716121" y="3670355"/>
            <a:ext cx="65837" cy="5143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2" name="C5-E07 line 170" descr="sci-ppt:o170"/>
          <p:cNvCxnSpPr/>
          <p:nvPr/>
        </p:nvCxnSpPr>
        <p:spPr>
          <a:xfrm>
            <a:off x="3781958" y="3721790"/>
            <a:ext cx="65837" cy="5061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3" name="C5-E07 line 171" descr="sci-ppt:o171"/>
          <p:cNvCxnSpPr/>
          <p:nvPr/>
        </p:nvCxnSpPr>
        <p:spPr>
          <a:xfrm>
            <a:off x="3847795" y="3772402"/>
            <a:ext cx="65837" cy="4978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4" name="C5-E07 line 172" descr="sci-ppt:o172"/>
          <p:cNvCxnSpPr/>
          <p:nvPr/>
        </p:nvCxnSpPr>
        <p:spPr>
          <a:xfrm>
            <a:off x="3913632" y="3822191"/>
            <a:ext cx="65836" cy="4896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5" name="C5-E07 line 173" descr="sci-ppt:o173"/>
          <p:cNvCxnSpPr/>
          <p:nvPr/>
        </p:nvCxnSpPr>
        <p:spPr>
          <a:xfrm>
            <a:off x="3979468" y="3871158"/>
            <a:ext cx="65837" cy="4814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6" name="C5-E07 line 174" descr="sci-ppt:o174"/>
          <p:cNvCxnSpPr/>
          <p:nvPr/>
        </p:nvCxnSpPr>
        <p:spPr>
          <a:xfrm>
            <a:off x="4045305" y="3919301"/>
            <a:ext cx="65837" cy="4732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7" name="C5-E07 line 175" descr="sci-ppt:o175"/>
          <p:cNvCxnSpPr/>
          <p:nvPr/>
        </p:nvCxnSpPr>
        <p:spPr>
          <a:xfrm>
            <a:off x="4111142" y="3966621"/>
            <a:ext cx="65837" cy="4649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8" name="C5-E07 line 176" descr="sci-ppt:o176"/>
          <p:cNvCxnSpPr/>
          <p:nvPr/>
        </p:nvCxnSpPr>
        <p:spPr>
          <a:xfrm>
            <a:off x="4176979" y="4013118"/>
            <a:ext cx="65837" cy="4567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79" name="C5-E07 line 177" descr="sci-ppt:o177"/>
          <p:cNvCxnSpPr/>
          <p:nvPr/>
        </p:nvCxnSpPr>
        <p:spPr>
          <a:xfrm>
            <a:off x="4242816" y="4058793"/>
            <a:ext cx="65836" cy="4485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0" name="C5-E07 line 178" descr="sci-ppt:o178"/>
          <p:cNvCxnSpPr/>
          <p:nvPr/>
        </p:nvCxnSpPr>
        <p:spPr>
          <a:xfrm>
            <a:off x="4308652" y="4103644"/>
            <a:ext cx="65837" cy="4402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1" name="C5-E07 line 179" descr="sci-ppt:o179"/>
          <p:cNvCxnSpPr/>
          <p:nvPr/>
        </p:nvCxnSpPr>
        <p:spPr>
          <a:xfrm>
            <a:off x="4374489" y="4147672"/>
            <a:ext cx="65837" cy="4320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2" name="C5-E07 line 180" descr="sci-ppt:o180"/>
          <p:cNvCxnSpPr/>
          <p:nvPr/>
        </p:nvCxnSpPr>
        <p:spPr>
          <a:xfrm>
            <a:off x="4440326" y="4190878"/>
            <a:ext cx="65837" cy="4238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3" name="C5-E07 line 181" descr="sci-ppt:o181"/>
          <p:cNvCxnSpPr/>
          <p:nvPr/>
        </p:nvCxnSpPr>
        <p:spPr>
          <a:xfrm>
            <a:off x="4506163" y="4233260"/>
            <a:ext cx="65837" cy="4156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4" name="C5-E07 line 182" descr="sci-ppt:o182"/>
          <p:cNvCxnSpPr/>
          <p:nvPr/>
        </p:nvCxnSpPr>
        <p:spPr>
          <a:xfrm>
            <a:off x="4572000" y="4274820"/>
            <a:ext cx="65836" cy="4073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5" name="C5-E07 line 183" descr="sci-ppt:o183"/>
          <p:cNvCxnSpPr/>
          <p:nvPr/>
        </p:nvCxnSpPr>
        <p:spPr>
          <a:xfrm>
            <a:off x="4637836" y="4315556"/>
            <a:ext cx="65837" cy="3991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6" name="C5-E07 line 184" descr="sci-ppt:o184"/>
          <p:cNvCxnSpPr/>
          <p:nvPr/>
        </p:nvCxnSpPr>
        <p:spPr>
          <a:xfrm>
            <a:off x="4703673" y="4355470"/>
            <a:ext cx="65837" cy="3909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7" name="C5-E07 line 185" descr="sci-ppt:o185"/>
          <p:cNvCxnSpPr/>
          <p:nvPr/>
        </p:nvCxnSpPr>
        <p:spPr>
          <a:xfrm>
            <a:off x="4769510" y="4394560"/>
            <a:ext cx="65837" cy="3826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8" name="C5-E07 line 186" descr="sci-ppt:o186"/>
          <p:cNvCxnSpPr/>
          <p:nvPr/>
        </p:nvCxnSpPr>
        <p:spPr>
          <a:xfrm>
            <a:off x="4835347" y="4432828"/>
            <a:ext cx="65837" cy="3744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89" name="C5-E07 line 187" descr="sci-ppt:o187"/>
          <p:cNvCxnSpPr/>
          <p:nvPr/>
        </p:nvCxnSpPr>
        <p:spPr>
          <a:xfrm>
            <a:off x="4901184" y="4470273"/>
            <a:ext cx="65836" cy="3662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0" name="C5-E07 line 188" descr="sci-ppt:o188"/>
          <p:cNvCxnSpPr/>
          <p:nvPr/>
        </p:nvCxnSpPr>
        <p:spPr>
          <a:xfrm>
            <a:off x="4967020" y="4506894"/>
            <a:ext cx="65837" cy="3579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1" name="C5-E07 line 189" descr="sci-ppt:o189"/>
          <p:cNvCxnSpPr/>
          <p:nvPr/>
        </p:nvCxnSpPr>
        <p:spPr>
          <a:xfrm>
            <a:off x="5032857" y="4542693"/>
            <a:ext cx="65837" cy="3497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2" name="C5-E07 line 190" descr="sci-ppt:o190"/>
          <p:cNvCxnSpPr/>
          <p:nvPr/>
        </p:nvCxnSpPr>
        <p:spPr>
          <a:xfrm>
            <a:off x="5098694" y="4577669"/>
            <a:ext cx="65837" cy="3415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3" name="C5-E07 line 191" descr="sci-ppt:o191"/>
          <p:cNvCxnSpPr/>
          <p:nvPr/>
        </p:nvCxnSpPr>
        <p:spPr>
          <a:xfrm>
            <a:off x="5164531" y="4611822"/>
            <a:ext cx="65837" cy="3333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4" name="C5-E07 line 192" descr="sci-ppt:o192"/>
          <p:cNvCxnSpPr/>
          <p:nvPr/>
        </p:nvCxnSpPr>
        <p:spPr>
          <a:xfrm>
            <a:off x="5230368" y="4645152"/>
            <a:ext cx="65836" cy="3250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5" name="C5-E07 line 193" descr="sci-ppt:o193"/>
          <p:cNvCxnSpPr/>
          <p:nvPr/>
        </p:nvCxnSpPr>
        <p:spPr>
          <a:xfrm>
            <a:off x="5296204" y="4677658"/>
            <a:ext cx="65837" cy="3168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6" name="C5-E07 line 194" descr="sci-ppt:o194"/>
          <p:cNvCxnSpPr/>
          <p:nvPr/>
        </p:nvCxnSpPr>
        <p:spPr>
          <a:xfrm>
            <a:off x="5362041" y="4709342"/>
            <a:ext cx="65837" cy="3086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7" name="C5-E07 line 195" descr="sci-ppt:o195"/>
          <p:cNvCxnSpPr/>
          <p:nvPr/>
        </p:nvCxnSpPr>
        <p:spPr>
          <a:xfrm>
            <a:off x="5427878" y="4740203"/>
            <a:ext cx="65837" cy="3003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8" name="C5-E07 line 196" descr="sci-ppt:o196"/>
          <p:cNvCxnSpPr/>
          <p:nvPr/>
        </p:nvCxnSpPr>
        <p:spPr>
          <a:xfrm>
            <a:off x="5493715" y="4770241"/>
            <a:ext cx="65837" cy="292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199" name="C5-E07 line 197" descr="sci-ppt:o197"/>
          <p:cNvCxnSpPr/>
          <p:nvPr/>
        </p:nvCxnSpPr>
        <p:spPr>
          <a:xfrm>
            <a:off x="5559552" y="4799457"/>
            <a:ext cx="65836" cy="2839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0" name="C5-E07 line 198" descr="sci-ppt:o198"/>
          <p:cNvCxnSpPr/>
          <p:nvPr/>
        </p:nvCxnSpPr>
        <p:spPr>
          <a:xfrm>
            <a:off x="5625388" y="4827849"/>
            <a:ext cx="65837" cy="2756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1" name="C5-E07 line 199" descr="sci-ppt:o199"/>
          <p:cNvCxnSpPr/>
          <p:nvPr/>
        </p:nvCxnSpPr>
        <p:spPr>
          <a:xfrm>
            <a:off x="5691225" y="4855418"/>
            <a:ext cx="65837" cy="2674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2" name="C5-E07 line 200" descr="sci-ppt:o200"/>
          <p:cNvCxnSpPr/>
          <p:nvPr/>
        </p:nvCxnSpPr>
        <p:spPr>
          <a:xfrm>
            <a:off x="5757062" y="4882164"/>
            <a:ext cx="65837" cy="25923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3" name="C5-E07 line 201" descr="sci-ppt:o201"/>
          <p:cNvCxnSpPr/>
          <p:nvPr/>
        </p:nvCxnSpPr>
        <p:spPr>
          <a:xfrm>
            <a:off x="5822899" y="4908087"/>
            <a:ext cx="65837" cy="2510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4" name="C5-E07 line 202" descr="sci-ppt:o202"/>
          <p:cNvCxnSpPr/>
          <p:nvPr/>
        </p:nvCxnSpPr>
        <p:spPr>
          <a:xfrm>
            <a:off x="5888736" y="4933188"/>
            <a:ext cx="65836" cy="2427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5" name="C5-E07 line 203" descr="sci-ppt:o203"/>
          <p:cNvCxnSpPr/>
          <p:nvPr/>
        </p:nvCxnSpPr>
        <p:spPr>
          <a:xfrm>
            <a:off x="5954572" y="4957465"/>
            <a:ext cx="65837" cy="2345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6" name="C5-E07 line 204" descr="sci-ppt:o204"/>
          <p:cNvCxnSpPr/>
          <p:nvPr/>
        </p:nvCxnSpPr>
        <p:spPr>
          <a:xfrm>
            <a:off x="6020409" y="4980919"/>
            <a:ext cx="65837" cy="226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7" name="C5-E07 line 205" descr="sci-ppt:o205"/>
          <p:cNvCxnSpPr/>
          <p:nvPr/>
        </p:nvCxnSpPr>
        <p:spPr>
          <a:xfrm>
            <a:off x="6086246" y="5003551"/>
            <a:ext cx="65837" cy="2180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8" name="C5-E07 line 206" descr="sci-ppt:o206"/>
          <p:cNvCxnSpPr/>
          <p:nvPr/>
        </p:nvCxnSpPr>
        <p:spPr>
          <a:xfrm>
            <a:off x="6152083" y="5025359"/>
            <a:ext cx="65837" cy="2098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09" name="C5-E07 line 207" descr="sci-ppt:o207"/>
          <p:cNvCxnSpPr/>
          <p:nvPr/>
        </p:nvCxnSpPr>
        <p:spPr>
          <a:xfrm>
            <a:off x="6217920" y="5046345"/>
            <a:ext cx="65836" cy="2016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0" name="C5-E07 line 208" descr="sci-ppt:o208"/>
          <p:cNvCxnSpPr/>
          <p:nvPr/>
        </p:nvCxnSpPr>
        <p:spPr>
          <a:xfrm>
            <a:off x="6283756" y="5066507"/>
            <a:ext cx="65837" cy="1934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1" name="C5-E07 line 209" descr="sci-ppt:o209"/>
          <p:cNvCxnSpPr/>
          <p:nvPr/>
        </p:nvCxnSpPr>
        <p:spPr>
          <a:xfrm>
            <a:off x="6349593" y="5085847"/>
            <a:ext cx="65837" cy="1851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2" name="C5-E07 line 210" descr="sci-ppt:o210"/>
          <p:cNvCxnSpPr/>
          <p:nvPr/>
        </p:nvCxnSpPr>
        <p:spPr>
          <a:xfrm>
            <a:off x="6415430" y="5104363"/>
            <a:ext cx="65837" cy="1769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3" name="C5-E07 line 211" descr="sci-ppt:o211"/>
          <p:cNvCxnSpPr/>
          <p:nvPr/>
        </p:nvCxnSpPr>
        <p:spPr>
          <a:xfrm>
            <a:off x="6481267" y="5122057"/>
            <a:ext cx="65837" cy="16871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4" name="C5-E07 line 212" descr="sci-ppt:o212"/>
          <p:cNvCxnSpPr/>
          <p:nvPr/>
        </p:nvCxnSpPr>
        <p:spPr>
          <a:xfrm>
            <a:off x="6547104" y="5138928"/>
            <a:ext cx="65836" cy="1604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5" name="C5-E07 line 213" descr="sci-ppt:o213"/>
          <p:cNvCxnSpPr/>
          <p:nvPr/>
        </p:nvCxnSpPr>
        <p:spPr>
          <a:xfrm>
            <a:off x="6612940" y="5154975"/>
            <a:ext cx="65837" cy="1522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6" name="C5-E07 line 214" descr="sci-ppt:o214"/>
          <p:cNvCxnSpPr/>
          <p:nvPr/>
        </p:nvCxnSpPr>
        <p:spPr>
          <a:xfrm>
            <a:off x="6678777" y="5170200"/>
            <a:ext cx="65837" cy="1440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7" name="C5-E07 line 215" descr="sci-ppt:o215"/>
          <p:cNvCxnSpPr/>
          <p:nvPr/>
        </p:nvCxnSpPr>
        <p:spPr>
          <a:xfrm>
            <a:off x="6744614" y="5184602"/>
            <a:ext cx="65837" cy="1357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8" name="C5-E07 line 216" descr="sci-ppt:o216"/>
          <p:cNvCxnSpPr/>
          <p:nvPr/>
        </p:nvCxnSpPr>
        <p:spPr>
          <a:xfrm>
            <a:off x="6810451" y="5198181"/>
            <a:ext cx="65837" cy="1275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19" name="C5-E07 line 217" descr="sci-ppt:o217"/>
          <p:cNvCxnSpPr/>
          <p:nvPr/>
        </p:nvCxnSpPr>
        <p:spPr>
          <a:xfrm>
            <a:off x="6876288" y="5210937"/>
            <a:ext cx="65836" cy="1193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0" name="C5-E07 line 218" descr="sci-ppt:o218"/>
          <p:cNvCxnSpPr/>
          <p:nvPr/>
        </p:nvCxnSpPr>
        <p:spPr>
          <a:xfrm>
            <a:off x="6942124" y="5222869"/>
            <a:ext cx="65837" cy="1111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1" name="C5-E07 line 219" descr="sci-ppt:o219"/>
          <p:cNvCxnSpPr/>
          <p:nvPr/>
        </p:nvCxnSpPr>
        <p:spPr>
          <a:xfrm>
            <a:off x="7007961" y="5233979"/>
            <a:ext cx="65837" cy="10287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2" name="C5-E07 line 220" descr="sci-ppt:o220"/>
          <p:cNvCxnSpPr/>
          <p:nvPr/>
        </p:nvCxnSpPr>
        <p:spPr>
          <a:xfrm>
            <a:off x="7073798" y="5244266"/>
            <a:ext cx="65837" cy="946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3" name="C5-E07 line 221" descr="sci-ppt:o221"/>
          <p:cNvCxnSpPr/>
          <p:nvPr/>
        </p:nvCxnSpPr>
        <p:spPr>
          <a:xfrm>
            <a:off x="7139635" y="5253730"/>
            <a:ext cx="65837" cy="864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4" name="C5-E07 line 222" descr="sci-ppt:o222"/>
          <p:cNvCxnSpPr/>
          <p:nvPr/>
        </p:nvCxnSpPr>
        <p:spPr>
          <a:xfrm>
            <a:off x="7205472" y="5262372"/>
            <a:ext cx="65836" cy="781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5" name="C5-E07 line 223" descr="sci-ppt:o223"/>
          <p:cNvCxnSpPr/>
          <p:nvPr/>
        </p:nvCxnSpPr>
        <p:spPr>
          <a:xfrm>
            <a:off x="7271308" y="5270190"/>
            <a:ext cx="65837" cy="6995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6" name="C5-E07 line 224" descr="sci-ppt:o224"/>
          <p:cNvCxnSpPr/>
          <p:nvPr/>
        </p:nvCxnSpPr>
        <p:spPr>
          <a:xfrm>
            <a:off x="7337145" y="5277185"/>
            <a:ext cx="65837" cy="617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7" name="C5-E07 line 225" descr="sci-ppt:o225"/>
          <p:cNvCxnSpPr/>
          <p:nvPr/>
        </p:nvCxnSpPr>
        <p:spPr>
          <a:xfrm>
            <a:off x="7402982" y="5283357"/>
            <a:ext cx="65837" cy="5349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8" name="C5-E07 line 226" descr="sci-ppt:o226"/>
          <p:cNvCxnSpPr/>
          <p:nvPr/>
        </p:nvCxnSpPr>
        <p:spPr>
          <a:xfrm>
            <a:off x="7468819" y="5288706"/>
            <a:ext cx="65837" cy="4526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29" name="C5-E07 line 227" descr="sci-ppt:o227"/>
          <p:cNvCxnSpPr/>
          <p:nvPr/>
        </p:nvCxnSpPr>
        <p:spPr>
          <a:xfrm>
            <a:off x="7534656" y="5293232"/>
            <a:ext cx="65836" cy="370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0" name="C5-E07 line 228" descr="sci-ppt:o228"/>
          <p:cNvCxnSpPr/>
          <p:nvPr/>
        </p:nvCxnSpPr>
        <p:spPr>
          <a:xfrm>
            <a:off x="7600492" y="5296936"/>
            <a:ext cx="65837" cy="2880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1" name="C5-E07 line 229" descr="sci-ppt:o229"/>
          <p:cNvCxnSpPr/>
          <p:nvPr/>
        </p:nvCxnSpPr>
        <p:spPr>
          <a:xfrm>
            <a:off x="7666329" y="5299816"/>
            <a:ext cx="65837" cy="2058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2" name="C5-E07 line 230" descr="sci-ppt:o230"/>
          <p:cNvCxnSpPr/>
          <p:nvPr/>
        </p:nvCxnSpPr>
        <p:spPr>
          <a:xfrm>
            <a:off x="7732166" y="5301874"/>
            <a:ext cx="65837" cy="1234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3" name="C5-E07 line 231" descr="sci-ppt:o231"/>
          <p:cNvCxnSpPr/>
          <p:nvPr/>
        </p:nvCxnSpPr>
        <p:spPr>
          <a:xfrm>
            <a:off x="7798003" y="5303108"/>
            <a:ext cx="65837" cy="412"/>
          </a:xfrm>
          <a:prstGeom prst="line">
            <a:avLst/>
          </a:prstGeom>
          <a:ln w="31750">
            <a:solidFill>
              <a:srgbClr val="8EDBD4"/>
            </a:solidFill>
            <a:prstDash val="dash"/>
          </a:ln>
          <a:effectLst/>
        </p:spPr>
      </p:cxnSp>
      <p:cxnSp>
        <p:nvCxnSpPr>
          <p:cNvPr id="234" name="C5-E07 line 232" descr="sci-ppt:o232"/>
          <p:cNvCxnSpPr/>
          <p:nvPr/>
        </p:nvCxnSpPr>
        <p:spPr>
          <a:xfrm flipV="1">
            <a:off x="1280160" y="4989526"/>
            <a:ext cx="10708" cy="30976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5" name="C5-E07 line 233" descr="sci-ppt:o233"/>
          <p:cNvCxnSpPr/>
          <p:nvPr/>
        </p:nvCxnSpPr>
        <p:spPr>
          <a:xfrm flipV="1">
            <a:off x="1290868" y="4676921"/>
            <a:ext cx="10708" cy="31260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6" name="C5-E07 line 234" descr="sci-ppt:o234"/>
          <p:cNvCxnSpPr/>
          <p:nvPr/>
        </p:nvCxnSpPr>
        <p:spPr>
          <a:xfrm flipV="1">
            <a:off x="1301576" y="4368347"/>
            <a:ext cx="10708" cy="308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7" name="C5-E07 line 235" descr="sci-ppt:o235"/>
          <p:cNvCxnSpPr/>
          <p:nvPr/>
        </p:nvCxnSpPr>
        <p:spPr>
          <a:xfrm flipV="1">
            <a:off x="1312284" y="4067643"/>
            <a:ext cx="10708" cy="3007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8" name="C5-E07 line 236" descr="sci-ppt:o236"/>
          <p:cNvCxnSpPr/>
          <p:nvPr/>
        </p:nvCxnSpPr>
        <p:spPr>
          <a:xfrm flipV="1">
            <a:off x="1322992" y="3778868"/>
            <a:ext cx="10708" cy="2887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39" name="C5-E07 line 237" descr="sci-ppt:o237"/>
          <p:cNvCxnSpPr/>
          <p:nvPr/>
        </p:nvCxnSpPr>
        <p:spPr>
          <a:xfrm flipV="1">
            <a:off x="1333700" y="3505928"/>
            <a:ext cx="10708" cy="2729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0" name="C5-E07 line 238" descr="sci-ppt:o238"/>
          <p:cNvCxnSpPr/>
          <p:nvPr/>
        </p:nvCxnSpPr>
        <p:spPr>
          <a:xfrm flipV="1">
            <a:off x="1344408" y="3251484"/>
            <a:ext cx="10708" cy="2544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1" name="C5-E07 line 239" descr="sci-ppt:o239"/>
          <p:cNvCxnSpPr/>
          <p:nvPr/>
        </p:nvCxnSpPr>
        <p:spPr>
          <a:xfrm flipV="1">
            <a:off x="1355116" y="3016067"/>
            <a:ext cx="10708" cy="2354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2" name="C5-E07 line 240" descr="sci-ppt:o240"/>
          <p:cNvCxnSpPr/>
          <p:nvPr/>
        </p:nvCxnSpPr>
        <p:spPr>
          <a:xfrm flipV="1">
            <a:off x="1365824" y="2800683"/>
            <a:ext cx="10708" cy="2153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3" name="C5-E07 line 241" descr="sci-ppt:o241"/>
          <p:cNvCxnSpPr/>
          <p:nvPr/>
        </p:nvCxnSpPr>
        <p:spPr>
          <a:xfrm flipV="1">
            <a:off x="1376532" y="2605374"/>
            <a:ext cx="10708" cy="1953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4" name="C5-E07 line 242" descr="sci-ppt:o242"/>
          <p:cNvCxnSpPr/>
          <p:nvPr/>
        </p:nvCxnSpPr>
        <p:spPr>
          <a:xfrm flipV="1">
            <a:off x="1387240" y="2430644"/>
            <a:ext cx="10708" cy="17473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5" name="C5-E07 line 243" descr="sci-ppt:o243"/>
          <p:cNvCxnSpPr/>
          <p:nvPr/>
        </p:nvCxnSpPr>
        <p:spPr>
          <a:xfrm flipV="1">
            <a:off x="1397948" y="2275531"/>
            <a:ext cx="10708" cy="1551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6" name="C5-E07 line 244" descr="sci-ppt:o244"/>
          <p:cNvCxnSpPr/>
          <p:nvPr/>
        </p:nvCxnSpPr>
        <p:spPr>
          <a:xfrm flipV="1">
            <a:off x="1408656" y="2139479"/>
            <a:ext cx="10708" cy="1360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7" name="C5-E07 line 245" descr="sci-ppt:o245"/>
          <p:cNvCxnSpPr/>
          <p:nvPr/>
        </p:nvCxnSpPr>
        <p:spPr>
          <a:xfrm flipV="1">
            <a:off x="1419364" y="2021125"/>
            <a:ext cx="10708" cy="11835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8" name="C5-E07 line 246" descr="sci-ppt:o246"/>
          <p:cNvCxnSpPr/>
          <p:nvPr/>
        </p:nvCxnSpPr>
        <p:spPr>
          <a:xfrm flipV="1">
            <a:off x="1430072" y="1919227"/>
            <a:ext cx="10708" cy="1018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49" name="C5-E07 line 247" descr="sci-ppt:o247"/>
          <p:cNvCxnSpPr/>
          <p:nvPr/>
        </p:nvCxnSpPr>
        <p:spPr>
          <a:xfrm flipV="1">
            <a:off x="1440780" y="1832276"/>
            <a:ext cx="10708" cy="869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0" name="C5-E07 line 248" descr="sci-ppt:o248"/>
          <p:cNvCxnSpPr/>
          <p:nvPr/>
        </p:nvCxnSpPr>
        <p:spPr>
          <a:xfrm flipV="1">
            <a:off x="1451488" y="1758755"/>
            <a:ext cx="10708" cy="735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1" name="C5-E07 line 249" descr="sci-ppt:o249"/>
          <p:cNvCxnSpPr/>
          <p:nvPr/>
        </p:nvCxnSpPr>
        <p:spPr>
          <a:xfrm flipV="1">
            <a:off x="1462196" y="1697193"/>
            <a:ext cx="10708" cy="615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2" name="C5-E07 line 250" descr="sci-ppt:o250"/>
          <p:cNvCxnSpPr/>
          <p:nvPr/>
        </p:nvCxnSpPr>
        <p:spPr>
          <a:xfrm flipV="1">
            <a:off x="1472904" y="1646112"/>
            <a:ext cx="10708" cy="510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3" name="C5-E07 line 251" descr="sci-ppt:o251"/>
          <p:cNvCxnSpPr/>
          <p:nvPr/>
        </p:nvCxnSpPr>
        <p:spPr>
          <a:xfrm flipV="1">
            <a:off x="1483612" y="1604191"/>
            <a:ext cx="10708" cy="419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4" name="C5-E07 line 252" descr="sci-ppt:o252"/>
          <p:cNvCxnSpPr/>
          <p:nvPr/>
        </p:nvCxnSpPr>
        <p:spPr>
          <a:xfrm flipV="1">
            <a:off x="1494320" y="1570166"/>
            <a:ext cx="10708" cy="340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5" name="C5-E07 line 253" descr="sci-ppt:o253"/>
          <p:cNvCxnSpPr/>
          <p:nvPr/>
        </p:nvCxnSpPr>
        <p:spPr>
          <a:xfrm flipV="1">
            <a:off x="1505028" y="1542922"/>
            <a:ext cx="10708" cy="272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6" name="C5-E07 line 254" descr="sci-ppt:o254"/>
          <p:cNvCxnSpPr/>
          <p:nvPr/>
        </p:nvCxnSpPr>
        <p:spPr>
          <a:xfrm flipV="1">
            <a:off x="1515736" y="1521470"/>
            <a:ext cx="10708" cy="214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7" name="C5-E07 line 255" descr="sci-ppt:o255"/>
          <p:cNvCxnSpPr/>
          <p:nvPr/>
        </p:nvCxnSpPr>
        <p:spPr>
          <a:xfrm flipV="1">
            <a:off x="1526444" y="1504908"/>
            <a:ext cx="10708" cy="165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8" name="C5-E07 line 256" descr="sci-ppt:o256"/>
          <p:cNvCxnSpPr/>
          <p:nvPr/>
        </p:nvCxnSpPr>
        <p:spPr>
          <a:xfrm flipV="1">
            <a:off x="1537152" y="1492511"/>
            <a:ext cx="10708" cy="1239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59" name="C5-E07 line 257" descr="sci-ppt:o257"/>
          <p:cNvCxnSpPr/>
          <p:nvPr/>
        </p:nvCxnSpPr>
        <p:spPr>
          <a:xfrm flipV="1">
            <a:off x="1547860" y="1483572"/>
            <a:ext cx="10708" cy="893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0" name="C5-E07 line 258" descr="sci-ppt:o258"/>
          <p:cNvCxnSpPr/>
          <p:nvPr/>
        </p:nvCxnSpPr>
        <p:spPr>
          <a:xfrm flipV="1">
            <a:off x="1558568" y="1477587"/>
            <a:ext cx="10708" cy="59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1" name="C5-E07 line 259" descr="sci-ppt:o259"/>
          <p:cNvCxnSpPr/>
          <p:nvPr/>
        </p:nvCxnSpPr>
        <p:spPr>
          <a:xfrm flipV="1">
            <a:off x="1569276" y="1474013"/>
            <a:ext cx="10708" cy="3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2" name="C5-E07 line 260" descr="sci-ppt:o260"/>
          <p:cNvCxnSpPr/>
          <p:nvPr/>
        </p:nvCxnSpPr>
        <p:spPr>
          <a:xfrm flipV="1">
            <a:off x="1579984" y="1472514"/>
            <a:ext cx="10708" cy="14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3" name="C5-E07 line 261" descr="sci-ppt:o261"/>
          <p:cNvCxnSpPr/>
          <p:nvPr/>
        </p:nvCxnSpPr>
        <p:spPr>
          <a:xfrm>
            <a:off x="1590692" y="1472514"/>
            <a:ext cx="10708" cy="1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4" name="C5-E07 line 262" descr="sci-ppt:o262"/>
          <p:cNvCxnSpPr/>
          <p:nvPr/>
        </p:nvCxnSpPr>
        <p:spPr>
          <a:xfrm>
            <a:off x="1601400" y="1472680"/>
            <a:ext cx="10708" cy="16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5" name="C5-E07 line 263" descr="sci-ppt:o263"/>
          <p:cNvCxnSpPr/>
          <p:nvPr/>
        </p:nvCxnSpPr>
        <p:spPr>
          <a:xfrm>
            <a:off x="1612108" y="1474294"/>
            <a:ext cx="10708" cy="27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6" name="C5-E07 line 264" descr="sci-ppt:o264"/>
          <p:cNvCxnSpPr/>
          <p:nvPr/>
        </p:nvCxnSpPr>
        <p:spPr>
          <a:xfrm>
            <a:off x="1622816" y="1477050"/>
            <a:ext cx="10708" cy="37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7" name="C5-E07 line 265" descr="sci-ppt:o265"/>
          <p:cNvCxnSpPr/>
          <p:nvPr/>
        </p:nvCxnSpPr>
        <p:spPr>
          <a:xfrm>
            <a:off x="1633524" y="1480813"/>
            <a:ext cx="10708" cy="454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8" name="C5-E07 line 266" descr="sci-ppt:o266"/>
          <p:cNvCxnSpPr/>
          <p:nvPr/>
        </p:nvCxnSpPr>
        <p:spPr>
          <a:xfrm>
            <a:off x="1644232" y="1485356"/>
            <a:ext cx="10708" cy="52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69" name="C5-E07 line 267" descr="sci-ppt:o267"/>
          <p:cNvCxnSpPr/>
          <p:nvPr/>
        </p:nvCxnSpPr>
        <p:spPr>
          <a:xfrm>
            <a:off x="1654940" y="1490598"/>
            <a:ext cx="10708" cy="577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0" name="C5-E07 line 268" descr="sci-ppt:o268"/>
          <p:cNvCxnSpPr/>
          <p:nvPr/>
        </p:nvCxnSpPr>
        <p:spPr>
          <a:xfrm>
            <a:off x="1665648" y="1496371"/>
            <a:ext cx="10708" cy="62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1" name="C5-E07 line 269" descr="sci-ppt:o269"/>
          <p:cNvCxnSpPr/>
          <p:nvPr/>
        </p:nvCxnSpPr>
        <p:spPr>
          <a:xfrm>
            <a:off x="1676356" y="1502627"/>
            <a:ext cx="10708" cy="66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2" name="C5-E07 line 270" descr="sci-ppt:o270"/>
          <p:cNvCxnSpPr/>
          <p:nvPr/>
        </p:nvCxnSpPr>
        <p:spPr>
          <a:xfrm>
            <a:off x="1687064" y="1509243"/>
            <a:ext cx="10708" cy="69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3" name="C5-E07 line 271" descr="sci-ppt:o271"/>
          <p:cNvCxnSpPr/>
          <p:nvPr/>
        </p:nvCxnSpPr>
        <p:spPr>
          <a:xfrm>
            <a:off x="1697772" y="1516192"/>
            <a:ext cx="10708" cy="71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4" name="C5-E07 line 272" descr="sci-ppt:o272"/>
          <p:cNvCxnSpPr/>
          <p:nvPr/>
        </p:nvCxnSpPr>
        <p:spPr>
          <a:xfrm>
            <a:off x="1708480" y="1523385"/>
            <a:ext cx="10708" cy="74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5" name="C5-E07 line 273" descr="sci-ppt:o273"/>
          <p:cNvCxnSpPr/>
          <p:nvPr/>
        </p:nvCxnSpPr>
        <p:spPr>
          <a:xfrm>
            <a:off x="1719188" y="1530806"/>
            <a:ext cx="10708" cy="75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6" name="C5-E07 line 274" descr="sci-ppt:o274"/>
          <p:cNvCxnSpPr/>
          <p:nvPr/>
        </p:nvCxnSpPr>
        <p:spPr>
          <a:xfrm>
            <a:off x="1729896" y="1538391"/>
            <a:ext cx="10708" cy="77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7" name="C5-E07 line 275" descr="sci-ppt:o275"/>
          <p:cNvCxnSpPr/>
          <p:nvPr/>
        </p:nvCxnSpPr>
        <p:spPr>
          <a:xfrm>
            <a:off x="1740604" y="1546131"/>
            <a:ext cx="10708" cy="78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8" name="C5-E07 line 276" descr="sci-ppt:o276"/>
          <p:cNvCxnSpPr/>
          <p:nvPr/>
        </p:nvCxnSpPr>
        <p:spPr>
          <a:xfrm>
            <a:off x="1751312" y="1553980"/>
            <a:ext cx="10708" cy="79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79" name="C5-E07 line 277" descr="sci-ppt:o277"/>
          <p:cNvCxnSpPr/>
          <p:nvPr/>
        </p:nvCxnSpPr>
        <p:spPr>
          <a:xfrm>
            <a:off x="1762020" y="1561933"/>
            <a:ext cx="10708" cy="80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0" name="C5-E07 line 278" descr="sci-ppt:o278"/>
          <p:cNvCxnSpPr/>
          <p:nvPr/>
        </p:nvCxnSpPr>
        <p:spPr>
          <a:xfrm>
            <a:off x="1772728" y="1569957"/>
            <a:ext cx="10708" cy="80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1" name="C5-E07 line 279" descr="sci-ppt:o279"/>
          <p:cNvCxnSpPr/>
          <p:nvPr/>
        </p:nvCxnSpPr>
        <p:spPr>
          <a:xfrm>
            <a:off x="1783436" y="1578050"/>
            <a:ext cx="10708" cy="81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2" name="C5-E07 line 280" descr="sci-ppt:o280"/>
          <p:cNvCxnSpPr/>
          <p:nvPr/>
        </p:nvCxnSpPr>
        <p:spPr>
          <a:xfrm>
            <a:off x="1794144" y="1586187"/>
            <a:ext cx="10708" cy="818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3" name="C5-E07 line 281" descr="sci-ppt:o281"/>
          <p:cNvCxnSpPr/>
          <p:nvPr/>
        </p:nvCxnSpPr>
        <p:spPr>
          <a:xfrm>
            <a:off x="1804852" y="1594369"/>
            <a:ext cx="10708" cy="82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4" name="C5-E07 line 282" descr="sci-ppt:o282"/>
          <p:cNvCxnSpPr/>
          <p:nvPr/>
        </p:nvCxnSpPr>
        <p:spPr>
          <a:xfrm>
            <a:off x="1815560" y="1602576"/>
            <a:ext cx="10708" cy="823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5" name="C5-E07 line 283" descr="sci-ppt:o283"/>
          <p:cNvCxnSpPr/>
          <p:nvPr/>
        </p:nvCxnSpPr>
        <p:spPr>
          <a:xfrm>
            <a:off x="1826268" y="1610810"/>
            <a:ext cx="10708" cy="82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6" name="C5-E07 line 284" descr="sci-ppt:o284"/>
          <p:cNvCxnSpPr/>
          <p:nvPr/>
        </p:nvCxnSpPr>
        <p:spPr>
          <a:xfrm>
            <a:off x="1836976" y="1619057"/>
            <a:ext cx="10708" cy="82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7" name="C5-E07 line 285" descr="sci-ppt:o285"/>
          <p:cNvCxnSpPr/>
          <p:nvPr/>
        </p:nvCxnSpPr>
        <p:spPr>
          <a:xfrm>
            <a:off x="1847684" y="1627317"/>
            <a:ext cx="10708" cy="82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8" name="C5-E07 line 286" descr="sci-ppt:o286"/>
          <p:cNvCxnSpPr/>
          <p:nvPr/>
        </p:nvCxnSpPr>
        <p:spPr>
          <a:xfrm>
            <a:off x="1858392" y="1635581"/>
            <a:ext cx="10708" cy="82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89" name="C5-E07 line 287" descr="sci-ppt:o287"/>
          <p:cNvCxnSpPr/>
          <p:nvPr/>
        </p:nvCxnSpPr>
        <p:spPr>
          <a:xfrm>
            <a:off x="1869100" y="1643851"/>
            <a:ext cx="10708" cy="826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0" name="C5-E07 line 288" descr="sci-ppt:o288"/>
          <p:cNvCxnSpPr/>
          <p:nvPr/>
        </p:nvCxnSpPr>
        <p:spPr>
          <a:xfrm>
            <a:off x="1879808" y="1652118"/>
            <a:ext cx="10708" cy="82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1" name="C5-E07 line 289" descr="sci-ppt:o289"/>
          <p:cNvCxnSpPr/>
          <p:nvPr/>
        </p:nvCxnSpPr>
        <p:spPr>
          <a:xfrm>
            <a:off x="1890516" y="1660384"/>
            <a:ext cx="10708" cy="82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2" name="C5-E07 line 290" descr="sci-ppt:o290"/>
          <p:cNvCxnSpPr/>
          <p:nvPr/>
        </p:nvCxnSpPr>
        <p:spPr>
          <a:xfrm>
            <a:off x="1901224" y="1668644"/>
            <a:ext cx="10708" cy="82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3" name="C5-E07 line 291" descr="sci-ppt:o291"/>
          <p:cNvCxnSpPr/>
          <p:nvPr/>
        </p:nvCxnSpPr>
        <p:spPr>
          <a:xfrm>
            <a:off x="1911932" y="1676899"/>
            <a:ext cx="10708" cy="82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4" name="C5-E07 line 292" descr="sci-ppt:o292"/>
          <p:cNvCxnSpPr/>
          <p:nvPr/>
        </p:nvCxnSpPr>
        <p:spPr>
          <a:xfrm>
            <a:off x="1922640" y="1685148"/>
            <a:ext cx="10708" cy="82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5" name="C5-E07 line 293" descr="sci-ppt:o293"/>
          <p:cNvCxnSpPr/>
          <p:nvPr/>
        </p:nvCxnSpPr>
        <p:spPr>
          <a:xfrm>
            <a:off x="1933348" y="1693389"/>
            <a:ext cx="10708" cy="823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6" name="C5-E07 line 294" descr="sci-ppt:o294"/>
          <p:cNvCxnSpPr/>
          <p:nvPr/>
        </p:nvCxnSpPr>
        <p:spPr>
          <a:xfrm>
            <a:off x="1944056" y="1701622"/>
            <a:ext cx="10708" cy="822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7" name="C5-E07 line 295" descr="sci-ppt:o295"/>
          <p:cNvCxnSpPr/>
          <p:nvPr/>
        </p:nvCxnSpPr>
        <p:spPr>
          <a:xfrm>
            <a:off x="1954764" y="1709848"/>
            <a:ext cx="10708" cy="821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8" name="C5-E07 line 296" descr="sci-ppt:o296"/>
          <p:cNvCxnSpPr/>
          <p:nvPr/>
        </p:nvCxnSpPr>
        <p:spPr>
          <a:xfrm>
            <a:off x="1965472" y="1718066"/>
            <a:ext cx="10708" cy="821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299" name="C5-E07 line 297" descr="sci-ppt:o297"/>
          <p:cNvCxnSpPr/>
          <p:nvPr/>
        </p:nvCxnSpPr>
        <p:spPr>
          <a:xfrm>
            <a:off x="1976180" y="1726277"/>
            <a:ext cx="10708" cy="82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0" name="C5-E07 line 298" descr="sci-ppt:o298"/>
          <p:cNvCxnSpPr/>
          <p:nvPr/>
        </p:nvCxnSpPr>
        <p:spPr>
          <a:xfrm>
            <a:off x="1986888" y="1734481"/>
            <a:ext cx="10708" cy="819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1" name="C5-E07 line 299" descr="sci-ppt:o299"/>
          <p:cNvCxnSpPr/>
          <p:nvPr/>
        </p:nvCxnSpPr>
        <p:spPr>
          <a:xfrm>
            <a:off x="1997596" y="1742678"/>
            <a:ext cx="10708" cy="819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2" name="C5-E07 line 300" descr="sci-ppt:o300"/>
          <p:cNvCxnSpPr/>
          <p:nvPr/>
        </p:nvCxnSpPr>
        <p:spPr>
          <a:xfrm>
            <a:off x="2008304" y="1750868"/>
            <a:ext cx="10708" cy="818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3" name="C5-E07 line 301" descr="sci-ppt:o301"/>
          <p:cNvCxnSpPr/>
          <p:nvPr/>
        </p:nvCxnSpPr>
        <p:spPr>
          <a:xfrm>
            <a:off x="2019012" y="1759051"/>
            <a:ext cx="10708" cy="81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4" name="C5-E07 line 302" descr="sci-ppt:o302"/>
          <p:cNvCxnSpPr/>
          <p:nvPr/>
        </p:nvCxnSpPr>
        <p:spPr>
          <a:xfrm>
            <a:off x="2029720" y="1767229"/>
            <a:ext cx="10708" cy="81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5" name="C5-E07 line 303" descr="sci-ppt:o303"/>
          <p:cNvCxnSpPr/>
          <p:nvPr/>
        </p:nvCxnSpPr>
        <p:spPr>
          <a:xfrm>
            <a:off x="2040428" y="1775400"/>
            <a:ext cx="10708" cy="81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6" name="C5-E07 line 304" descr="sci-ppt:o304"/>
          <p:cNvCxnSpPr/>
          <p:nvPr/>
        </p:nvCxnSpPr>
        <p:spPr>
          <a:xfrm>
            <a:off x="2051136" y="1783566"/>
            <a:ext cx="10708" cy="815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7" name="C5-E07 line 305" descr="sci-ppt:o305"/>
          <p:cNvCxnSpPr/>
          <p:nvPr/>
        </p:nvCxnSpPr>
        <p:spPr>
          <a:xfrm>
            <a:off x="2061844" y="1791725"/>
            <a:ext cx="10708" cy="81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8" name="C5-E07 line 306" descr="sci-ppt:o306"/>
          <p:cNvCxnSpPr/>
          <p:nvPr/>
        </p:nvCxnSpPr>
        <p:spPr>
          <a:xfrm>
            <a:off x="2072552" y="1799878"/>
            <a:ext cx="10708" cy="81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09" name="C5-E07 line 307" descr="sci-ppt:o307"/>
          <p:cNvCxnSpPr/>
          <p:nvPr/>
        </p:nvCxnSpPr>
        <p:spPr>
          <a:xfrm>
            <a:off x="2083260" y="1808025"/>
            <a:ext cx="10708" cy="81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0" name="C5-E07 line 308" descr="sci-ppt:o308"/>
          <p:cNvCxnSpPr/>
          <p:nvPr/>
        </p:nvCxnSpPr>
        <p:spPr>
          <a:xfrm>
            <a:off x="2093968" y="1816165"/>
            <a:ext cx="10708" cy="813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1" name="C5-E07 line 309" descr="sci-ppt:o309"/>
          <p:cNvCxnSpPr/>
          <p:nvPr/>
        </p:nvCxnSpPr>
        <p:spPr>
          <a:xfrm>
            <a:off x="2104676" y="1824299"/>
            <a:ext cx="10708" cy="81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2" name="C5-E07 line 310" descr="sci-ppt:o310"/>
          <p:cNvCxnSpPr/>
          <p:nvPr/>
        </p:nvCxnSpPr>
        <p:spPr>
          <a:xfrm>
            <a:off x="2115384" y="1832426"/>
            <a:ext cx="10708" cy="81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3" name="C5-E07 line 311" descr="sci-ppt:o311"/>
          <p:cNvCxnSpPr/>
          <p:nvPr/>
        </p:nvCxnSpPr>
        <p:spPr>
          <a:xfrm>
            <a:off x="2126092" y="1840547"/>
            <a:ext cx="10708" cy="81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4" name="C5-E07 line 312" descr="sci-ppt:o312"/>
          <p:cNvCxnSpPr/>
          <p:nvPr/>
        </p:nvCxnSpPr>
        <p:spPr>
          <a:xfrm>
            <a:off x="2136800" y="1848660"/>
            <a:ext cx="10708" cy="81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5" name="C5-E07 line 313" descr="sci-ppt:o313"/>
          <p:cNvCxnSpPr/>
          <p:nvPr/>
        </p:nvCxnSpPr>
        <p:spPr>
          <a:xfrm>
            <a:off x="2147508" y="1856767"/>
            <a:ext cx="10708" cy="80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6" name="C5-E07 line 314" descr="sci-ppt:o314"/>
          <p:cNvCxnSpPr/>
          <p:nvPr/>
        </p:nvCxnSpPr>
        <p:spPr>
          <a:xfrm>
            <a:off x="2158216" y="1864866"/>
            <a:ext cx="10708" cy="80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7" name="C5-E07 line 315" descr="sci-ppt:o315"/>
          <p:cNvCxnSpPr/>
          <p:nvPr/>
        </p:nvCxnSpPr>
        <p:spPr>
          <a:xfrm>
            <a:off x="2168924" y="1872958"/>
            <a:ext cx="10708" cy="80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8" name="C5-E07 line 316" descr="sci-ppt:o316"/>
          <p:cNvCxnSpPr/>
          <p:nvPr/>
        </p:nvCxnSpPr>
        <p:spPr>
          <a:xfrm>
            <a:off x="2179632" y="1881043"/>
            <a:ext cx="10708" cy="80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19" name="C5-E07 line 317" descr="sci-ppt:o317"/>
          <p:cNvCxnSpPr/>
          <p:nvPr/>
        </p:nvCxnSpPr>
        <p:spPr>
          <a:xfrm>
            <a:off x="2190340" y="1889121"/>
            <a:ext cx="10708" cy="80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0" name="C5-E07 line 318" descr="sci-ppt:o318"/>
          <p:cNvCxnSpPr/>
          <p:nvPr/>
        </p:nvCxnSpPr>
        <p:spPr>
          <a:xfrm>
            <a:off x="2201048" y="1897192"/>
            <a:ext cx="10708" cy="80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1" name="C5-E07 line 319" descr="sci-ppt:o319"/>
          <p:cNvCxnSpPr/>
          <p:nvPr/>
        </p:nvCxnSpPr>
        <p:spPr>
          <a:xfrm>
            <a:off x="2211756" y="1905255"/>
            <a:ext cx="10708" cy="80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2" name="C5-E07 line 320" descr="sci-ppt:o320"/>
          <p:cNvCxnSpPr/>
          <p:nvPr/>
        </p:nvCxnSpPr>
        <p:spPr>
          <a:xfrm>
            <a:off x="2222464" y="1913311"/>
            <a:ext cx="10708" cy="80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3" name="C5-E07 line 321" descr="sci-ppt:o321"/>
          <p:cNvCxnSpPr/>
          <p:nvPr/>
        </p:nvCxnSpPr>
        <p:spPr>
          <a:xfrm>
            <a:off x="2233172" y="1921360"/>
            <a:ext cx="10708" cy="80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4" name="C5-E07 line 322" descr="sci-ppt:o322"/>
          <p:cNvCxnSpPr/>
          <p:nvPr/>
        </p:nvCxnSpPr>
        <p:spPr>
          <a:xfrm>
            <a:off x="2243880" y="1929402"/>
            <a:ext cx="10708" cy="803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5" name="C5-E07 line 323" descr="sci-ppt:o323"/>
          <p:cNvCxnSpPr/>
          <p:nvPr/>
        </p:nvCxnSpPr>
        <p:spPr>
          <a:xfrm>
            <a:off x="2254588" y="1937437"/>
            <a:ext cx="10708" cy="80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6" name="C5-E07 line 324" descr="sci-ppt:o324"/>
          <p:cNvCxnSpPr/>
          <p:nvPr/>
        </p:nvCxnSpPr>
        <p:spPr>
          <a:xfrm>
            <a:off x="2265296" y="1945464"/>
            <a:ext cx="10708" cy="80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7" name="C5-E07 line 325" descr="sci-ppt:o325"/>
          <p:cNvCxnSpPr/>
          <p:nvPr/>
        </p:nvCxnSpPr>
        <p:spPr>
          <a:xfrm>
            <a:off x="2276004" y="1953485"/>
            <a:ext cx="10708" cy="80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8" name="C5-E07 line 326" descr="sci-ppt:o326"/>
          <p:cNvCxnSpPr/>
          <p:nvPr/>
        </p:nvCxnSpPr>
        <p:spPr>
          <a:xfrm>
            <a:off x="2286712" y="1961499"/>
            <a:ext cx="10708" cy="80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29" name="C5-E07 line 327" descr="sci-ppt:o327"/>
          <p:cNvCxnSpPr/>
          <p:nvPr/>
        </p:nvCxnSpPr>
        <p:spPr>
          <a:xfrm>
            <a:off x="2297420" y="1969506"/>
            <a:ext cx="10708" cy="80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0" name="C5-E07 line 328" descr="sci-ppt:o328"/>
          <p:cNvCxnSpPr/>
          <p:nvPr/>
        </p:nvCxnSpPr>
        <p:spPr>
          <a:xfrm>
            <a:off x="2308128" y="1977506"/>
            <a:ext cx="10708" cy="799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1" name="C5-E07 line 329" descr="sci-ppt:o329"/>
          <p:cNvCxnSpPr/>
          <p:nvPr/>
        </p:nvCxnSpPr>
        <p:spPr>
          <a:xfrm>
            <a:off x="2318836" y="1985499"/>
            <a:ext cx="10708" cy="79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2" name="C5-E07 line 330" descr="sci-ppt:o330"/>
          <p:cNvCxnSpPr/>
          <p:nvPr/>
        </p:nvCxnSpPr>
        <p:spPr>
          <a:xfrm>
            <a:off x="2329544" y="1993487"/>
            <a:ext cx="10708" cy="79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3" name="C5-E07 line 331" descr="sci-ppt:o331"/>
          <p:cNvCxnSpPr/>
          <p:nvPr/>
        </p:nvCxnSpPr>
        <p:spPr>
          <a:xfrm>
            <a:off x="2340252" y="2001468"/>
            <a:ext cx="10708" cy="7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4" name="C5-E07 line 332" descr="sci-ppt:o332"/>
          <p:cNvCxnSpPr/>
          <p:nvPr/>
        </p:nvCxnSpPr>
        <p:spPr>
          <a:xfrm>
            <a:off x="2350960" y="2009442"/>
            <a:ext cx="10708" cy="796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5" name="C5-E07 line 333" descr="sci-ppt:o333"/>
          <p:cNvCxnSpPr/>
          <p:nvPr/>
        </p:nvCxnSpPr>
        <p:spPr>
          <a:xfrm>
            <a:off x="2361668" y="2017410"/>
            <a:ext cx="10708" cy="79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6" name="C5-E07 line 334" descr="sci-ppt:o334"/>
          <p:cNvCxnSpPr/>
          <p:nvPr/>
        </p:nvCxnSpPr>
        <p:spPr>
          <a:xfrm>
            <a:off x="2372376" y="2025373"/>
            <a:ext cx="10708" cy="79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7" name="C5-E07 line 335" descr="sci-ppt:o335"/>
          <p:cNvCxnSpPr/>
          <p:nvPr/>
        </p:nvCxnSpPr>
        <p:spPr>
          <a:xfrm>
            <a:off x="2383084" y="2033329"/>
            <a:ext cx="10708" cy="79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8" name="C5-E07 line 336" descr="sci-ppt:o336"/>
          <p:cNvCxnSpPr/>
          <p:nvPr/>
        </p:nvCxnSpPr>
        <p:spPr>
          <a:xfrm>
            <a:off x="2393792" y="2041279"/>
            <a:ext cx="10708" cy="79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39" name="C5-E07 line 337" descr="sci-ppt:o337"/>
          <p:cNvCxnSpPr/>
          <p:nvPr/>
        </p:nvCxnSpPr>
        <p:spPr>
          <a:xfrm>
            <a:off x="2404500" y="2049223"/>
            <a:ext cx="10708" cy="79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0" name="C5-E07 line 338" descr="sci-ppt:o338"/>
          <p:cNvCxnSpPr/>
          <p:nvPr/>
        </p:nvCxnSpPr>
        <p:spPr>
          <a:xfrm>
            <a:off x="2415208" y="2057160"/>
            <a:ext cx="10708" cy="79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1" name="C5-E07 line 339" descr="sci-ppt:o339"/>
          <p:cNvCxnSpPr/>
          <p:nvPr/>
        </p:nvCxnSpPr>
        <p:spPr>
          <a:xfrm>
            <a:off x="2425916" y="2065092"/>
            <a:ext cx="10708" cy="79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2" name="C5-E07 line 340" descr="sci-ppt:o340"/>
          <p:cNvCxnSpPr/>
          <p:nvPr/>
        </p:nvCxnSpPr>
        <p:spPr>
          <a:xfrm>
            <a:off x="2436624" y="2073017"/>
            <a:ext cx="10708" cy="791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3" name="C5-E07 line 341" descr="sci-ppt:o341"/>
          <p:cNvCxnSpPr/>
          <p:nvPr/>
        </p:nvCxnSpPr>
        <p:spPr>
          <a:xfrm>
            <a:off x="2447332" y="2080936"/>
            <a:ext cx="10708" cy="791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4" name="C5-E07 line 342" descr="sci-ppt:o342"/>
          <p:cNvCxnSpPr/>
          <p:nvPr/>
        </p:nvCxnSpPr>
        <p:spPr>
          <a:xfrm>
            <a:off x="2458040" y="2088849"/>
            <a:ext cx="10708" cy="790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5" name="C5-E07 line 343" descr="sci-ppt:o343"/>
          <p:cNvCxnSpPr/>
          <p:nvPr/>
        </p:nvCxnSpPr>
        <p:spPr>
          <a:xfrm>
            <a:off x="2468748" y="2096755"/>
            <a:ext cx="10708" cy="79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6" name="C5-E07 line 344" descr="sci-ppt:o344"/>
          <p:cNvCxnSpPr/>
          <p:nvPr/>
        </p:nvCxnSpPr>
        <p:spPr>
          <a:xfrm>
            <a:off x="2479456" y="2104655"/>
            <a:ext cx="10708" cy="78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7" name="C5-E07 line 345" descr="sci-ppt:o345"/>
          <p:cNvCxnSpPr/>
          <p:nvPr/>
        </p:nvCxnSpPr>
        <p:spPr>
          <a:xfrm>
            <a:off x="2490164" y="2112547"/>
            <a:ext cx="10708" cy="78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8" name="C5-E07 line 346" descr="sci-ppt:o346"/>
          <p:cNvCxnSpPr/>
          <p:nvPr/>
        </p:nvCxnSpPr>
        <p:spPr>
          <a:xfrm>
            <a:off x="2500872" y="2120433"/>
            <a:ext cx="10708" cy="78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49" name="C5-E07 line 347" descr="sci-ppt:o347"/>
          <p:cNvCxnSpPr/>
          <p:nvPr/>
        </p:nvCxnSpPr>
        <p:spPr>
          <a:xfrm>
            <a:off x="2511580" y="2128311"/>
            <a:ext cx="10708" cy="78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0" name="C5-E07 line 348" descr="sci-ppt:o348"/>
          <p:cNvCxnSpPr/>
          <p:nvPr/>
        </p:nvCxnSpPr>
        <p:spPr>
          <a:xfrm>
            <a:off x="2522288" y="2136182"/>
            <a:ext cx="10708" cy="78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1" name="C5-E07 line 349" descr="sci-ppt:o349"/>
          <p:cNvCxnSpPr/>
          <p:nvPr/>
        </p:nvCxnSpPr>
        <p:spPr>
          <a:xfrm>
            <a:off x="2532996" y="2144046"/>
            <a:ext cx="10708" cy="78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2" name="C5-E07 line 350" descr="sci-ppt:o350"/>
          <p:cNvCxnSpPr/>
          <p:nvPr/>
        </p:nvCxnSpPr>
        <p:spPr>
          <a:xfrm>
            <a:off x="2543704" y="2151902"/>
            <a:ext cx="10708" cy="78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3" name="C5-E07 line 351" descr="sci-ppt:o351"/>
          <p:cNvCxnSpPr/>
          <p:nvPr/>
        </p:nvCxnSpPr>
        <p:spPr>
          <a:xfrm>
            <a:off x="2554412" y="2159750"/>
            <a:ext cx="10708" cy="78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4" name="C5-E07 line 352" descr="sci-ppt:o352"/>
          <p:cNvCxnSpPr/>
          <p:nvPr/>
        </p:nvCxnSpPr>
        <p:spPr>
          <a:xfrm>
            <a:off x="2565120" y="2167591"/>
            <a:ext cx="10708" cy="78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5" name="C5-E07 line 353" descr="sci-ppt:o353"/>
          <p:cNvCxnSpPr/>
          <p:nvPr/>
        </p:nvCxnSpPr>
        <p:spPr>
          <a:xfrm>
            <a:off x="2575828" y="2175423"/>
            <a:ext cx="10708" cy="78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6" name="C5-E07 line 354" descr="sci-ppt:o354"/>
          <p:cNvCxnSpPr/>
          <p:nvPr/>
        </p:nvCxnSpPr>
        <p:spPr>
          <a:xfrm>
            <a:off x="2586536" y="2183248"/>
            <a:ext cx="10708" cy="78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7" name="C5-E07 line 355" descr="sci-ppt:o355"/>
          <p:cNvCxnSpPr/>
          <p:nvPr/>
        </p:nvCxnSpPr>
        <p:spPr>
          <a:xfrm>
            <a:off x="2597244" y="2191065"/>
            <a:ext cx="10708" cy="78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8" name="C5-E07 line 356" descr="sci-ppt:o356"/>
          <p:cNvCxnSpPr/>
          <p:nvPr/>
        </p:nvCxnSpPr>
        <p:spPr>
          <a:xfrm>
            <a:off x="2607952" y="2198873"/>
            <a:ext cx="10708" cy="780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59" name="C5-E07 line 357" descr="sci-ppt:o357"/>
          <p:cNvCxnSpPr/>
          <p:nvPr/>
        </p:nvCxnSpPr>
        <p:spPr>
          <a:xfrm>
            <a:off x="2618660" y="2206674"/>
            <a:ext cx="10708" cy="77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0" name="C5-E07 line 358" descr="sci-ppt:o358"/>
          <p:cNvCxnSpPr/>
          <p:nvPr/>
        </p:nvCxnSpPr>
        <p:spPr>
          <a:xfrm>
            <a:off x="2629368" y="2214468"/>
            <a:ext cx="10708" cy="77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1" name="C5-E07 line 359" descr="sci-ppt:o359"/>
          <p:cNvCxnSpPr/>
          <p:nvPr/>
        </p:nvCxnSpPr>
        <p:spPr>
          <a:xfrm>
            <a:off x="2640076" y="2222254"/>
            <a:ext cx="10708" cy="77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2" name="C5-E07 line 360" descr="sci-ppt:o360"/>
          <p:cNvCxnSpPr/>
          <p:nvPr/>
        </p:nvCxnSpPr>
        <p:spPr>
          <a:xfrm>
            <a:off x="2650784" y="2230032"/>
            <a:ext cx="10708" cy="77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3" name="C5-E07 line 361" descr="sci-ppt:o361"/>
          <p:cNvCxnSpPr/>
          <p:nvPr/>
        </p:nvCxnSpPr>
        <p:spPr>
          <a:xfrm>
            <a:off x="2661492" y="2237804"/>
            <a:ext cx="10708" cy="77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4" name="C5-E07 line 362" descr="sci-ppt:o362"/>
          <p:cNvCxnSpPr/>
          <p:nvPr/>
        </p:nvCxnSpPr>
        <p:spPr>
          <a:xfrm>
            <a:off x="2672200" y="2245569"/>
            <a:ext cx="10708" cy="775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5" name="C5-E07 line 363" descr="sci-ppt:o363"/>
          <p:cNvCxnSpPr/>
          <p:nvPr/>
        </p:nvCxnSpPr>
        <p:spPr>
          <a:xfrm>
            <a:off x="2682908" y="2253328"/>
            <a:ext cx="10708" cy="77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6" name="C5-E07 line 364" descr="sci-ppt:o364"/>
          <p:cNvCxnSpPr/>
          <p:nvPr/>
        </p:nvCxnSpPr>
        <p:spPr>
          <a:xfrm>
            <a:off x="2693616" y="2261081"/>
            <a:ext cx="10708" cy="774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7" name="C5-E07 line 365" descr="sci-ppt:o365"/>
          <p:cNvCxnSpPr/>
          <p:nvPr/>
        </p:nvCxnSpPr>
        <p:spPr>
          <a:xfrm>
            <a:off x="2704324" y="2268827"/>
            <a:ext cx="10708" cy="77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8" name="C5-E07 line 366" descr="sci-ppt:o366"/>
          <p:cNvCxnSpPr/>
          <p:nvPr/>
        </p:nvCxnSpPr>
        <p:spPr>
          <a:xfrm>
            <a:off x="2715032" y="2276569"/>
            <a:ext cx="10708" cy="773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69" name="C5-E07 line 367" descr="sci-ppt:o367"/>
          <p:cNvCxnSpPr/>
          <p:nvPr/>
        </p:nvCxnSpPr>
        <p:spPr>
          <a:xfrm>
            <a:off x="2725740" y="2284304"/>
            <a:ext cx="10708" cy="773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0" name="C5-E07 line 368" descr="sci-ppt:o368"/>
          <p:cNvCxnSpPr/>
          <p:nvPr/>
        </p:nvCxnSpPr>
        <p:spPr>
          <a:xfrm>
            <a:off x="2736448" y="2292034"/>
            <a:ext cx="10708" cy="772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1" name="C5-E07 line 369" descr="sci-ppt:o369"/>
          <p:cNvCxnSpPr/>
          <p:nvPr/>
        </p:nvCxnSpPr>
        <p:spPr>
          <a:xfrm>
            <a:off x="2747156" y="2299759"/>
            <a:ext cx="10708" cy="772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2" name="C5-E07 line 370" descr="sci-ppt:o370"/>
          <p:cNvCxnSpPr/>
          <p:nvPr/>
        </p:nvCxnSpPr>
        <p:spPr>
          <a:xfrm>
            <a:off x="2757864" y="2307479"/>
            <a:ext cx="10708" cy="771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3" name="C5-E07 line 371" descr="sci-ppt:o371"/>
          <p:cNvCxnSpPr/>
          <p:nvPr/>
        </p:nvCxnSpPr>
        <p:spPr>
          <a:xfrm>
            <a:off x="2768572" y="2315193"/>
            <a:ext cx="10708" cy="77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4" name="C5-E07 line 372" descr="sci-ppt:o372"/>
          <p:cNvCxnSpPr/>
          <p:nvPr/>
        </p:nvCxnSpPr>
        <p:spPr>
          <a:xfrm>
            <a:off x="2779280" y="2322902"/>
            <a:ext cx="10708" cy="77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5" name="C5-E07 line 373" descr="sci-ppt:o373"/>
          <p:cNvCxnSpPr/>
          <p:nvPr/>
        </p:nvCxnSpPr>
        <p:spPr>
          <a:xfrm>
            <a:off x="2789988" y="2330606"/>
            <a:ext cx="10708" cy="76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6" name="C5-E07 line 374" descr="sci-ppt:o374"/>
          <p:cNvCxnSpPr/>
          <p:nvPr/>
        </p:nvCxnSpPr>
        <p:spPr>
          <a:xfrm>
            <a:off x="2800696" y="2338304"/>
            <a:ext cx="10708" cy="76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7" name="C5-E07 line 375" descr="sci-ppt:o375"/>
          <p:cNvCxnSpPr/>
          <p:nvPr/>
        </p:nvCxnSpPr>
        <p:spPr>
          <a:xfrm>
            <a:off x="2811404" y="2345996"/>
            <a:ext cx="10708" cy="76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8" name="C5-E07 line 376" descr="sci-ppt:o376"/>
          <p:cNvCxnSpPr/>
          <p:nvPr/>
        </p:nvCxnSpPr>
        <p:spPr>
          <a:xfrm>
            <a:off x="2822112" y="2353682"/>
            <a:ext cx="10708" cy="76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79" name="C5-E07 line 377" descr="sci-ppt:o377"/>
          <p:cNvCxnSpPr/>
          <p:nvPr/>
        </p:nvCxnSpPr>
        <p:spPr>
          <a:xfrm>
            <a:off x="2832820" y="2361362"/>
            <a:ext cx="10708" cy="767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0" name="C5-E07 line 378" descr="sci-ppt:o378"/>
          <p:cNvCxnSpPr/>
          <p:nvPr/>
        </p:nvCxnSpPr>
        <p:spPr>
          <a:xfrm>
            <a:off x="2843528" y="2369035"/>
            <a:ext cx="10708" cy="76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1" name="C5-E07 line 379" descr="sci-ppt:o379"/>
          <p:cNvCxnSpPr/>
          <p:nvPr/>
        </p:nvCxnSpPr>
        <p:spPr>
          <a:xfrm>
            <a:off x="2854236" y="2376701"/>
            <a:ext cx="10708" cy="76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2" name="C5-E07 line 380" descr="sci-ppt:o380"/>
          <p:cNvCxnSpPr/>
          <p:nvPr/>
        </p:nvCxnSpPr>
        <p:spPr>
          <a:xfrm>
            <a:off x="2864944" y="2384361"/>
            <a:ext cx="10708" cy="76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3" name="C5-E07 line 381" descr="sci-ppt:o381"/>
          <p:cNvCxnSpPr/>
          <p:nvPr/>
        </p:nvCxnSpPr>
        <p:spPr>
          <a:xfrm>
            <a:off x="2875652" y="2392014"/>
            <a:ext cx="10708" cy="764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4" name="C5-E07 line 382" descr="sci-ppt:o382"/>
          <p:cNvCxnSpPr/>
          <p:nvPr/>
        </p:nvCxnSpPr>
        <p:spPr>
          <a:xfrm>
            <a:off x="2886360" y="2399659"/>
            <a:ext cx="10708" cy="76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5" name="C5-E07 line 383" descr="sci-ppt:o383"/>
          <p:cNvCxnSpPr/>
          <p:nvPr/>
        </p:nvCxnSpPr>
        <p:spPr>
          <a:xfrm>
            <a:off x="2897068" y="2407297"/>
            <a:ext cx="10708" cy="763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6" name="C5-E07 line 384" descr="sci-ppt:o384"/>
          <p:cNvCxnSpPr/>
          <p:nvPr/>
        </p:nvCxnSpPr>
        <p:spPr>
          <a:xfrm>
            <a:off x="2907776" y="2414928"/>
            <a:ext cx="10708" cy="762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7" name="C5-E07 line 385" descr="sci-ppt:o385"/>
          <p:cNvCxnSpPr/>
          <p:nvPr/>
        </p:nvCxnSpPr>
        <p:spPr>
          <a:xfrm>
            <a:off x="2918484" y="2422551"/>
            <a:ext cx="10708" cy="76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8" name="C5-E07 line 386" descr="sci-ppt:o386"/>
          <p:cNvCxnSpPr/>
          <p:nvPr/>
        </p:nvCxnSpPr>
        <p:spPr>
          <a:xfrm>
            <a:off x="2929192" y="2430166"/>
            <a:ext cx="10708" cy="76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89" name="C5-E07 line 387" descr="sci-ppt:o387"/>
          <p:cNvCxnSpPr/>
          <p:nvPr/>
        </p:nvCxnSpPr>
        <p:spPr>
          <a:xfrm>
            <a:off x="2939900" y="2437774"/>
            <a:ext cx="10708" cy="76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0" name="C5-E07 line 388" descr="sci-ppt:o388"/>
          <p:cNvCxnSpPr/>
          <p:nvPr/>
        </p:nvCxnSpPr>
        <p:spPr>
          <a:xfrm>
            <a:off x="2950608" y="2445374"/>
            <a:ext cx="10708" cy="759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1" name="C5-E07 line 389" descr="sci-ppt:o389"/>
          <p:cNvCxnSpPr/>
          <p:nvPr/>
        </p:nvCxnSpPr>
        <p:spPr>
          <a:xfrm>
            <a:off x="2961316" y="2452965"/>
            <a:ext cx="10708" cy="75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2" name="C5-E07 line 390" descr="sci-ppt:o390"/>
          <p:cNvCxnSpPr/>
          <p:nvPr/>
        </p:nvCxnSpPr>
        <p:spPr>
          <a:xfrm>
            <a:off x="2972024" y="2460549"/>
            <a:ext cx="10708" cy="75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3" name="C5-E07 line 391" descr="sci-ppt:o391"/>
          <p:cNvCxnSpPr/>
          <p:nvPr/>
        </p:nvCxnSpPr>
        <p:spPr>
          <a:xfrm>
            <a:off x="2982732" y="2468124"/>
            <a:ext cx="10708" cy="756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4" name="C5-E07 line 392" descr="sci-ppt:o392"/>
          <p:cNvCxnSpPr/>
          <p:nvPr/>
        </p:nvCxnSpPr>
        <p:spPr>
          <a:xfrm>
            <a:off x="2993440" y="2475692"/>
            <a:ext cx="10708" cy="75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5" name="C5-E07 line 393" descr="sci-ppt:o393"/>
          <p:cNvCxnSpPr/>
          <p:nvPr/>
        </p:nvCxnSpPr>
        <p:spPr>
          <a:xfrm>
            <a:off x="3004148" y="2483252"/>
            <a:ext cx="10708" cy="75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6" name="C5-E07 line 394" descr="sci-ppt:o394"/>
          <p:cNvCxnSpPr/>
          <p:nvPr/>
        </p:nvCxnSpPr>
        <p:spPr>
          <a:xfrm>
            <a:off x="3014856" y="2490804"/>
            <a:ext cx="10708" cy="754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7" name="C5-E07 line 395" descr="sci-ppt:o395"/>
          <p:cNvCxnSpPr/>
          <p:nvPr/>
        </p:nvCxnSpPr>
        <p:spPr>
          <a:xfrm>
            <a:off x="3025564" y="2498348"/>
            <a:ext cx="10708" cy="753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8" name="C5-E07 line 396" descr="sci-ppt:o396"/>
          <p:cNvCxnSpPr/>
          <p:nvPr/>
        </p:nvCxnSpPr>
        <p:spPr>
          <a:xfrm>
            <a:off x="3036272" y="2505885"/>
            <a:ext cx="10708" cy="752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399" name="C5-E07 line 397" descr="sci-ppt:o397"/>
          <p:cNvCxnSpPr/>
          <p:nvPr/>
        </p:nvCxnSpPr>
        <p:spPr>
          <a:xfrm>
            <a:off x="3046980" y="2513414"/>
            <a:ext cx="10708" cy="752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0" name="C5-E07 line 398" descr="sci-ppt:o398"/>
          <p:cNvCxnSpPr/>
          <p:nvPr/>
        </p:nvCxnSpPr>
        <p:spPr>
          <a:xfrm>
            <a:off x="3057688" y="2520936"/>
            <a:ext cx="10708" cy="75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1" name="C5-E07 line 399" descr="sci-ppt:o399"/>
          <p:cNvCxnSpPr/>
          <p:nvPr/>
        </p:nvCxnSpPr>
        <p:spPr>
          <a:xfrm>
            <a:off x="3068396" y="2528452"/>
            <a:ext cx="10708" cy="750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2" name="C5-E07 line 400" descr="sci-ppt:o400"/>
          <p:cNvCxnSpPr/>
          <p:nvPr/>
        </p:nvCxnSpPr>
        <p:spPr>
          <a:xfrm>
            <a:off x="3079104" y="2535961"/>
            <a:ext cx="10708" cy="750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3" name="C5-E07 line 401" descr="sci-ppt:o401"/>
          <p:cNvCxnSpPr/>
          <p:nvPr/>
        </p:nvCxnSpPr>
        <p:spPr>
          <a:xfrm>
            <a:off x="3089812" y="2543463"/>
            <a:ext cx="10708" cy="749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4" name="C5-E07 line 402" descr="sci-ppt:o402"/>
          <p:cNvCxnSpPr/>
          <p:nvPr/>
        </p:nvCxnSpPr>
        <p:spPr>
          <a:xfrm>
            <a:off x="3100520" y="2550959"/>
            <a:ext cx="10708" cy="749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5" name="C5-E07 line 403" descr="sci-ppt:o403"/>
          <p:cNvCxnSpPr/>
          <p:nvPr/>
        </p:nvCxnSpPr>
        <p:spPr>
          <a:xfrm>
            <a:off x="3111228" y="2558450"/>
            <a:ext cx="10708" cy="74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6" name="C5-E07 line 404" descr="sci-ppt:o404"/>
          <p:cNvCxnSpPr/>
          <p:nvPr/>
        </p:nvCxnSpPr>
        <p:spPr>
          <a:xfrm>
            <a:off x="3121936" y="2565936"/>
            <a:ext cx="10708" cy="74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7" name="C5-E07 line 405" descr="sci-ppt:o405"/>
          <p:cNvCxnSpPr/>
          <p:nvPr/>
        </p:nvCxnSpPr>
        <p:spPr>
          <a:xfrm>
            <a:off x="3132644" y="2573415"/>
            <a:ext cx="10708" cy="74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8" name="C5-E07 line 406" descr="sci-ppt:o406"/>
          <p:cNvCxnSpPr/>
          <p:nvPr/>
        </p:nvCxnSpPr>
        <p:spPr>
          <a:xfrm>
            <a:off x="3143352" y="2580890"/>
            <a:ext cx="10708" cy="74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09" name="C5-E07 line 407" descr="sci-ppt:o407"/>
          <p:cNvCxnSpPr/>
          <p:nvPr/>
        </p:nvCxnSpPr>
        <p:spPr>
          <a:xfrm>
            <a:off x="3154060" y="2588360"/>
            <a:ext cx="10708" cy="74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0" name="C5-E07 line 408" descr="sci-ppt:o408"/>
          <p:cNvCxnSpPr/>
          <p:nvPr/>
        </p:nvCxnSpPr>
        <p:spPr>
          <a:xfrm>
            <a:off x="3164768" y="2595826"/>
            <a:ext cx="10708" cy="74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1" name="C5-E07 line 409" descr="sci-ppt:o409"/>
          <p:cNvCxnSpPr/>
          <p:nvPr/>
        </p:nvCxnSpPr>
        <p:spPr>
          <a:xfrm>
            <a:off x="3175476" y="2603287"/>
            <a:ext cx="10708" cy="745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2" name="C5-E07 line 410" descr="sci-ppt:o410"/>
          <p:cNvCxnSpPr/>
          <p:nvPr/>
        </p:nvCxnSpPr>
        <p:spPr>
          <a:xfrm>
            <a:off x="3186184" y="2610745"/>
            <a:ext cx="10708" cy="74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3" name="C5-E07 line 411" descr="sci-ppt:o411"/>
          <p:cNvCxnSpPr/>
          <p:nvPr/>
        </p:nvCxnSpPr>
        <p:spPr>
          <a:xfrm>
            <a:off x="3196892" y="2618200"/>
            <a:ext cx="10708" cy="74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4" name="C5-E07 line 412" descr="sci-ppt:o412"/>
          <p:cNvCxnSpPr/>
          <p:nvPr/>
        </p:nvCxnSpPr>
        <p:spPr>
          <a:xfrm>
            <a:off x="3207600" y="2625652"/>
            <a:ext cx="10708" cy="74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5" name="C5-E07 line 413" descr="sci-ppt:o413"/>
          <p:cNvCxnSpPr/>
          <p:nvPr/>
        </p:nvCxnSpPr>
        <p:spPr>
          <a:xfrm>
            <a:off x="3218308" y="2633101"/>
            <a:ext cx="10708" cy="74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6" name="C5-E07 line 414" descr="sci-ppt:o414"/>
          <p:cNvCxnSpPr/>
          <p:nvPr/>
        </p:nvCxnSpPr>
        <p:spPr>
          <a:xfrm>
            <a:off x="3229016" y="2640549"/>
            <a:ext cx="10708" cy="74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7" name="C5-E07 line 415" descr="sci-ppt:o415"/>
          <p:cNvCxnSpPr/>
          <p:nvPr/>
        </p:nvCxnSpPr>
        <p:spPr>
          <a:xfrm>
            <a:off x="3239724" y="2647996"/>
            <a:ext cx="10708" cy="744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8" name="C5-E07 line 416" descr="sci-ppt:o416"/>
          <p:cNvCxnSpPr/>
          <p:nvPr/>
        </p:nvCxnSpPr>
        <p:spPr>
          <a:xfrm>
            <a:off x="3250432" y="2655441"/>
            <a:ext cx="10708" cy="74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19" name="C5-E07 line 417" descr="sci-ppt:o417"/>
          <p:cNvCxnSpPr/>
          <p:nvPr/>
        </p:nvCxnSpPr>
        <p:spPr>
          <a:xfrm>
            <a:off x="3261140" y="2662889"/>
            <a:ext cx="10708" cy="74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0" name="C5-E07 line 418" descr="sci-ppt:o418"/>
          <p:cNvCxnSpPr/>
          <p:nvPr/>
        </p:nvCxnSpPr>
        <p:spPr>
          <a:xfrm>
            <a:off x="3271848" y="2670338"/>
            <a:ext cx="10708" cy="74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1" name="C5-E07 line 419" descr="sci-ppt:o419"/>
          <p:cNvCxnSpPr/>
          <p:nvPr/>
        </p:nvCxnSpPr>
        <p:spPr>
          <a:xfrm>
            <a:off x="3282556" y="2677789"/>
            <a:ext cx="10708" cy="74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2" name="C5-E07 line 420" descr="sci-ppt:o420"/>
          <p:cNvCxnSpPr/>
          <p:nvPr/>
        </p:nvCxnSpPr>
        <p:spPr>
          <a:xfrm>
            <a:off x="3293264" y="2685242"/>
            <a:ext cx="10708" cy="74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3" name="C5-E07 line 421" descr="sci-ppt:o421"/>
          <p:cNvCxnSpPr/>
          <p:nvPr/>
        </p:nvCxnSpPr>
        <p:spPr>
          <a:xfrm>
            <a:off x="3303972" y="2692706"/>
            <a:ext cx="10708" cy="746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4" name="C5-E07 line 422" descr="sci-ppt:o422"/>
          <p:cNvCxnSpPr/>
          <p:nvPr/>
        </p:nvCxnSpPr>
        <p:spPr>
          <a:xfrm>
            <a:off x="3314680" y="2700175"/>
            <a:ext cx="10708" cy="747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5" name="C5-E07 line 423" descr="sci-ppt:o423"/>
          <p:cNvCxnSpPr/>
          <p:nvPr/>
        </p:nvCxnSpPr>
        <p:spPr>
          <a:xfrm>
            <a:off x="3325388" y="2707650"/>
            <a:ext cx="10708" cy="74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6" name="C5-E07 line 424" descr="sci-ppt:o424"/>
          <p:cNvCxnSpPr/>
          <p:nvPr/>
        </p:nvCxnSpPr>
        <p:spPr>
          <a:xfrm>
            <a:off x="3336096" y="2715138"/>
            <a:ext cx="10708" cy="75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7" name="C5-E07 line 425" descr="sci-ppt:o425"/>
          <p:cNvCxnSpPr/>
          <p:nvPr/>
        </p:nvCxnSpPr>
        <p:spPr>
          <a:xfrm>
            <a:off x="3346804" y="2722642"/>
            <a:ext cx="10708" cy="75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8" name="C5-E07 line 426" descr="sci-ppt:o426"/>
          <p:cNvCxnSpPr/>
          <p:nvPr/>
        </p:nvCxnSpPr>
        <p:spPr>
          <a:xfrm>
            <a:off x="3357512" y="2730157"/>
            <a:ext cx="10709" cy="752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29" name="C5-E07 line 427" descr="sci-ppt:o427"/>
          <p:cNvCxnSpPr/>
          <p:nvPr/>
        </p:nvCxnSpPr>
        <p:spPr>
          <a:xfrm>
            <a:off x="3368221" y="2737685"/>
            <a:ext cx="10708" cy="755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0" name="C5-E07 line 428" descr="sci-ppt:o428"/>
          <p:cNvCxnSpPr/>
          <p:nvPr/>
        </p:nvCxnSpPr>
        <p:spPr>
          <a:xfrm>
            <a:off x="3378929" y="2745240"/>
            <a:ext cx="10708" cy="7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1" name="C5-E07 line 429" descr="sci-ppt:o429"/>
          <p:cNvCxnSpPr/>
          <p:nvPr/>
        </p:nvCxnSpPr>
        <p:spPr>
          <a:xfrm>
            <a:off x="3389637" y="2752814"/>
            <a:ext cx="10708" cy="759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2" name="C5-E07 line 430" descr="sci-ppt:o430"/>
          <p:cNvCxnSpPr/>
          <p:nvPr/>
        </p:nvCxnSpPr>
        <p:spPr>
          <a:xfrm>
            <a:off x="3400345" y="2760406"/>
            <a:ext cx="10708" cy="76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3" name="C5-E07 line 431" descr="sci-ppt:o431"/>
          <p:cNvCxnSpPr/>
          <p:nvPr/>
        </p:nvCxnSpPr>
        <p:spPr>
          <a:xfrm>
            <a:off x="3411053" y="2768023"/>
            <a:ext cx="10708" cy="764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4" name="C5-E07 line 432" descr="sci-ppt:o432"/>
          <p:cNvCxnSpPr/>
          <p:nvPr/>
        </p:nvCxnSpPr>
        <p:spPr>
          <a:xfrm>
            <a:off x="3421761" y="2775669"/>
            <a:ext cx="10708" cy="76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5" name="C5-E07 line 433" descr="sci-ppt:o433"/>
          <p:cNvCxnSpPr/>
          <p:nvPr/>
        </p:nvCxnSpPr>
        <p:spPr>
          <a:xfrm>
            <a:off x="3432469" y="2783339"/>
            <a:ext cx="10708" cy="769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6" name="C5-E07 line 434" descr="sci-ppt:o434"/>
          <p:cNvCxnSpPr/>
          <p:nvPr/>
        </p:nvCxnSpPr>
        <p:spPr>
          <a:xfrm>
            <a:off x="3443177" y="2791034"/>
            <a:ext cx="10708" cy="77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7" name="C5-E07 line 435" descr="sci-ppt:o435"/>
          <p:cNvCxnSpPr/>
          <p:nvPr/>
        </p:nvCxnSpPr>
        <p:spPr>
          <a:xfrm>
            <a:off x="3453885" y="2798758"/>
            <a:ext cx="10708" cy="77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8" name="C5-E07 line 436" descr="sci-ppt:o436"/>
          <p:cNvCxnSpPr/>
          <p:nvPr/>
        </p:nvCxnSpPr>
        <p:spPr>
          <a:xfrm>
            <a:off x="3464593" y="2806508"/>
            <a:ext cx="10708" cy="777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39" name="C5-E07 line 437" descr="sci-ppt:o437"/>
          <p:cNvCxnSpPr/>
          <p:nvPr/>
        </p:nvCxnSpPr>
        <p:spPr>
          <a:xfrm>
            <a:off x="3475301" y="2814285"/>
            <a:ext cx="10708" cy="78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0" name="C5-E07 line 438" descr="sci-ppt:o438"/>
          <p:cNvCxnSpPr/>
          <p:nvPr/>
        </p:nvCxnSpPr>
        <p:spPr>
          <a:xfrm>
            <a:off x="3486009" y="2822085"/>
            <a:ext cx="10708" cy="781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1" name="C5-E07 line 439" descr="sci-ppt:o439"/>
          <p:cNvCxnSpPr/>
          <p:nvPr/>
        </p:nvCxnSpPr>
        <p:spPr>
          <a:xfrm>
            <a:off x="3496717" y="2829904"/>
            <a:ext cx="10708" cy="784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2" name="C5-E07 line 440" descr="sci-ppt:o440"/>
          <p:cNvCxnSpPr/>
          <p:nvPr/>
        </p:nvCxnSpPr>
        <p:spPr>
          <a:xfrm>
            <a:off x="3507425" y="2837745"/>
            <a:ext cx="10708" cy="78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3" name="C5-E07 line 441" descr="sci-ppt:o441"/>
          <p:cNvCxnSpPr/>
          <p:nvPr/>
        </p:nvCxnSpPr>
        <p:spPr>
          <a:xfrm>
            <a:off x="3518133" y="2845609"/>
            <a:ext cx="10708" cy="78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4" name="C5-E07 line 442" descr="sci-ppt:o442"/>
          <p:cNvCxnSpPr/>
          <p:nvPr/>
        </p:nvCxnSpPr>
        <p:spPr>
          <a:xfrm>
            <a:off x="3528841" y="2853474"/>
            <a:ext cx="10708" cy="78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5" name="C5-E07 line 443" descr="sci-ppt:o443"/>
          <p:cNvCxnSpPr/>
          <p:nvPr/>
        </p:nvCxnSpPr>
        <p:spPr>
          <a:xfrm>
            <a:off x="3539549" y="2861346"/>
            <a:ext cx="10708" cy="788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6" name="C5-E07 line 444" descr="sci-ppt:o444"/>
          <p:cNvCxnSpPr/>
          <p:nvPr/>
        </p:nvCxnSpPr>
        <p:spPr>
          <a:xfrm>
            <a:off x="3550257" y="2869228"/>
            <a:ext cx="10708" cy="78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7" name="C5-E07 line 445" descr="sci-ppt:o445"/>
          <p:cNvCxnSpPr/>
          <p:nvPr/>
        </p:nvCxnSpPr>
        <p:spPr>
          <a:xfrm>
            <a:off x="3560965" y="2877114"/>
            <a:ext cx="10708" cy="785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8" name="C5-E07 line 446" descr="sci-ppt:o446"/>
          <p:cNvCxnSpPr/>
          <p:nvPr/>
        </p:nvCxnSpPr>
        <p:spPr>
          <a:xfrm>
            <a:off x="3571673" y="2884971"/>
            <a:ext cx="10708" cy="784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49" name="C5-E07 line 447" descr="sci-ppt:o447"/>
          <p:cNvCxnSpPr/>
          <p:nvPr/>
        </p:nvCxnSpPr>
        <p:spPr>
          <a:xfrm>
            <a:off x="3582381" y="2892820"/>
            <a:ext cx="10708" cy="78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0" name="C5-E07 line 448" descr="sci-ppt:o448"/>
          <p:cNvCxnSpPr/>
          <p:nvPr/>
        </p:nvCxnSpPr>
        <p:spPr>
          <a:xfrm>
            <a:off x="3593089" y="2900660"/>
            <a:ext cx="10708" cy="780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1" name="C5-E07 line 449" descr="sci-ppt:o449"/>
          <p:cNvCxnSpPr/>
          <p:nvPr/>
        </p:nvCxnSpPr>
        <p:spPr>
          <a:xfrm>
            <a:off x="3603797" y="2908464"/>
            <a:ext cx="10708" cy="77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2" name="C5-E07 line 450" descr="sci-ppt:o450"/>
          <p:cNvCxnSpPr/>
          <p:nvPr/>
        </p:nvCxnSpPr>
        <p:spPr>
          <a:xfrm>
            <a:off x="3614505" y="2916225"/>
            <a:ext cx="10708" cy="773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3" name="C5-E07 line 451" descr="sci-ppt:o451"/>
          <p:cNvCxnSpPr/>
          <p:nvPr/>
        </p:nvCxnSpPr>
        <p:spPr>
          <a:xfrm>
            <a:off x="3625213" y="2923956"/>
            <a:ext cx="10708" cy="769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4" name="C5-E07 line 452" descr="sci-ppt:o452"/>
          <p:cNvCxnSpPr/>
          <p:nvPr/>
        </p:nvCxnSpPr>
        <p:spPr>
          <a:xfrm>
            <a:off x="3635921" y="2931654"/>
            <a:ext cx="10708" cy="76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5" name="C5-E07 line 453" descr="sci-ppt:o453"/>
          <p:cNvCxnSpPr/>
          <p:nvPr/>
        </p:nvCxnSpPr>
        <p:spPr>
          <a:xfrm>
            <a:off x="3646629" y="2939278"/>
            <a:ext cx="10708" cy="75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6" name="C5-E07 line 454" descr="sci-ppt:o454"/>
          <p:cNvCxnSpPr/>
          <p:nvPr/>
        </p:nvCxnSpPr>
        <p:spPr>
          <a:xfrm>
            <a:off x="3657337" y="2946852"/>
            <a:ext cx="10708" cy="752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7" name="C5-E07 line 455" descr="sci-ppt:o455"/>
          <p:cNvCxnSpPr/>
          <p:nvPr/>
        </p:nvCxnSpPr>
        <p:spPr>
          <a:xfrm>
            <a:off x="3668045" y="2954376"/>
            <a:ext cx="10708" cy="746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8" name="C5-E07 line 456" descr="sci-ppt:o456"/>
          <p:cNvCxnSpPr/>
          <p:nvPr/>
        </p:nvCxnSpPr>
        <p:spPr>
          <a:xfrm>
            <a:off x="3678753" y="2961838"/>
            <a:ext cx="10708" cy="73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59" name="C5-E07 line 457" descr="sci-ppt:o457"/>
          <p:cNvCxnSpPr/>
          <p:nvPr/>
        </p:nvCxnSpPr>
        <p:spPr>
          <a:xfrm>
            <a:off x="3689461" y="2969227"/>
            <a:ext cx="10708" cy="73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0" name="C5-E07 line 458" descr="sci-ppt:o458"/>
          <p:cNvCxnSpPr/>
          <p:nvPr/>
        </p:nvCxnSpPr>
        <p:spPr>
          <a:xfrm>
            <a:off x="3700169" y="2976554"/>
            <a:ext cx="10708" cy="726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1" name="C5-E07 line 459" descr="sci-ppt:o459"/>
          <p:cNvCxnSpPr/>
          <p:nvPr/>
        </p:nvCxnSpPr>
        <p:spPr>
          <a:xfrm>
            <a:off x="3710877" y="2983818"/>
            <a:ext cx="10708" cy="720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2" name="C5-E07 line 460" descr="sci-ppt:o460"/>
          <p:cNvCxnSpPr/>
          <p:nvPr/>
        </p:nvCxnSpPr>
        <p:spPr>
          <a:xfrm>
            <a:off x="3721585" y="2991018"/>
            <a:ext cx="10708" cy="71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3" name="C5-E07 line 461" descr="sci-ppt:o461"/>
          <p:cNvCxnSpPr/>
          <p:nvPr/>
        </p:nvCxnSpPr>
        <p:spPr>
          <a:xfrm>
            <a:off x="3732293" y="2998154"/>
            <a:ext cx="10708" cy="707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4" name="C5-E07 line 462" descr="sci-ppt:o462"/>
          <p:cNvCxnSpPr/>
          <p:nvPr/>
        </p:nvCxnSpPr>
        <p:spPr>
          <a:xfrm>
            <a:off x="3743001" y="3005226"/>
            <a:ext cx="10708" cy="701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5" name="C5-E07 line 463" descr="sci-ppt:o463"/>
          <p:cNvCxnSpPr/>
          <p:nvPr/>
        </p:nvCxnSpPr>
        <p:spPr>
          <a:xfrm>
            <a:off x="3753709" y="3012242"/>
            <a:ext cx="10708" cy="6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6" name="C5-E07 line 464" descr="sci-ppt:o464"/>
          <p:cNvCxnSpPr/>
          <p:nvPr/>
        </p:nvCxnSpPr>
        <p:spPr>
          <a:xfrm>
            <a:off x="3764417" y="3019216"/>
            <a:ext cx="10708" cy="692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7" name="C5-E07 line 465" descr="sci-ppt:o465"/>
          <p:cNvCxnSpPr/>
          <p:nvPr/>
        </p:nvCxnSpPr>
        <p:spPr>
          <a:xfrm>
            <a:off x="3775125" y="3026138"/>
            <a:ext cx="10708" cy="68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8" name="C5-E07 line 466" descr="sci-ppt:o466"/>
          <p:cNvCxnSpPr/>
          <p:nvPr/>
        </p:nvCxnSpPr>
        <p:spPr>
          <a:xfrm>
            <a:off x="3785833" y="3033008"/>
            <a:ext cx="10708" cy="685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69" name="C5-E07 line 467" descr="sci-ppt:o467"/>
          <p:cNvCxnSpPr/>
          <p:nvPr/>
        </p:nvCxnSpPr>
        <p:spPr>
          <a:xfrm>
            <a:off x="3796541" y="3039859"/>
            <a:ext cx="10708" cy="682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0" name="C5-E07 line 468" descr="sci-ppt:o468"/>
          <p:cNvCxnSpPr/>
          <p:nvPr/>
        </p:nvCxnSpPr>
        <p:spPr>
          <a:xfrm>
            <a:off x="3807249" y="3046686"/>
            <a:ext cx="10708" cy="67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1" name="C5-E07 line 469" descr="sci-ppt:o469"/>
          <p:cNvCxnSpPr/>
          <p:nvPr/>
        </p:nvCxnSpPr>
        <p:spPr>
          <a:xfrm>
            <a:off x="3817957" y="3053480"/>
            <a:ext cx="10708" cy="67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2" name="C5-E07 line 470" descr="sci-ppt:o470"/>
          <p:cNvCxnSpPr/>
          <p:nvPr/>
        </p:nvCxnSpPr>
        <p:spPr>
          <a:xfrm>
            <a:off x="3828665" y="3060251"/>
            <a:ext cx="10708" cy="67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3" name="C5-E07 line 471" descr="sci-ppt:o471"/>
          <p:cNvCxnSpPr/>
          <p:nvPr/>
        </p:nvCxnSpPr>
        <p:spPr>
          <a:xfrm>
            <a:off x="3839373" y="3067040"/>
            <a:ext cx="10708" cy="67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4" name="C5-E07 line 472" descr="sci-ppt:o472"/>
          <p:cNvCxnSpPr/>
          <p:nvPr/>
        </p:nvCxnSpPr>
        <p:spPr>
          <a:xfrm>
            <a:off x="3850081" y="3073819"/>
            <a:ext cx="10708" cy="677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5" name="C5-E07 line 473" descr="sci-ppt:o473"/>
          <p:cNvCxnSpPr/>
          <p:nvPr/>
        </p:nvCxnSpPr>
        <p:spPr>
          <a:xfrm>
            <a:off x="3860789" y="3080590"/>
            <a:ext cx="10708" cy="678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6" name="C5-E07 line 474" descr="sci-ppt:o474"/>
          <p:cNvCxnSpPr/>
          <p:nvPr/>
        </p:nvCxnSpPr>
        <p:spPr>
          <a:xfrm>
            <a:off x="3871497" y="3087378"/>
            <a:ext cx="10708" cy="681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7" name="C5-E07 line 475" descr="sci-ppt:o475"/>
          <p:cNvCxnSpPr/>
          <p:nvPr/>
        </p:nvCxnSpPr>
        <p:spPr>
          <a:xfrm>
            <a:off x="3882205" y="3094188"/>
            <a:ext cx="10708" cy="682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8" name="C5-E07 line 476" descr="sci-ppt:o476"/>
          <p:cNvCxnSpPr/>
          <p:nvPr/>
        </p:nvCxnSpPr>
        <p:spPr>
          <a:xfrm>
            <a:off x="3892913" y="3101009"/>
            <a:ext cx="10708" cy="68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79" name="C5-E07 line 477" descr="sci-ppt:o477"/>
          <p:cNvCxnSpPr/>
          <p:nvPr/>
        </p:nvCxnSpPr>
        <p:spPr>
          <a:xfrm>
            <a:off x="3903621" y="3107841"/>
            <a:ext cx="10708" cy="686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0" name="C5-E07 line 478" descr="sci-ppt:o478"/>
          <p:cNvCxnSpPr/>
          <p:nvPr/>
        </p:nvCxnSpPr>
        <p:spPr>
          <a:xfrm>
            <a:off x="3914329" y="3114706"/>
            <a:ext cx="10708" cy="688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1" name="C5-E07 line 479" descr="sci-ppt:o479"/>
          <p:cNvCxnSpPr/>
          <p:nvPr/>
        </p:nvCxnSpPr>
        <p:spPr>
          <a:xfrm>
            <a:off x="3925037" y="3121591"/>
            <a:ext cx="10708" cy="690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2" name="C5-E07 line 480" descr="sci-ppt:o480"/>
          <p:cNvCxnSpPr/>
          <p:nvPr/>
        </p:nvCxnSpPr>
        <p:spPr>
          <a:xfrm>
            <a:off x="3935745" y="3128496"/>
            <a:ext cx="10708" cy="692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3" name="C5-E07 line 481" descr="sci-ppt:o481"/>
          <p:cNvCxnSpPr/>
          <p:nvPr/>
        </p:nvCxnSpPr>
        <p:spPr>
          <a:xfrm>
            <a:off x="3946453" y="3135419"/>
            <a:ext cx="10708" cy="69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4" name="C5-E07 line 482" descr="sci-ppt:o482"/>
          <p:cNvCxnSpPr/>
          <p:nvPr/>
        </p:nvCxnSpPr>
        <p:spPr>
          <a:xfrm>
            <a:off x="3957161" y="3142357"/>
            <a:ext cx="10708" cy="695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5" name="C5-E07 line 483" descr="sci-ppt:o483"/>
          <p:cNvCxnSpPr/>
          <p:nvPr/>
        </p:nvCxnSpPr>
        <p:spPr>
          <a:xfrm>
            <a:off x="3967869" y="3149313"/>
            <a:ext cx="10708" cy="69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6" name="C5-E07 line 484" descr="sci-ppt:o484"/>
          <p:cNvCxnSpPr/>
          <p:nvPr/>
        </p:nvCxnSpPr>
        <p:spPr>
          <a:xfrm>
            <a:off x="3978577" y="3156287"/>
            <a:ext cx="10708" cy="696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7" name="C5-E07 line 485" descr="sci-ppt:o485"/>
          <p:cNvCxnSpPr/>
          <p:nvPr/>
        </p:nvCxnSpPr>
        <p:spPr>
          <a:xfrm>
            <a:off x="3989285" y="3163250"/>
            <a:ext cx="10708" cy="696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8" name="C5-E07 line 486" descr="sci-ppt:o486"/>
          <p:cNvCxnSpPr/>
          <p:nvPr/>
        </p:nvCxnSpPr>
        <p:spPr>
          <a:xfrm>
            <a:off x="3999993" y="3170216"/>
            <a:ext cx="10708" cy="696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89" name="C5-E07 line 487" descr="sci-ppt:o487"/>
          <p:cNvCxnSpPr/>
          <p:nvPr/>
        </p:nvCxnSpPr>
        <p:spPr>
          <a:xfrm>
            <a:off x="4010701" y="3177185"/>
            <a:ext cx="10708" cy="696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0" name="C5-E07 line 488" descr="sci-ppt:o488"/>
          <p:cNvCxnSpPr/>
          <p:nvPr/>
        </p:nvCxnSpPr>
        <p:spPr>
          <a:xfrm>
            <a:off x="4021409" y="3184146"/>
            <a:ext cx="10708" cy="692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1" name="C5-E07 line 489" descr="sci-ppt:o489"/>
          <p:cNvCxnSpPr/>
          <p:nvPr/>
        </p:nvCxnSpPr>
        <p:spPr>
          <a:xfrm>
            <a:off x="4032117" y="3191072"/>
            <a:ext cx="10708" cy="691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2" name="C5-E07 line 490" descr="sci-ppt:o490"/>
          <p:cNvCxnSpPr/>
          <p:nvPr/>
        </p:nvCxnSpPr>
        <p:spPr>
          <a:xfrm>
            <a:off x="4042825" y="3197983"/>
            <a:ext cx="10708" cy="689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3" name="C5-E07 line 491" descr="sci-ppt:o491"/>
          <p:cNvCxnSpPr/>
          <p:nvPr/>
        </p:nvCxnSpPr>
        <p:spPr>
          <a:xfrm>
            <a:off x="4053533" y="3204878"/>
            <a:ext cx="10708" cy="685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4" name="C5-E07 line 492" descr="sci-ppt:o492"/>
          <p:cNvCxnSpPr/>
          <p:nvPr/>
        </p:nvCxnSpPr>
        <p:spPr>
          <a:xfrm>
            <a:off x="4064241" y="3211728"/>
            <a:ext cx="10708" cy="68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5" name="C5-E07 line 493" descr="sci-ppt:o493"/>
          <p:cNvCxnSpPr/>
          <p:nvPr/>
        </p:nvCxnSpPr>
        <p:spPr>
          <a:xfrm>
            <a:off x="4074949" y="3218535"/>
            <a:ext cx="10708" cy="67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6" name="C5-E07 line 494" descr="sci-ppt:o494"/>
          <p:cNvCxnSpPr/>
          <p:nvPr/>
        </p:nvCxnSpPr>
        <p:spPr>
          <a:xfrm>
            <a:off x="4085657" y="3225309"/>
            <a:ext cx="10708" cy="67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7" name="C5-E07 line 495" descr="sci-ppt:o495"/>
          <p:cNvCxnSpPr/>
          <p:nvPr/>
        </p:nvCxnSpPr>
        <p:spPr>
          <a:xfrm>
            <a:off x="4096365" y="3232045"/>
            <a:ext cx="10708" cy="667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8" name="C5-E07 line 496" descr="sci-ppt:o496"/>
          <p:cNvCxnSpPr/>
          <p:nvPr/>
        </p:nvCxnSpPr>
        <p:spPr>
          <a:xfrm>
            <a:off x="4107073" y="3238722"/>
            <a:ext cx="10708" cy="663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499" name="C5-E07 line 497" descr="sci-ppt:o497"/>
          <p:cNvCxnSpPr/>
          <p:nvPr/>
        </p:nvCxnSpPr>
        <p:spPr>
          <a:xfrm>
            <a:off x="4117781" y="3245354"/>
            <a:ext cx="10708" cy="65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0" name="C5-E07 line 498" descr="sci-ppt:o498"/>
          <p:cNvCxnSpPr/>
          <p:nvPr/>
        </p:nvCxnSpPr>
        <p:spPr>
          <a:xfrm>
            <a:off x="4128489" y="3251940"/>
            <a:ext cx="10708" cy="654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1" name="C5-E07 line 499" descr="sci-ppt:o499"/>
          <p:cNvCxnSpPr/>
          <p:nvPr/>
        </p:nvCxnSpPr>
        <p:spPr>
          <a:xfrm>
            <a:off x="4139197" y="3258480"/>
            <a:ext cx="10708" cy="649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2" name="C5-E07 line 500" descr="sci-ppt:o500"/>
          <p:cNvCxnSpPr/>
          <p:nvPr/>
        </p:nvCxnSpPr>
        <p:spPr>
          <a:xfrm>
            <a:off x="4149905" y="3264974"/>
            <a:ext cx="10708" cy="644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3" name="C5-E07 line 501" descr="sci-ppt:o501"/>
          <p:cNvCxnSpPr/>
          <p:nvPr/>
        </p:nvCxnSpPr>
        <p:spPr>
          <a:xfrm>
            <a:off x="4160613" y="3271421"/>
            <a:ext cx="10708" cy="640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4" name="C5-E07 line 502" descr="sci-ppt:o502"/>
          <p:cNvCxnSpPr/>
          <p:nvPr/>
        </p:nvCxnSpPr>
        <p:spPr>
          <a:xfrm>
            <a:off x="4171321" y="3277823"/>
            <a:ext cx="10708" cy="63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5" name="C5-E07 line 503" descr="sci-ppt:o503"/>
          <p:cNvCxnSpPr/>
          <p:nvPr/>
        </p:nvCxnSpPr>
        <p:spPr>
          <a:xfrm>
            <a:off x="4182029" y="3284202"/>
            <a:ext cx="10708" cy="634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6" name="C5-E07 line 504" descr="sci-ppt:o504"/>
          <p:cNvCxnSpPr/>
          <p:nvPr/>
        </p:nvCxnSpPr>
        <p:spPr>
          <a:xfrm>
            <a:off x="4192737" y="3290545"/>
            <a:ext cx="10708" cy="630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7" name="C5-E07 line 505" descr="sci-ppt:o505"/>
          <p:cNvCxnSpPr/>
          <p:nvPr/>
        </p:nvCxnSpPr>
        <p:spPr>
          <a:xfrm>
            <a:off x="4203445" y="3296853"/>
            <a:ext cx="10708" cy="628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8" name="C5-E07 line 506" descr="sci-ppt:o506"/>
          <p:cNvCxnSpPr/>
          <p:nvPr/>
        </p:nvCxnSpPr>
        <p:spPr>
          <a:xfrm>
            <a:off x="4214153" y="3303142"/>
            <a:ext cx="10708" cy="628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09" name="C5-E07 line 507" descr="sci-ppt:o507"/>
          <p:cNvCxnSpPr/>
          <p:nvPr/>
        </p:nvCxnSpPr>
        <p:spPr>
          <a:xfrm>
            <a:off x="4224861" y="3309428"/>
            <a:ext cx="10708" cy="627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0" name="C5-E07 line 508" descr="sci-ppt:o508"/>
          <p:cNvCxnSpPr/>
          <p:nvPr/>
        </p:nvCxnSpPr>
        <p:spPr>
          <a:xfrm>
            <a:off x="4235569" y="3315698"/>
            <a:ext cx="10708" cy="625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1" name="C5-E07 line 509" descr="sci-ppt:o509"/>
          <p:cNvCxnSpPr/>
          <p:nvPr/>
        </p:nvCxnSpPr>
        <p:spPr>
          <a:xfrm>
            <a:off x="4246277" y="3321950"/>
            <a:ext cx="10708" cy="627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2" name="C5-E07 line 510" descr="sci-ppt:o510"/>
          <p:cNvCxnSpPr/>
          <p:nvPr/>
        </p:nvCxnSpPr>
        <p:spPr>
          <a:xfrm>
            <a:off x="4256985" y="3328224"/>
            <a:ext cx="10708" cy="628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3" name="C5-E07 line 511" descr="sci-ppt:o511"/>
          <p:cNvCxnSpPr/>
          <p:nvPr/>
        </p:nvCxnSpPr>
        <p:spPr>
          <a:xfrm>
            <a:off x="4267693" y="3334507"/>
            <a:ext cx="10708" cy="628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4" name="C5-E07 line 512" descr="sci-ppt:o512"/>
          <p:cNvCxnSpPr/>
          <p:nvPr/>
        </p:nvCxnSpPr>
        <p:spPr>
          <a:xfrm>
            <a:off x="4278401" y="3340794"/>
            <a:ext cx="10708" cy="629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5" name="C5-E07 line 513" descr="sci-ppt:o513"/>
          <p:cNvCxnSpPr/>
          <p:nvPr/>
        </p:nvCxnSpPr>
        <p:spPr>
          <a:xfrm>
            <a:off x="4289109" y="3347093"/>
            <a:ext cx="10708" cy="633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6" name="C5-E07 line 514" descr="sci-ppt:o514"/>
          <p:cNvCxnSpPr/>
          <p:nvPr/>
        </p:nvCxnSpPr>
        <p:spPr>
          <a:xfrm>
            <a:off x="4299817" y="3353432"/>
            <a:ext cx="10708" cy="636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7" name="C5-E07 line 515" descr="sci-ppt:o515"/>
          <p:cNvCxnSpPr/>
          <p:nvPr/>
        </p:nvCxnSpPr>
        <p:spPr>
          <a:xfrm>
            <a:off x="4310525" y="3359792"/>
            <a:ext cx="10708" cy="63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8" name="C5-E07 line 516" descr="sci-ppt:o516"/>
          <p:cNvCxnSpPr/>
          <p:nvPr/>
        </p:nvCxnSpPr>
        <p:spPr>
          <a:xfrm>
            <a:off x="4321233" y="3366172"/>
            <a:ext cx="10708" cy="641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19" name="C5-E07 line 517" descr="sci-ppt:o517"/>
          <p:cNvCxnSpPr/>
          <p:nvPr/>
        </p:nvCxnSpPr>
        <p:spPr>
          <a:xfrm>
            <a:off x="4331941" y="3372589"/>
            <a:ext cx="10708" cy="645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0" name="C5-E07 line 518" descr="sci-ppt:o518"/>
          <p:cNvCxnSpPr/>
          <p:nvPr/>
        </p:nvCxnSpPr>
        <p:spPr>
          <a:xfrm>
            <a:off x="4342649" y="3379042"/>
            <a:ext cx="10708" cy="6484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1" name="C5-E07 line 519" descr="sci-ppt:o519"/>
          <p:cNvCxnSpPr/>
          <p:nvPr/>
        </p:nvCxnSpPr>
        <p:spPr>
          <a:xfrm>
            <a:off x="4353357" y="3385526"/>
            <a:ext cx="10708" cy="6515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2" name="C5-E07 line 520" descr="sci-ppt:o520"/>
          <p:cNvCxnSpPr/>
          <p:nvPr/>
        </p:nvCxnSpPr>
        <p:spPr>
          <a:xfrm>
            <a:off x="4364065" y="3392041"/>
            <a:ext cx="10708" cy="654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3" name="C5-E07 line 521" descr="sci-ppt:o521"/>
          <p:cNvCxnSpPr/>
          <p:nvPr/>
        </p:nvCxnSpPr>
        <p:spPr>
          <a:xfrm>
            <a:off x="4374773" y="3398589"/>
            <a:ext cx="10708" cy="658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4" name="C5-E07 line 522" descr="sci-ppt:o522"/>
          <p:cNvCxnSpPr/>
          <p:nvPr/>
        </p:nvCxnSpPr>
        <p:spPr>
          <a:xfrm>
            <a:off x="4385481" y="3405169"/>
            <a:ext cx="10708" cy="661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5" name="C5-E07 line 523" descr="sci-ppt:o523"/>
          <p:cNvCxnSpPr/>
          <p:nvPr/>
        </p:nvCxnSpPr>
        <p:spPr>
          <a:xfrm>
            <a:off x="4396189" y="3411781"/>
            <a:ext cx="10708" cy="66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6" name="C5-E07 line 524" descr="sci-ppt:o524"/>
          <p:cNvCxnSpPr/>
          <p:nvPr/>
        </p:nvCxnSpPr>
        <p:spPr>
          <a:xfrm>
            <a:off x="4406897" y="3418417"/>
            <a:ext cx="10708" cy="665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7" name="C5-E07 line 525" descr="sci-ppt:o525"/>
          <p:cNvCxnSpPr/>
          <p:nvPr/>
        </p:nvCxnSpPr>
        <p:spPr>
          <a:xfrm>
            <a:off x="4417605" y="3425074"/>
            <a:ext cx="10708" cy="6681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8" name="C5-E07 line 526" descr="sci-ppt:o526"/>
          <p:cNvCxnSpPr/>
          <p:nvPr/>
        </p:nvCxnSpPr>
        <p:spPr>
          <a:xfrm>
            <a:off x="4428313" y="3431755"/>
            <a:ext cx="10708" cy="6707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29" name="C5-E07 line 527" descr="sci-ppt:o527"/>
          <p:cNvCxnSpPr/>
          <p:nvPr/>
        </p:nvCxnSpPr>
        <p:spPr>
          <a:xfrm>
            <a:off x="4439021" y="3438462"/>
            <a:ext cx="10708" cy="670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0" name="C5-E07 line 528" descr="sci-ppt:o528"/>
          <p:cNvCxnSpPr/>
          <p:nvPr/>
        </p:nvCxnSpPr>
        <p:spPr>
          <a:xfrm>
            <a:off x="4449729" y="3445168"/>
            <a:ext cx="10708" cy="672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1" name="C5-E07 line 529" descr="sci-ppt:o529"/>
          <p:cNvCxnSpPr/>
          <p:nvPr/>
        </p:nvCxnSpPr>
        <p:spPr>
          <a:xfrm>
            <a:off x="4460437" y="3451888"/>
            <a:ext cx="10708" cy="6733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2" name="C5-E07 line 530" descr="sci-ppt:o530"/>
          <p:cNvCxnSpPr/>
          <p:nvPr/>
        </p:nvCxnSpPr>
        <p:spPr>
          <a:xfrm>
            <a:off x="4471145" y="3458621"/>
            <a:ext cx="10708" cy="673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3" name="C5-E07 line 531" descr="sci-ppt:o531"/>
          <p:cNvCxnSpPr/>
          <p:nvPr/>
        </p:nvCxnSpPr>
        <p:spPr>
          <a:xfrm>
            <a:off x="4481853" y="3465359"/>
            <a:ext cx="10708" cy="672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</p:cxnSp>
      <p:cxnSp>
        <p:nvCxnSpPr>
          <p:cNvPr id="534" name="C5-E07 line 532" descr="sci-ppt:o532"/>
          <p:cNvCxnSpPr/>
          <p:nvPr/>
        </p:nvCxnSpPr>
        <p:spPr>
          <a:xfrm>
            <a:off x="1590909" y="1188720"/>
            <a:ext cx="0" cy="4114800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535" name="C5-E07 text 533" descr="sci-ppt:o533"/>
          <p:cNvSpPr txBox="1"/>
          <p:nvPr/>
        </p:nvSpPr>
        <p:spPr>
          <a:xfrm>
            <a:off x="8138160" y="1280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Curves</a:t>
            </a:r>
          </a:p>
        </p:txBody>
      </p:sp>
      <p:cxnSp>
        <p:nvCxnSpPr>
          <p:cNvPr id="536" name="C5-E07 line 534" descr="sci-ppt:o534"/>
          <p:cNvCxnSpPr/>
          <p:nvPr/>
        </p:nvCxnSpPr>
        <p:spPr>
          <a:xfrm>
            <a:off x="8138160" y="1920240"/>
            <a:ext cx="457200" cy="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537" name="C5-E07 text 535" descr="sci-ppt:o535"/>
          <p:cNvSpPr txBox="1"/>
          <p:nvPr/>
        </p:nvSpPr>
        <p:spPr>
          <a:xfrm>
            <a:off x="8686800" y="178308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f_rel = 1 − (1 − τ)²: released fraction</a:t>
            </a:r>
          </a:p>
        </p:txBody>
      </p:sp>
      <p:cxnSp>
        <p:nvCxnSpPr>
          <p:cNvPr id="538" name="C5-E07 line 536" descr="sci-ppt:o536"/>
          <p:cNvCxnSpPr/>
          <p:nvPr/>
        </p:nvCxnSpPr>
        <p:spPr>
          <a:xfrm>
            <a:off x="8138160" y="2468880"/>
            <a:ext cx="457200" cy="0"/>
          </a:xfrm>
          <a:prstGeom prst="line">
            <a:avLst/>
          </a:prstGeom>
          <a:ln w="38100">
            <a:solidFill>
              <a:srgbClr val="8EDBD4"/>
            </a:solidFill>
            <a:prstDash val="dash"/>
          </a:ln>
          <a:effectLst/>
        </p:spPr>
      </p:cxnSp>
      <p:sp>
        <p:nvSpPr>
          <p:cNvPr id="539" name="C5-E07 text 537" descr="sci-ppt:o537"/>
          <p:cNvSpPr txBox="1"/>
          <p:nvPr/>
        </p:nvSpPr>
        <p:spPr>
          <a:xfrm>
            <a:off x="8686800" y="233172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(1 − τ)²: full-release estimate</a:t>
            </a:r>
          </a:p>
        </p:txBody>
      </p:sp>
      <p:cxnSp>
        <p:nvCxnSpPr>
          <p:cNvPr id="540" name="C5-E07 line 538" descr="sci-ppt:o538"/>
          <p:cNvCxnSpPr/>
          <p:nvPr/>
        </p:nvCxnSpPr>
        <p:spPr>
          <a:xfrm>
            <a:off x="8138160" y="3017520"/>
            <a:ext cx="457200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</p:cxnSp>
      <p:sp>
        <p:nvSpPr>
          <p:cNvPr id="541" name="C5-E07 text 539" descr="sci-ppt:o539"/>
          <p:cNvSpPr txBox="1"/>
          <p:nvPr/>
        </p:nvSpPr>
        <p:spPr>
          <a:xfrm>
            <a:off x="8686800" y="2880360"/>
            <a:ext cx="329184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COMSOL p̄_a / p_H (band a/160)</a:t>
            </a:r>
          </a:p>
        </p:txBody>
      </p:sp>
      <p:sp>
        <p:nvSpPr>
          <p:cNvPr id="542" name="C5-E07 text 540" descr="sci-ppt:o540"/>
          <p:cNvSpPr txBox="1"/>
          <p:nvPr/>
        </p:nvSpPr>
        <p:spPr>
          <a:xfrm>
            <a:off x="8138160" y="3749039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Dotted line: peak at τ = 0.0472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f_rel = 0.0921; estimate 0.908</a:t>
            </a:r>
          </a:p>
        </p:txBody>
      </p:sp>
      <p:sp>
        <p:nvSpPr>
          <p:cNvPr id="543" name="C5-E07 text 541" descr="sci-ppt:o541"/>
          <p:cNvSpPr txBox="1"/>
          <p:nvPr/>
        </p:nvSpPr>
        <p:spPr>
          <a:xfrm>
            <a:off x="8138160" y="4754880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estimate sets the sign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and size of the gap,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not its digits.</a:t>
            </a:r>
          </a:p>
        </p:txBody>
      </p:sp>
      <p:sp>
        <p:nvSpPr>
          <p:cNvPr id="544" name="C5-E07 text 542" descr="sci-ppt:o54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Estimate from Eq. (C5-E07); white curve from B00625_history.csv.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