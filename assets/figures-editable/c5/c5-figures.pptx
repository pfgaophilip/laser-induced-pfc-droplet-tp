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01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C5-E01 · Adopted barotropic stiffened-gas law and exact sound speed</a:t>
            </a:r>
          </a:p>
        </p:txBody>
      </p:sp>
      <p:cxnSp>
        <p:nvCxnSpPr>
          <p:cNvPr id="3" name="C5-E01 line 1" descr="sci-ppt:o001"/>
          <p:cNvCxnSpPr/>
          <p:nvPr/>
        </p:nvCxnSpPr>
        <p:spPr>
          <a:xfrm>
            <a:off x="1280160" y="5303520"/>
            <a:ext cx="60350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01 line 2" descr="sci-ppt:o002"/>
          <p:cNvCxnSpPr/>
          <p:nvPr/>
        </p:nvCxnSpPr>
        <p:spPr>
          <a:xfrm>
            <a:off x="1280160" y="1188720"/>
            <a:ext cx="0" cy="41148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5-E01 line 3" descr="sci-ppt:o003"/>
          <p:cNvCxnSpPr/>
          <p:nvPr/>
        </p:nvCxnSpPr>
        <p:spPr>
          <a:xfrm>
            <a:off x="128016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6" name="C5-E01 text 4" descr="sci-ppt:o004"/>
          <p:cNvSpPr txBox="1"/>
          <p:nvPr/>
        </p:nvSpPr>
        <p:spPr>
          <a:xfrm>
            <a:off x="822959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cxnSp>
        <p:nvCxnSpPr>
          <p:cNvPr id="7" name="C5-E01 line 5" descr="sci-ppt:o005"/>
          <p:cNvCxnSpPr/>
          <p:nvPr/>
        </p:nvCxnSpPr>
        <p:spPr>
          <a:xfrm>
            <a:off x="278892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8" name="C5-E01 text 6" descr="sci-ppt:o006"/>
          <p:cNvSpPr txBox="1"/>
          <p:nvPr/>
        </p:nvSpPr>
        <p:spPr>
          <a:xfrm>
            <a:off x="233172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1.02</a:t>
            </a:r>
          </a:p>
        </p:txBody>
      </p:sp>
      <p:cxnSp>
        <p:nvCxnSpPr>
          <p:cNvPr id="9" name="C5-E01 line 7" descr="sci-ppt:o007"/>
          <p:cNvCxnSpPr/>
          <p:nvPr/>
        </p:nvCxnSpPr>
        <p:spPr>
          <a:xfrm>
            <a:off x="4297679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0" name="C5-E01 text 8" descr="sci-ppt:o008"/>
          <p:cNvSpPr txBox="1"/>
          <p:nvPr/>
        </p:nvSpPr>
        <p:spPr>
          <a:xfrm>
            <a:off x="3840479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1.04</a:t>
            </a:r>
          </a:p>
        </p:txBody>
      </p:sp>
      <p:cxnSp>
        <p:nvCxnSpPr>
          <p:cNvPr id="11" name="C5-E01 line 9" descr="sci-ppt:o009"/>
          <p:cNvCxnSpPr/>
          <p:nvPr/>
        </p:nvCxnSpPr>
        <p:spPr>
          <a:xfrm>
            <a:off x="580644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2" name="C5-E01 text 10" descr="sci-ppt:o010"/>
          <p:cNvSpPr txBox="1"/>
          <p:nvPr/>
        </p:nvSpPr>
        <p:spPr>
          <a:xfrm>
            <a:off x="534924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1.06</a:t>
            </a:r>
          </a:p>
        </p:txBody>
      </p:sp>
      <p:cxnSp>
        <p:nvCxnSpPr>
          <p:cNvPr id="13" name="C5-E01 line 11" descr="sci-ppt:o011"/>
          <p:cNvCxnSpPr/>
          <p:nvPr/>
        </p:nvCxnSpPr>
        <p:spPr>
          <a:xfrm>
            <a:off x="731520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4" name="C5-E01 text 12" descr="sci-ppt:o012"/>
          <p:cNvSpPr txBox="1"/>
          <p:nvPr/>
        </p:nvSpPr>
        <p:spPr>
          <a:xfrm>
            <a:off x="685800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1.08</a:t>
            </a:r>
          </a:p>
        </p:txBody>
      </p:sp>
      <p:cxnSp>
        <p:nvCxnSpPr>
          <p:cNvPr id="15" name="C5-E01 line 13" descr="sci-ppt:o013"/>
          <p:cNvCxnSpPr/>
          <p:nvPr/>
        </p:nvCxnSpPr>
        <p:spPr>
          <a:xfrm>
            <a:off x="1216151" y="530352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5-E01 line 14" descr="sci-ppt:o014"/>
          <p:cNvCxnSpPr/>
          <p:nvPr/>
        </p:nvCxnSpPr>
        <p:spPr>
          <a:xfrm>
            <a:off x="1280160" y="530352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C5-E01 text 15" descr="sci-ppt:o015"/>
          <p:cNvSpPr txBox="1"/>
          <p:nvPr/>
        </p:nvSpPr>
        <p:spPr>
          <a:xfrm>
            <a:off x="502919" y="517550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18" name="C5-E01 line 16" descr="sci-ppt:o016"/>
          <p:cNvCxnSpPr/>
          <p:nvPr/>
        </p:nvCxnSpPr>
        <p:spPr>
          <a:xfrm>
            <a:off x="1216151" y="448055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5-E01 line 17" descr="sci-ppt:o017"/>
          <p:cNvCxnSpPr/>
          <p:nvPr/>
        </p:nvCxnSpPr>
        <p:spPr>
          <a:xfrm>
            <a:off x="1280160" y="4480559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5-E01 text 18" descr="sci-ppt:o018"/>
          <p:cNvSpPr txBox="1"/>
          <p:nvPr/>
        </p:nvSpPr>
        <p:spPr>
          <a:xfrm>
            <a:off x="502919" y="435254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50</a:t>
            </a:r>
          </a:p>
        </p:txBody>
      </p:sp>
      <p:cxnSp>
        <p:nvCxnSpPr>
          <p:cNvPr id="21" name="C5-E01 line 19" descr="sci-ppt:o019"/>
          <p:cNvCxnSpPr/>
          <p:nvPr/>
        </p:nvCxnSpPr>
        <p:spPr>
          <a:xfrm>
            <a:off x="1216151" y="365760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5-E01 line 20" descr="sci-ppt:o020"/>
          <p:cNvCxnSpPr/>
          <p:nvPr/>
        </p:nvCxnSpPr>
        <p:spPr>
          <a:xfrm>
            <a:off x="1280160" y="365760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5-E01 text 21" descr="sci-ppt:o021"/>
          <p:cNvSpPr txBox="1"/>
          <p:nvPr/>
        </p:nvSpPr>
        <p:spPr>
          <a:xfrm>
            <a:off x="502919" y="352958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24" name="C5-E01 line 22" descr="sci-ppt:o022"/>
          <p:cNvCxnSpPr/>
          <p:nvPr/>
        </p:nvCxnSpPr>
        <p:spPr>
          <a:xfrm>
            <a:off x="1216151" y="283464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5-E01 line 23" descr="sci-ppt:o023"/>
          <p:cNvCxnSpPr/>
          <p:nvPr/>
        </p:nvCxnSpPr>
        <p:spPr>
          <a:xfrm>
            <a:off x="1280160" y="283464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5-E01 text 24" descr="sci-ppt:o024"/>
          <p:cNvSpPr txBox="1"/>
          <p:nvPr/>
        </p:nvSpPr>
        <p:spPr>
          <a:xfrm>
            <a:off x="502919" y="270662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150</a:t>
            </a:r>
          </a:p>
        </p:txBody>
      </p:sp>
      <p:cxnSp>
        <p:nvCxnSpPr>
          <p:cNvPr id="27" name="C5-E01 line 25" descr="sci-ppt:o025"/>
          <p:cNvCxnSpPr/>
          <p:nvPr/>
        </p:nvCxnSpPr>
        <p:spPr>
          <a:xfrm>
            <a:off x="1216151" y="201167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5-E01 line 26" descr="sci-ppt:o026"/>
          <p:cNvCxnSpPr/>
          <p:nvPr/>
        </p:nvCxnSpPr>
        <p:spPr>
          <a:xfrm>
            <a:off x="1280160" y="2011679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5-E01 text 27" descr="sci-ppt:o027"/>
          <p:cNvSpPr txBox="1"/>
          <p:nvPr/>
        </p:nvSpPr>
        <p:spPr>
          <a:xfrm>
            <a:off x="502919" y="188366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200</a:t>
            </a:r>
          </a:p>
        </p:txBody>
      </p:sp>
      <p:cxnSp>
        <p:nvCxnSpPr>
          <p:cNvPr id="30" name="C5-E01 line 28" descr="sci-ppt:o028"/>
          <p:cNvCxnSpPr/>
          <p:nvPr/>
        </p:nvCxnSpPr>
        <p:spPr>
          <a:xfrm>
            <a:off x="1216151" y="118871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5-E01 line 29" descr="sci-ppt:o029"/>
          <p:cNvCxnSpPr/>
          <p:nvPr/>
        </p:nvCxnSpPr>
        <p:spPr>
          <a:xfrm>
            <a:off x="1280160" y="1188719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5-E01 text 30" descr="sci-ppt:o030"/>
          <p:cNvSpPr txBox="1"/>
          <p:nvPr/>
        </p:nvSpPr>
        <p:spPr>
          <a:xfrm>
            <a:off x="502919" y="10607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250</a:t>
            </a:r>
          </a:p>
        </p:txBody>
      </p:sp>
      <p:sp>
        <p:nvSpPr>
          <p:cNvPr id="33" name="C5-E01 text 31" descr="sci-ppt:o031"/>
          <p:cNvSpPr txBox="1"/>
          <p:nvPr/>
        </p:nvSpPr>
        <p:spPr>
          <a:xfrm>
            <a:off x="1280160" y="5650992"/>
            <a:ext cx="603504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Density ratio ρ / ρ_j</a:t>
            </a:r>
          </a:p>
        </p:txBody>
      </p:sp>
      <p:sp>
        <p:nvSpPr>
          <p:cNvPr id="34" name="C5-E01 text 32" descr="sci-ppt:o032"/>
          <p:cNvSpPr txBox="1"/>
          <p:nvPr/>
        </p:nvSpPr>
        <p:spPr>
          <a:xfrm>
            <a:off x="411479" y="804672"/>
            <a:ext cx="3108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Absolute pressure (MPa)</a:t>
            </a:r>
          </a:p>
        </p:txBody>
      </p:sp>
      <p:cxnSp>
        <p:nvCxnSpPr>
          <p:cNvPr id="35" name="C5-E01 line 33" descr="sci-ppt:o033"/>
          <p:cNvCxnSpPr/>
          <p:nvPr/>
        </p:nvCxnSpPr>
        <p:spPr>
          <a:xfrm flipV="1">
            <a:off x="1280160" y="5267037"/>
            <a:ext cx="60350" cy="3481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36" name="C5-E01 line 34" descr="sci-ppt:o034"/>
          <p:cNvCxnSpPr/>
          <p:nvPr/>
        </p:nvCxnSpPr>
        <p:spPr>
          <a:xfrm flipV="1">
            <a:off x="1340510" y="5232127"/>
            <a:ext cx="60350" cy="3491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37" name="C5-E01 line 35" descr="sci-ppt:o035"/>
          <p:cNvCxnSpPr/>
          <p:nvPr/>
        </p:nvCxnSpPr>
        <p:spPr>
          <a:xfrm flipV="1">
            <a:off x="1400860" y="5197122"/>
            <a:ext cx="60351" cy="3500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38" name="C5-E01 line 36" descr="sci-ppt:o036"/>
          <p:cNvCxnSpPr/>
          <p:nvPr/>
        </p:nvCxnSpPr>
        <p:spPr>
          <a:xfrm flipV="1">
            <a:off x="1461211" y="5162022"/>
            <a:ext cx="60350" cy="3510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39" name="C5-E01 line 37" descr="sci-ppt:o037"/>
          <p:cNvCxnSpPr/>
          <p:nvPr/>
        </p:nvCxnSpPr>
        <p:spPr>
          <a:xfrm flipV="1">
            <a:off x="1521561" y="5126827"/>
            <a:ext cx="60351" cy="3519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0" name="C5-E01 line 38" descr="sci-ppt:o038"/>
          <p:cNvCxnSpPr/>
          <p:nvPr/>
        </p:nvCxnSpPr>
        <p:spPr>
          <a:xfrm flipV="1">
            <a:off x="1581912" y="5091537"/>
            <a:ext cx="60350" cy="3529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1" name="C5-E01 line 39" descr="sci-ppt:o039"/>
          <p:cNvCxnSpPr/>
          <p:nvPr/>
        </p:nvCxnSpPr>
        <p:spPr>
          <a:xfrm flipV="1">
            <a:off x="1642262" y="5056151"/>
            <a:ext cx="60350" cy="35386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2" name="C5-E01 line 40" descr="sci-ppt:o040"/>
          <p:cNvCxnSpPr/>
          <p:nvPr/>
        </p:nvCxnSpPr>
        <p:spPr>
          <a:xfrm flipV="1">
            <a:off x="1702612" y="5020668"/>
            <a:ext cx="60351" cy="35483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3" name="C5-E01 line 41" descr="sci-ppt:o041"/>
          <p:cNvCxnSpPr/>
          <p:nvPr/>
        </p:nvCxnSpPr>
        <p:spPr>
          <a:xfrm flipV="1">
            <a:off x="1762963" y="4985090"/>
            <a:ext cx="60350" cy="3557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4" name="C5-E01 line 42" descr="sci-ppt:o042"/>
          <p:cNvCxnSpPr/>
          <p:nvPr/>
        </p:nvCxnSpPr>
        <p:spPr>
          <a:xfrm flipV="1">
            <a:off x="1823313" y="4949416"/>
            <a:ext cx="60351" cy="35674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5" name="C5-E01 line 43" descr="sci-ppt:o043"/>
          <p:cNvCxnSpPr/>
          <p:nvPr/>
        </p:nvCxnSpPr>
        <p:spPr>
          <a:xfrm flipV="1">
            <a:off x="1883664" y="4913645"/>
            <a:ext cx="60350" cy="35771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6" name="C5-E01 line 44" descr="sci-ppt:o044"/>
          <p:cNvCxnSpPr/>
          <p:nvPr/>
        </p:nvCxnSpPr>
        <p:spPr>
          <a:xfrm flipV="1">
            <a:off x="1944014" y="4877778"/>
            <a:ext cx="60350" cy="3586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7" name="C5-E01 line 45" descr="sci-ppt:o045"/>
          <p:cNvCxnSpPr/>
          <p:nvPr/>
        </p:nvCxnSpPr>
        <p:spPr>
          <a:xfrm flipV="1">
            <a:off x="2004364" y="4841814"/>
            <a:ext cx="60351" cy="35964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8" name="C5-E01 line 46" descr="sci-ppt:o046"/>
          <p:cNvCxnSpPr/>
          <p:nvPr/>
        </p:nvCxnSpPr>
        <p:spPr>
          <a:xfrm flipV="1">
            <a:off x="2064715" y="4805753"/>
            <a:ext cx="60350" cy="36061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9" name="C5-E01 line 47" descr="sci-ppt:o047"/>
          <p:cNvCxnSpPr/>
          <p:nvPr/>
        </p:nvCxnSpPr>
        <p:spPr>
          <a:xfrm flipV="1">
            <a:off x="2125065" y="4769595"/>
            <a:ext cx="60350" cy="3615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0" name="C5-E01 line 48" descr="sci-ppt:o048"/>
          <p:cNvCxnSpPr/>
          <p:nvPr/>
        </p:nvCxnSpPr>
        <p:spPr>
          <a:xfrm flipV="1">
            <a:off x="2185415" y="4733339"/>
            <a:ext cx="60351" cy="36256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1" name="C5-E01 line 49" descr="sci-ppt:o049"/>
          <p:cNvCxnSpPr/>
          <p:nvPr/>
        </p:nvCxnSpPr>
        <p:spPr>
          <a:xfrm flipV="1">
            <a:off x="2245766" y="4696986"/>
            <a:ext cx="60350" cy="36353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2" name="C5-E01 line 50" descr="sci-ppt:o050"/>
          <p:cNvCxnSpPr/>
          <p:nvPr/>
        </p:nvCxnSpPr>
        <p:spPr>
          <a:xfrm flipV="1">
            <a:off x="2306116" y="4660536"/>
            <a:ext cx="60351" cy="3645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3" name="C5-E01 line 51" descr="sci-ppt:o051"/>
          <p:cNvCxnSpPr/>
          <p:nvPr/>
        </p:nvCxnSpPr>
        <p:spPr>
          <a:xfrm flipV="1">
            <a:off x="2366467" y="4623987"/>
            <a:ext cx="60350" cy="36549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4" name="C5-E01 line 52" descr="sci-ppt:o052"/>
          <p:cNvCxnSpPr/>
          <p:nvPr/>
        </p:nvCxnSpPr>
        <p:spPr>
          <a:xfrm flipV="1">
            <a:off x="2426817" y="4587341"/>
            <a:ext cx="60351" cy="36646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5" name="C5-E01 line 53" descr="sci-ppt:o053"/>
          <p:cNvCxnSpPr/>
          <p:nvPr/>
        </p:nvCxnSpPr>
        <p:spPr>
          <a:xfrm flipV="1">
            <a:off x="2487168" y="4550596"/>
            <a:ext cx="60350" cy="3674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6" name="C5-E01 line 54" descr="sci-ppt:o054"/>
          <p:cNvCxnSpPr/>
          <p:nvPr/>
        </p:nvCxnSpPr>
        <p:spPr>
          <a:xfrm flipV="1">
            <a:off x="2547518" y="4513753"/>
            <a:ext cx="60350" cy="36843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7" name="C5-E01 line 55" descr="sci-ppt:o055"/>
          <p:cNvCxnSpPr/>
          <p:nvPr/>
        </p:nvCxnSpPr>
        <p:spPr>
          <a:xfrm flipV="1">
            <a:off x="2607868" y="4476811"/>
            <a:ext cx="60351" cy="36942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8" name="C5-E01 line 56" descr="sci-ppt:o056"/>
          <p:cNvCxnSpPr/>
          <p:nvPr/>
        </p:nvCxnSpPr>
        <p:spPr>
          <a:xfrm flipV="1">
            <a:off x="2668219" y="4439770"/>
            <a:ext cx="60350" cy="37041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9" name="C5-E01 line 57" descr="sci-ppt:o057"/>
          <p:cNvCxnSpPr/>
          <p:nvPr/>
        </p:nvCxnSpPr>
        <p:spPr>
          <a:xfrm flipV="1">
            <a:off x="2728569" y="4402631"/>
            <a:ext cx="60351" cy="37139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0" name="C5-E01 line 58" descr="sci-ppt:o058"/>
          <p:cNvCxnSpPr/>
          <p:nvPr/>
        </p:nvCxnSpPr>
        <p:spPr>
          <a:xfrm flipV="1">
            <a:off x="2788920" y="4365392"/>
            <a:ext cx="60350" cy="37239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1" name="C5-E01 line 59" descr="sci-ppt:o059"/>
          <p:cNvCxnSpPr/>
          <p:nvPr/>
        </p:nvCxnSpPr>
        <p:spPr>
          <a:xfrm flipV="1">
            <a:off x="2849270" y="4328054"/>
            <a:ext cx="60350" cy="3733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2" name="C5-E01 line 60" descr="sci-ppt:o060"/>
          <p:cNvCxnSpPr/>
          <p:nvPr/>
        </p:nvCxnSpPr>
        <p:spPr>
          <a:xfrm flipV="1">
            <a:off x="2909620" y="4290616"/>
            <a:ext cx="60351" cy="3743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3" name="C5-E01 line 61" descr="sci-ppt:o061"/>
          <p:cNvCxnSpPr/>
          <p:nvPr/>
        </p:nvCxnSpPr>
        <p:spPr>
          <a:xfrm flipV="1">
            <a:off x="2969971" y="4253078"/>
            <a:ext cx="60350" cy="3753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4" name="C5-E01 line 62" descr="sci-ppt:o062"/>
          <p:cNvCxnSpPr/>
          <p:nvPr/>
        </p:nvCxnSpPr>
        <p:spPr>
          <a:xfrm flipV="1">
            <a:off x="3030321" y="4215441"/>
            <a:ext cx="60351" cy="3763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5" name="C5-E01 line 63" descr="sci-ppt:o063"/>
          <p:cNvCxnSpPr/>
          <p:nvPr/>
        </p:nvCxnSpPr>
        <p:spPr>
          <a:xfrm flipV="1">
            <a:off x="3090672" y="4177704"/>
            <a:ext cx="60350" cy="3773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6" name="C5-E01 line 64" descr="sci-ppt:o064"/>
          <p:cNvCxnSpPr/>
          <p:nvPr/>
        </p:nvCxnSpPr>
        <p:spPr>
          <a:xfrm flipV="1">
            <a:off x="3151022" y="4139866"/>
            <a:ext cx="60350" cy="3783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7" name="C5-E01 line 65" descr="sci-ppt:o065"/>
          <p:cNvCxnSpPr/>
          <p:nvPr/>
        </p:nvCxnSpPr>
        <p:spPr>
          <a:xfrm flipV="1">
            <a:off x="3211372" y="4101928"/>
            <a:ext cx="60351" cy="3793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8" name="C5-E01 line 66" descr="sci-ppt:o066"/>
          <p:cNvCxnSpPr/>
          <p:nvPr/>
        </p:nvCxnSpPr>
        <p:spPr>
          <a:xfrm flipV="1">
            <a:off x="3271723" y="4063889"/>
            <a:ext cx="60350" cy="38039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9" name="C5-E01 line 67" descr="sci-ppt:o067"/>
          <p:cNvCxnSpPr/>
          <p:nvPr/>
        </p:nvCxnSpPr>
        <p:spPr>
          <a:xfrm flipV="1">
            <a:off x="3332073" y="4025749"/>
            <a:ext cx="60350" cy="3814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0" name="C5-E01 line 68" descr="sci-ppt:o068"/>
          <p:cNvCxnSpPr/>
          <p:nvPr/>
        </p:nvCxnSpPr>
        <p:spPr>
          <a:xfrm flipV="1">
            <a:off x="3392423" y="3987508"/>
            <a:ext cx="60351" cy="38241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1" name="C5-E01 line 69" descr="sci-ppt:o069"/>
          <p:cNvCxnSpPr/>
          <p:nvPr/>
        </p:nvCxnSpPr>
        <p:spPr>
          <a:xfrm flipV="1">
            <a:off x="3452774" y="3949166"/>
            <a:ext cx="60350" cy="38342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2" name="C5-E01 line 70" descr="sci-ppt:o070"/>
          <p:cNvCxnSpPr/>
          <p:nvPr/>
        </p:nvCxnSpPr>
        <p:spPr>
          <a:xfrm flipV="1">
            <a:off x="3513124" y="3910723"/>
            <a:ext cx="60351" cy="38443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3" name="C5-E01 line 71" descr="sci-ppt:o071"/>
          <p:cNvCxnSpPr/>
          <p:nvPr/>
        </p:nvCxnSpPr>
        <p:spPr>
          <a:xfrm flipV="1">
            <a:off x="3573475" y="3872178"/>
            <a:ext cx="60350" cy="3854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4" name="C5-E01 line 72" descr="sci-ppt:o072"/>
          <p:cNvCxnSpPr/>
          <p:nvPr/>
        </p:nvCxnSpPr>
        <p:spPr>
          <a:xfrm flipV="1">
            <a:off x="3633825" y="3833531"/>
            <a:ext cx="60351" cy="3864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5" name="C5-E01 line 73" descr="sci-ppt:o073"/>
          <p:cNvCxnSpPr/>
          <p:nvPr/>
        </p:nvCxnSpPr>
        <p:spPr>
          <a:xfrm flipV="1">
            <a:off x="3694176" y="3794782"/>
            <a:ext cx="60350" cy="38749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6" name="C5-E01 line 74" descr="sci-ppt:o074"/>
          <p:cNvCxnSpPr/>
          <p:nvPr/>
        </p:nvCxnSpPr>
        <p:spPr>
          <a:xfrm flipV="1">
            <a:off x="3754526" y="3755931"/>
            <a:ext cx="60350" cy="38851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7" name="C5-E01 line 75" descr="sci-ppt:o075"/>
          <p:cNvCxnSpPr/>
          <p:nvPr/>
        </p:nvCxnSpPr>
        <p:spPr>
          <a:xfrm flipV="1">
            <a:off x="3814876" y="3716977"/>
            <a:ext cx="60351" cy="38954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8" name="C5-E01 line 76" descr="sci-ppt:o076"/>
          <p:cNvCxnSpPr/>
          <p:nvPr/>
        </p:nvCxnSpPr>
        <p:spPr>
          <a:xfrm flipV="1">
            <a:off x="3875227" y="3677921"/>
            <a:ext cx="60350" cy="39056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9" name="C5-E01 line 77" descr="sci-ppt:o077"/>
          <p:cNvCxnSpPr/>
          <p:nvPr/>
        </p:nvCxnSpPr>
        <p:spPr>
          <a:xfrm flipV="1">
            <a:off x="3935577" y="3638763"/>
            <a:ext cx="60350" cy="3915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0" name="C5-E01 line 78" descr="sci-ppt:o078"/>
          <p:cNvCxnSpPr/>
          <p:nvPr/>
        </p:nvCxnSpPr>
        <p:spPr>
          <a:xfrm flipV="1">
            <a:off x="3995927" y="3599501"/>
            <a:ext cx="60351" cy="39262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1" name="C5-E01 line 79" descr="sci-ppt:o079"/>
          <p:cNvCxnSpPr/>
          <p:nvPr/>
        </p:nvCxnSpPr>
        <p:spPr>
          <a:xfrm flipV="1">
            <a:off x="4056278" y="3560136"/>
            <a:ext cx="60350" cy="3936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2" name="C5-E01 line 80" descr="sci-ppt:o080"/>
          <p:cNvCxnSpPr/>
          <p:nvPr/>
        </p:nvCxnSpPr>
        <p:spPr>
          <a:xfrm flipV="1">
            <a:off x="4116628" y="3520668"/>
            <a:ext cx="60351" cy="3946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3" name="C5-E01 line 81" descr="sci-ppt:o081"/>
          <p:cNvCxnSpPr/>
          <p:nvPr/>
        </p:nvCxnSpPr>
        <p:spPr>
          <a:xfrm flipV="1">
            <a:off x="4176979" y="3481096"/>
            <a:ext cx="60350" cy="39572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4" name="C5-E01 line 82" descr="sci-ppt:o082"/>
          <p:cNvCxnSpPr/>
          <p:nvPr/>
        </p:nvCxnSpPr>
        <p:spPr>
          <a:xfrm flipV="1">
            <a:off x="4237329" y="3441421"/>
            <a:ext cx="60350" cy="3967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5" name="C5-E01 line 83" descr="sci-ppt:o083"/>
          <p:cNvCxnSpPr/>
          <p:nvPr/>
        </p:nvCxnSpPr>
        <p:spPr>
          <a:xfrm flipV="1">
            <a:off x="4297679" y="3401641"/>
            <a:ext cx="60351" cy="3978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6" name="C5-E01 line 84" descr="sci-ppt:o084"/>
          <p:cNvCxnSpPr/>
          <p:nvPr/>
        </p:nvCxnSpPr>
        <p:spPr>
          <a:xfrm flipV="1">
            <a:off x="4358030" y="3361758"/>
            <a:ext cx="60350" cy="39883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7" name="C5-E01 line 85" descr="sci-ppt:o085"/>
          <p:cNvCxnSpPr/>
          <p:nvPr/>
        </p:nvCxnSpPr>
        <p:spPr>
          <a:xfrm flipV="1">
            <a:off x="4418380" y="3321770"/>
            <a:ext cx="60351" cy="3998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8" name="C5-E01 line 86" descr="sci-ppt:o086"/>
          <p:cNvCxnSpPr/>
          <p:nvPr/>
        </p:nvCxnSpPr>
        <p:spPr>
          <a:xfrm flipV="1">
            <a:off x="4478731" y="3281678"/>
            <a:ext cx="60350" cy="40092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9" name="C5-E01 line 87" descr="sci-ppt:o087"/>
          <p:cNvCxnSpPr/>
          <p:nvPr/>
        </p:nvCxnSpPr>
        <p:spPr>
          <a:xfrm flipV="1">
            <a:off x="4539081" y="3241481"/>
            <a:ext cx="60350" cy="4019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0" name="C5-E01 line 88" descr="sci-ppt:o088"/>
          <p:cNvCxnSpPr/>
          <p:nvPr/>
        </p:nvCxnSpPr>
        <p:spPr>
          <a:xfrm flipV="1">
            <a:off x="4599431" y="3201180"/>
            <a:ext cx="60351" cy="40301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1" name="C5-E01 line 89" descr="sci-ppt:o089"/>
          <p:cNvCxnSpPr/>
          <p:nvPr/>
        </p:nvCxnSpPr>
        <p:spPr>
          <a:xfrm flipV="1">
            <a:off x="4659782" y="3160773"/>
            <a:ext cx="60350" cy="4040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2" name="C5-E01 line 90" descr="sci-ppt:o090"/>
          <p:cNvCxnSpPr/>
          <p:nvPr/>
        </p:nvCxnSpPr>
        <p:spPr>
          <a:xfrm flipV="1">
            <a:off x="4720132" y="3120261"/>
            <a:ext cx="60351" cy="40512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3" name="C5-E01 line 91" descr="sci-ppt:o091"/>
          <p:cNvCxnSpPr/>
          <p:nvPr/>
        </p:nvCxnSpPr>
        <p:spPr>
          <a:xfrm flipV="1">
            <a:off x="4780483" y="3079643"/>
            <a:ext cx="60350" cy="4061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4" name="C5-E01 line 92" descr="sci-ppt:o092"/>
          <p:cNvCxnSpPr/>
          <p:nvPr/>
        </p:nvCxnSpPr>
        <p:spPr>
          <a:xfrm flipV="1">
            <a:off x="4840833" y="3038920"/>
            <a:ext cx="60350" cy="40723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5" name="C5-E01 line 93" descr="sci-ppt:o093"/>
          <p:cNvCxnSpPr/>
          <p:nvPr/>
        </p:nvCxnSpPr>
        <p:spPr>
          <a:xfrm flipV="1">
            <a:off x="4901183" y="2998091"/>
            <a:ext cx="60351" cy="40829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6" name="C5-E01 line 94" descr="sci-ppt:o094"/>
          <p:cNvCxnSpPr/>
          <p:nvPr/>
        </p:nvCxnSpPr>
        <p:spPr>
          <a:xfrm flipV="1">
            <a:off x="4961534" y="2957156"/>
            <a:ext cx="60350" cy="4093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7" name="C5-E01 line 95" descr="sci-ppt:o095"/>
          <p:cNvCxnSpPr/>
          <p:nvPr/>
        </p:nvCxnSpPr>
        <p:spPr>
          <a:xfrm flipV="1">
            <a:off x="5021884" y="2916115"/>
            <a:ext cx="60351" cy="41041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8" name="C5-E01 line 96" descr="sci-ppt:o096"/>
          <p:cNvCxnSpPr/>
          <p:nvPr/>
        </p:nvCxnSpPr>
        <p:spPr>
          <a:xfrm flipV="1">
            <a:off x="5082235" y="2874968"/>
            <a:ext cx="60350" cy="4114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9" name="C5-E01 line 97" descr="sci-ppt:o097"/>
          <p:cNvCxnSpPr/>
          <p:nvPr/>
        </p:nvCxnSpPr>
        <p:spPr>
          <a:xfrm flipV="1">
            <a:off x="5142585" y="2833713"/>
            <a:ext cx="60351" cy="4125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0" name="C5-E01 line 98" descr="sci-ppt:o098"/>
          <p:cNvCxnSpPr/>
          <p:nvPr/>
        </p:nvCxnSpPr>
        <p:spPr>
          <a:xfrm flipV="1">
            <a:off x="5202936" y="2792352"/>
            <a:ext cx="60350" cy="41361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1" name="C5-E01 line 99" descr="sci-ppt:o099"/>
          <p:cNvCxnSpPr/>
          <p:nvPr/>
        </p:nvCxnSpPr>
        <p:spPr>
          <a:xfrm flipV="1">
            <a:off x="5263286" y="2750885"/>
            <a:ext cx="60350" cy="4146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2" name="C5-E01 line 100" descr="sci-ppt:o100"/>
          <p:cNvCxnSpPr/>
          <p:nvPr/>
        </p:nvCxnSpPr>
        <p:spPr>
          <a:xfrm flipV="1">
            <a:off x="5323636" y="2709309"/>
            <a:ext cx="60351" cy="41576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3" name="C5-E01 line 101" descr="sci-ppt:o101"/>
          <p:cNvCxnSpPr/>
          <p:nvPr/>
        </p:nvCxnSpPr>
        <p:spPr>
          <a:xfrm flipV="1">
            <a:off x="5383987" y="2667627"/>
            <a:ext cx="60350" cy="41682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4" name="C5-E01 line 102" descr="sci-ppt:o102"/>
          <p:cNvCxnSpPr/>
          <p:nvPr/>
        </p:nvCxnSpPr>
        <p:spPr>
          <a:xfrm flipV="1">
            <a:off x="5444337" y="2625837"/>
            <a:ext cx="60351" cy="4179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5" name="C5-E01 line 103" descr="sci-ppt:o103"/>
          <p:cNvCxnSpPr/>
          <p:nvPr/>
        </p:nvCxnSpPr>
        <p:spPr>
          <a:xfrm flipV="1">
            <a:off x="5504688" y="2583939"/>
            <a:ext cx="60350" cy="4189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6" name="C5-E01 line 104" descr="sci-ppt:o104"/>
          <p:cNvCxnSpPr/>
          <p:nvPr/>
        </p:nvCxnSpPr>
        <p:spPr>
          <a:xfrm flipV="1">
            <a:off x="5565038" y="2541933"/>
            <a:ext cx="60350" cy="42006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7" name="C5-E01 line 105" descr="sci-ppt:o105"/>
          <p:cNvCxnSpPr/>
          <p:nvPr/>
        </p:nvCxnSpPr>
        <p:spPr>
          <a:xfrm flipV="1">
            <a:off x="5625388" y="2499819"/>
            <a:ext cx="60351" cy="42114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8" name="C5-E01 line 106" descr="sci-ppt:o106"/>
          <p:cNvCxnSpPr/>
          <p:nvPr/>
        </p:nvCxnSpPr>
        <p:spPr>
          <a:xfrm flipV="1">
            <a:off x="5685739" y="2457596"/>
            <a:ext cx="60350" cy="42223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9" name="C5-E01 line 107" descr="sci-ppt:o107"/>
          <p:cNvCxnSpPr/>
          <p:nvPr/>
        </p:nvCxnSpPr>
        <p:spPr>
          <a:xfrm flipV="1">
            <a:off x="5746089" y="2415265"/>
            <a:ext cx="60351" cy="42331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0" name="C5-E01 line 108" descr="sci-ppt:o108"/>
          <p:cNvCxnSpPr/>
          <p:nvPr/>
        </p:nvCxnSpPr>
        <p:spPr>
          <a:xfrm flipV="1">
            <a:off x="5806440" y="2372825"/>
            <a:ext cx="60350" cy="4244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1" name="C5-E01 line 109" descr="sci-ppt:o109"/>
          <p:cNvCxnSpPr/>
          <p:nvPr/>
        </p:nvCxnSpPr>
        <p:spPr>
          <a:xfrm flipV="1">
            <a:off x="5866790" y="2330277"/>
            <a:ext cx="60350" cy="4254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2" name="C5-E01 line 110" descr="sci-ppt:o110"/>
          <p:cNvCxnSpPr/>
          <p:nvPr/>
        </p:nvCxnSpPr>
        <p:spPr>
          <a:xfrm flipV="1">
            <a:off x="5927140" y="2287619"/>
            <a:ext cx="60351" cy="4265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3" name="C5-E01 line 111" descr="sci-ppt:o111"/>
          <p:cNvCxnSpPr/>
          <p:nvPr/>
        </p:nvCxnSpPr>
        <p:spPr>
          <a:xfrm flipV="1">
            <a:off x="5987491" y="2244852"/>
            <a:ext cx="60350" cy="4276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4" name="C5-E01 line 112" descr="sci-ppt:o112"/>
          <p:cNvCxnSpPr/>
          <p:nvPr/>
        </p:nvCxnSpPr>
        <p:spPr>
          <a:xfrm flipV="1">
            <a:off x="6047841" y="2201975"/>
            <a:ext cx="60351" cy="4287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5" name="C5-E01 line 113" descr="sci-ppt:o113"/>
          <p:cNvCxnSpPr/>
          <p:nvPr/>
        </p:nvCxnSpPr>
        <p:spPr>
          <a:xfrm flipV="1">
            <a:off x="6108192" y="2158988"/>
            <a:ext cx="60350" cy="4298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6" name="C5-E01 line 114" descr="sci-ppt:o114"/>
          <p:cNvCxnSpPr/>
          <p:nvPr/>
        </p:nvCxnSpPr>
        <p:spPr>
          <a:xfrm flipV="1">
            <a:off x="6168542" y="2115892"/>
            <a:ext cx="60350" cy="43096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7" name="C5-E01 line 115" descr="sci-ppt:o115"/>
          <p:cNvCxnSpPr/>
          <p:nvPr/>
        </p:nvCxnSpPr>
        <p:spPr>
          <a:xfrm flipV="1">
            <a:off x="6228892" y="2072685"/>
            <a:ext cx="60351" cy="4320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8" name="C5-E01 line 116" descr="sci-ppt:o116"/>
          <p:cNvCxnSpPr/>
          <p:nvPr/>
        </p:nvCxnSpPr>
        <p:spPr>
          <a:xfrm flipV="1">
            <a:off x="6289243" y="2029368"/>
            <a:ext cx="60350" cy="4331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9" name="C5-E01 line 117" descr="sci-ppt:o117"/>
          <p:cNvCxnSpPr/>
          <p:nvPr/>
        </p:nvCxnSpPr>
        <p:spPr>
          <a:xfrm flipV="1">
            <a:off x="6349593" y="1985941"/>
            <a:ext cx="60351" cy="434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0" name="C5-E01 line 118" descr="sci-ppt:o118"/>
          <p:cNvCxnSpPr/>
          <p:nvPr/>
        </p:nvCxnSpPr>
        <p:spPr>
          <a:xfrm flipV="1">
            <a:off x="6409944" y="1942402"/>
            <a:ext cx="60350" cy="43539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1" name="C5-E01 line 119" descr="sci-ppt:o119"/>
          <p:cNvCxnSpPr/>
          <p:nvPr/>
        </p:nvCxnSpPr>
        <p:spPr>
          <a:xfrm flipV="1">
            <a:off x="6470294" y="1898753"/>
            <a:ext cx="60350" cy="43649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2" name="C5-E01 line 120" descr="sci-ppt:o120"/>
          <p:cNvCxnSpPr/>
          <p:nvPr/>
        </p:nvCxnSpPr>
        <p:spPr>
          <a:xfrm flipV="1">
            <a:off x="6530644" y="1854993"/>
            <a:ext cx="60351" cy="4376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3" name="C5-E01 line 121" descr="sci-ppt:o121"/>
          <p:cNvCxnSpPr/>
          <p:nvPr/>
        </p:nvCxnSpPr>
        <p:spPr>
          <a:xfrm flipV="1">
            <a:off x="6590995" y="1811121"/>
            <a:ext cx="60350" cy="43872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4" name="C5-E01 line 122" descr="sci-ppt:o122"/>
          <p:cNvCxnSpPr/>
          <p:nvPr/>
        </p:nvCxnSpPr>
        <p:spPr>
          <a:xfrm flipV="1">
            <a:off x="6651345" y="1767138"/>
            <a:ext cx="60351" cy="43983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5" name="C5-E01 line 123" descr="sci-ppt:o123"/>
          <p:cNvCxnSpPr/>
          <p:nvPr/>
        </p:nvCxnSpPr>
        <p:spPr>
          <a:xfrm flipV="1">
            <a:off x="6711696" y="1723043"/>
            <a:ext cx="60350" cy="44095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6" name="C5-E01 line 124" descr="sci-ppt:o124"/>
          <p:cNvCxnSpPr/>
          <p:nvPr/>
        </p:nvCxnSpPr>
        <p:spPr>
          <a:xfrm flipV="1">
            <a:off x="6772046" y="1678836"/>
            <a:ext cx="60350" cy="4420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7" name="C5-E01 line 125" descr="sci-ppt:o125"/>
          <p:cNvCxnSpPr/>
          <p:nvPr/>
        </p:nvCxnSpPr>
        <p:spPr>
          <a:xfrm flipV="1">
            <a:off x="6832396" y="1634517"/>
            <a:ext cx="60351" cy="44319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8" name="C5-E01 line 126" descr="sci-ppt:o126"/>
          <p:cNvCxnSpPr/>
          <p:nvPr/>
        </p:nvCxnSpPr>
        <p:spPr>
          <a:xfrm flipV="1">
            <a:off x="6892747" y="1590085"/>
            <a:ext cx="60350" cy="44432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9" name="C5-E01 line 127" descr="sci-ppt:o127"/>
          <p:cNvCxnSpPr/>
          <p:nvPr/>
        </p:nvCxnSpPr>
        <p:spPr>
          <a:xfrm flipV="1">
            <a:off x="6953097" y="1545541"/>
            <a:ext cx="60351" cy="44544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0" name="C5-E01 line 128" descr="sci-ppt:o128"/>
          <p:cNvCxnSpPr/>
          <p:nvPr/>
        </p:nvCxnSpPr>
        <p:spPr>
          <a:xfrm flipV="1">
            <a:off x="7013448" y="1500885"/>
            <a:ext cx="60350" cy="44656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1" name="C5-E01 line 129" descr="sci-ppt:o129"/>
          <p:cNvCxnSpPr/>
          <p:nvPr/>
        </p:nvCxnSpPr>
        <p:spPr>
          <a:xfrm flipV="1">
            <a:off x="7073798" y="1456115"/>
            <a:ext cx="60350" cy="4477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2" name="C5-E01 line 130" descr="sci-ppt:o130"/>
          <p:cNvCxnSpPr/>
          <p:nvPr/>
        </p:nvCxnSpPr>
        <p:spPr>
          <a:xfrm flipV="1">
            <a:off x="7134148" y="1411232"/>
            <a:ext cx="60351" cy="44883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3" name="C5-E01 line 131" descr="sci-ppt:o131"/>
          <p:cNvCxnSpPr/>
          <p:nvPr/>
        </p:nvCxnSpPr>
        <p:spPr>
          <a:xfrm flipV="1">
            <a:off x="7194499" y="1366236"/>
            <a:ext cx="60350" cy="44996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4" name="C5-E01 line 132" descr="sci-ppt:o132"/>
          <p:cNvCxnSpPr/>
          <p:nvPr/>
        </p:nvCxnSpPr>
        <p:spPr>
          <a:xfrm flipV="1">
            <a:off x="7254849" y="1321126"/>
            <a:ext cx="60351" cy="4511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sp>
        <p:nvSpPr>
          <p:cNvPr id="135" name="C5-E01 ellipse 133" descr="sci-ppt:o133"/>
          <p:cNvSpPr/>
          <p:nvPr/>
        </p:nvSpPr>
        <p:spPr>
          <a:xfrm>
            <a:off x="1207007" y="5228700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C5-E01 ellipse 134" descr="sci-ppt:o134"/>
          <p:cNvSpPr/>
          <p:nvPr/>
        </p:nvSpPr>
        <p:spPr>
          <a:xfrm>
            <a:off x="5702226" y="2363914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C5-E01 text 135" descr="sci-ppt:o135"/>
          <p:cNvSpPr txBox="1"/>
          <p:nvPr/>
        </p:nvSpPr>
        <p:spPr>
          <a:xfrm>
            <a:off x="1463039" y="4754880"/>
            <a:ext cx="27432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reference state (ρ_j, p_j)</a:t>
            </a:r>
          </a:p>
        </p:txBody>
      </p:sp>
      <p:sp>
        <p:nvSpPr>
          <p:cNvPr id="138" name="C5-E01 text 136" descr="sci-ppt:o136"/>
          <p:cNvSpPr txBox="1"/>
          <p:nvPr/>
        </p:nvSpPr>
        <p:spPr>
          <a:xfrm>
            <a:off x="1843458" y="2345626"/>
            <a:ext cx="3749039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behind the barotropic shock: ρ_1 / ρ_j = 1.0596</a:t>
            </a:r>
          </a:p>
        </p:txBody>
      </p:sp>
      <p:sp>
        <p:nvSpPr>
          <p:cNvPr id="139" name="C5-E01 text 137" descr="sci-ppt:o137"/>
          <p:cNvSpPr txBox="1"/>
          <p:nvPr/>
        </p:nvSpPr>
        <p:spPr>
          <a:xfrm>
            <a:off x="7772400" y="1280160"/>
            <a:ext cx="4114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Liquid law</a:t>
            </a:r>
          </a:p>
        </p:txBody>
      </p:sp>
      <p:sp>
        <p:nvSpPr>
          <p:cNvPr id="140" name="C5-E01 text 138" descr="sci-ppt:o138"/>
          <p:cNvSpPr txBox="1"/>
          <p:nvPr/>
        </p:nvSpPr>
        <p:spPr>
          <a:xfrm>
            <a:off x="7772400" y="1737360"/>
            <a:ext cx="42062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p(ρ) = (p_j + Π)(ρ / ρ_j)^γ − Π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γ = 4.4,  Π = 600 MPa</a:t>
            </a:r>
          </a:p>
        </p:txBody>
      </p:sp>
      <p:sp>
        <p:nvSpPr>
          <p:cNvPr id="141" name="C5-E01 text 139" descr="sci-ppt:o139"/>
          <p:cNvSpPr txBox="1"/>
          <p:nvPr/>
        </p:nvSpPr>
        <p:spPr>
          <a:xfrm>
            <a:off x="7772400" y="2834640"/>
            <a:ext cx="4114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Sound speed</a:t>
            </a:r>
          </a:p>
        </p:txBody>
      </p:sp>
      <p:sp>
        <p:nvSpPr>
          <p:cNvPr id="142" name="C5-E01 text 140" descr="sci-ppt:o140"/>
          <p:cNvSpPr txBox="1"/>
          <p:nvPr/>
        </p:nvSpPr>
        <p:spPr>
          <a:xfrm>
            <a:off x="7772400" y="3291840"/>
            <a:ext cx="42062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c² = dp/dρ = γ (p + Π) / ρ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c_0 = 1626.447 m/s</a:t>
            </a:r>
          </a:p>
        </p:txBody>
      </p:sp>
      <p:sp>
        <p:nvSpPr>
          <p:cNvPr id="143" name="C5-E01 text 141" descr="sci-ppt:o141"/>
          <p:cNvSpPr txBox="1"/>
          <p:nvPr/>
        </p:nvSpPr>
        <p:spPr>
          <a:xfrm>
            <a:off x="7772400" y="4480560"/>
            <a:ext cx="411480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EDBD4"/>
                </a:solidFill>
                <a:latin typeface="Arial"/>
              </a:rPr>
              <a:t>Pressure depends on density alone;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EDBD4"/>
                </a:solidFill>
                <a:latin typeface="Arial"/>
              </a:rPr>
              <a:t>not derived from first principles.</a:t>
            </a:r>
          </a:p>
        </p:txBody>
      </p:sp>
      <p:sp>
        <p:nvSpPr>
          <p:cNvPr id="144" name="C5-E01 text 142" descr="sci-ppt:o142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Curve computed from Eq. (C5-E01).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02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C5-E02 · Rigid-wall limit of the Chapter 3 acoustic matching</a:t>
            </a:r>
          </a:p>
        </p:txBody>
      </p:sp>
      <p:sp>
        <p:nvSpPr>
          <p:cNvPr id="3" name="C5-E02 rect 1" descr="sci-ppt:o001"/>
          <p:cNvSpPr/>
          <p:nvPr/>
        </p:nvSpPr>
        <p:spPr>
          <a:xfrm>
            <a:off x="822960" y="1828800"/>
            <a:ext cx="4206240" cy="146304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5-E02 text 2" descr="sci-ppt:o002"/>
          <p:cNvSpPr txBox="1"/>
          <p:nvPr/>
        </p:nvSpPr>
        <p:spPr>
          <a:xfrm>
            <a:off x="914400" y="1874519"/>
            <a:ext cx="402336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E7F0F3"/>
                </a:solidFill>
                <a:latin typeface="Arial"/>
              </a:rPr>
              <a:t>Liquid, Z_l = ρ c</a:t>
            </a:r>
          </a:p>
        </p:txBody>
      </p:sp>
      <p:cxnSp>
        <p:nvCxnSpPr>
          <p:cNvPr id="5" name="C5-E02 arrow 3" descr="sci-ppt:o003"/>
          <p:cNvCxnSpPr/>
          <p:nvPr/>
        </p:nvCxnSpPr>
        <p:spPr>
          <a:xfrm>
            <a:off x="1280160" y="2743200"/>
            <a:ext cx="2926080" cy="0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5-E02 text 4" descr="sci-ppt:o004"/>
          <p:cNvSpPr txBox="1"/>
          <p:nvPr/>
        </p:nvSpPr>
        <p:spPr>
          <a:xfrm>
            <a:off x="2194560" y="2788920"/>
            <a:ext cx="1645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2B880"/>
                </a:solidFill>
                <a:latin typeface="Arial"/>
              </a:rPr>
              <a:t>speed U</a:t>
            </a:r>
          </a:p>
        </p:txBody>
      </p:sp>
      <p:sp>
        <p:nvSpPr>
          <p:cNvPr id="7" name="C5-E02 rect 5" descr="sci-ppt:o005"/>
          <p:cNvSpPr/>
          <p:nvPr/>
        </p:nvSpPr>
        <p:spPr>
          <a:xfrm>
            <a:off x="5029200" y="1783080"/>
            <a:ext cx="822960" cy="1554480"/>
          </a:xfrm>
          <a:prstGeom prst="rect">
            <a:avLst/>
          </a:prstGeom>
          <a:solidFill>
            <a:srgbClr val="3A5362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5-E02 line 6" descr="sci-ppt:o006"/>
          <p:cNvCxnSpPr/>
          <p:nvPr/>
        </p:nvCxnSpPr>
        <p:spPr>
          <a:xfrm>
            <a:off x="5029200" y="3337560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5-E02 line 7" descr="sci-ppt:o007"/>
          <p:cNvCxnSpPr/>
          <p:nvPr/>
        </p:nvCxnSpPr>
        <p:spPr>
          <a:xfrm>
            <a:off x="5230368" y="3337560"/>
            <a:ext cx="164591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0" name="C5-E02 line 8" descr="sci-ppt:o008"/>
          <p:cNvCxnSpPr/>
          <p:nvPr/>
        </p:nvCxnSpPr>
        <p:spPr>
          <a:xfrm>
            <a:off x="5431536" y="3337560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1" name="C5-E02 line 9" descr="sci-ppt:o009"/>
          <p:cNvCxnSpPr/>
          <p:nvPr/>
        </p:nvCxnSpPr>
        <p:spPr>
          <a:xfrm>
            <a:off x="5632704" y="3337560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2" name="C5-E02 rect 10" descr="sci-ppt:o010"/>
          <p:cNvSpPr/>
          <p:nvPr/>
        </p:nvSpPr>
        <p:spPr>
          <a:xfrm>
            <a:off x="5029200" y="1783080"/>
            <a:ext cx="822960" cy="1554480"/>
          </a:xfrm>
          <a:prstGeom prst="rect">
            <a:avLst/>
          </a:prstGeom>
          <a:solidFill>
            <a:srgbClr val="3A5362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5-E02 text 11" descr="sci-ppt:o011"/>
          <p:cNvSpPr txBox="1"/>
          <p:nvPr/>
        </p:nvSpPr>
        <p:spPr>
          <a:xfrm>
            <a:off x="5943600" y="2194560"/>
            <a:ext cx="292608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7F0F3"/>
                </a:solidFill>
                <a:latin typeface="Arial"/>
              </a:rPr>
              <a:t>Wall, Z_r → ∞</a:t>
            </a:r>
          </a:p>
        </p:txBody>
      </p:sp>
      <p:sp>
        <p:nvSpPr>
          <p:cNvPr id="14" name="C5-E02 text 12" descr="sci-ppt:o012"/>
          <p:cNvSpPr txBox="1"/>
          <p:nvPr/>
        </p:nvSpPr>
        <p:spPr>
          <a:xfrm>
            <a:off x="822960" y="3749039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7F0F3"/>
                </a:solidFill>
                <a:latin typeface="Arial"/>
              </a:rPr>
              <a:t>Contact velocity v_i = Z_l U / (Z_l + Z_r)</a:t>
            </a:r>
          </a:p>
        </p:txBody>
      </p:sp>
      <p:sp>
        <p:nvSpPr>
          <p:cNvPr id="15" name="C5-E02 text 13" descr="sci-ppt:o013"/>
          <p:cNvSpPr txBox="1"/>
          <p:nvPr/>
        </p:nvSpPr>
        <p:spPr>
          <a:xfrm>
            <a:off x="822960" y="4160520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EDBD4"/>
                </a:solidFill>
                <a:latin typeface="Arial"/>
              </a:rPr>
              <a:t>v_i → 0  as  Z_r → ∞</a:t>
            </a:r>
          </a:p>
        </p:txBody>
      </p:sp>
      <p:sp>
        <p:nvSpPr>
          <p:cNvPr id="16" name="C5-E02 text 14" descr="sci-ppt:o014"/>
          <p:cNvSpPr txBox="1"/>
          <p:nvPr/>
        </p:nvSpPr>
        <p:spPr>
          <a:xfrm>
            <a:off x="822960" y="4709160"/>
            <a:ext cx="49377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7F0F3"/>
                </a:solidFill>
                <a:latin typeface="Arial"/>
              </a:rPr>
              <a:t>Contact pressure p = Z_l Z_r U / (Z_l + Z_r)</a:t>
            </a:r>
          </a:p>
        </p:txBody>
      </p:sp>
      <p:sp>
        <p:nvSpPr>
          <p:cNvPr id="17" name="C5-E02 text 15" descr="sci-ppt:o015"/>
          <p:cNvSpPr txBox="1"/>
          <p:nvPr/>
        </p:nvSpPr>
        <p:spPr>
          <a:xfrm>
            <a:off x="822960" y="5120640"/>
            <a:ext cx="49377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EDBD4"/>
                </a:solidFill>
                <a:latin typeface="Arial"/>
              </a:rPr>
              <a:t>p → Z_0 U,  Z_0 = ρ_j c_0</a:t>
            </a:r>
          </a:p>
        </p:txBody>
      </p:sp>
      <p:sp>
        <p:nvSpPr>
          <p:cNvPr id="18" name="C5-E02 rect 16" descr="sci-ppt:o016"/>
          <p:cNvSpPr/>
          <p:nvPr/>
        </p:nvSpPr>
        <p:spPr>
          <a:xfrm>
            <a:off x="7315200" y="3840480"/>
            <a:ext cx="4389120" cy="1737360"/>
          </a:xfrm>
          <a:prstGeom prst="rect">
            <a:avLst/>
          </a:prstGeom>
          <a:solidFill>
            <a:srgbClr val="213E4B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5-E02 text 17" descr="sci-ppt:o017"/>
          <p:cNvSpPr txBox="1"/>
          <p:nvPr/>
        </p:nvSpPr>
        <p:spPr>
          <a:xfrm>
            <a:off x="7406640" y="3931920"/>
            <a:ext cx="420624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F2B880"/>
                </a:solidFill>
                <a:latin typeface="Arial"/>
              </a:rPr>
              <a:t>Numbers at U = 99.027 m/s</a:t>
            </a:r>
          </a:p>
        </p:txBody>
      </p:sp>
      <p:sp>
        <p:nvSpPr>
          <p:cNvPr id="20" name="C5-E02 text 18" descr="sci-ppt:o018"/>
          <p:cNvSpPr txBox="1"/>
          <p:nvPr/>
        </p:nvSpPr>
        <p:spPr>
          <a:xfrm>
            <a:off x="7406640" y="4389120"/>
            <a:ext cx="42062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Z_0 = 1.6234 × 10⁶ Pa s/m</a:t>
            </a:r>
          </a:p>
        </p:txBody>
      </p:sp>
      <p:sp>
        <p:nvSpPr>
          <p:cNvPr id="21" name="C5-E02 text 19" descr="sci-ppt:o019"/>
          <p:cNvSpPr txBox="1"/>
          <p:nvPr/>
        </p:nvSpPr>
        <p:spPr>
          <a:xfrm>
            <a:off x="7406640" y="4754880"/>
            <a:ext cx="42062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Z_0 U = 160.765 MPa</a:t>
            </a:r>
          </a:p>
        </p:txBody>
      </p:sp>
      <p:sp>
        <p:nvSpPr>
          <p:cNvPr id="22" name="C5-E02 text 20" descr="sci-ppt:o020"/>
          <p:cNvSpPr txBox="1"/>
          <p:nvPr/>
        </p:nvSpPr>
        <p:spPr>
          <a:xfrm>
            <a:off x="7406640" y="5120640"/>
            <a:ext cx="42062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p_A = p_j + Z_0 U = 160.867 MPa</a:t>
            </a:r>
          </a:p>
        </p:txBody>
      </p:sp>
      <p:sp>
        <p:nvSpPr>
          <p:cNvPr id="23" name="C5-E02 text 21" descr="sci-ppt:o021"/>
          <p:cNvSpPr txBox="1"/>
          <p:nvPr/>
        </p:nvSpPr>
        <p:spPr>
          <a:xfrm>
            <a:off x="5943600" y="2880360"/>
            <a:ext cx="54864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4C7D2"/>
                </a:solidFill>
                <a:latin typeface="Arial"/>
              </a:rPr>
              <a:t>Linear estimate: valid for U/c_0 ≪ 1</a:t>
            </a:r>
          </a:p>
        </p:txBody>
      </p:sp>
      <p:sp>
        <p:nvSpPr>
          <p:cNvPr id="24" name="C5-E02 text 22" descr="sci-ppt:o022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Schematic of Eq. (C3-E24) in the limit Z_r → ∞. Not to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03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C5-E03 · Mass and momentum jump across the stopping shock</a:t>
            </a:r>
          </a:p>
        </p:txBody>
      </p:sp>
      <p:sp>
        <p:nvSpPr>
          <p:cNvPr id="3" name="C5-E03 rect 1" descr="sci-ppt:o001"/>
          <p:cNvSpPr/>
          <p:nvPr/>
        </p:nvSpPr>
        <p:spPr>
          <a:xfrm>
            <a:off x="822960" y="1463040"/>
            <a:ext cx="457200" cy="2926080"/>
          </a:xfrm>
          <a:prstGeom prst="rect">
            <a:avLst/>
          </a:prstGeom>
          <a:solidFill>
            <a:srgbClr val="3A5362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5-E03 line 2" descr="sci-ppt:o002"/>
          <p:cNvCxnSpPr/>
          <p:nvPr/>
        </p:nvCxnSpPr>
        <p:spPr>
          <a:xfrm>
            <a:off x="822960" y="4389120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" name="C5-E03 line 3" descr="sci-ppt:o003"/>
          <p:cNvCxnSpPr/>
          <p:nvPr/>
        </p:nvCxnSpPr>
        <p:spPr>
          <a:xfrm>
            <a:off x="1024128" y="4389120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6" name="C5-E03 rect 4" descr="sci-ppt:o004"/>
          <p:cNvSpPr/>
          <p:nvPr/>
        </p:nvSpPr>
        <p:spPr>
          <a:xfrm>
            <a:off x="822960" y="1417320"/>
            <a:ext cx="457200" cy="3017520"/>
          </a:xfrm>
          <a:prstGeom prst="rect">
            <a:avLst/>
          </a:prstGeom>
          <a:solidFill>
            <a:srgbClr val="3A5362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5-E03 text 5" descr="sci-ppt:o005"/>
          <p:cNvSpPr txBox="1"/>
          <p:nvPr/>
        </p:nvSpPr>
        <p:spPr>
          <a:xfrm>
            <a:off x="502920" y="4526280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wall z = 0</a:t>
            </a:r>
          </a:p>
        </p:txBody>
      </p:sp>
      <p:sp>
        <p:nvSpPr>
          <p:cNvPr id="8" name="C5-E03 rect 6" descr="sci-ppt:o006"/>
          <p:cNvSpPr/>
          <p:nvPr/>
        </p:nvSpPr>
        <p:spPr>
          <a:xfrm>
            <a:off x="1280160" y="1463040"/>
            <a:ext cx="2926079" cy="2926080"/>
          </a:xfrm>
          <a:prstGeom prst="rect">
            <a:avLst/>
          </a:prstGeom>
          <a:solidFill>
            <a:srgbClr val="2B5560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5-E03 rect 7" descr="sci-ppt:o007"/>
          <p:cNvSpPr/>
          <p:nvPr/>
        </p:nvSpPr>
        <p:spPr>
          <a:xfrm>
            <a:off x="4206240" y="1463040"/>
            <a:ext cx="3931920" cy="29260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5-E03 line 8" descr="sci-ppt:o008"/>
          <p:cNvCxnSpPr/>
          <p:nvPr/>
        </p:nvCxnSpPr>
        <p:spPr>
          <a:xfrm>
            <a:off x="4206240" y="1234440"/>
            <a:ext cx="0" cy="3383280"/>
          </a:xfrm>
          <a:prstGeom prst="line">
            <a:avLst/>
          </a:prstGeom>
          <a:ln w="50800">
            <a:solidFill>
              <a:srgbClr val="F2B880"/>
            </a:solidFill>
          </a:ln>
          <a:effectLst/>
        </p:spPr>
      </p:cxnSp>
      <p:cxnSp>
        <p:nvCxnSpPr>
          <p:cNvPr id="11" name="C5-E03 arrow 9" descr="sci-ppt:o009"/>
          <p:cNvCxnSpPr/>
          <p:nvPr/>
        </p:nvCxnSpPr>
        <p:spPr>
          <a:xfrm>
            <a:off x="4206240" y="960120"/>
            <a:ext cx="1280160" cy="0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C5-E03 text 10" descr="sci-ppt:o010"/>
          <p:cNvSpPr txBox="1"/>
          <p:nvPr/>
        </p:nvSpPr>
        <p:spPr>
          <a:xfrm>
            <a:off x="4114800" y="548640"/>
            <a:ext cx="40233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shock front, lab speed S = U_s − U</a:t>
            </a:r>
          </a:p>
        </p:txBody>
      </p:sp>
      <p:cxnSp>
        <p:nvCxnSpPr>
          <p:cNvPr id="13" name="C5-E03 arrow 11" descr="sci-ppt:o011"/>
          <p:cNvCxnSpPr/>
          <p:nvPr/>
        </p:nvCxnSpPr>
        <p:spPr>
          <a:xfrm flipH="1">
            <a:off x="5760720" y="2926080"/>
            <a:ext cx="2011680" cy="0"/>
          </a:xfrm>
          <a:prstGeom prst="line">
            <a:avLst/>
          </a:prstGeom>
          <a:ln w="381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C5-E03 text 12" descr="sci-ppt:o012"/>
          <p:cNvSpPr txBox="1"/>
          <p:nvPr/>
        </p:nvSpPr>
        <p:spPr>
          <a:xfrm>
            <a:off x="5989320" y="2468880"/>
            <a:ext cx="20116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incoming speed U</a:t>
            </a:r>
          </a:p>
        </p:txBody>
      </p:sp>
      <p:sp>
        <p:nvSpPr>
          <p:cNvPr id="15" name="C5-E03 text 13" descr="sci-ppt:o013"/>
          <p:cNvSpPr txBox="1"/>
          <p:nvPr/>
        </p:nvSpPr>
        <p:spPr>
          <a:xfrm>
            <a:off x="1371600" y="164592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Behind the shock</a:t>
            </a:r>
          </a:p>
        </p:txBody>
      </p:sp>
      <p:sp>
        <p:nvSpPr>
          <p:cNvPr id="16" name="C5-E03 text 14" descr="sci-ppt:o014"/>
          <p:cNvSpPr txBox="1"/>
          <p:nvPr/>
        </p:nvSpPr>
        <p:spPr>
          <a:xfrm>
            <a:off x="1371600" y="2103120"/>
            <a:ext cx="274320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at rest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ρ_1, p_1</a:t>
            </a:r>
          </a:p>
        </p:txBody>
      </p:sp>
      <p:sp>
        <p:nvSpPr>
          <p:cNvPr id="17" name="C5-E03 text 15" descr="sci-ppt:o015"/>
          <p:cNvSpPr txBox="1"/>
          <p:nvPr/>
        </p:nvSpPr>
        <p:spPr>
          <a:xfrm>
            <a:off x="4389120" y="164592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4C7D2"/>
                </a:solidFill>
                <a:latin typeface="Arial"/>
              </a:rPr>
              <a:t>Ahead of the shock</a:t>
            </a:r>
          </a:p>
        </p:txBody>
      </p:sp>
      <p:sp>
        <p:nvSpPr>
          <p:cNvPr id="18" name="C5-E03 text 16" descr="sci-ppt:o016"/>
          <p:cNvSpPr txBox="1"/>
          <p:nvPr/>
        </p:nvSpPr>
        <p:spPr>
          <a:xfrm>
            <a:off x="4389120" y="3154680"/>
            <a:ext cx="365760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ρ_j, p_j</a:t>
            </a:r>
          </a:p>
        </p:txBody>
      </p:sp>
      <p:sp>
        <p:nvSpPr>
          <p:cNvPr id="19" name="C5-E03 text 17" descr="sci-ppt:o017"/>
          <p:cNvSpPr txBox="1"/>
          <p:nvPr/>
        </p:nvSpPr>
        <p:spPr>
          <a:xfrm>
            <a:off x="822960" y="502920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In the shock frame: liquid enters at U_s and leaves at U_s − U</a:t>
            </a:r>
          </a:p>
        </p:txBody>
      </p:sp>
      <p:sp>
        <p:nvSpPr>
          <p:cNvPr id="20" name="C5-E03 text 18" descr="sci-ppt:o018"/>
          <p:cNvSpPr txBox="1"/>
          <p:nvPr/>
        </p:nvSpPr>
        <p:spPr>
          <a:xfrm>
            <a:off x="822960" y="544068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EDBD4"/>
                </a:solidFill>
                <a:latin typeface="Arial"/>
              </a:rPr>
              <a:t>Mass: ρ_1 (U_s − U) = ρ_j U_s</a:t>
            </a:r>
          </a:p>
        </p:txBody>
      </p:sp>
      <p:sp>
        <p:nvSpPr>
          <p:cNvPr id="21" name="C5-E03 text 19" descr="sci-ppt:o019"/>
          <p:cNvSpPr txBox="1"/>
          <p:nvPr/>
        </p:nvSpPr>
        <p:spPr>
          <a:xfrm>
            <a:off x="822960" y="57607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EDBD4"/>
                </a:solidFill>
                <a:latin typeface="Arial"/>
              </a:rPr>
              <a:t>Momentum: p_1 − p_j = ρ_j U_s U</a:t>
            </a:r>
          </a:p>
        </p:txBody>
      </p:sp>
      <p:sp>
        <p:nvSpPr>
          <p:cNvPr id="22" name="C5-E03 text 20" descr="sci-ppt:o020"/>
          <p:cNvSpPr txBox="1"/>
          <p:nvPr/>
        </p:nvSpPr>
        <p:spPr>
          <a:xfrm>
            <a:off x="822960" y="608076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Velocity ratio x = U / U_s = 1 − ρ_j / ρ_1</a:t>
            </a:r>
          </a:p>
        </p:txBody>
      </p:sp>
      <p:sp>
        <p:nvSpPr>
          <p:cNvPr id="23" name="C5-E03 text 21" descr="sci-ppt:o021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Schematic of Eq. (C5-E03); distances are not to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04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C5-E04 · Energy-conserving Hugoniot pressure in closed form</a:t>
            </a:r>
          </a:p>
        </p:txBody>
      </p:sp>
      <p:cxnSp>
        <p:nvCxnSpPr>
          <p:cNvPr id="3" name="C5-E04 line 1" descr="sci-ppt:o001"/>
          <p:cNvCxnSpPr/>
          <p:nvPr/>
        </p:nvCxnSpPr>
        <p:spPr>
          <a:xfrm>
            <a:off x="1280160" y="5394959"/>
            <a:ext cx="67665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04 line 2" descr="sci-ppt:o002"/>
          <p:cNvCxnSpPr/>
          <p:nvPr/>
        </p:nvCxnSpPr>
        <p:spPr>
          <a:xfrm>
            <a:off x="1280160" y="1188720"/>
            <a:ext cx="0" cy="4206239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5-E04 line 3" descr="sci-ppt:o003"/>
          <p:cNvCxnSpPr/>
          <p:nvPr/>
        </p:nvCxnSpPr>
        <p:spPr>
          <a:xfrm>
            <a:off x="1280160" y="5394959"/>
            <a:ext cx="0" cy="64009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6" name="C5-E04 text 4" descr="sci-ppt:o004"/>
          <p:cNvSpPr txBox="1"/>
          <p:nvPr/>
        </p:nvSpPr>
        <p:spPr>
          <a:xfrm>
            <a:off x="822959" y="546811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7" name="C5-E04 line 5" descr="sci-ppt:o005"/>
          <p:cNvCxnSpPr/>
          <p:nvPr/>
        </p:nvCxnSpPr>
        <p:spPr>
          <a:xfrm>
            <a:off x="3535680" y="5394959"/>
            <a:ext cx="0" cy="64009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8" name="C5-E04 text 6" descr="sci-ppt:o006"/>
          <p:cNvSpPr txBox="1"/>
          <p:nvPr/>
        </p:nvSpPr>
        <p:spPr>
          <a:xfrm>
            <a:off x="3078480" y="546811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50</a:t>
            </a:r>
          </a:p>
        </p:txBody>
      </p:sp>
      <p:cxnSp>
        <p:nvCxnSpPr>
          <p:cNvPr id="9" name="C5-E04 line 7" descr="sci-ppt:o007"/>
          <p:cNvCxnSpPr/>
          <p:nvPr/>
        </p:nvCxnSpPr>
        <p:spPr>
          <a:xfrm>
            <a:off x="5791200" y="5394959"/>
            <a:ext cx="0" cy="64009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0" name="C5-E04 text 8" descr="sci-ppt:o008"/>
          <p:cNvSpPr txBox="1"/>
          <p:nvPr/>
        </p:nvSpPr>
        <p:spPr>
          <a:xfrm>
            <a:off x="5334000" y="546811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11" name="C5-E04 line 9" descr="sci-ppt:o009"/>
          <p:cNvCxnSpPr/>
          <p:nvPr/>
        </p:nvCxnSpPr>
        <p:spPr>
          <a:xfrm>
            <a:off x="8046720" y="5394959"/>
            <a:ext cx="0" cy="64009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2" name="C5-E04 text 10" descr="sci-ppt:o010"/>
          <p:cNvSpPr txBox="1"/>
          <p:nvPr/>
        </p:nvSpPr>
        <p:spPr>
          <a:xfrm>
            <a:off x="7589520" y="546811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150</a:t>
            </a:r>
          </a:p>
        </p:txBody>
      </p:sp>
      <p:cxnSp>
        <p:nvCxnSpPr>
          <p:cNvPr id="13" name="C5-E04 line 11" descr="sci-ppt:o011"/>
          <p:cNvCxnSpPr/>
          <p:nvPr/>
        </p:nvCxnSpPr>
        <p:spPr>
          <a:xfrm>
            <a:off x="1216151" y="539495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4" name="C5-E04 line 12" descr="sci-ppt:o012"/>
          <p:cNvCxnSpPr/>
          <p:nvPr/>
        </p:nvCxnSpPr>
        <p:spPr>
          <a:xfrm>
            <a:off x="1280160" y="5394959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5" name="C5-E04 text 13" descr="sci-ppt:o013"/>
          <p:cNvSpPr txBox="1"/>
          <p:nvPr/>
        </p:nvSpPr>
        <p:spPr>
          <a:xfrm>
            <a:off x="502919" y="526694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16" name="C5-E04 line 14" descr="sci-ppt:o014"/>
          <p:cNvCxnSpPr/>
          <p:nvPr/>
        </p:nvCxnSpPr>
        <p:spPr>
          <a:xfrm>
            <a:off x="1216151" y="399287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7" name="C5-E04 line 15" descr="sci-ppt:o015"/>
          <p:cNvCxnSpPr/>
          <p:nvPr/>
        </p:nvCxnSpPr>
        <p:spPr>
          <a:xfrm>
            <a:off x="1280160" y="3992879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8" name="C5-E04 text 16" descr="sci-ppt:o016"/>
          <p:cNvSpPr txBox="1"/>
          <p:nvPr/>
        </p:nvSpPr>
        <p:spPr>
          <a:xfrm>
            <a:off x="502919" y="386486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19" name="C5-E04 line 17" descr="sci-ppt:o017"/>
          <p:cNvCxnSpPr/>
          <p:nvPr/>
        </p:nvCxnSpPr>
        <p:spPr>
          <a:xfrm>
            <a:off x="1216151" y="259079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0" name="C5-E04 line 18" descr="sci-ppt:o018"/>
          <p:cNvCxnSpPr/>
          <p:nvPr/>
        </p:nvCxnSpPr>
        <p:spPr>
          <a:xfrm>
            <a:off x="1280160" y="2590799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1" name="C5-E04 text 19" descr="sci-ppt:o019"/>
          <p:cNvSpPr txBox="1"/>
          <p:nvPr/>
        </p:nvSpPr>
        <p:spPr>
          <a:xfrm>
            <a:off x="502919" y="246278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200</a:t>
            </a:r>
          </a:p>
        </p:txBody>
      </p:sp>
      <p:cxnSp>
        <p:nvCxnSpPr>
          <p:cNvPr id="22" name="C5-E04 line 20" descr="sci-ppt:o020"/>
          <p:cNvCxnSpPr/>
          <p:nvPr/>
        </p:nvCxnSpPr>
        <p:spPr>
          <a:xfrm>
            <a:off x="1216151" y="118871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3" name="C5-E04 line 21" descr="sci-ppt:o021"/>
          <p:cNvCxnSpPr/>
          <p:nvPr/>
        </p:nvCxnSpPr>
        <p:spPr>
          <a:xfrm>
            <a:off x="1280160" y="1188719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4" name="C5-E04 text 22" descr="sci-ppt:o022"/>
          <p:cNvSpPr txBox="1"/>
          <p:nvPr/>
        </p:nvSpPr>
        <p:spPr>
          <a:xfrm>
            <a:off x="502919" y="10607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300</a:t>
            </a:r>
          </a:p>
        </p:txBody>
      </p:sp>
      <p:sp>
        <p:nvSpPr>
          <p:cNvPr id="25" name="C5-E04 text 23" descr="sci-ppt:o023"/>
          <p:cNvSpPr txBox="1"/>
          <p:nvPr/>
        </p:nvSpPr>
        <p:spPr>
          <a:xfrm>
            <a:off x="1280160" y="5742431"/>
            <a:ext cx="67665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Impact speed U (m/s)</a:t>
            </a:r>
          </a:p>
        </p:txBody>
      </p:sp>
      <p:sp>
        <p:nvSpPr>
          <p:cNvPr id="26" name="C5-E04 text 24" descr="sci-ppt:o024"/>
          <p:cNvSpPr txBox="1"/>
          <p:nvPr/>
        </p:nvSpPr>
        <p:spPr>
          <a:xfrm>
            <a:off x="411479" y="804672"/>
            <a:ext cx="3108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Absolute wall pressure (MPa)</a:t>
            </a:r>
          </a:p>
        </p:txBody>
      </p:sp>
      <p:cxnSp>
        <p:nvCxnSpPr>
          <p:cNvPr id="27" name="C5-E04 line 25" descr="sci-ppt:o025"/>
          <p:cNvCxnSpPr/>
          <p:nvPr/>
        </p:nvCxnSpPr>
        <p:spPr>
          <a:xfrm flipV="1">
            <a:off x="1280160" y="5359396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28" name="C5-E04 line 26" descr="sci-ppt:o026"/>
          <p:cNvCxnSpPr/>
          <p:nvPr/>
        </p:nvCxnSpPr>
        <p:spPr>
          <a:xfrm flipV="1">
            <a:off x="1347825" y="5325253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29" name="C5-E04 line 27" descr="sci-ppt:o027"/>
          <p:cNvCxnSpPr/>
          <p:nvPr/>
        </p:nvCxnSpPr>
        <p:spPr>
          <a:xfrm flipV="1">
            <a:off x="1415491" y="5291110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0" name="C5-E04 line 28" descr="sci-ppt:o028"/>
          <p:cNvCxnSpPr/>
          <p:nvPr/>
        </p:nvCxnSpPr>
        <p:spPr>
          <a:xfrm flipV="1">
            <a:off x="1483156" y="5256967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1" name="C5-E04 line 29" descr="sci-ppt:o029"/>
          <p:cNvCxnSpPr/>
          <p:nvPr/>
        </p:nvCxnSpPr>
        <p:spPr>
          <a:xfrm flipV="1">
            <a:off x="1550822" y="522282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2" name="C5-E04 line 30" descr="sci-ppt:o030"/>
          <p:cNvCxnSpPr/>
          <p:nvPr/>
        </p:nvCxnSpPr>
        <p:spPr>
          <a:xfrm flipV="1">
            <a:off x="1618488" y="518868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3" name="C5-E04 line 31" descr="sci-ppt:o031"/>
          <p:cNvCxnSpPr/>
          <p:nvPr/>
        </p:nvCxnSpPr>
        <p:spPr>
          <a:xfrm flipV="1">
            <a:off x="1686153" y="515453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4" name="C5-E04 line 32" descr="sci-ppt:o032"/>
          <p:cNvCxnSpPr/>
          <p:nvPr/>
        </p:nvCxnSpPr>
        <p:spPr>
          <a:xfrm flipV="1">
            <a:off x="1753819" y="5120395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5" name="C5-E04 line 33" descr="sci-ppt:o033"/>
          <p:cNvCxnSpPr/>
          <p:nvPr/>
        </p:nvCxnSpPr>
        <p:spPr>
          <a:xfrm flipV="1">
            <a:off x="1821484" y="5086252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6" name="C5-E04 line 34" descr="sci-ppt:o034"/>
          <p:cNvCxnSpPr/>
          <p:nvPr/>
        </p:nvCxnSpPr>
        <p:spPr>
          <a:xfrm flipV="1">
            <a:off x="1889150" y="5052109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7" name="C5-E04 line 35" descr="sci-ppt:o035"/>
          <p:cNvCxnSpPr/>
          <p:nvPr/>
        </p:nvCxnSpPr>
        <p:spPr>
          <a:xfrm flipV="1">
            <a:off x="1956816" y="5017966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8" name="C5-E04 line 36" descr="sci-ppt:o036"/>
          <p:cNvCxnSpPr/>
          <p:nvPr/>
        </p:nvCxnSpPr>
        <p:spPr>
          <a:xfrm flipV="1">
            <a:off x="2024481" y="4983823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9" name="C5-E04 line 37" descr="sci-ppt:o037"/>
          <p:cNvCxnSpPr/>
          <p:nvPr/>
        </p:nvCxnSpPr>
        <p:spPr>
          <a:xfrm flipV="1">
            <a:off x="2092147" y="4949680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0" name="C5-E04 line 38" descr="sci-ppt:o038"/>
          <p:cNvCxnSpPr/>
          <p:nvPr/>
        </p:nvCxnSpPr>
        <p:spPr>
          <a:xfrm flipV="1">
            <a:off x="2159812" y="4915537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1" name="C5-E04 line 39" descr="sci-ppt:o039"/>
          <p:cNvCxnSpPr/>
          <p:nvPr/>
        </p:nvCxnSpPr>
        <p:spPr>
          <a:xfrm flipV="1">
            <a:off x="2227478" y="488139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2" name="C5-E04 line 40" descr="sci-ppt:o040"/>
          <p:cNvCxnSpPr/>
          <p:nvPr/>
        </p:nvCxnSpPr>
        <p:spPr>
          <a:xfrm flipV="1">
            <a:off x="2295144" y="484725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3" name="C5-E04 line 41" descr="sci-ppt:o041"/>
          <p:cNvCxnSpPr/>
          <p:nvPr/>
        </p:nvCxnSpPr>
        <p:spPr>
          <a:xfrm flipV="1">
            <a:off x="2362809" y="481310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4" name="C5-E04 line 42" descr="sci-ppt:o042"/>
          <p:cNvCxnSpPr/>
          <p:nvPr/>
        </p:nvCxnSpPr>
        <p:spPr>
          <a:xfrm flipV="1">
            <a:off x="2430475" y="4778965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5" name="C5-E04 line 43" descr="sci-ppt:o043"/>
          <p:cNvCxnSpPr/>
          <p:nvPr/>
        </p:nvCxnSpPr>
        <p:spPr>
          <a:xfrm flipV="1">
            <a:off x="2498140" y="4744822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6" name="C5-E04 line 44" descr="sci-ppt:o044"/>
          <p:cNvCxnSpPr/>
          <p:nvPr/>
        </p:nvCxnSpPr>
        <p:spPr>
          <a:xfrm flipV="1">
            <a:off x="2565806" y="4710679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7" name="C5-E04 line 45" descr="sci-ppt:o045"/>
          <p:cNvCxnSpPr/>
          <p:nvPr/>
        </p:nvCxnSpPr>
        <p:spPr>
          <a:xfrm flipV="1">
            <a:off x="2633472" y="4676536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8" name="C5-E04 line 46" descr="sci-ppt:o046"/>
          <p:cNvCxnSpPr/>
          <p:nvPr/>
        </p:nvCxnSpPr>
        <p:spPr>
          <a:xfrm flipV="1">
            <a:off x="2701137" y="4642393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9" name="C5-E04 line 47" descr="sci-ppt:o047"/>
          <p:cNvCxnSpPr/>
          <p:nvPr/>
        </p:nvCxnSpPr>
        <p:spPr>
          <a:xfrm flipV="1">
            <a:off x="2768803" y="4608250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0" name="C5-E04 line 48" descr="sci-ppt:o048"/>
          <p:cNvCxnSpPr/>
          <p:nvPr/>
        </p:nvCxnSpPr>
        <p:spPr>
          <a:xfrm flipV="1">
            <a:off x="2836468" y="4574107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1" name="C5-E04 line 49" descr="sci-ppt:o049"/>
          <p:cNvCxnSpPr/>
          <p:nvPr/>
        </p:nvCxnSpPr>
        <p:spPr>
          <a:xfrm flipV="1">
            <a:off x="2904134" y="453996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2" name="C5-E04 line 50" descr="sci-ppt:o050"/>
          <p:cNvCxnSpPr/>
          <p:nvPr/>
        </p:nvCxnSpPr>
        <p:spPr>
          <a:xfrm flipV="1">
            <a:off x="2971800" y="450582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3" name="C5-E04 line 51" descr="sci-ppt:o051"/>
          <p:cNvCxnSpPr/>
          <p:nvPr/>
        </p:nvCxnSpPr>
        <p:spPr>
          <a:xfrm flipV="1">
            <a:off x="3039465" y="447167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4" name="C5-E04 line 52" descr="sci-ppt:o052"/>
          <p:cNvCxnSpPr/>
          <p:nvPr/>
        </p:nvCxnSpPr>
        <p:spPr>
          <a:xfrm flipV="1">
            <a:off x="3107131" y="4437535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5" name="C5-E04 line 53" descr="sci-ppt:o053"/>
          <p:cNvCxnSpPr/>
          <p:nvPr/>
        </p:nvCxnSpPr>
        <p:spPr>
          <a:xfrm flipV="1">
            <a:off x="3174796" y="4403392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6" name="C5-E04 line 54" descr="sci-ppt:o054"/>
          <p:cNvCxnSpPr/>
          <p:nvPr/>
        </p:nvCxnSpPr>
        <p:spPr>
          <a:xfrm flipV="1">
            <a:off x="3242462" y="4369249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7" name="C5-E04 line 55" descr="sci-ppt:o055"/>
          <p:cNvCxnSpPr/>
          <p:nvPr/>
        </p:nvCxnSpPr>
        <p:spPr>
          <a:xfrm flipV="1">
            <a:off x="3310128" y="4335106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8" name="C5-E04 line 56" descr="sci-ppt:o056"/>
          <p:cNvCxnSpPr/>
          <p:nvPr/>
        </p:nvCxnSpPr>
        <p:spPr>
          <a:xfrm flipV="1">
            <a:off x="3377793" y="4300963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9" name="C5-E04 line 57" descr="sci-ppt:o057"/>
          <p:cNvCxnSpPr/>
          <p:nvPr/>
        </p:nvCxnSpPr>
        <p:spPr>
          <a:xfrm flipV="1">
            <a:off x="3445459" y="4266820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0" name="C5-E04 line 58" descr="sci-ppt:o058"/>
          <p:cNvCxnSpPr/>
          <p:nvPr/>
        </p:nvCxnSpPr>
        <p:spPr>
          <a:xfrm flipV="1">
            <a:off x="3513124" y="4232677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1" name="C5-E04 line 59" descr="sci-ppt:o059"/>
          <p:cNvCxnSpPr/>
          <p:nvPr/>
        </p:nvCxnSpPr>
        <p:spPr>
          <a:xfrm flipV="1">
            <a:off x="3580790" y="419853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2" name="C5-E04 line 60" descr="sci-ppt:o060"/>
          <p:cNvCxnSpPr/>
          <p:nvPr/>
        </p:nvCxnSpPr>
        <p:spPr>
          <a:xfrm flipV="1">
            <a:off x="3648456" y="416439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3" name="C5-E04 line 61" descr="sci-ppt:o061"/>
          <p:cNvCxnSpPr/>
          <p:nvPr/>
        </p:nvCxnSpPr>
        <p:spPr>
          <a:xfrm flipV="1">
            <a:off x="3716121" y="413024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4" name="C5-E04 line 62" descr="sci-ppt:o062"/>
          <p:cNvCxnSpPr/>
          <p:nvPr/>
        </p:nvCxnSpPr>
        <p:spPr>
          <a:xfrm flipV="1">
            <a:off x="3783787" y="4096105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5" name="C5-E04 line 63" descr="sci-ppt:o063"/>
          <p:cNvCxnSpPr/>
          <p:nvPr/>
        </p:nvCxnSpPr>
        <p:spPr>
          <a:xfrm flipV="1">
            <a:off x="3851452" y="4061963"/>
            <a:ext cx="67666" cy="34142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6" name="C5-E04 line 64" descr="sci-ppt:o064"/>
          <p:cNvCxnSpPr/>
          <p:nvPr/>
        </p:nvCxnSpPr>
        <p:spPr>
          <a:xfrm flipV="1">
            <a:off x="3919118" y="4027820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7" name="C5-E04 line 65" descr="sci-ppt:o065"/>
          <p:cNvCxnSpPr/>
          <p:nvPr/>
        </p:nvCxnSpPr>
        <p:spPr>
          <a:xfrm flipV="1">
            <a:off x="3986784" y="3993677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8" name="C5-E04 line 66" descr="sci-ppt:o066"/>
          <p:cNvCxnSpPr/>
          <p:nvPr/>
        </p:nvCxnSpPr>
        <p:spPr>
          <a:xfrm flipV="1">
            <a:off x="4054449" y="395953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9" name="C5-E04 line 67" descr="sci-ppt:o067"/>
          <p:cNvCxnSpPr/>
          <p:nvPr/>
        </p:nvCxnSpPr>
        <p:spPr>
          <a:xfrm flipV="1">
            <a:off x="4122115" y="392539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0" name="C5-E04 line 68" descr="sci-ppt:o068"/>
          <p:cNvCxnSpPr/>
          <p:nvPr/>
        </p:nvCxnSpPr>
        <p:spPr>
          <a:xfrm flipV="1">
            <a:off x="4189780" y="389124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1" name="C5-E04 line 69" descr="sci-ppt:o069"/>
          <p:cNvCxnSpPr/>
          <p:nvPr/>
        </p:nvCxnSpPr>
        <p:spPr>
          <a:xfrm flipV="1">
            <a:off x="4257446" y="3857105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2" name="C5-E04 line 70" descr="sci-ppt:o070"/>
          <p:cNvCxnSpPr/>
          <p:nvPr/>
        </p:nvCxnSpPr>
        <p:spPr>
          <a:xfrm flipV="1">
            <a:off x="4325112" y="3822962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3" name="C5-E04 line 71" descr="sci-ppt:o071"/>
          <p:cNvCxnSpPr/>
          <p:nvPr/>
        </p:nvCxnSpPr>
        <p:spPr>
          <a:xfrm flipV="1">
            <a:off x="4392777" y="3788819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4" name="C5-E04 line 72" descr="sci-ppt:o072"/>
          <p:cNvCxnSpPr/>
          <p:nvPr/>
        </p:nvCxnSpPr>
        <p:spPr>
          <a:xfrm flipV="1">
            <a:off x="4460443" y="3754676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5" name="C5-E04 line 73" descr="sci-ppt:o073"/>
          <p:cNvCxnSpPr/>
          <p:nvPr/>
        </p:nvCxnSpPr>
        <p:spPr>
          <a:xfrm flipV="1">
            <a:off x="4528108" y="3720533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6" name="C5-E04 line 74" descr="sci-ppt:o074"/>
          <p:cNvCxnSpPr/>
          <p:nvPr/>
        </p:nvCxnSpPr>
        <p:spPr>
          <a:xfrm flipV="1">
            <a:off x="4595774" y="3686390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7" name="C5-E04 line 75" descr="sci-ppt:o075"/>
          <p:cNvCxnSpPr/>
          <p:nvPr/>
        </p:nvCxnSpPr>
        <p:spPr>
          <a:xfrm flipV="1">
            <a:off x="4663440" y="3652247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8" name="C5-E04 line 76" descr="sci-ppt:o076"/>
          <p:cNvCxnSpPr/>
          <p:nvPr/>
        </p:nvCxnSpPr>
        <p:spPr>
          <a:xfrm flipV="1">
            <a:off x="4731105" y="361810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9" name="C5-E04 line 77" descr="sci-ppt:o077"/>
          <p:cNvCxnSpPr/>
          <p:nvPr/>
        </p:nvCxnSpPr>
        <p:spPr>
          <a:xfrm flipV="1">
            <a:off x="4798771" y="358396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0" name="C5-E04 line 78" descr="sci-ppt:o078"/>
          <p:cNvCxnSpPr/>
          <p:nvPr/>
        </p:nvCxnSpPr>
        <p:spPr>
          <a:xfrm flipV="1">
            <a:off x="4866436" y="354981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1" name="C5-E04 line 79" descr="sci-ppt:o079"/>
          <p:cNvCxnSpPr/>
          <p:nvPr/>
        </p:nvCxnSpPr>
        <p:spPr>
          <a:xfrm flipV="1">
            <a:off x="4934102" y="3515675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2" name="C5-E04 line 80" descr="sci-ppt:o080"/>
          <p:cNvCxnSpPr/>
          <p:nvPr/>
        </p:nvCxnSpPr>
        <p:spPr>
          <a:xfrm flipV="1">
            <a:off x="5001768" y="3481532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3" name="C5-E04 line 81" descr="sci-ppt:o081"/>
          <p:cNvCxnSpPr/>
          <p:nvPr/>
        </p:nvCxnSpPr>
        <p:spPr>
          <a:xfrm flipV="1">
            <a:off x="5069433" y="3447389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4" name="C5-E04 line 82" descr="sci-ppt:o082"/>
          <p:cNvCxnSpPr/>
          <p:nvPr/>
        </p:nvCxnSpPr>
        <p:spPr>
          <a:xfrm flipV="1">
            <a:off x="5137099" y="3413246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5" name="C5-E04 line 83" descr="sci-ppt:o083"/>
          <p:cNvCxnSpPr/>
          <p:nvPr/>
        </p:nvCxnSpPr>
        <p:spPr>
          <a:xfrm flipV="1">
            <a:off x="5204764" y="3379103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6" name="C5-E04 line 84" descr="sci-ppt:o084"/>
          <p:cNvCxnSpPr/>
          <p:nvPr/>
        </p:nvCxnSpPr>
        <p:spPr>
          <a:xfrm flipV="1">
            <a:off x="5272430" y="3344960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7" name="C5-E04 line 85" descr="sci-ppt:o085"/>
          <p:cNvCxnSpPr/>
          <p:nvPr/>
        </p:nvCxnSpPr>
        <p:spPr>
          <a:xfrm flipV="1">
            <a:off x="5340096" y="3310817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8" name="C5-E04 line 86" descr="sci-ppt:o086"/>
          <p:cNvCxnSpPr/>
          <p:nvPr/>
        </p:nvCxnSpPr>
        <p:spPr>
          <a:xfrm flipV="1">
            <a:off x="5407761" y="327667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9" name="C5-E04 line 87" descr="sci-ppt:o087"/>
          <p:cNvCxnSpPr/>
          <p:nvPr/>
        </p:nvCxnSpPr>
        <p:spPr>
          <a:xfrm flipV="1">
            <a:off x="5475427" y="324253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0" name="C5-E04 line 88" descr="sci-ppt:o088"/>
          <p:cNvCxnSpPr/>
          <p:nvPr/>
        </p:nvCxnSpPr>
        <p:spPr>
          <a:xfrm flipV="1">
            <a:off x="5543092" y="320838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1" name="C5-E04 line 89" descr="sci-ppt:o089"/>
          <p:cNvCxnSpPr/>
          <p:nvPr/>
        </p:nvCxnSpPr>
        <p:spPr>
          <a:xfrm flipV="1">
            <a:off x="5610758" y="3174245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2" name="C5-E04 line 90" descr="sci-ppt:o090"/>
          <p:cNvCxnSpPr/>
          <p:nvPr/>
        </p:nvCxnSpPr>
        <p:spPr>
          <a:xfrm flipV="1">
            <a:off x="5678424" y="3140102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3" name="C5-E04 line 91" descr="sci-ppt:o091"/>
          <p:cNvCxnSpPr/>
          <p:nvPr/>
        </p:nvCxnSpPr>
        <p:spPr>
          <a:xfrm flipV="1">
            <a:off x="5746089" y="3105959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4" name="C5-E04 line 92" descr="sci-ppt:o092"/>
          <p:cNvCxnSpPr/>
          <p:nvPr/>
        </p:nvCxnSpPr>
        <p:spPr>
          <a:xfrm flipV="1">
            <a:off x="5813755" y="3071816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5" name="C5-E04 line 93" descr="sci-ppt:o093"/>
          <p:cNvCxnSpPr/>
          <p:nvPr/>
        </p:nvCxnSpPr>
        <p:spPr>
          <a:xfrm flipV="1">
            <a:off x="5881420" y="3037673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6" name="C5-E04 line 94" descr="sci-ppt:o094"/>
          <p:cNvCxnSpPr/>
          <p:nvPr/>
        </p:nvCxnSpPr>
        <p:spPr>
          <a:xfrm flipV="1">
            <a:off x="5949086" y="3003530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7" name="C5-E04 line 95" descr="sci-ppt:o095"/>
          <p:cNvCxnSpPr/>
          <p:nvPr/>
        </p:nvCxnSpPr>
        <p:spPr>
          <a:xfrm flipV="1">
            <a:off x="6016752" y="2969387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8" name="C5-E04 line 96" descr="sci-ppt:o096"/>
          <p:cNvCxnSpPr/>
          <p:nvPr/>
        </p:nvCxnSpPr>
        <p:spPr>
          <a:xfrm flipV="1">
            <a:off x="6084417" y="293524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9" name="C5-E04 line 97" descr="sci-ppt:o097"/>
          <p:cNvCxnSpPr/>
          <p:nvPr/>
        </p:nvCxnSpPr>
        <p:spPr>
          <a:xfrm flipV="1">
            <a:off x="6152083" y="290110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0" name="C5-E04 line 98" descr="sci-ppt:o098"/>
          <p:cNvCxnSpPr/>
          <p:nvPr/>
        </p:nvCxnSpPr>
        <p:spPr>
          <a:xfrm flipV="1">
            <a:off x="6219748" y="286695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1" name="C5-E04 line 99" descr="sci-ppt:o099"/>
          <p:cNvCxnSpPr/>
          <p:nvPr/>
        </p:nvCxnSpPr>
        <p:spPr>
          <a:xfrm flipV="1">
            <a:off x="6287414" y="2832815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2" name="C5-E04 line 100" descr="sci-ppt:o100"/>
          <p:cNvCxnSpPr/>
          <p:nvPr/>
        </p:nvCxnSpPr>
        <p:spPr>
          <a:xfrm flipV="1">
            <a:off x="6355080" y="2798672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3" name="C5-E04 line 101" descr="sci-ppt:o101"/>
          <p:cNvCxnSpPr/>
          <p:nvPr/>
        </p:nvCxnSpPr>
        <p:spPr>
          <a:xfrm flipV="1">
            <a:off x="6422745" y="2764529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4" name="C5-E04 line 102" descr="sci-ppt:o102"/>
          <p:cNvCxnSpPr/>
          <p:nvPr/>
        </p:nvCxnSpPr>
        <p:spPr>
          <a:xfrm flipV="1">
            <a:off x="6490411" y="2730386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5" name="C5-E04 line 103" descr="sci-ppt:o103"/>
          <p:cNvCxnSpPr/>
          <p:nvPr/>
        </p:nvCxnSpPr>
        <p:spPr>
          <a:xfrm flipV="1">
            <a:off x="6558076" y="2696243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6" name="C5-E04 line 104" descr="sci-ppt:o104"/>
          <p:cNvCxnSpPr/>
          <p:nvPr/>
        </p:nvCxnSpPr>
        <p:spPr>
          <a:xfrm flipV="1">
            <a:off x="6625742" y="2662100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7" name="C5-E04 line 105" descr="sci-ppt:o105"/>
          <p:cNvCxnSpPr/>
          <p:nvPr/>
        </p:nvCxnSpPr>
        <p:spPr>
          <a:xfrm flipV="1">
            <a:off x="6693408" y="2627957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8" name="C5-E04 line 106" descr="sci-ppt:o106"/>
          <p:cNvCxnSpPr/>
          <p:nvPr/>
        </p:nvCxnSpPr>
        <p:spPr>
          <a:xfrm flipV="1">
            <a:off x="6761073" y="259381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9" name="C5-E04 line 107" descr="sci-ppt:o107"/>
          <p:cNvCxnSpPr/>
          <p:nvPr/>
        </p:nvCxnSpPr>
        <p:spPr>
          <a:xfrm flipV="1">
            <a:off x="6828739" y="255967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0" name="C5-E04 line 108" descr="sci-ppt:o108"/>
          <p:cNvCxnSpPr/>
          <p:nvPr/>
        </p:nvCxnSpPr>
        <p:spPr>
          <a:xfrm flipV="1">
            <a:off x="6896404" y="252552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1" name="C5-E04 line 109" descr="sci-ppt:o109"/>
          <p:cNvCxnSpPr/>
          <p:nvPr/>
        </p:nvCxnSpPr>
        <p:spPr>
          <a:xfrm flipV="1">
            <a:off x="6964070" y="2491385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2" name="C5-E04 line 110" descr="sci-ppt:o110"/>
          <p:cNvCxnSpPr/>
          <p:nvPr/>
        </p:nvCxnSpPr>
        <p:spPr>
          <a:xfrm flipV="1">
            <a:off x="7031736" y="2457242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3" name="C5-E04 line 111" descr="sci-ppt:o111"/>
          <p:cNvCxnSpPr/>
          <p:nvPr/>
        </p:nvCxnSpPr>
        <p:spPr>
          <a:xfrm flipV="1">
            <a:off x="7099401" y="2423099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4" name="C5-E04 line 112" descr="sci-ppt:o112"/>
          <p:cNvCxnSpPr/>
          <p:nvPr/>
        </p:nvCxnSpPr>
        <p:spPr>
          <a:xfrm flipV="1">
            <a:off x="7167067" y="2388956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5" name="C5-E04 line 113" descr="sci-ppt:o113"/>
          <p:cNvCxnSpPr/>
          <p:nvPr/>
        </p:nvCxnSpPr>
        <p:spPr>
          <a:xfrm flipV="1">
            <a:off x="7234732" y="2354813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6" name="C5-E04 line 114" descr="sci-ppt:o114"/>
          <p:cNvCxnSpPr/>
          <p:nvPr/>
        </p:nvCxnSpPr>
        <p:spPr>
          <a:xfrm flipV="1">
            <a:off x="7302398" y="2320670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7" name="C5-E04 line 115" descr="sci-ppt:o115"/>
          <p:cNvCxnSpPr/>
          <p:nvPr/>
        </p:nvCxnSpPr>
        <p:spPr>
          <a:xfrm flipV="1">
            <a:off x="7370064" y="2286527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8" name="C5-E04 line 116" descr="sci-ppt:o116"/>
          <p:cNvCxnSpPr/>
          <p:nvPr/>
        </p:nvCxnSpPr>
        <p:spPr>
          <a:xfrm flipV="1">
            <a:off x="7437729" y="225238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9" name="C5-E04 line 117" descr="sci-ppt:o117"/>
          <p:cNvCxnSpPr/>
          <p:nvPr/>
        </p:nvCxnSpPr>
        <p:spPr>
          <a:xfrm flipV="1">
            <a:off x="7505395" y="221824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20" name="C5-E04 line 118" descr="sci-ppt:o118"/>
          <p:cNvCxnSpPr/>
          <p:nvPr/>
        </p:nvCxnSpPr>
        <p:spPr>
          <a:xfrm flipV="1">
            <a:off x="7573060" y="218409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21" name="C5-E04 line 119" descr="sci-ppt:o119"/>
          <p:cNvCxnSpPr/>
          <p:nvPr/>
        </p:nvCxnSpPr>
        <p:spPr>
          <a:xfrm flipV="1">
            <a:off x="7640726" y="2149955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22" name="C5-E04 line 120" descr="sci-ppt:o120"/>
          <p:cNvCxnSpPr/>
          <p:nvPr/>
        </p:nvCxnSpPr>
        <p:spPr>
          <a:xfrm flipV="1">
            <a:off x="7708392" y="2115812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23" name="C5-E04 line 121" descr="sci-ppt:o121"/>
          <p:cNvCxnSpPr/>
          <p:nvPr/>
        </p:nvCxnSpPr>
        <p:spPr>
          <a:xfrm flipV="1">
            <a:off x="7776057" y="2081670"/>
            <a:ext cx="67666" cy="34142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24" name="C5-E04 line 122" descr="sci-ppt:o122"/>
          <p:cNvCxnSpPr/>
          <p:nvPr/>
        </p:nvCxnSpPr>
        <p:spPr>
          <a:xfrm flipV="1">
            <a:off x="7843723" y="2047527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25" name="C5-E04 line 123" descr="sci-ppt:o123"/>
          <p:cNvCxnSpPr/>
          <p:nvPr/>
        </p:nvCxnSpPr>
        <p:spPr>
          <a:xfrm flipV="1">
            <a:off x="7911388" y="201338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26" name="C5-E04 line 124" descr="sci-ppt:o124"/>
          <p:cNvCxnSpPr/>
          <p:nvPr/>
        </p:nvCxnSpPr>
        <p:spPr>
          <a:xfrm flipV="1">
            <a:off x="7979054" y="1979241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27" name="C5-E04 line 125" descr="sci-ppt:o125"/>
          <p:cNvCxnSpPr/>
          <p:nvPr/>
        </p:nvCxnSpPr>
        <p:spPr>
          <a:xfrm flipV="1">
            <a:off x="1280160" y="5359353"/>
            <a:ext cx="67665" cy="3418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28" name="C5-E04 line 126" descr="sci-ppt:o126"/>
          <p:cNvCxnSpPr/>
          <p:nvPr/>
        </p:nvCxnSpPr>
        <p:spPr>
          <a:xfrm flipV="1">
            <a:off x="1347825" y="5325083"/>
            <a:ext cx="67666" cy="34270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29" name="C5-E04 line 127" descr="sci-ppt:o127"/>
          <p:cNvCxnSpPr/>
          <p:nvPr/>
        </p:nvCxnSpPr>
        <p:spPr>
          <a:xfrm flipV="1">
            <a:off x="1415491" y="5290727"/>
            <a:ext cx="67665" cy="3435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0" name="C5-E04 line 128" descr="sci-ppt:o128"/>
          <p:cNvCxnSpPr/>
          <p:nvPr/>
        </p:nvCxnSpPr>
        <p:spPr>
          <a:xfrm flipV="1">
            <a:off x="1483156" y="5256286"/>
            <a:ext cx="67666" cy="3444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1" name="C5-E04 line 129" descr="sci-ppt:o129"/>
          <p:cNvCxnSpPr/>
          <p:nvPr/>
        </p:nvCxnSpPr>
        <p:spPr>
          <a:xfrm flipV="1">
            <a:off x="1550822" y="5221761"/>
            <a:ext cx="67666" cy="34525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2" name="C5-E04 line 130" descr="sci-ppt:o130"/>
          <p:cNvCxnSpPr/>
          <p:nvPr/>
        </p:nvCxnSpPr>
        <p:spPr>
          <a:xfrm flipV="1">
            <a:off x="1618488" y="5187150"/>
            <a:ext cx="67665" cy="3461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3" name="C5-E04 line 131" descr="sci-ppt:o131"/>
          <p:cNvCxnSpPr/>
          <p:nvPr/>
        </p:nvCxnSpPr>
        <p:spPr>
          <a:xfrm flipV="1">
            <a:off x="1686153" y="5152454"/>
            <a:ext cx="67666" cy="3469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4" name="C5-E04 line 132" descr="sci-ppt:o132"/>
          <p:cNvCxnSpPr/>
          <p:nvPr/>
        </p:nvCxnSpPr>
        <p:spPr>
          <a:xfrm flipV="1">
            <a:off x="1753819" y="5117672"/>
            <a:ext cx="67665" cy="3478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5" name="C5-E04 line 133" descr="sci-ppt:o133"/>
          <p:cNvCxnSpPr/>
          <p:nvPr/>
        </p:nvCxnSpPr>
        <p:spPr>
          <a:xfrm flipV="1">
            <a:off x="1821484" y="5082806"/>
            <a:ext cx="67666" cy="3486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6" name="C5-E04 line 134" descr="sci-ppt:o134"/>
          <p:cNvCxnSpPr/>
          <p:nvPr/>
        </p:nvCxnSpPr>
        <p:spPr>
          <a:xfrm flipV="1">
            <a:off x="1889150" y="5047854"/>
            <a:ext cx="67666" cy="3495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7" name="C5-E04 line 135" descr="sci-ppt:o135"/>
          <p:cNvCxnSpPr/>
          <p:nvPr/>
        </p:nvCxnSpPr>
        <p:spPr>
          <a:xfrm flipV="1">
            <a:off x="1956816" y="5012817"/>
            <a:ext cx="67665" cy="35037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8" name="C5-E04 line 136" descr="sci-ppt:o136"/>
          <p:cNvCxnSpPr/>
          <p:nvPr/>
        </p:nvCxnSpPr>
        <p:spPr>
          <a:xfrm flipV="1">
            <a:off x="2024481" y="4977695"/>
            <a:ext cx="67666" cy="3512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9" name="C5-E04 line 137" descr="sci-ppt:o137"/>
          <p:cNvCxnSpPr/>
          <p:nvPr/>
        </p:nvCxnSpPr>
        <p:spPr>
          <a:xfrm flipV="1">
            <a:off x="2092147" y="4942487"/>
            <a:ext cx="67665" cy="3520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0" name="C5-E04 line 138" descr="sci-ppt:o138"/>
          <p:cNvCxnSpPr/>
          <p:nvPr/>
        </p:nvCxnSpPr>
        <p:spPr>
          <a:xfrm flipV="1">
            <a:off x="2159812" y="4907194"/>
            <a:ext cx="67666" cy="35293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1" name="C5-E04 line 139" descr="sci-ppt:o139"/>
          <p:cNvCxnSpPr/>
          <p:nvPr/>
        </p:nvCxnSpPr>
        <p:spPr>
          <a:xfrm flipV="1">
            <a:off x="2227478" y="4871816"/>
            <a:ext cx="67666" cy="3537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2" name="C5-E04 line 140" descr="sci-ppt:o140"/>
          <p:cNvCxnSpPr/>
          <p:nvPr/>
        </p:nvCxnSpPr>
        <p:spPr>
          <a:xfrm flipV="1">
            <a:off x="2295144" y="4836352"/>
            <a:ext cx="67665" cy="3546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3" name="C5-E04 line 141" descr="sci-ppt:o141"/>
          <p:cNvCxnSpPr/>
          <p:nvPr/>
        </p:nvCxnSpPr>
        <p:spPr>
          <a:xfrm flipV="1">
            <a:off x="2362809" y="4800803"/>
            <a:ext cx="67666" cy="3554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4" name="C5-E04 line 142" descr="sci-ppt:o142"/>
          <p:cNvCxnSpPr/>
          <p:nvPr/>
        </p:nvCxnSpPr>
        <p:spPr>
          <a:xfrm flipV="1">
            <a:off x="2430475" y="4765168"/>
            <a:ext cx="67665" cy="35635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5" name="C5-E04 line 143" descr="sci-ppt:o143"/>
          <p:cNvCxnSpPr/>
          <p:nvPr/>
        </p:nvCxnSpPr>
        <p:spPr>
          <a:xfrm flipV="1">
            <a:off x="2498140" y="4729448"/>
            <a:ext cx="67666" cy="35720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6" name="C5-E04 line 144" descr="sci-ppt:o144"/>
          <p:cNvCxnSpPr/>
          <p:nvPr/>
        </p:nvCxnSpPr>
        <p:spPr>
          <a:xfrm flipV="1">
            <a:off x="2565806" y="4693643"/>
            <a:ext cx="67666" cy="35805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7" name="C5-E04 line 145" descr="sci-ppt:o145"/>
          <p:cNvCxnSpPr/>
          <p:nvPr/>
        </p:nvCxnSpPr>
        <p:spPr>
          <a:xfrm flipV="1">
            <a:off x="2633472" y="4657752"/>
            <a:ext cx="67665" cy="3589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8" name="C5-E04 line 146" descr="sci-ppt:o146"/>
          <p:cNvCxnSpPr/>
          <p:nvPr/>
        </p:nvCxnSpPr>
        <p:spPr>
          <a:xfrm flipV="1">
            <a:off x="2701137" y="4621776"/>
            <a:ext cx="67666" cy="3597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9" name="C5-E04 line 147" descr="sci-ppt:o147"/>
          <p:cNvCxnSpPr/>
          <p:nvPr/>
        </p:nvCxnSpPr>
        <p:spPr>
          <a:xfrm flipV="1">
            <a:off x="2768803" y="4585714"/>
            <a:ext cx="67665" cy="3606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0" name="C5-E04 line 148" descr="sci-ppt:o148"/>
          <p:cNvCxnSpPr/>
          <p:nvPr/>
        </p:nvCxnSpPr>
        <p:spPr>
          <a:xfrm flipV="1">
            <a:off x="2836468" y="4549566"/>
            <a:ext cx="67666" cy="3614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1" name="C5-E04 line 149" descr="sci-ppt:o149"/>
          <p:cNvCxnSpPr/>
          <p:nvPr/>
        </p:nvCxnSpPr>
        <p:spPr>
          <a:xfrm flipV="1">
            <a:off x="2904134" y="4513333"/>
            <a:ext cx="67666" cy="36233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2" name="C5-E04 line 150" descr="sci-ppt:o150"/>
          <p:cNvCxnSpPr/>
          <p:nvPr/>
        </p:nvCxnSpPr>
        <p:spPr>
          <a:xfrm flipV="1">
            <a:off x="2971800" y="4477015"/>
            <a:ext cx="67665" cy="3631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3" name="C5-E04 line 151" descr="sci-ppt:o151"/>
          <p:cNvCxnSpPr/>
          <p:nvPr/>
        </p:nvCxnSpPr>
        <p:spPr>
          <a:xfrm flipV="1">
            <a:off x="3039465" y="4440611"/>
            <a:ext cx="67666" cy="3640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4" name="C5-E04 line 152" descr="sci-ppt:o152"/>
          <p:cNvCxnSpPr/>
          <p:nvPr/>
        </p:nvCxnSpPr>
        <p:spPr>
          <a:xfrm flipV="1">
            <a:off x="3107131" y="4404121"/>
            <a:ext cx="67665" cy="36490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5" name="C5-E04 line 153" descr="sci-ppt:o153"/>
          <p:cNvCxnSpPr/>
          <p:nvPr/>
        </p:nvCxnSpPr>
        <p:spPr>
          <a:xfrm flipV="1">
            <a:off x="3174796" y="4367545"/>
            <a:ext cx="67666" cy="3657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6" name="C5-E04 line 154" descr="sci-ppt:o154"/>
          <p:cNvCxnSpPr/>
          <p:nvPr/>
        </p:nvCxnSpPr>
        <p:spPr>
          <a:xfrm flipV="1">
            <a:off x="3242462" y="4330884"/>
            <a:ext cx="67666" cy="3666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7" name="C5-E04 line 155" descr="sci-ppt:o155"/>
          <p:cNvCxnSpPr/>
          <p:nvPr/>
        </p:nvCxnSpPr>
        <p:spPr>
          <a:xfrm flipV="1">
            <a:off x="3310128" y="4294137"/>
            <a:ext cx="67665" cy="36747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8" name="C5-E04 line 156" descr="sci-ppt:o156"/>
          <p:cNvCxnSpPr/>
          <p:nvPr/>
        </p:nvCxnSpPr>
        <p:spPr>
          <a:xfrm flipV="1">
            <a:off x="3377793" y="4257305"/>
            <a:ext cx="67666" cy="3683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9" name="C5-E04 line 157" descr="sci-ppt:o157"/>
          <p:cNvCxnSpPr/>
          <p:nvPr/>
        </p:nvCxnSpPr>
        <p:spPr>
          <a:xfrm flipV="1">
            <a:off x="3445459" y="4220387"/>
            <a:ext cx="67665" cy="3691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0" name="C5-E04 line 158" descr="sci-ppt:o158"/>
          <p:cNvCxnSpPr/>
          <p:nvPr/>
        </p:nvCxnSpPr>
        <p:spPr>
          <a:xfrm flipV="1">
            <a:off x="3513124" y="4183383"/>
            <a:ext cx="67666" cy="3700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1" name="C5-E04 line 159" descr="sci-ppt:o159"/>
          <p:cNvCxnSpPr/>
          <p:nvPr/>
        </p:nvCxnSpPr>
        <p:spPr>
          <a:xfrm flipV="1">
            <a:off x="3580790" y="4146293"/>
            <a:ext cx="67666" cy="37090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2" name="C5-E04 line 160" descr="sci-ppt:o160"/>
          <p:cNvCxnSpPr/>
          <p:nvPr/>
        </p:nvCxnSpPr>
        <p:spPr>
          <a:xfrm flipV="1">
            <a:off x="3648456" y="4109117"/>
            <a:ext cx="67665" cy="3717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3" name="C5-E04 line 161" descr="sci-ppt:o161"/>
          <p:cNvCxnSpPr/>
          <p:nvPr/>
        </p:nvCxnSpPr>
        <p:spPr>
          <a:xfrm flipV="1">
            <a:off x="3716121" y="4071856"/>
            <a:ext cx="67666" cy="3726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4" name="C5-E04 line 162" descr="sci-ppt:o162"/>
          <p:cNvCxnSpPr/>
          <p:nvPr/>
        </p:nvCxnSpPr>
        <p:spPr>
          <a:xfrm flipV="1">
            <a:off x="3783787" y="4034509"/>
            <a:ext cx="67665" cy="37347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5" name="C5-E04 line 163" descr="sci-ppt:o163"/>
          <p:cNvCxnSpPr/>
          <p:nvPr/>
        </p:nvCxnSpPr>
        <p:spPr>
          <a:xfrm flipV="1">
            <a:off x="3851452" y="3997076"/>
            <a:ext cx="67666" cy="37433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6" name="C5-E04 line 164" descr="sci-ppt:o164"/>
          <p:cNvCxnSpPr/>
          <p:nvPr/>
        </p:nvCxnSpPr>
        <p:spPr>
          <a:xfrm flipV="1">
            <a:off x="3919118" y="3959557"/>
            <a:ext cx="67666" cy="3751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7" name="C5-E04 line 165" descr="sci-ppt:o165"/>
          <p:cNvCxnSpPr/>
          <p:nvPr/>
        </p:nvCxnSpPr>
        <p:spPr>
          <a:xfrm flipV="1">
            <a:off x="3986784" y="3921953"/>
            <a:ext cx="67665" cy="3760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8" name="C5-E04 line 166" descr="sci-ppt:o166"/>
          <p:cNvCxnSpPr/>
          <p:nvPr/>
        </p:nvCxnSpPr>
        <p:spPr>
          <a:xfrm flipV="1">
            <a:off x="4054449" y="3884262"/>
            <a:ext cx="67666" cy="3769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9" name="C5-E04 line 167" descr="sci-ppt:o167"/>
          <p:cNvCxnSpPr/>
          <p:nvPr/>
        </p:nvCxnSpPr>
        <p:spPr>
          <a:xfrm flipV="1">
            <a:off x="4122115" y="3846486"/>
            <a:ext cx="67665" cy="3777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0" name="C5-E04 line 168" descr="sci-ppt:o168"/>
          <p:cNvCxnSpPr/>
          <p:nvPr/>
        </p:nvCxnSpPr>
        <p:spPr>
          <a:xfrm flipV="1">
            <a:off x="4189780" y="3808624"/>
            <a:ext cx="67666" cy="3786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1" name="C5-E04 line 169" descr="sci-ppt:o169"/>
          <p:cNvCxnSpPr/>
          <p:nvPr/>
        </p:nvCxnSpPr>
        <p:spPr>
          <a:xfrm flipV="1">
            <a:off x="4257446" y="3770675"/>
            <a:ext cx="67666" cy="3794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2" name="C5-E04 line 170" descr="sci-ppt:o170"/>
          <p:cNvCxnSpPr/>
          <p:nvPr/>
        </p:nvCxnSpPr>
        <p:spPr>
          <a:xfrm flipV="1">
            <a:off x="4325112" y="3732641"/>
            <a:ext cx="67665" cy="3803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3" name="C5-E04 line 171" descr="sci-ppt:o171"/>
          <p:cNvCxnSpPr/>
          <p:nvPr/>
        </p:nvCxnSpPr>
        <p:spPr>
          <a:xfrm flipV="1">
            <a:off x="4392777" y="3694521"/>
            <a:ext cx="67666" cy="38120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4" name="C5-E04 line 172" descr="sci-ppt:o172"/>
          <p:cNvCxnSpPr/>
          <p:nvPr/>
        </p:nvCxnSpPr>
        <p:spPr>
          <a:xfrm flipV="1">
            <a:off x="4460443" y="3656315"/>
            <a:ext cx="67665" cy="3820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5" name="C5-E04 line 173" descr="sci-ppt:o173"/>
          <p:cNvCxnSpPr/>
          <p:nvPr/>
        </p:nvCxnSpPr>
        <p:spPr>
          <a:xfrm flipV="1">
            <a:off x="4528108" y="3618023"/>
            <a:ext cx="67666" cy="3829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6" name="C5-E04 line 174" descr="sci-ppt:o174"/>
          <p:cNvCxnSpPr/>
          <p:nvPr/>
        </p:nvCxnSpPr>
        <p:spPr>
          <a:xfrm flipV="1">
            <a:off x="4595774" y="3579645"/>
            <a:ext cx="67666" cy="3837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7" name="C5-E04 line 175" descr="sci-ppt:o175"/>
          <p:cNvCxnSpPr/>
          <p:nvPr/>
        </p:nvCxnSpPr>
        <p:spPr>
          <a:xfrm flipV="1">
            <a:off x="4663440" y="3541181"/>
            <a:ext cx="67665" cy="3846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8" name="C5-E04 line 176" descr="sci-ppt:o176"/>
          <p:cNvCxnSpPr/>
          <p:nvPr/>
        </p:nvCxnSpPr>
        <p:spPr>
          <a:xfrm flipV="1">
            <a:off x="4731105" y="3502631"/>
            <a:ext cx="67666" cy="38550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9" name="C5-E04 line 177" descr="sci-ppt:o177"/>
          <p:cNvCxnSpPr/>
          <p:nvPr/>
        </p:nvCxnSpPr>
        <p:spPr>
          <a:xfrm flipV="1">
            <a:off x="4798771" y="3463995"/>
            <a:ext cx="67665" cy="3863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0" name="C5-E04 line 178" descr="sci-ppt:o178"/>
          <p:cNvCxnSpPr/>
          <p:nvPr/>
        </p:nvCxnSpPr>
        <p:spPr>
          <a:xfrm flipV="1">
            <a:off x="4866436" y="3425273"/>
            <a:ext cx="67666" cy="3872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1" name="C5-E04 line 179" descr="sci-ppt:o179"/>
          <p:cNvCxnSpPr/>
          <p:nvPr/>
        </p:nvCxnSpPr>
        <p:spPr>
          <a:xfrm flipV="1">
            <a:off x="4934102" y="3386464"/>
            <a:ext cx="67666" cy="3880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2" name="C5-E04 line 180" descr="sci-ppt:o180"/>
          <p:cNvCxnSpPr/>
          <p:nvPr/>
        </p:nvCxnSpPr>
        <p:spPr>
          <a:xfrm flipV="1">
            <a:off x="5001768" y="3347570"/>
            <a:ext cx="67665" cy="3889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3" name="C5-E04 line 181" descr="sci-ppt:o181"/>
          <p:cNvCxnSpPr/>
          <p:nvPr/>
        </p:nvCxnSpPr>
        <p:spPr>
          <a:xfrm flipV="1">
            <a:off x="5069433" y="3308590"/>
            <a:ext cx="67666" cy="38980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4" name="C5-E04 line 182" descr="sci-ppt:o182"/>
          <p:cNvCxnSpPr/>
          <p:nvPr/>
        </p:nvCxnSpPr>
        <p:spPr>
          <a:xfrm flipV="1">
            <a:off x="5137099" y="3269523"/>
            <a:ext cx="67665" cy="39067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5" name="C5-E04 line 183" descr="sci-ppt:o183"/>
          <p:cNvCxnSpPr/>
          <p:nvPr/>
        </p:nvCxnSpPr>
        <p:spPr>
          <a:xfrm flipV="1">
            <a:off x="5204764" y="3230370"/>
            <a:ext cx="67666" cy="39153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6" name="C5-E04 line 184" descr="sci-ppt:o184"/>
          <p:cNvCxnSpPr/>
          <p:nvPr/>
        </p:nvCxnSpPr>
        <p:spPr>
          <a:xfrm flipV="1">
            <a:off x="5272430" y="3191131"/>
            <a:ext cx="67666" cy="3923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7" name="C5-E04 line 185" descr="sci-ppt:o185"/>
          <p:cNvCxnSpPr/>
          <p:nvPr/>
        </p:nvCxnSpPr>
        <p:spPr>
          <a:xfrm flipV="1">
            <a:off x="5340096" y="3151806"/>
            <a:ext cx="67665" cy="39325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8" name="C5-E04 line 186" descr="sci-ppt:o186"/>
          <p:cNvCxnSpPr/>
          <p:nvPr/>
        </p:nvCxnSpPr>
        <p:spPr>
          <a:xfrm flipV="1">
            <a:off x="5407761" y="3112395"/>
            <a:ext cx="67666" cy="3941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9" name="C5-E04 line 187" descr="sci-ppt:o187"/>
          <p:cNvCxnSpPr/>
          <p:nvPr/>
        </p:nvCxnSpPr>
        <p:spPr>
          <a:xfrm flipV="1">
            <a:off x="5475427" y="3072898"/>
            <a:ext cx="67665" cy="39497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0" name="C5-E04 line 188" descr="sci-ppt:o188"/>
          <p:cNvCxnSpPr/>
          <p:nvPr/>
        </p:nvCxnSpPr>
        <p:spPr>
          <a:xfrm flipV="1">
            <a:off x="5543092" y="3033314"/>
            <a:ext cx="67666" cy="3958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1" name="C5-E04 line 189" descr="sci-ppt:o189"/>
          <p:cNvCxnSpPr/>
          <p:nvPr/>
        </p:nvCxnSpPr>
        <p:spPr>
          <a:xfrm flipV="1">
            <a:off x="5610758" y="2993645"/>
            <a:ext cx="67666" cy="3966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2" name="C5-E04 line 190" descr="sci-ppt:o190"/>
          <p:cNvCxnSpPr/>
          <p:nvPr/>
        </p:nvCxnSpPr>
        <p:spPr>
          <a:xfrm flipV="1">
            <a:off x="5678424" y="2953889"/>
            <a:ext cx="67665" cy="3975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3" name="C5-E04 line 191" descr="sci-ppt:o191"/>
          <p:cNvCxnSpPr/>
          <p:nvPr/>
        </p:nvCxnSpPr>
        <p:spPr>
          <a:xfrm flipV="1">
            <a:off x="5746089" y="2914046"/>
            <a:ext cx="67666" cy="39843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4" name="C5-E04 line 192" descr="sci-ppt:o192"/>
          <p:cNvCxnSpPr/>
          <p:nvPr/>
        </p:nvCxnSpPr>
        <p:spPr>
          <a:xfrm flipV="1">
            <a:off x="5813755" y="2874118"/>
            <a:ext cx="67665" cy="3992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5" name="C5-E04 line 193" descr="sci-ppt:o193"/>
          <p:cNvCxnSpPr/>
          <p:nvPr/>
        </p:nvCxnSpPr>
        <p:spPr>
          <a:xfrm flipV="1">
            <a:off x="5881420" y="2834103"/>
            <a:ext cx="67666" cy="40015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6" name="C5-E04 line 194" descr="sci-ppt:o194"/>
          <p:cNvCxnSpPr/>
          <p:nvPr/>
        </p:nvCxnSpPr>
        <p:spPr>
          <a:xfrm flipV="1">
            <a:off x="5949086" y="2794002"/>
            <a:ext cx="67666" cy="4010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7" name="C5-E04 line 195" descr="sci-ppt:o195"/>
          <p:cNvCxnSpPr/>
          <p:nvPr/>
        </p:nvCxnSpPr>
        <p:spPr>
          <a:xfrm flipV="1">
            <a:off x="6016752" y="2753815"/>
            <a:ext cx="67665" cy="40187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8" name="C5-E04 line 196" descr="sci-ppt:o196"/>
          <p:cNvCxnSpPr/>
          <p:nvPr/>
        </p:nvCxnSpPr>
        <p:spPr>
          <a:xfrm flipV="1">
            <a:off x="6084417" y="2713541"/>
            <a:ext cx="67666" cy="4027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9" name="C5-E04 line 197" descr="sci-ppt:o197"/>
          <p:cNvCxnSpPr/>
          <p:nvPr/>
        </p:nvCxnSpPr>
        <p:spPr>
          <a:xfrm flipV="1">
            <a:off x="6152083" y="2673182"/>
            <a:ext cx="67665" cy="4035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0" name="C5-E04 line 198" descr="sci-ppt:o198"/>
          <p:cNvCxnSpPr/>
          <p:nvPr/>
        </p:nvCxnSpPr>
        <p:spPr>
          <a:xfrm flipV="1">
            <a:off x="6219748" y="2632735"/>
            <a:ext cx="67666" cy="40447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1" name="C5-E04 line 199" descr="sci-ppt:o199"/>
          <p:cNvCxnSpPr/>
          <p:nvPr/>
        </p:nvCxnSpPr>
        <p:spPr>
          <a:xfrm flipV="1">
            <a:off x="6287414" y="2592203"/>
            <a:ext cx="67666" cy="4053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2" name="C5-E04 line 200" descr="sci-ppt:o200"/>
          <p:cNvCxnSpPr/>
          <p:nvPr/>
        </p:nvCxnSpPr>
        <p:spPr>
          <a:xfrm flipV="1">
            <a:off x="6355080" y="2551584"/>
            <a:ext cx="67665" cy="4061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3" name="C5-E04 line 201" descr="sci-ppt:o201"/>
          <p:cNvCxnSpPr/>
          <p:nvPr/>
        </p:nvCxnSpPr>
        <p:spPr>
          <a:xfrm flipV="1">
            <a:off x="6422745" y="2510879"/>
            <a:ext cx="67666" cy="40705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4" name="C5-E04 line 202" descr="sci-ppt:o202"/>
          <p:cNvCxnSpPr/>
          <p:nvPr/>
        </p:nvCxnSpPr>
        <p:spPr>
          <a:xfrm flipV="1">
            <a:off x="6490411" y="2470087"/>
            <a:ext cx="67665" cy="4079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5" name="C5-E04 line 203" descr="sci-ppt:o203"/>
          <p:cNvCxnSpPr/>
          <p:nvPr/>
        </p:nvCxnSpPr>
        <p:spPr>
          <a:xfrm flipV="1">
            <a:off x="6558076" y="2429209"/>
            <a:ext cx="67666" cy="4087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6" name="C5-E04 line 204" descr="sci-ppt:o204"/>
          <p:cNvCxnSpPr/>
          <p:nvPr/>
        </p:nvCxnSpPr>
        <p:spPr>
          <a:xfrm flipV="1">
            <a:off x="6625742" y="2388245"/>
            <a:ext cx="67666" cy="4096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7" name="C5-E04 line 205" descr="sci-ppt:o205"/>
          <p:cNvCxnSpPr/>
          <p:nvPr/>
        </p:nvCxnSpPr>
        <p:spPr>
          <a:xfrm flipV="1">
            <a:off x="6693408" y="2347195"/>
            <a:ext cx="67665" cy="41050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8" name="C5-E04 line 206" descr="sci-ppt:o206"/>
          <p:cNvCxnSpPr/>
          <p:nvPr/>
        </p:nvCxnSpPr>
        <p:spPr>
          <a:xfrm flipV="1">
            <a:off x="6761073" y="2306057"/>
            <a:ext cx="67666" cy="4113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9" name="C5-E04 line 207" descr="sci-ppt:o207"/>
          <p:cNvCxnSpPr/>
          <p:nvPr/>
        </p:nvCxnSpPr>
        <p:spPr>
          <a:xfrm flipV="1">
            <a:off x="6828739" y="2264834"/>
            <a:ext cx="67665" cy="41223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0" name="C5-E04 line 208" descr="sci-ppt:o208"/>
          <p:cNvCxnSpPr/>
          <p:nvPr/>
        </p:nvCxnSpPr>
        <p:spPr>
          <a:xfrm flipV="1">
            <a:off x="6896404" y="2223524"/>
            <a:ext cx="67666" cy="41310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1" name="C5-E04 line 209" descr="sci-ppt:o209"/>
          <p:cNvCxnSpPr/>
          <p:nvPr/>
        </p:nvCxnSpPr>
        <p:spPr>
          <a:xfrm flipV="1">
            <a:off x="6964070" y="2182128"/>
            <a:ext cx="67666" cy="4139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2" name="C5-E04 line 210" descr="sci-ppt:o210"/>
          <p:cNvCxnSpPr/>
          <p:nvPr/>
        </p:nvCxnSpPr>
        <p:spPr>
          <a:xfrm flipV="1">
            <a:off x="7031736" y="2140645"/>
            <a:ext cx="67665" cy="41483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3" name="C5-E04 line 211" descr="sci-ppt:o211"/>
          <p:cNvCxnSpPr/>
          <p:nvPr/>
        </p:nvCxnSpPr>
        <p:spPr>
          <a:xfrm flipV="1">
            <a:off x="7099401" y="2099076"/>
            <a:ext cx="67666" cy="4156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4" name="C5-E04 line 212" descr="sci-ppt:o212"/>
          <p:cNvCxnSpPr/>
          <p:nvPr/>
        </p:nvCxnSpPr>
        <p:spPr>
          <a:xfrm flipV="1">
            <a:off x="7167067" y="2057420"/>
            <a:ext cx="67665" cy="4165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5" name="C5-E04 line 213" descr="sci-ppt:o213"/>
          <p:cNvCxnSpPr/>
          <p:nvPr/>
        </p:nvCxnSpPr>
        <p:spPr>
          <a:xfrm flipV="1">
            <a:off x="7234732" y="2015678"/>
            <a:ext cx="67666" cy="4174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6" name="C5-E04 line 214" descr="sci-ppt:o214"/>
          <p:cNvCxnSpPr/>
          <p:nvPr/>
        </p:nvCxnSpPr>
        <p:spPr>
          <a:xfrm flipV="1">
            <a:off x="7302398" y="1973849"/>
            <a:ext cx="67666" cy="4182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7" name="C5-E04 line 215" descr="sci-ppt:o215"/>
          <p:cNvCxnSpPr/>
          <p:nvPr/>
        </p:nvCxnSpPr>
        <p:spPr>
          <a:xfrm flipV="1">
            <a:off x="7370064" y="1931934"/>
            <a:ext cx="67665" cy="41915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8" name="C5-E04 line 216" descr="sci-ppt:o216"/>
          <p:cNvCxnSpPr/>
          <p:nvPr/>
        </p:nvCxnSpPr>
        <p:spPr>
          <a:xfrm flipV="1">
            <a:off x="7437729" y="1889933"/>
            <a:ext cx="67666" cy="4200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9" name="C5-E04 line 217" descr="sci-ppt:o217"/>
          <p:cNvCxnSpPr/>
          <p:nvPr/>
        </p:nvCxnSpPr>
        <p:spPr>
          <a:xfrm flipV="1">
            <a:off x="7505395" y="1847845"/>
            <a:ext cx="67665" cy="4208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20" name="C5-E04 line 218" descr="sci-ppt:o218"/>
          <p:cNvCxnSpPr/>
          <p:nvPr/>
        </p:nvCxnSpPr>
        <p:spPr>
          <a:xfrm flipV="1">
            <a:off x="7573060" y="1805670"/>
            <a:ext cx="67666" cy="42175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21" name="C5-E04 line 219" descr="sci-ppt:o219"/>
          <p:cNvCxnSpPr/>
          <p:nvPr/>
        </p:nvCxnSpPr>
        <p:spPr>
          <a:xfrm flipV="1">
            <a:off x="7640726" y="1763409"/>
            <a:ext cx="67666" cy="4226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22" name="C5-E04 line 220" descr="sci-ppt:o220"/>
          <p:cNvCxnSpPr/>
          <p:nvPr/>
        </p:nvCxnSpPr>
        <p:spPr>
          <a:xfrm flipV="1">
            <a:off x="7708392" y="1721061"/>
            <a:ext cx="67665" cy="4234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23" name="C5-E04 line 221" descr="sci-ppt:o221"/>
          <p:cNvCxnSpPr/>
          <p:nvPr/>
        </p:nvCxnSpPr>
        <p:spPr>
          <a:xfrm flipV="1">
            <a:off x="7776057" y="1678627"/>
            <a:ext cx="67666" cy="4243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24" name="C5-E04 line 222" descr="sci-ppt:o222"/>
          <p:cNvCxnSpPr/>
          <p:nvPr/>
        </p:nvCxnSpPr>
        <p:spPr>
          <a:xfrm flipV="1">
            <a:off x="7843723" y="1636106"/>
            <a:ext cx="67665" cy="4252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25" name="C5-E04 line 223" descr="sci-ppt:o223"/>
          <p:cNvCxnSpPr/>
          <p:nvPr/>
        </p:nvCxnSpPr>
        <p:spPr>
          <a:xfrm flipV="1">
            <a:off x="7911388" y="1593499"/>
            <a:ext cx="67666" cy="42607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26" name="C5-E04 line 224" descr="sci-ppt:o224"/>
          <p:cNvCxnSpPr/>
          <p:nvPr/>
        </p:nvCxnSpPr>
        <p:spPr>
          <a:xfrm flipV="1">
            <a:off x="7979054" y="1550805"/>
            <a:ext cx="67666" cy="4269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27" name="C5-E04 line 225" descr="sci-ppt:o225"/>
          <p:cNvCxnSpPr/>
          <p:nvPr/>
        </p:nvCxnSpPr>
        <p:spPr>
          <a:xfrm flipV="1">
            <a:off x="1280160" y="5359353"/>
            <a:ext cx="67665" cy="3418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28" name="C5-E04 line 226" descr="sci-ppt:o226"/>
          <p:cNvCxnSpPr/>
          <p:nvPr/>
        </p:nvCxnSpPr>
        <p:spPr>
          <a:xfrm flipV="1">
            <a:off x="1347825" y="5325083"/>
            <a:ext cx="67666" cy="34270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29" name="C5-E04 line 227" descr="sci-ppt:o227"/>
          <p:cNvCxnSpPr/>
          <p:nvPr/>
        </p:nvCxnSpPr>
        <p:spPr>
          <a:xfrm flipV="1">
            <a:off x="1415491" y="5290727"/>
            <a:ext cx="67665" cy="3435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0" name="C5-E04 line 228" descr="sci-ppt:o228"/>
          <p:cNvCxnSpPr/>
          <p:nvPr/>
        </p:nvCxnSpPr>
        <p:spPr>
          <a:xfrm flipV="1">
            <a:off x="1483156" y="5256285"/>
            <a:ext cx="67666" cy="3444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1" name="C5-E04 line 229" descr="sci-ppt:o229"/>
          <p:cNvCxnSpPr/>
          <p:nvPr/>
        </p:nvCxnSpPr>
        <p:spPr>
          <a:xfrm flipV="1">
            <a:off x="1550822" y="5221758"/>
            <a:ext cx="67666" cy="3452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2" name="C5-E04 line 230" descr="sci-ppt:o230"/>
          <p:cNvCxnSpPr/>
          <p:nvPr/>
        </p:nvCxnSpPr>
        <p:spPr>
          <a:xfrm flipV="1">
            <a:off x="1618488" y="5187145"/>
            <a:ext cx="67665" cy="3461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3" name="C5-E04 line 231" descr="sci-ppt:o231"/>
          <p:cNvCxnSpPr/>
          <p:nvPr/>
        </p:nvCxnSpPr>
        <p:spPr>
          <a:xfrm flipV="1">
            <a:off x="1686153" y="5152446"/>
            <a:ext cx="67666" cy="34699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4" name="C5-E04 line 232" descr="sci-ppt:o232"/>
          <p:cNvCxnSpPr/>
          <p:nvPr/>
        </p:nvCxnSpPr>
        <p:spPr>
          <a:xfrm flipV="1">
            <a:off x="1753819" y="5117661"/>
            <a:ext cx="67665" cy="3478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5" name="C5-E04 line 233" descr="sci-ppt:o233"/>
          <p:cNvCxnSpPr/>
          <p:nvPr/>
        </p:nvCxnSpPr>
        <p:spPr>
          <a:xfrm flipV="1">
            <a:off x="1821484" y="5082789"/>
            <a:ext cx="67666" cy="3487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6" name="C5-E04 line 234" descr="sci-ppt:o234"/>
          <p:cNvCxnSpPr/>
          <p:nvPr/>
        </p:nvCxnSpPr>
        <p:spPr>
          <a:xfrm flipV="1">
            <a:off x="1889150" y="5047832"/>
            <a:ext cx="67666" cy="3495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7" name="C5-E04 line 235" descr="sci-ppt:o235"/>
          <p:cNvCxnSpPr/>
          <p:nvPr/>
        </p:nvCxnSpPr>
        <p:spPr>
          <a:xfrm flipV="1">
            <a:off x="1956816" y="5012787"/>
            <a:ext cx="67665" cy="3504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8" name="C5-E04 line 236" descr="sci-ppt:o236"/>
          <p:cNvCxnSpPr/>
          <p:nvPr/>
        </p:nvCxnSpPr>
        <p:spPr>
          <a:xfrm flipV="1">
            <a:off x="2024481" y="4977656"/>
            <a:ext cx="67666" cy="3513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9" name="C5-E04 line 237" descr="sci-ppt:o237"/>
          <p:cNvCxnSpPr/>
          <p:nvPr/>
        </p:nvCxnSpPr>
        <p:spPr>
          <a:xfrm flipV="1">
            <a:off x="2092147" y="4942438"/>
            <a:ext cx="67665" cy="35218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0" name="C5-E04 line 238" descr="sci-ppt:o238"/>
          <p:cNvCxnSpPr/>
          <p:nvPr/>
        </p:nvCxnSpPr>
        <p:spPr>
          <a:xfrm flipV="1">
            <a:off x="2159812" y="4907133"/>
            <a:ext cx="67666" cy="3530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1" name="C5-E04 line 239" descr="sci-ppt:o239"/>
          <p:cNvCxnSpPr/>
          <p:nvPr/>
        </p:nvCxnSpPr>
        <p:spPr>
          <a:xfrm flipV="1">
            <a:off x="2227478" y="4871740"/>
            <a:ext cx="67666" cy="3539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2" name="C5-E04 line 240" descr="sci-ppt:o240"/>
          <p:cNvCxnSpPr/>
          <p:nvPr/>
        </p:nvCxnSpPr>
        <p:spPr>
          <a:xfrm flipV="1">
            <a:off x="2295144" y="4836260"/>
            <a:ext cx="67665" cy="35480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3" name="C5-E04 line 241" descr="sci-ppt:o241"/>
          <p:cNvCxnSpPr/>
          <p:nvPr/>
        </p:nvCxnSpPr>
        <p:spPr>
          <a:xfrm flipV="1">
            <a:off x="2362809" y="4800693"/>
            <a:ext cx="67666" cy="3556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4" name="C5-E04 line 242" descr="sci-ppt:o242"/>
          <p:cNvCxnSpPr/>
          <p:nvPr/>
        </p:nvCxnSpPr>
        <p:spPr>
          <a:xfrm flipV="1">
            <a:off x="2430475" y="4765038"/>
            <a:ext cx="67665" cy="3565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5" name="C5-E04 line 243" descr="sci-ppt:o243"/>
          <p:cNvCxnSpPr/>
          <p:nvPr/>
        </p:nvCxnSpPr>
        <p:spPr>
          <a:xfrm flipV="1">
            <a:off x="2498140" y="4729295"/>
            <a:ext cx="67666" cy="3574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6" name="C5-E04 line 244" descr="sci-ppt:o244"/>
          <p:cNvCxnSpPr/>
          <p:nvPr/>
        </p:nvCxnSpPr>
        <p:spPr>
          <a:xfrm flipV="1">
            <a:off x="2565806" y="4693464"/>
            <a:ext cx="67666" cy="3583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7" name="C5-E04 line 245" descr="sci-ppt:o245"/>
          <p:cNvCxnSpPr/>
          <p:nvPr/>
        </p:nvCxnSpPr>
        <p:spPr>
          <a:xfrm flipV="1">
            <a:off x="2633472" y="4657544"/>
            <a:ext cx="67665" cy="35920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8" name="C5-E04 line 246" descr="sci-ppt:o246"/>
          <p:cNvCxnSpPr/>
          <p:nvPr/>
        </p:nvCxnSpPr>
        <p:spPr>
          <a:xfrm flipV="1">
            <a:off x="2701137" y="4621537"/>
            <a:ext cx="67666" cy="3600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9" name="C5-E04 line 247" descr="sci-ppt:o247"/>
          <p:cNvCxnSpPr/>
          <p:nvPr/>
        </p:nvCxnSpPr>
        <p:spPr>
          <a:xfrm flipV="1">
            <a:off x="2768803" y="4585441"/>
            <a:ext cx="67665" cy="3609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0" name="C5-E04 line 248" descr="sci-ppt:o248"/>
          <p:cNvCxnSpPr/>
          <p:nvPr/>
        </p:nvCxnSpPr>
        <p:spPr>
          <a:xfrm flipV="1">
            <a:off x="2836468" y="4549256"/>
            <a:ext cx="67666" cy="3618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1" name="C5-E04 line 249" descr="sci-ppt:o249"/>
          <p:cNvCxnSpPr/>
          <p:nvPr/>
        </p:nvCxnSpPr>
        <p:spPr>
          <a:xfrm flipV="1">
            <a:off x="2904134" y="4512982"/>
            <a:ext cx="67666" cy="36274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2" name="C5-E04 line 250" descr="sci-ppt:o250"/>
          <p:cNvCxnSpPr/>
          <p:nvPr/>
        </p:nvCxnSpPr>
        <p:spPr>
          <a:xfrm flipV="1">
            <a:off x="2971800" y="4476620"/>
            <a:ext cx="67665" cy="3636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3" name="C5-E04 line 251" descr="sci-ppt:o251"/>
          <p:cNvCxnSpPr/>
          <p:nvPr/>
        </p:nvCxnSpPr>
        <p:spPr>
          <a:xfrm flipV="1">
            <a:off x="3039465" y="4440168"/>
            <a:ext cx="67666" cy="3645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4" name="C5-E04 line 252" descr="sci-ppt:o252"/>
          <p:cNvCxnSpPr/>
          <p:nvPr/>
        </p:nvCxnSpPr>
        <p:spPr>
          <a:xfrm flipV="1">
            <a:off x="3107131" y="4403627"/>
            <a:ext cx="67665" cy="3654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5" name="C5-E04 line 253" descr="sci-ppt:o253"/>
          <p:cNvCxnSpPr/>
          <p:nvPr/>
        </p:nvCxnSpPr>
        <p:spPr>
          <a:xfrm flipV="1">
            <a:off x="3174796" y="4366997"/>
            <a:ext cx="67666" cy="36630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6" name="C5-E04 line 254" descr="sci-ppt:o254"/>
          <p:cNvCxnSpPr/>
          <p:nvPr/>
        </p:nvCxnSpPr>
        <p:spPr>
          <a:xfrm flipV="1">
            <a:off x="3242462" y="4330276"/>
            <a:ext cx="67666" cy="3672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7" name="C5-E04 line 255" descr="sci-ppt:o255"/>
          <p:cNvCxnSpPr/>
          <p:nvPr/>
        </p:nvCxnSpPr>
        <p:spPr>
          <a:xfrm flipV="1">
            <a:off x="3310128" y="4293467"/>
            <a:ext cx="67665" cy="36809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8" name="C5-E04 line 256" descr="sci-ppt:o256"/>
          <p:cNvCxnSpPr/>
          <p:nvPr/>
        </p:nvCxnSpPr>
        <p:spPr>
          <a:xfrm flipV="1">
            <a:off x="3377793" y="4256567"/>
            <a:ext cx="67666" cy="36900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9" name="C5-E04 line 257" descr="sci-ppt:o257"/>
          <p:cNvCxnSpPr/>
          <p:nvPr/>
        </p:nvCxnSpPr>
        <p:spPr>
          <a:xfrm flipV="1">
            <a:off x="3445459" y="4219577"/>
            <a:ext cx="67665" cy="36990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0" name="C5-E04 line 258" descr="sci-ppt:o258"/>
          <p:cNvCxnSpPr/>
          <p:nvPr/>
        </p:nvCxnSpPr>
        <p:spPr>
          <a:xfrm flipV="1">
            <a:off x="3513124" y="4182497"/>
            <a:ext cx="67666" cy="37080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1" name="C5-E04 line 259" descr="sci-ppt:o259"/>
          <p:cNvCxnSpPr/>
          <p:nvPr/>
        </p:nvCxnSpPr>
        <p:spPr>
          <a:xfrm flipV="1">
            <a:off x="3580790" y="4145326"/>
            <a:ext cx="67666" cy="3717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2" name="C5-E04 line 260" descr="sci-ppt:o260"/>
          <p:cNvCxnSpPr/>
          <p:nvPr/>
        </p:nvCxnSpPr>
        <p:spPr>
          <a:xfrm flipV="1">
            <a:off x="3648456" y="4108065"/>
            <a:ext cx="67665" cy="3726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3" name="C5-E04 line 261" descr="sci-ppt:o261"/>
          <p:cNvCxnSpPr/>
          <p:nvPr/>
        </p:nvCxnSpPr>
        <p:spPr>
          <a:xfrm flipV="1">
            <a:off x="3716121" y="4070713"/>
            <a:ext cx="67666" cy="3735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4" name="C5-E04 line 262" descr="sci-ppt:o262"/>
          <p:cNvCxnSpPr/>
          <p:nvPr/>
        </p:nvCxnSpPr>
        <p:spPr>
          <a:xfrm flipV="1">
            <a:off x="3783787" y="4033270"/>
            <a:ext cx="67665" cy="3744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5" name="C5-E04 line 263" descr="sci-ppt:o263"/>
          <p:cNvCxnSpPr/>
          <p:nvPr/>
        </p:nvCxnSpPr>
        <p:spPr>
          <a:xfrm flipV="1">
            <a:off x="3851452" y="3995737"/>
            <a:ext cx="67666" cy="3753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6" name="C5-E04 line 264" descr="sci-ppt:o264"/>
          <p:cNvCxnSpPr/>
          <p:nvPr/>
        </p:nvCxnSpPr>
        <p:spPr>
          <a:xfrm flipV="1">
            <a:off x="3919118" y="3958112"/>
            <a:ext cx="67666" cy="3762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7" name="C5-E04 line 265" descr="sci-ppt:o265"/>
          <p:cNvCxnSpPr/>
          <p:nvPr/>
        </p:nvCxnSpPr>
        <p:spPr>
          <a:xfrm flipV="1">
            <a:off x="3986784" y="3920395"/>
            <a:ext cx="67665" cy="3771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8" name="C5-E04 line 266" descr="sci-ppt:o266"/>
          <p:cNvCxnSpPr/>
          <p:nvPr/>
        </p:nvCxnSpPr>
        <p:spPr>
          <a:xfrm flipV="1">
            <a:off x="4054449" y="3882587"/>
            <a:ext cx="67666" cy="37808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9" name="C5-E04 line 267" descr="sci-ppt:o267"/>
          <p:cNvCxnSpPr/>
          <p:nvPr/>
        </p:nvCxnSpPr>
        <p:spPr>
          <a:xfrm flipV="1">
            <a:off x="4122115" y="3844688"/>
            <a:ext cx="67665" cy="37899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0" name="C5-E04 line 268" descr="sci-ppt:o268"/>
          <p:cNvCxnSpPr/>
          <p:nvPr/>
        </p:nvCxnSpPr>
        <p:spPr>
          <a:xfrm flipV="1">
            <a:off x="4189780" y="3806697"/>
            <a:ext cx="67666" cy="3799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1" name="C5-E04 line 269" descr="sci-ppt:o269"/>
          <p:cNvCxnSpPr/>
          <p:nvPr/>
        </p:nvCxnSpPr>
        <p:spPr>
          <a:xfrm flipV="1">
            <a:off x="4257446" y="3768613"/>
            <a:ext cx="67666" cy="38084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2" name="C5-E04 line 270" descr="sci-ppt:o270"/>
          <p:cNvCxnSpPr/>
          <p:nvPr/>
        </p:nvCxnSpPr>
        <p:spPr>
          <a:xfrm flipV="1">
            <a:off x="4325112" y="3730438"/>
            <a:ext cx="67665" cy="3817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3" name="C5-E04 line 271" descr="sci-ppt:o271"/>
          <p:cNvCxnSpPr/>
          <p:nvPr/>
        </p:nvCxnSpPr>
        <p:spPr>
          <a:xfrm flipV="1">
            <a:off x="4392777" y="3692170"/>
            <a:ext cx="67666" cy="38268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4" name="C5-E04 line 272" descr="sci-ppt:o272"/>
          <p:cNvCxnSpPr/>
          <p:nvPr/>
        </p:nvCxnSpPr>
        <p:spPr>
          <a:xfrm flipV="1">
            <a:off x="4460443" y="3653810"/>
            <a:ext cx="67665" cy="38360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5" name="C5-E04 line 273" descr="sci-ppt:o273"/>
          <p:cNvCxnSpPr/>
          <p:nvPr/>
        </p:nvCxnSpPr>
        <p:spPr>
          <a:xfrm flipV="1">
            <a:off x="4528108" y="3615357"/>
            <a:ext cx="67666" cy="3845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6" name="C5-E04 line 274" descr="sci-ppt:o274"/>
          <p:cNvCxnSpPr/>
          <p:nvPr/>
        </p:nvCxnSpPr>
        <p:spPr>
          <a:xfrm flipV="1">
            <a:off x="4595774" y="3576811"/>
            <a:ext cx="67666" cy="3854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7" name="C5-E04 line 275" descr="sci-ppt:o275"/>
          <p:cNvCxnSpPr/>
          <p:nvPr/>
        </p:nvCxnSpPr>
        <p:spPr>
          <a:xfrm flipV="1">
            <a:off x="4663440" y="3538173"/>
            <a:ext cx="67665" cy="38638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8" name="C5-E04 line 276" descr="sci-ppt:o276"/>
          <p:cNvCxnSpPr/>
          <p:nvPr/>
        </p:nvCxnSpPr>
        <p:spPr>
          <a:xfrm flipV="1">
            <a:off x="4731105" y="3499441"/>
            <a:ext cx="67666" cy="3873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9" name="C5-E04 line 277" descr="sci-ppt:o277"/>
          <p:cNvCxnSpPr/>
          <p:nvPr/>
        </p:nvCxnSpPr>
        <p:spPr>
          <a:xfrm flipV="1">
            <a:off x="4798771" y="3460616"/>
            <a:ext cx="67665" cy="3882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0" name="C5-E04 line 278" descr="sci-ppt:o278"/>
          <p:cNvCxnSpPr/>
          <p:nvPr/>
        </p:nvCxnSpPr>
        <p:spPr>
          <a:xfrm flipV="1">
            <a:off x="4866436" y="3421698"/>
            <a:ext cx="67666" cy="38918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1" name="C5-E04 line 279" descr="sci-ppt:o279"/>
          <p:cNvCxnSpPr/>
          <p:nvPr/>
        </p:nvCxnSpPr>
        <p:spPr>
          <a:xfrm flipV="1">
            <a:off x="4934102" y="3382686"/>
            <a:ext cx="67666" cy="3901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2" name="C5-E04 line 280" descr="sci-ppt:o280"/>
          <p:cNvCxnSpPr/>
          <p:nvPr/>
        </p:nvCxnSpPr>
        <p:spPr>
          <a:xfrm flipV="1">
            <a:off x="5001768" y="3343580"/>
            <a:ext cx="67665" cy="3910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3" name="C5-E04 line 281" descr="sci-ppt:o281"/>
          <p:cNvCxnSpPr/>
          <p:nvPr/>
        </p:nvCxnSpPr>
        <p:spPr>
          <a:xfrm flipV="1">
            <a:off x="5069433" y="3304381"/>
            <a:ext cx="67666" cy="39199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4" name="C5-E04 line 282" descr="sci-ppt:o282"/>
          <p:cNvCxnSpPr/>
          <p:nvPr/>
        </p:nvCxnSpPr>
        <p:spPr>
          <a:xfrm flipV="1">
            <a:off x="5137099" y="3265087"/>
            <a:ext cx="67665" cy="39294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5" name="C5-E04 line 283" descr="sci-ppt:o283"/>
          <p:cNvCxnSpPr/>
          <p:nvPr/>
        </p:nvCxnSpPr>
        <p:spPr>
          <a:xfrm flipV="1">
            <a:off x="5204764" y="3225699"/>
            <a:ext cx="67666" cy="39388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6" name="C5-E04 line 284" descr="sci-ppt:o284"/>
          <p:cNvCxnSpPr/>
          <p:nvPr/>
        </p:nvCxnSpPr>
        <p:spPr>
          <a:xfrm flipV="1">
            <a:off x="5272430" y="3186217"/>
            <a:ext cx="67666" cy="3948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7" name="C5-E04 line 285" descr="sci-ppt:o285"/>
          <p:cNvCxnSpPr/>
          <p:nvPr/>
        </p:nvCxnSpPr>
        <p:spPr>
          <a:xfrm flipV="1">
            <a:off x="5340096" y="3146641"/>
            <a:ext cx="67665" cy="3957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8" name="C5-E04 line 286" descr="sci-ppt:o286"/>
          <p:cNvCxnSpPr/>
          <p:nvPr/>
        </p:nvCxnSpPr>
        <p:spPr>
          <a:xfrm flipV="1">
            <a:off x="5407761" y="3106970"/>
            <a:ext cx="67666" cy="3967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9" name="C5-E04 line 287" descr="sci-ppt:o287"/>
          <p:cNvCxnSpPr/>
          <p:nvPr/>
        </p:nvCxnSpPr>
        <p:spPr>
          <a:xfrm flipV="1">
            <a:off x="5475427" y="3067204"/>
            <a:ext cx="67665" cy="3976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0" name="C5-E04 line 288" descr="sci-ppt:o288"/>
          <p:cNvCxnSpPr/>
          <p:nvPr/>
        </p:nvCxnSpPr>
        <p:spPr>
          <a:xfrm flipV="1">
            <a:off x="5543092" y="3027343"/>
            <a:ext cx="67666" cy="3986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1" name="C5-E04 line 289" descr="sci-ppt:o289"/>
          <p:cNvCxnSpPr/>
          <p:nvPr/>
        </p:nvCxnSpPr>
        <p:spPr>
          <a:xfrm flipV="1">
            <a:off x="5610758" y="2987386"/>
            <a:ext cx="67666" cy="3995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2" name="C5-E04 line 290" descr="sci-ppt:o290"/>
          <p:cNvCxnSpPr/>
          <p:nvPr/>
        </p:nvCxnSpPr>
        <p:spPr>
          <a:xfrm flipV="1">
            <a:off x="5678424" y="2947335"/>
            <a:ext cx="67665" cy="4005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3" name="C5-E04 line 291" descr="sci-ppt:o291"/>
          <p:cNvCxnSpPr/>
          <p:nvPr/>
        </p:nvCxnSpPr>
        <p:spPr>
          <a:xfrm flipV="1">
            <a:off x="5746089" y="2907188"/>
            <a:ext cx="67666" cy="4014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4" name="C5-E04 line 292" descr="sci-ppt:o292"/>
          <p:cNvCxnSpPr/>
          <p:nvPr/>
        </p:nvCxnSpPr>
        <p:spPr>
          <a:xfrm flipV="1">
            <a:off x="5813755" y="2866946"/>
            <a:ext cx="67665" cy="4024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5" name="C5-E04 line 293" descr="sci-ppt:o293"/>
          <p:cNvCxnSpPr/>
          <p:nvPr/>
        </p:nvCxnSpPr>
        <p:spPr>
          <a:xfrm flipV="1">
            <a:off x="5881420" y="2826608"/>
            <a:ext cx="67666" cy="40338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6" name="C5-E04 line 294" descr="sci-ppt:o294"/>
          <p:cNvCxnSpPr/>
          <p:nvPr/>
        </p:nvCxnSpPr>
        <p:spPr>
          <a:xfrm flipV="1">
            <a:off x="5949086" y="2786174"/>
            <a:ext cx="67666" cy="40434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7" name="C5-E04 line 295" descr="sci-ppt:o295"/>
          <p:cNvCxnSpPr/>
          <p:nvPr/>
        </p:nvCxnSpPr>
        <p:spPr>
          <a:xfrm flipV="1">
            <a:off x="6016752" y="2745643"/>
            <a:ext cx="67665" cy="4053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8" name="C5-E04 line 296" descr="sci-ppt:o296"/>
          <p:cNvCxnSpPr/>
          <p:nvPr/>
        </p:nvCxnSpPr>
        <p:spPr>
          <a:xfrm flipV="1">
            <a:off x="6084417" y="2705017"/>
            <a:ext cx="67666" cy="4062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9" name="C5-E04 line 297" descr="sci-ppt:o297"/>
          <p:cNvCxnSpPr/>
          <p:nvPr/>
        </p:nvCxnSpPr>
        <p:spPr>
          <a:xfrm flipV="1">
            <a:off x="6152083" y="2664294"/>
            <a:ext cx="67665" cy="4072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0" name="C5-E04 line 298" descr="sci-ppt:o298"/>
          <p:cNvCxnSpPr/>
          <p:nvPr/>
        </p:nvCxnSpPr>
        <p:spPr>
          <a:xfrm flipV="1">
            <a:off x="6219748" y="2623475"/>
            <a:ext cx="67666" cy="40819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1" name="C5-E04 line 299" descr="sci-ppt:o299"/>
          <p:cNvCxnSpPr/>
          <p:nvPr/>
        </p:nvCxnSpPr>
        <p:spPr>
          <a:xfrm flipV="1">
            <a:off x="6287414" y="2582559"/>
            <a:ext cx="67666" cy="4091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2" name="C5-E04 line 300" descr="sci-ppt:o300"/>
          <p:cNvCxnSpPr/>
          <p:nvPr/>
        </p:nvCxnSpPr>
        <p:spPr>
          <a:xfrm flipV="1">
            <a:off x="6355080" y="2541546"/>
            <a:ext cx="67665" cy="4101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3" name="C5-E04 line 301" descr="sci-ppt:o301"/>
          <p:cNvCxnSpPr/>
          <p:nvPr/>
        </p:nvCxnSpPr>
        <p:spPr>
          <a:xfrm flipV="1">
            <a:off x="6422745" y="2500436"/>
            <a:ext cx="67666" cy="41110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4" name="C5-E04 line 302" descr="sci-ppt:o302"/>
          <p:cNvCxnSpPr/>
          <p:nvPr/>
        </p:nvCxnSpPr>
        <p:spPr>
          <a:xfrm flipV="1">
            <a:off x="6490411" y="2459229"/>
            <a:ext cx="67665" cy="4120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5" name="C5-E04 line 303" descr="sci-ppt:o303"/>
          <p:cNvCxnSpPr/>
          <p:nvPr/>
        </p:nvCxnSpPr>
        <p:spPr>
          <a:xfrm flipV="1">
            <a:off x="6558076" y="2417925"/>
            <a:ext cx="67666" cy="41304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6" name="C5-E04 line 304" descr="sci-ppt:o304"/>
          <p:cNvCxnSpPr/>
          <p:nvPr/>
        </p:nvCxnSpPr>
        <p:spPr>
          <a:xfrm flipV="1">
            <a:off x="6625742" y="2376523"/>
            <a:ext cx="67666" cy="4140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7" name="C5-E04 line 305" descr="sci-ppt:o305"/>
          <p:cNvCxnSpPr/>
          <p:nvPr/>
        </p:nvCxnSpPr>
        <p:spPr>
          <a:xfrm flipV="1">
            <a:off x="6693408" y="2335024"/>
            <a:ext cx="67665" cy="41499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8" name="C5-E04 line 306" descr="sci-ppt:o306"/>
          <p:cNvCxnSpPr/>
          <p:nvPr/>
        </p:nvCxnSpPr>
        <p:spPr>
          <a:xfrm flipV="1">
            <a:off x="6761073" y="2293427"/>
            <a:ext cx="67666" cy="4159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9" name="C5-E04 line 307" descr="sci-ppt:o307"/>
          <p:cNvCxnSpPr/>
          <p:nvPr/>
        </p:nvCxnSpPr>
        <p:spPr>
          <a:xfrm flipV="1">
            <a:off x="6828739" y="2251732"/>
            <a:ext cx="67665" cy="4169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0" name="C5-E04 line 308" descr="sci-ppt:o308"/>
          <p:cNvCxnSpPr/>
          <p:nvPr/>
        </p:nvCxnSpPr>
        <p:spPr>
          <a:xfrm flipV="1">
            <a:off x="6896404" y="2209939"/>
            <a:ext cx="67666" cy="4179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1" name="C5-E04 line 309" descr="sci-ppt:o309"/>
          <p:cNvCxnSpPr/>
          <p:nvPr/>
        </p:nvCxnSpPr>
        <p:spPr>
          <a:xfrm flipV="1">
            <a:off x="6964070" y="2168047"/>
            <a:ext cx="67666" cy="4189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2" name="C5-E04 line 310" descr="sci-ppt:o310"/>
          <p:cNvCxnSpPr/>
          <p:nvPr/>
        </p:nvCxnSpPr>
        <p:spPr>
          <a:xfrm flipV="1">
            <a:off x="7031736" y="2126058"/>
            <a:ext cx="67665" cy="41989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3" name="C5-E04 line 311" descr="sci-ppt:o311"/>
          <p:cNvCxnSpPr/>
          <p:nvPr/>
        </p:nvCxnSpPr>
        <p:spPr>
          <a:xfrm flipV="1">
            <a:off x="7099401" y="2083969"/>
            <a:ext cx="67666" cy="42089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4" name="C5-E04 line 312" descr="sci-ppt:o312"/>
          <p:cNvCxnSpPr/>
          <p:nvPr/>
        </p:nvCxnSpPr>
        <p:spPr>
          <a:xfrm flipV="1">
            <a:off x="7167067" y="2041782"/>
            <a:ext cx="67665" cy="4218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5" name="C5-E04 line 313" descr="sci-ppt:o313"/>
          <p:cNvCxnSpPr/>
          <p:nvPr/>
        </p:nvCxnSpPr>
        <p:spPr>
          <a:xfrm flipV="1">
            <a:off x="7234732" y="1999496"/>
            <a:ext cx="67666" cy="4228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6" name="C5-E04 line 314" descr="sci-ppt:o314"/>
          <p:cNvCxnSpPr/>
          <p:nvPr/>
        </p:nvCxnSpPr>
        <p:spPr>
          <a:xfrm flipV="1">
            <a:off x="7302398" y="1957111"/>
            <a:ext cx="67666" cy="4238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7" name="C5-E04 line 315" descr="sci-ppt:o315"/>
          <p:cNvCxnSpPr/>
          <p:nvPr/>
        </p:nvCxnSpPr>
        <p:spPr>
          <a:xfrm flipV="1">
            <a:off x="7370064" y="1914627"/>
            <a:ext cx="67665" cy="42484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8" name="C5-E04 line 316" descr="sci-ppt:o316"/>
          <p:cNvCxnSpPr/>
          <p:nvPr/>
        </p:nvCxnSpPr>
        <p:spPr>
          <a:xfrm flipV="1">
            <a:off x="7437729" y="1872044"/>
            <a:ext cx="67666" cy="4258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9" name="C5-E04 line 317" descr="sci-ppt:o317"/>
          <p:cNvCxnSpPr/>
          <p:nvPr/>
        </p:nvCxnSpPr>
        <p:spPr>
          <a:xfrm flipV="1">
            <a:off x="7505395" y="1829361"/>
            <a:ext cx="67665" cy="4268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20" name="C5-E04 line 318" descr="sci-ppt:o318"/>
          <p:cNvCxnSpPr/>
          <p:nvPr/>
        </p:nvCxnSpPr>
        <p:spPr>
          <a:xfrm flipV="1">
            <a:off x="7573060" y="1786579"/>
            <a:ext cx="67666" cy="4278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21" name="C5-E04 line 319" descr="sci-ppt:o319"/>
          <p:cNvCxnSpPr/>
          <p:nvPr/>
        </p:nvCxnSpPr>
        <p:spPr>
          <a:xfrm flipV="1">
            <a:off x="7640726" y="1743697"/>
            <a:ext cx="67666" cy="4288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22" name="C5-E04 line 320" descr="sci-ppt:o320"/>
          <p:cNvCxnSpPr/>
          <p:nvPr/>
        </p:nvCxnSpPr>
        <p:spPr>
          <a:xfrm flipV="1">
            <a:off x="7708392" y="1700714"/>
            <a:ext cx="67665" cy="4298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23" name="C5-E04 line 321" descr="sci-ppt:o321"/>
          <p:cNvCxnSpPr/>
          <p:nvPr/>
        </p:nvCxnSpPr>
        <p:spPr>
          <a:xfrm flipV="1">
            <a:off x="7776057" y="1657632"/>
            <a:ext cx="67666" cy="4308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24" name="C5-E04 line 322" descr="sci-ppt:o322"/>
          <p:cNvCxnSpPr/>
          <p:nvPr/>
        </p:nvCxnSpPr>
        <p:spPr>
          <a:xfrm flipV="1">
            <a:off x="7843723" y="1614450"/>
            <a:ext cx="67665" cy="4318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25" name="C5-E04 line 323" descr="sci-ppt:o323"/>
          <p:cNvCxnSpPr/>
          <p:nvPr/>
        </p:nvCxnSpPr>
        <p:spPr>
          <a:xfrm flipV="1">
            <a:off x="7911388" y="1571167"/>
            <a:ext cx="67666" cy="4328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26" name="C5-E04 line 324" descr="sci-ppt:o324"/>
          <p:cNvCxnSpPr/>
          <p:nvPr/>
        </p:nvCxnSpPr>
        <p:spPr>
          <a:xfrm flipV="1">
            <a:off x="7979054" y="1527784"/>
            <a:ext cx="67666" cy="4338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27" name="C5-E04 line 325" descr="sci-ppt:o325"/>
          <p:cNvCxnSpPr/>
          <p:nvPr/>
        </p:nvCxnSpPr>
        <p:spPr>
          <a:xfrm>
            <a:off x="5747318" y="1188720"/>
            <a:ext cx="0" cy="4206239"/>
          </a:xfrm>
          <a:prstGeom prst="line">
            <a:avLst/>
          </a:prstGeom>
          <a:ln w="12700">
            <a:solidFill>
              <a:srgbClr val="2E4756"/>
            </a:solidFill>
            <a:prstDash val="dash"/>
          </a:ln>
          <a:effectLst/>
        </p:spPr>
      </p:cxnSp>
      <p:sp>
        <p:nvSpPr>
          <p:cNvPr id="328" name="C5-E04 ellipse 326" descr="sci-ppt:o326"/>
          <p:cNvSpPr/>
          <p:nvPr/>
        </p:nvSpPr>
        <p:spPr>
          <a:xfrm>
            <a:off x="5674166" y="2873455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C5-E04 text 327" descr="sci-ppt:o327"/>
          <p:cNvSpPr txBox="1"/>
          <p:nvPr/>
        </p:nvSpPr>
        <p:spPr>
          <a:xfrm>
            <a:off x="8321040" y="1280160"/>
            <a:ext cx="35661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Curves</a:t>
            </a:r>
          </a:p>
        </p:txBody>
      </p:sp>
      <p:cxnSp>
        <p:nvCxnSpPr>
          <p:cNvPr id="330" name="C5-E04 line 328" descr="sci-ppt:o328"/>
          <p:cNvCxnSpPr/>
          <p:nvPr/>
        </p:nvCxnSpPr>
        <p:spPr>
          <a:xfrm>
            <a:off x="8321040" y="1874519"/>
            <a:ext cx="502920" cy="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sp>
        <p:nvSpPr>
          <p:cNvPr id="331" name="C5-E04 text 329" descr="sci-ppt:o329"/>
          <p:cNvSpPr txBox="1"/>
          <p:nvPr/>
        </p:nvSpPr>
        <p:spPr>
          <a:xfrm>
            <a:off x="8915400" y="1737360"/>
            <a:ext cx="310896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Hugoniot p_H (energy kept)</a:t>
            </a:r>
          </a:p>
        </p:txBody>
      </p:sp>
      <p:cxnSp>
        <p:nvCxnSpPr>
          <p:cNvPr id="332" name="C5-E04 line 330" descr="sci-ppt:o330"/>
          <p:cNvCxnSpPr/>
          <p:nvPr/>
        </p:nvCxnSpPr>
        <p:spPr>
          <a:xfrm>
            <a:off x="8321040" y="2331720"/>
            <a:ext cx="502920" cy="0"/>
          </a:xfrm>
          <a:prstGeom prst="line">
            <a:avLst/>
          </a:prstGeom>
          <a:ln w="38100">
            <a:solidFill>
              <a:srgbClr val="F2B880"/>
            </a:solidFill>
          </a:ln>
          <a:effectLst/>
        </p:spPr>
      </p:cxnSp>
      <p:sp>
        <p:nvSpPr>
          <p:cNvPr id="333" name="C5-E04 text 331" descr="sci-ppt:o331"/>
          <p:cNvSpPr txBox="1"/>
          <p:nvPr/>
        </p:nvSpPr>
        <p:spPr>
          <a:xfrm>
            <a:off x="8915400" y="2194560"/>
            <a:ext cx="310896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Barotropic p_B (density-only)</a:t>
            </a:r>
          </a:p>
        </p:txBody>
      </p:sp>
      <p:cxnSp>
        <p:nvCxnSpPr>
          <p:cNvPr id="334" name="C5-E04 line 332" descr="sci-ppt:o332"/>
          <p:cNvCxnSpPr/>
          <p:nvPr/>
        </p:nvCxnSpPr>
        <p:spPr>
          <a:xfrm>
            <a:off x="8321040" y="2788920"/>
            <a:ext cx="502920" cy="0"/>
          </a:xfrm>
          <a:prstGeom prst="line">
            <a:avLst/>
          </a:prstGeom>
          <a:ln w="38100">
            <a:solidFill>
              <a:srgbClr val="B4C7D2"/>
            </a:solidFill>
            <a:prstDash val="dash"/>
          </a:ln>
          <a:effectLst/>
        </p:spPr>
      </p:cxnSp>
      <p:sp>
        <p:nvSpPr>
          <p:cNvPr id="335" name="C5-E04 text 333" descr="sci-ppt:o333"/>
          <p:cNvSpPr txBox="1"/>
          <p:nvPr/>
        </p:nvSpPr>
        <p:spPr>
          <a:xfrm>
            <a:off x="8915400" y="2651760"/>
            <a:ext cx="310896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Acoustic p_A = p_j + Z_0 U</a:t>
            </a:r>
          </a:p>
        </p:txBody>
      </p:sp>
      <p:sp>
        <p:nvSpPr>
          <p:cNvPr id="336" name="C5-E04 text 334" descr="sci-ppt:o334"/>
          <p:cNvSpPr txBox="1"/>
          <p:nvPr/>
        </p:nvSpPr>
        <p:spPr>
          <a:xfrm>
            <a:off x="8321040" y="3246120"/>
            <a:ext cx="35661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2B880"/>
                </a:solidFill>
                <a:latin typeface="Arial"/>
              </a:rPr>
              <a:t>At U = 99.027 m/s</a:t>
            </a:r>
          </a:p>
        </p:txBody>
      </p:sp>
      <p:sp>
        <p:nvSpPr>
          <p:cNvPr id="337" name="C5-E04 text 335" descr="sci-ppt:o335"/>
          <p:cNvSpPr txBox="1"/>
          <p:nvPr/>
        </p:nvSpPr>
        <p:spPr>
          <a:xfrm>
            <a:off x="8321040" y="3611880"/>
            <a:ext cx="35661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p_H = 174.623 MPa</a:t>
            </a:r>
          </a:p>
        </p:txBody>
      </p:sp>
      <p:sp>
        <p:nvSpPr>
          <p:cNvPr id="338" name="C5-E04 text 336" descr="sci-ppt:o336"/>
          <p:cNvSpPr txBox="1"/>
          <p:nvPr/>
        </p:nvSpPr>
        <p:spPr>
          <a:xfrm>
            <a:off x="8321040" y="3931920"/>
            <a:ext cx="35661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p_B = 174.155 MPa</a:t>
            </a:r>
          </a:p>
        </p:txBody>
      </p:sp>
      <p:sp>
        <p:nvSpPr>
          <p:cNvPr id="339" name="C5-E04 text 337" descr="sci-ppt:o337"/>
          <p:cNvSpPr txBox="1"/>
          <p:nvPr/>
        </p:nvSpPr>
        <p:spPr>
          <a:xfrm>
            <a:off x="8321040" y="4251960"/>
            <a:ext cx="35661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p_A = 160.867 MPa</a:t>
            </a:r>
          </a:p>
        </p:txBody>
      </p:sp>
      <p:sp>
        <p:nvSpPr>
          <p:cNvPr id="340" name="C5-E04 text 338" descr="sci-ppt:o338"/>
          <p:cNvSpPr txBox="1"/>
          <p:nvPr/>
        </p:nvSpPr>
        <p:spPr>
          <a:xfrm>
            <a:off x="8321040" y="4663440"/>
            <a:ext cx="356616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p_B is 0.268% below p_H</a:t>
            </a:r>
          </a:p>
        </p:txBody>
      </p:sp>
      <p:sp>
        <p:nvSpPr>
          <p:cNvPr id="341" name="C5-E04 text 339" descr="sci-ppt:o339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Curves computed from Eqs. (C5-E02), (C5-E04) and (C5-E05).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05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C5-E05 · Barotropic shock pressure used by both solvers</a:t>
            </a:r>
          </a:p>
        </p:txBody>
      </p:sp>
      <p:cxnSp>
        <p:nvCxnSpPr>
          <p:cNvPr id="3" name="C5-E05 line 1" descr="sci-ppt:o001"/>
          <p:cNvCxnSpPr/>
          <p:nvPr/>
        </p:nvCxnSpPr>
        <p:spPr>
          <a:xfrm>
            <a:off x="1828800" y="4206240"/>
            <a:ext cx="78638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05 line 2" descr="sci-ppt:o002"/>
          <p:cNvCxnSpPr/>
          <p:nvPr/>
        </p:nvCxnSpPr>
        <p:spPr>
          <a:xfrm>
            <a:off x="1828800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5" name="C5-E05 text 3" descr="sci-ppt:o003"/>
          <p:cNvSpPr txBox="1"/>
          <p:nvPr/>
        </p:nvSpPr>
        <p:spPr>
          <a:xfrm>
            <a:off x="1463040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155</a:t>
            </a:r>
          </a:p>
        </p:txBody>
      </p:sp>
      <p:cxnSp>
        <p:nvCxnSpPr>
          <p:cNvPr id="6" name="C5-E05 line 4" descr="sci-ppt:o004"/>
          <p:cNvCxnSpPr/>
          <p:nvPr/>
        </p:nvCxnSpPr>
        <p:spPr>
          <a:xfrm>
            <a:off x="3616036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" name="C5-E05 text 5" descr="sci-ppt:o005"/>
          <p:cNvSpPr txBox="1"/>
          <p:nvPr/>
        </p:nvSpPr>
        <p:spPr>
          <a:xfrm>
            <a:off x="3250276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160</a:t>
            </a:r>
          </a:p>
        </p:txBody>
      </p:sp>
      <p:cxnSp>
        <p:nvCxnSpPr>
          <p:cNvPr id="8" name="C5-E05 line 6" descr="sci-ppt:o006"/>
          <p:cNvCxnSpPr/>
          <p:nvPr/>
        </p:nvCxnSpPr>
        <p:spPr>
          <a:xfrm>
            <a:off x="5403272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9" name="C5-E05 text 7" descr="sci-ppt:o007"/>
          <p:cNvSpPr txBox="1"/>
          <p:nvPr/>
        </p:nvSpPr>
        <p:spPr>
          <a:xfrm>
            <a:off x="5037512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165</a:t>
            </a:r>
          </a:p>
        </p:txBody>
      </p:sp>
      <p:cxnSp>
        <p:nvCxnSpPr>
          <p:cNvPr id="10" name="C5-E05 line 8" descr="sci-ppt:o008"/>
          <p:cNvCxnSpPr/>
          <p:nvPr/>
        </p:nvCxnSpPr>
        <p:spPr>
          <a:xfrm>
            <a:off x="7190509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1" name="C5-E05 text 9" descr="sci-ppt:o009"/>
          <p:cNvSpPr txBox="1"/>
          <p:nvPr/>
        </p:nvSpPr>
        <p:spPr>
          <a:xfrm>
            <a:off x="6824749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170</a:t>
            </a:r>
          </a:p>
        </p:txBody>
      </p:sp>
      <p:cxnSp>
        <p:nvCxnSpPr>
          <p:cNvPr id="12" name="C5-E05 line 10" descr="sci-ppt:o010"/>
          <p:cNvCxnSpPr/>
          <p:nvPr/>
        </p:nvCxnSpPr>
        <p:spPr>
          <a:xfrm>
            <a:off x="8977745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3" name="C5-E05 text 11" descr="sci-ppt:o011"/>
          <p:cNvSpPr txBox="1"/>
          <p:nvPr/>
        </p:nvSpPr>
        <p:spPr>
          <a:xfrm>
            <a:off x="8611985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175</a:t>
            </a:r>
          </a:p>
        </p:txBody>
      </p:sp>
      <p:sp>
        <p:nvSpPr>
          <p:cNvPr id="14" name="C5-E05 text 12" descr="sci-ppt:o012"/>
          <p:cNvSpPr txBox="1"/>
          <p:nvPr/>
        </p:nvSpPr>
        <p:spPr>
          <a:xfrm>
            <a:off x="1828800" y="4617720"/>
            <a:ext cx="786384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Absolute wall pressure at U = 99.027 m/s (MPa)</a:t>
            </a:r>
          </a:p>
        </p:txBody>
      </p:sp>
      <p:cxnSp>
        <p:nvCxnSpPr>
          <p:cNvPr id="15" name="C5-E05 line 13" descr="sci-ppt:o013"/>
          <p:cNvCxnSpPr/>
          <p:nvPr/>
        </p:nvCxnSpPr>
        <p:spPr>
          <a:xfrm>
            <a:off x="1828800" y="1645920"/>
            <a:ext cx="2096979" cy="0"/>
          </a:xfrm>
          <a:prstGeom prst="line">
            <a:avLst/>
          </a:prstGeom>
          <a:ln w="50800">
            <a:solidFill>
              <a:srgbClr val="B4C7D2"/>
            </a:solidFill>
          </a:ln>
          <a:effectLst/>
        </p:spPr>
      </p:cxnSp>
      <p:sp>
        <p:nvSpPr>
          <p:cNvPr id="16" name="C5-E05 ellipse 14" descr="sci-ppt:o014"/>
          <p:cNvSpPr/>
          <p:nvPr/>
        </p:nvSpPr>
        <p:spPr>
          <a:xfrm>
            <a:off x="3834339" y="1554480"/>
            <a:ext cx="182880" cy="182880"/>
          </a:xfrm>
          <a:prstGeom prst="ellipse">
            <a:avLst/>
          </a:prstGeom>
          <a:solidFill>
            <a:srgbClr val="B4C7D2"/>
          </a:solidFill>
          <a:ln w="1270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5-E05 text 15" descr="sci-ppt:o015"/>
          <p:cNvSpPr txBox="1"/>
          <p:nvPr/>
        </p:nvSpPr>
        <p:spPr>
          <a:xfrm>
            <a:off x="274320" y="1481328"/>
            <a:ext cx="146304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4C7D2"/>
                </a:solidFill>
                <a:latin typeface="Arial"/>
              </a:rPr>
              <a:t>Acoustic p_A</a:t>
            </a:r>
          </a:p>
        </p:txBody>
      </p:sp>
      <p:sp>
        <p:nvSpPr>
          <p:cNvPr id="18" name="C5-E05 text 16" descr="sci-ppt:o016"/>
          <p:cNvSpPr txBox="1"/>
          <p:nvPr/>
        </p:nvSpPr>
        <p:spPr>
          <a:xfrm>
            <a:off x="4108659" y="1481328"/>
            <a:ext cx="2194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160.867</a:t>
            </a:r>
          </a:p>
        </p:txBody>
      </p:sp>
      <p:cxnSp>
        <p:nvCxnSpPr>
          <p:cNvPr id="19" name="C5-E05 line 17" descr="sci-ppt:o017"/>
          <p:cNvCxnSpPr/>
          <p:nvPr/>
        </p:nvCxnSpPr>
        <p:spPr>
          <a:xfrm>
            <a:off x="1828800" y="2560320"/>
            <a:ext cx="6846934" cy="0"/>
          </a:xfrm>
          <a:prstGeom prst="line">
            <a:avLst/>
          </a:prstGeom>
          <a:ln w="50800">
            <a:solidFill>
              <a:srgbClr val="F2B880"/>
            </a:solidFill>
          </a:ln>
          <a:effectLst/>
        </p:spPr>
      </p:cxnSp>
      <p:sp>
        <p:nvSpPr>
          <p:cNvPr id="20" name="C5-E05 ellipse 18" descr="sci-ppt:o018"/>
          <p:cNvSpPr/>
          <p:nvPr/>
        </p:nvSpPr>
        <p:spPr>
          <a:xfrm>
            <a:off x="8584294" y="2468879"/>
            <a:ext cx="182880" cy="182880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5-E05 text 19" descr="sci-ppt:o019"/>
          <p:cNvSpPr txBox="1"/>
          <p:nvPr/>
        </p:nvSpPr>
        <p:spPr>
          <a:xfrm>
            <a:off x="274320" y="2395728"/>
            <a:ext cx="146304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Barotropic p_B</a:t>
            </a:r>
          </a:p>
        </p:txBody>
      </p:sp>
      <p:sp>
        <p:nvSpPr>
          <p:cNvPr id="22" name="C5-E05 text 20" descr="sci-ppt:o020"/>
          <p:cNvSpPr txBox="1"/>
          <p:nvPr/>
        </p:nvSpPr>
        <p:spPr>
          <a:xfrm>
            <a:off x="8858614" y="2395728"/>
            <a:ext cx="2194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174.155</a:t>
            </a:r>
          </a:p>
        </p:txBody>
      </p:sp>
      <p:cxnSp>
        <p:nvCxnSpPr>
          <p:cNvPr id="23" name="C5-E05 line 21" descr="sci-ppt:o021"/>
          <p:cNvCxnSpPr/>
          <p:nvPr/>
        </p:nvCxnSpPr>
        <p:spPr>
          <a:xfrm>
            <a:off x="1828800" y="3474720"/>
            <a:ext cx="7014150" cy="0"/>
          </a:xfrm>
          <a:prstGeom prst="line">
            <a:avLst/>
          </a:prstGeom>
          <a:ln w="50800">
            <a:solidFill>
              <a:srgbClr val="8EDBD4"/>
            </a:solidFill>
          </a:ln>
          <a:effectLst/>
        </p:spPr>
      </p:cxnSp>
      <p:sp>
        <p:nvSpPr>
          <p:cNvPr id="24" name="C5-E05 ellipse 22" descr="sci-ppt:o022"/>
          <p:cNvSpPr/>
          <p:nvPr/>
        </p:nvSpPr>
        <p:spPr>
          <a:xfrm>
            <a:off x="8751510" y="3383279"/>
            <a:ext cx="182880" cy="182880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5-E05 text 23" descr="sci-ppt:o023"/>
          <p:cNvSpPr txBox="1"/>
          <p:nvPr/>
        </p:nvSpPr>
        <p:spPr>
          <a:xfrm>
            <a:off x="274320" y="3310128"/>
            <a:ext cx="146304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EDBD4"/>
                </a:solidFill>
                <a:latin typeface="Arial"/>
              </a:rPr>
              <a:t>Hugoniot p_H</a:t>
            </a:r>
          </a:p>
        </p:txBody>
      </p:sp>
      <p:sp>
        <p:nvSpPr>
          <p:cNvPr id="26" name="C5-E05 text 24" descr="sci-ppt:o024"/>
          <p:cNvSpPr txBox="1"/>
          <p:nvPr/>
        </p:nvSpPr>
        <p:spPr>
          <a:xfrm>
            <a:off x="9025830" y="3310128"/>
            <a:ext cx="2194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174.623</a:t>
            </a:r>
          </a:p>
        </p:txBody>
      </p:sp>
      <p:sp>
        <p:nvSpPr>
          <p:cNvPr id="27" name="C5-E05 text 25" descr="sci-ppt:o025"/>
          <p:cNvSpPr txBox="1"/>
          <p:nvPr/>
        </p:nvSpPr>
        <p:spPr>
          <a:xfrm>
            <a:off x="822960" y="521208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EDBD4"/>
                </a:solidFill>
                <a:latin typeface="Arial"/>
              </a:rPr>
              <a:t>p_B is 0.268% below p_H: the energy equation is dropped.</a:t>
            </a:r>
          </a:p>
        </p:txBody>
      </p:sp>
      <p:sp>
        <p:nvSpPr>
          <p:cNvPr id="28" name="C5-E05 text 26" descr="sci-ppt:o026"/>
          <p:cNvSpPr txBox="1"/>
          <p:nvPr/>
        </p:nvSpPr>
        <p:spPr>
          <a:xfrm>
            <a:off x="822960" y="562356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p_A is 7.9% below p_H: the linear estimate ignores compression.</a:t>
            </a:r>
          </a:p>
        </p:txBody>
      </p:sp>
      <p:sp>
        <p:nvSpPr>
          <p:cNvPr id="29" name="C5-E05 text 27" descr="sci-ppt:o027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Values from Eqs. (C5-E02), (C5-E04) and (C5-E05).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06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C5-E06 · Area-weighted wall observer and dimensionless time</a:t>
            </a:r>
          </a:p>
        </p:txBody>
      </p:sp>
      <p:sp>
        <p:nvSpPr>
          <p:cNvPr id="3" name="C5-E06 ellipse 1" descr="sci-ppt:o001"/>
          <p:cNvSpPr/>
          <p:nvPr/>
        </p:nvSpPr>
        <p:spPr>
          <a:xfrm>
            <a:off x="1188719" y="1463040"/>
            <a:ext cx="3840480" cy="3840480"/>
          </a:xfrm>
          <a:prstGeom prst="ellipse">
            <a:avLst/>
          </a:prstGeom>
          <a:solidFill>
            <a:srgbClr val="213E4B"/>
          </a:solidFill>
          <a:ln w="3175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5-E06 ellipse 2" descr="sci-ppt:o002"/>
          <p:cNvSpPr/>
          <p:nvPr/>
        </p:nvSpPr>
        <p:spPr>
          <a:xfrm>
            <a:off x="1918411" y="2192731"/>
            <a:ext cx="2381097" cy="2381097"/>
          </a:xfrm>
          <a:prstGeom prst="ellipse">
            <a:avLst/>
          </a:prstGeom>
          <a:solidFill>
            <a:srgbClr val="2B5560"/>
          </a:solidFill>
          <a:ln w="3175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5-E06 ellipse 3" descr="sci-ppt:o003"/>
          <p:cNvSpPr/>
          <p:nvPr/>
        </p:nvSpPr>
        <p:spPr>
          <a:xfrm>
            <a:off x="3054096" y="3328416"/>
            <a:ext cx="109728" cy="109728"/>
          </a:xfrm>
          <a:prstGeom prst="ellipse">
            <a:avLst/>
          </a:prstGeom>
          <a:solidFill>
            <a:srgbClr val="E7F0F3"/>
          </a:solidFill>
          <a:ln w="12700">
            <a:solidFill>
              <a:srgbClr val="E7F0F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5-E06 arrow 4" descr="sci-ppt:o004"/>
          <p:cNvCxnSpPr/>
          <p:nvPr/>
        </p:nvCxnSpPr>
        <p:spPr>
          <a:xfrm flipH="1">
            <a:off x="4306303" y="2442362"/>
            <a:ext cx="432374" cy="249631"/>
          </a:xfrm>
          <a:prstGeom prst="line">
            <a:avLst/>
          </a:prstGeom>
          <a:ln w="3175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" name="C5-E06 arrow 5" descr="sci-ppt:o005"/>
          <p:cNvCxnSpPr/>
          <p:nvPr/>
        </p:nvCxnSpPr>
        <p:spPr>
          <a:xfrm>
            <a:off x="1479242" y="2442362"/>
            <a:ext cx="432374" cy="249631"/>
          </a:xfrm>
          <a:prstGeom prst="line">
            <a:avLst/>
          </a:prstGeom>
          <a:ln w="3175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C5-E06 arrow 6" descr="sci-ppt:o006"/>
          <p:cNvCxnSpPr/>
          <p:nvPr/>
        </p:nvCxnSpPr>
        <p:spPr>
          <a:xfrm flipV="1">
            <a:off x="3108959" y="4765852"/>
            <a:ext cx="0" cy="499263"/>
          </a:xfrm>
          <a:prstGeom prst="line">
            <a:avLst/>
          </a:prstGeom>
          <a:ln w="3175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" name="C5-E06 line 7" descr="sci-ppt:o007"/>
          <p:cNvCxnSpPr/>
          <p:nvPr/>
        </p:nvCxnSpPr>
        <p:spPr>
          <a:xfrm>
            <a:off x="3108960" y="3383280"/>
            <a:ext cx="1920240" cy="0"/>
          </a:xfrm>
          <a:prstGeom prst="line">
            <a:avLst/>
          </a:prstGeom>
          <a:ln w="17780">
            <a:solidFill>
              <a:srgbClr val="B4C7D2"/>
            </a:solidFill>
          </a:ln>
          <a:effectLst/>
        </p:spPr>
      </p:cxnSp>
      <p:sp>
        <p:nvSpPr>
          <p:cNvPr id="10" name="C5-E06 text 8" descr="sci-ppt:o008"/>
          <p:cNvSpPr txBox="1"/>
          <p:nvPr/>
        </p:nvSpPr>
        <p:spPr>
          <a:xfrm>
            <a:off x="3566160" y="3035808"/>
            <a:ext cx="109728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4C7D2"/>
                </a:solidFill>
                <a:latin typeface="Arial"/>
              </a:rPr>
              <a:t>a</a:t>
            </a:r>
          </a:p>
        </p:txBody>
      </p:sp>
      <p:sp>
        <p:nvSpPr>
          <p:cNvPr id="11" name="C5-E06 text 9" descr="sci-ppt:o009"/>
          <p:cNvSpPr txBox="1"/>
          <p:nvPr/>
        </p:nvSpPr>
        <p:spPr>
          <a:xfrm>
            <a:off x="2148839" y="3794760"/>
            <a:ext cx="109728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core</a:t>
            </a:r>
          </a:p>
        </p:txBody>
      </p:sp>
      <p:sp>
        <p:nvSpPr>
          <p:cNvPr id="12" name="C5-E06 text 10" descr="sci-ppt:o010"/>
          <p:cNvSpPr txBox="1"/>
          <p:nvPr/>
        </p:nvSpPr>
        <p:spPr>
          <a:xfrm>
            <a:off x="457200" y="914400"/>
            <a:ext cx="53035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Wall z = 0 seen from above</a:t>
            </a:r>
          </a:p>
        </p:txBody>
      </p:sp>
      <p:sp>
        <p:nvSpPr>
          <p:cNvPr id="13" name="C5-E06 text 11" descr="sci-ppt:o011"/>
          <p:cNvSpPr txBox="1"/>
          <p:nvPr/>
        </p:nvSpPr>
        <p:spPr>
          <a:xfrm>
            <a:off x="6675120" y="1005840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Observer</a:t>
            </a:r>
          </a:p>
        </p:txBody>
      </p:sp>
      <p:sp>
        <p:nvSpPr>
          <p:cNvPr id="14" name="C5-E06 text 12" descr="sci-ppt:o012"/>
          <p:cNvSpPr txBox="1"/>
          <p:nvPr/>
        </p:nvSpPr>
        <p:spPr>
          <a:xfrm>
            <a:off x="6675120" y="1417320"/>
            <a:ext cx="512064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p̄_R = (2 / R²) ∫₀ᴿ p r dr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weight 2r dr / R² is the disk area element</a:t>
            </a:r>
          </a:p>
        </p:txBody>
      </p:sp>
      <p:sp>
        <p:nvSpPr>
          <p:cNvPr id="15" name="C5-E06 text 13" descr="sci-ppt:o013"/>
          <p:cNvSpPr txBox="1"/>
          <p:nvPr/>
        </p:nvSpPr>
        <p:spPr>
          <a:xfrm>
            <a:off x="6675120" y="2468880"/>
            <a:ext cx="5120640" cy="6400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EDBD4"/>
                </a:solidFill>
                <a:latin typeface="Arial"/>
              </a:rPr>
              <a:t>R = a: full sensor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EDBD4"/>
                </a:solidFill>
                <a:latin typeface="Arial"/>
              </a:rPr>
              <a:t>R = a/2: centre</a:t>
            </a:r>
          </a:p>
        </p:txBody>
      </p:sp>
      <p:sp>
        <p:nvSpPr>
          <p:cNvPr id="16" name="C5-E06 text 14" descr="sci-ppt:o014"/>
          <p:cNvSpPr txBox="1"/>
          <p:nvPr/>
        </p:nvSpPr>
        <p:spPr>
          <a:xfrm>
            <a:off x="6675120" y="3154680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Edge release</a:t>
            </a:r>
          </a:p>
        </p:txBody>
      </p:sp>
      <p:sp>
        <p:nvSpPr>
          <p:cNvPr id="17" name="C5-E06 text 15" descr="sci-ppt:o015"/>
          <p:cNvSpPr txBox="1"/>
          <p:nvPr/>
        </p:nvSpPr>
        <p:spPr>
          <a:xfrm>
            <a:off x="6675120" y="3566160"/>
            <a:ext cx="5120640" cy="10972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Front moves inward from r = a at c_0.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At τ = c_0 t / a the annulus a(1−τ) &lt; r ≤ a has relaxed.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Area fraction f_rel = 1 − (1 − τ)².</a:t>
            </a:r>
          </a:p>
        </p:txBody>
      </p:sp>
      <p:sp>
        <p:nvSpPr>
          <p:cNvPr id="18" name="C5-E06 rect 16" descr="sci-ppt:o016"/>
          <p:cNvSpPr/>
          <p:nvPr/>
        </p:nvSpPr>
        <p:spPr>
          <a:xfrm>
            <a:off x="6675120" y="4937760"/>
            <a:ext cx="5029200" cy="914400"/>
          </a:xfrm>
          <a:prstGeom prst="rect">
            <a:avLst/>
          </a:prstGeom>
          <a:solidFill>
            <a:srgbClr val="213E4B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5-E06 text 17" descr="sci-ppt:o017"/>
          <p:cNvSpPr txBox="1"/>
          <p:nvPr/>
        </p:nvSpPr>
        <p:spPr>
          <a:xfrm>
            <a:off x="6766560" y="4983480"/>
            <a:ext cx="484632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At the peak: τ = 0.0472, f_rel = 0.0921</a:t>
            </a:r>
          </a:p>
        </p:txBody>
      </p:sp>
      <p:sp>
        <p:nvSpPr>
          <p:cNvPr id="20" name="C5-E06 text 18" descr="sci-ppt:o018"/>
          <p:cNvSpPr txBox="1"/>
          <p:nvPr/>
        </p:nvSpPr>
        <p:spPr>
          <a:xfrm>
            <a:off x="6766560" y="5394960"/>
            <a:ext cx="48463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Full release would give 0.908 p_H</a:t>
            </a:r>
          </a:p>
        </p:txBody>
      </p:sp>
      <p:sp>
        <p:nvSpPr>
          <p:cNvPr id="21" name="C5-E06 text 19" descr="sci-ppt:o019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Schematic; annulus width is exaggerated for legibility.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07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C5-E07 · Edge-release scale estimate for the finite sensor</a:t>
            </a:r>
          </a:p>
        </p:txBody>
      </p:sp>
      <p:cxnSp>
        <p:nvCxnSpPr>
          <p:cNvPr id="3" name="C5-E07 line 1" descr="sci-ppt:o001"/>
          <p:cNvCxnSpPr/>
          <p:nvPr/>
        </p:nvCxnSpPr>
        <p:spPr>
          <a:xfrm>
            <a:off x="1280160" y="5303520"/>
            <a:ext cx="658368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07 line 2" descr="sci-ppt:o002"/>
          <p:cNvCxnSpPr/>
          <p:nvPr/>
        </p:nvCxnSpPr>
        <p:spPr>
          <a:xfrm>
            <a:off x="1280160" y="1188720"/>
            <a:ext cx="0" cy="41148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5-E07 line 3" descr="sci-ppt:o003"/>
          <p:cNvCxnSpPr/>
          <p:nvPr/>
        </p:nvCxnSpPr>
        <p:spPr>
          <a:xfrm>
            <a:off x="128016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6" name="C5-E07 text 4" descr="sci-ppt:o004"/>
          <p:cNvSpPr txBox="1"/>
          <p:nvPr/>
        </p:nvSpPr>
        <p:spPr>
          <a:xfrm>
            <a:off x="822959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7" name="C5-E07 line 5" descr="sci-ppt:o005"/>
          <p:cNvCxnSpPr/>
          <p:nvPr/>
        </p:nvCxnSpPr>
        <p:spPr>
          <a:xfrm>
            <a:off x="2596896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8" name="C5-E07 text 6" descr="sci-ppt:o006"/>
          <p:cNvSpPr txBox="1"/>
          <p:nvPr/>
        </p:nvSpPr>
        <p:spPr>
          <a:xfrm>
            <a:off x="2139696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0.2</a:t>
            </a:r>
          </a:p>
        </p:txBody>
      </p:sp>
      <p:cxnSp>
        <p:nvCxnSpPr>
          <p:cNvPr id="9" name="C5-E07 line 7" descr="sci-ppt:o007"/>
          <p:cNvCxnSpPr/>
          <p:nvPr/>
        </p:nvCxnSpPr>
        <p:spPr>
          <a:xfrm>
            <a:off x="3913632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0" name="C5-E07 text 8" descr="sci-ppt:o008"/>
          <p:cNvSpPr txBox="1"/>
          <p:nvPr/>
        </p:nvSpPr>
        <p:spPr>
          <a:xfrm>
            <a:off x="3456432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0.4</a:t>
            </a:r>
          </a:p>
        </p:txBody>
      </p:sp>
      <p:cxnSp>
        <p:nvCxnSpPr>
          <p:cNvPr id="11" name="C5-E07 line 9" descr="sci-ppt:o009"/>
          <p:cNvCxnSpPr/>
          <p:nvPr/>
        </p:nvCxnSpPr>
        <p:spPr>
          <a:xfrm>
            <a:off x="5230368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2" name="C5-E07 text 10" descr="sci-ppt:o010"/>
          <p:cNvSpPr txBox="1"/>
          <p:nvPr/>
        </p:nvSpPr>
        <p:spPr>
          <a:xfrm>
            <a:off x="4773168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0.6</a:t>
            </a:r>
          </a:p>
        </p:txBody>
      </p:sp>
      <p:cxnSp>
        <p:nvCxnSpPr>
          <p:cNvPr id="13" name="C5-E07 line 11" descr="sci-ppt:o011"/>
          <p:cNvCxnSpPr/>
          <p:nvPr/>
        </p:nvCxnSpPr>
        <p:spPr>
          <a:xfrm>
            <a:off x="6547104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4" name="C5-E07 text 12" descr="sci-ppt:o012"/>
          <p:cNvSpPr txBox="1"/>
          <p:nvPr/>
        </p:nvSpPr>
        <p:spPr>
          <a:xfrm>
            <a:off x="6089904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0.8</a:t>
            </a:r>
          </a:p>
        </p:txBody>
      </p:sp>
      <p:cxnSp>
        <p:nvCxnSpPr>
          <p:cNvPr id="15" name="C5-E07 line 13" descr="sci-ppt:o013"/>
          <p:cNvCxnSpPr/>
          <p:nvPr/>
        </p:nvCxnSpPr>
        <p:spPr>
          <a:xfrm>
            <a:off x="786384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6" name="C5-E07 text 14" descr="sci-ppt:o014"/>
          <p:cNvSpPr txBox="1"/>
          <p:nvPr/>
        </p:nvSpPr>
        <p:spPr>
          <a:xfrm>
            <a:off x="740664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7" name="C5-E07 line 15" descr="sci-ppt:o015"/>
          <p:cNvCxnSpPr/>
          <p:nvPr/>
        </p:nvCxnSpPr>
        <p:spPr>
          <a:xfrm>
            <a:off x="1216151" y="530352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5-E07 line 16" descr="sci-ppt:o016"/>
          <p:cNvCxnSpPr/>
          <p:nvPr/>
        </p:nvCxnSpPr>
        <p:spPr>
          <a:xfrm>
            <a:off x="1280160" y="5303520"/>
            <a:ext cx="65836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5-E07 text 17" descr="sci-ppt:o017"/>
          <p:cNvSpPr txBox="1"/>
          <p:nvPr/>
        </p:nvSpPr>
        <p:spPr>
          <a:xfrm>
            <a:off x="502919" y="517550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20" name="C5-E07 line 18" descr="sci-ppt:o018"/>
          <p:cNvCxnSpPr/>
          <p:nvPr/>
        </p:nvCxnSpPr>
        <p:spPr>
          <a:xfrm>
            <a:off x="1216151" y="427482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5-E07 line 19" descr="sci-ppt:o019"/>
          <p:cNvCxnSpPr/>
          <p:nvPr/>
        </p:nvCxnSpPr>
        <p:spPr>
          <a:xfrm>
            <a:off x="1280160" y="4274820"/>
            <a:ext cx="65836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5-E07 text 20" descr="sci-ppt:o020"/>
          <p:cNvSpPr txBox="1"/>
          <p:nvPr/>
        </p:nvSpPr>
        <p:spPr>
          <a:xfrm>
            <a:off x="502919" y="414680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23" name="C5-E07 line 21" descr="sci-ppt:o021"/>
          <p:cNvCxnSpPr/>
          <p:nvPr/>
        </p:nvCxnSpPr>
        <p:spPr>
          <a:xfrm>
            <a:off x="1216151" y="324612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5-E07 line 22" descr="sci-ppt:o022"/>
          <p:cNvCxnSpPr/>
          <p:nvPr/>
        </p:nvCxnSpPr>
        <p:spPr>
          <a:xfrm>
            <a:off x="1280160" y="3246120"/>
            <a:ext cx="65836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C5-E07 text 23" descr="sci-ppt:o023"/>
          <p:cNvSpPr txBox="1"/>
          <p:nvPr/>
        </p:nvSpPr>
        <p:spPr>
          <a:xfrm>
            <a:off x="502919" y="31181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26" name="C5-E07 line 24" descr="sci-ppt:o024"/>
          <p:cNvCxnSpPr/>
          <p:nvPr/>
        </p:nvCxnSpPr>
        <p:spPr>
          <a:xfrm>
            <a:off x="1216151" y="221742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5-E07 line 25" descr="sci-ppt:o025"/>
          <p:cNvCxnSpPr/>
          <p:nvPr/>
        </p:nvCxnSpPr>
        <p:spPr>
          <a:xfrm>
            <a:off x="1280160" y="2217420"/>
            <a:ext cx="65836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C5-E07 text 26" descr="sci-ppt:o026"/>
          <p:cNvSpPr txBox="1"/>
          <p:nvPr/>
        </p:nvSpPr>
        <p:spPr>
          <a:xfrm>
            <a:off x="502919" y="20894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29" name="C5-E07 line 27" descr="sci-ppt:o027"/>
          <p:cNvCxnSpPr/>
          <p:nvPr/>
        </p:nvCxnSpPr>
        <p:spPr>
          <a:xfrm>
            <a:off x="1216151" y="118871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C5-E07 line 28" descr="sci-ppt:o028"/>
          <p:cNvCxnSpPr/>
          <p:nvPr/>
        </p:nvCxnSpPr>
        <p:spPr>
          <a:xfrm>
            <a:off x="1280160" y="1188719"/>
            <a:ext cx="65836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1" name="C5-E07 text 29" descr="sci-ppt:o029"/>
          <p:cNvSpPr txBox="1"/>
          <p:nvPr/>
        </p:nvSpPr>
        <p:spPr>
          <a:xfrm>
            <a:off x="502919" y="10607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32" name="C5-E07 text 30" descr="sci-ppt:o030"/>
          <p:cNvSpPr txBox="1"/>
          <p:nvPr/>
        </p:nvSpPr>
        <p:spPr>
          <a:xfrm>
            <a:off x="1280160" y="5650992"/>
            <a:ext cx="658368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τ = c_0 t / a</a:t>
            </a:r>
          </a:p>
        </p:txBody>
      </p:sp>
      <p:sp>
        <p:nvSpPr>
          <p:cNvPr id="33" name="C5-E07 text 31" descr="sci-ppt:o031"/>
          <p:cNvSpPr txBox="1"/>
          <p:nvPr/>
        </p:nvSpPr>
        <p:spPr>
          <a:xfrm>
            <a:off x="411479" y="804672"/>
            <a:ext cx="3108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Fraction</a:t>
            </a:r>
          </a:p>
        </p:txBody>
      </p:sp>
      <p:cxnSp>
        <p:nvCxnSpPr>
          <p:cNvPr id="34" name="C5-E07 line 32" descr="sci-ppt:o032"/>
          <p:cNvCxnSpPr/>
          <p:nvPr/>
        </p:nvCxnSpPr>
        <p:spPr>
          <a:xfrm flipV="1">
            <a:off x="1280160" y="5221635"/>
            <a:ext cx="65836" cy="81885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35" name="C5-E07 line 33" descr="sci-ppt:o033"/>
          <p:cNvCxnSpPr/>
          <p:nvPr/>
        </p:nvCxnSpPr>
        <p:spPr>
          <a:xfrm flipV="1">
            <a:off x="1345996" y="5140573"/>
            <a:ext cx="65837" cy="8106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36" name="C5-E07 line 34" descr="sci-ppt:o034"/>
          <p:cNvCxnSpPr/>
          <p:nvPr/>
        </p:nvCxnSpPr>
        <p:spPr>
          <a:xfrm flipV="1">
            <a:off x="1411833" y="5060335"/>
            <a:ext cx="65837" cy="8023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37" name="C5-E07 line 35" descr="sci-ppt:o035"/>
          <p:cNvCxnSpPr/>
          <p:nvPr/>
        </p:nvCxnSpPr>
        <p:spPr>
          <a:xfrm flipV="1">
            <a:off x="1477670" y="4980919"/>
            <a:ext cx="65837" cy="7941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38" name="C5-E07 line 36" descr="sci-ppt:o036"/>
          <p:cNvCxnSpPr/>
          <p:nvPr/>
        </p:nvCxnSpPr>
        <p:spPr>
          <a:xfrm flipV="1">
            <a:off x="1543507" y="4902327"/>
            <a:ext cx="65837" cy="7859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39" name="C5-E07 line 37" descr="sci-ppt:o037"/>
          <p:cNvCxnSpPr/>
          <p:nvPr/>
        </p:nvCxnSpPr>
        <p:spPr>
          <a:xfrm flipV="1">
            <a:off x="1609344" y="4824557"/>
            <a:ext cx="65836" cy="7777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0" name="C5-E07 line 38" descr="sci-ppt:o038"/>
          <p:cNvCxnSpPr/>
          <p:nvPr/>
        </p:nvCxnSpPr>
        <p:spPr>
          <a:xfrm flipV="1">
            <a:off x="1675180" y="4747610"/>
            <a:ext cx="65837" cy="7694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1" name="C5-E07 line 39" descr="sci-ppt:o039"/>
          <p:cNvCxnSpPr/>
          <p:nvPr/>
        </p:nvCxnSpPr>
        <p:spPr>
          <a:xfrm flipV="1">
            <a:off x="1741017" y="4671486"/>
            <a:ext cx="65837" cy="7612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2" name="C5-E07 line 40" descr="sci-ppt:o040"/>
          <p:cNvCxnSpPr/>
          <p:nvPr/>
        </p:nvCxnSpPr>
        <p:spPr>
          <a:xfrm flipV="1">
            <a:off x="1806854" y="4596185"/>
            <a:ext cx="65837" cy="75301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3" name="C5-E07 line 41" descr="sci-ppt:o041"/>
          <p:cNvCxnSpPr/>
          <p:nvPr/>
        </p:nvCxnSpPr>
        <p:spPr>
          <a:xfrm flipV="1">
            <a:off x="1872691" y="4521708"/>
            <a:ext cx="65837" cy="7447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4" name="C5-E07 line 42" descr="sci-ppt:o042"/>
          <p:cNvCxnSpPr/>
          <p:nvPr/>
        </p:nvCxnSpPr>
        <p:spPr>
          <a:xfrm flipV="1">
            <a:off x="1938528" y="4448053"/>
            <a:ext cx="65836" cy="73655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5" name="C5-E07 line 43" descr="sci-ppt:o043"/>
          <p:cNvCxnSpPr/>
          <p:nvPr/>
        </p:nvCxnSpPr>
        <p:spPr>
          <a:xfrm flipV="1">
            <a:off x="2004364" y="4375221"/>
            <a:ext cx="65837" cy="7283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6" name="C5-E07 line 44" descr="sci-ppt:o044"/>
          <p:cNvCxnSpPr/>
          <p:nvPr/>
        </p:nvCxnSpPr>
        <p:spPr>
          <a:xfrm flipV="1">
            <a:off x="2070201" y="4303212"/>
            <a:ext cx="65837" cy="72009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7" name="C5-E07 line 45" descr="sci-ppt:o045"/>
          <p:cNvCxnSpPr/>
          <p:nvPr/>
        </p:nvCxnSpPr>
        <p:spPr>
          <a:xfrm flipV="1">
            <a:off x="2136038" y="4232026"/>
            <a:ext cx="65837" cy="7118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8" name="C5-E07 line 46" descr="sci-ppt:o046"/>
          <p:cNvCxnSpPr/>
          <p:nvPr/>
        </p:nvCxnSpPr>
        <p:spPr>
          <a:xfrm flipV="1">
            <a:off x="2201875" y="4161662"/>
            <a:ext cx="65837" cy="7036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9" name="C5-E07 line 47" descr="sci-ppt:o047"/>
          <p:cNvCxnSpPr/>
          <p:nvPr/>
        </p:nvCxnSpPr>
        <p:spPr>
          <a:xfrm flipV="1">
            <a:off x="2267712" y="4092122"/>
            <a:ext cx="65836" cy="6954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0" name="C5-E07 line 48" descr="sci-ppt:o048"/>
          <p:cNvCxnSpPr/>
          <p:nvPr/>
        </p:nvCxnSpPr>
        <p:spPr>
          <a:xfrm flipV="1">
            <a:off x="2333548" y="4023405"/>
            <a:ext cx="65837" cy="6871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1" name="C5-E07 line 49" descr="sci-ppt:o049"/>
          <p:cNvCxnSpPr/>
          <p:nvPr/>
        </p:nvCxnSpPr>
        <p:spPr>
          <a:xfrm flipV="1">
            <a:off x="2399385" y="3955511"/>
            <a:ext cx="65837" cy="6789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2" name="C5-E07 line 50" descr="sci-ppt:o050"/>
          <p:cNvCxnSpPr/>
          <p:nvPr/>
        </p:nvCxnSpPr>
        <p:spPr>
          <a:xfrm flipV="1">
            <a:off x="2465222" y="3888440"/>
            <a:ext cx="65837" cy="67071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3" name="C5-E07 line 51" descr="sci-ppt:o051"/>
          <p:cNvCxnSpPr/>
          <p:nvPr/>
        </p:nvCxnSpPr>
        <p:spPr>
          <a:xfrm flipV="1">
            <a:off x="2531059" y="3822192"/>
            <a:ext cx="65837" cy="6624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4" name="C5-E07 line 52" descr="sci-ppt:o052"/>
          <p:cNvCxnSpPr/>
          <p:nvPr/>
        </p:nvCxnSpPr>
        <p:spPr>
          <a:xfrm flipV="1">
            <a:off x="2596896" y="3756766"/>
            <a:ext cx="65836" cy="6542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5" name="C5-E07 line 53" descr="sci-ppt:o053"/>
          <p:cNvCxnSpPr/>
          <p:nvPr/>
        </p:nvCxnSpPr>
        <p:spPr>
          <a:xfrm flipV="1">
            <a:off x="2662732" y="3692164"/>
            <a:ext cx="65837" cy="6460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6" name="C5-E07 line 54" descr="sci-ppt:o054"/>
          <p:cNvCxnSpPr/>
          <p:nvPr/>
        </p:nvCxnSpPr>
        <p:spPr>
          <a:xfrm flipV="1">
            <a:off x="2728569" y="3628384"/>
            <a:ext cx="65837" cy="6378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7" name="C5-E07 line 55" descr="sci-ppt:o055"/>
          <p:cNvCxnSpPr/>
          <p:nvPr/>
        </p:nvCxnSpPr>
        <p:spPr>
          <a:xfrm flipV="1">
            <a:off x="2794406" y="3565428"/>
            <a:ext cx="65837" cy="6295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8" name="C5-E07 line 56" descr="sci-ppt:o056"/>
          <p:cNvCxnSpPr/>
          <p:nvPr/>
        </p:nvCxnSpPr>
        <p:spPr>
          <a:xfrm flipV="1">
            <a:off x="2860243" y="3503295"/>
            <a:ext cx="65837" cy="62133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9" name="C5-E07 line 57" descr="sci-ppt:o057"/>
          <p:cNvCxnSpPr/>
          <p:nvPr/>
        </p:nvCxnSpPr>
        <p:spPr>
          <a:xfrm flipV="1">
            <a:off x="2926080" y="3441984"/>
            <a:ext cx="65836" cy="61311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0" name="C5-E07 line 58" descr="sci-ppt:o058"/>
          <p:cNvCxnSpPr/>
          <p:nvPr/>
        </p:nvCxnSpPr>
        <p:spPr>
          <a:xfrm flipV="1">
            <a:off x="2991916" y="3381496"/>
            <a:ext cx="65837" cy="6048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1" name="C5-E07 line 59" descr="sci-ppt:o059"/>
          <p:cNvCxnSpPr/>
          <p:nvPr/>
        </p:nvCxnSpPr>
        <p:spPr>
          <a:xfrm flipV="1">
            <a:off x="3057753" y="3321832"/>
            <a:ext cx="65837" cy="5966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2" name="C5-E07 line 60" descr="sci-ppt:o060"/>
          <p:cNvCxnSpPr/>
          <p:nvPr/>
        </p:nvCxnSpPr>
        <p:spPr>
          <a:xfrm flipV="1">
            <a:off x="3123590" y="3262990"/>
            <a:ext cx="65837" cy="5884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3" name="C5-E07 line 61" descr="sci-ppt:o061"/>
          <p:cNvCxnSpPr/>
          <p:nvPr/>
        </p:nvCxnSpPr>
        <p:spPr>
          <a:xfrm flipV="1">
            <a:off x="3189427" y="3204972"/>
            <a:ext cx="65837" cy="5801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4" name="C5-E07 line 62" descr="sci-ppt:o062"/>
          <p:cNvCxnSpPr/>
          <p:nvPr/>
        </p:nvCxnSpPr>
        <p:spPr>
          <a:xfrm flipV="1">
            <a:off x="3255264" y="3147776"/>
            <a:ext cx="65836" cy="5719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5" name="C5-E07 line 63" descr="sci-ppt:o063"/>
          <p:cNvCxnSpPr/>
          <p:nvPr/>
        </p:nvCxnSpPr>
        <p:spPr>
          <a:xfrm flipV="1">
            <a:off x="3321100" y="3091403"/>
            <a:ext cx="65837" cy="56373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6" name="C5-E07 line 64" descr="sci-ppt:o064"/>
          <p:cNvCxnSpPr/>
          <p:nvPr/>
        </p:nvCxnSpPr>
        <p:spPr>
          <a:xfrm flipV="1">
            <a:off x="3386937" y="3035853"/>
            <a:ext cx="65837" cy="5555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7" name="C5-E07 line 65" descr="sci-ppt:o065"/>
          <p:cNvCxnSpPr/>
          <p:nvPr/>
        </p:nvCxnSpPr>
        <p:spPr>
          <a:xfrm flipV="1">
            <a:off x="3452774" y="2981126"/>
            <a:ext cx="65837" cy="5472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8" name="C5-E07 line 66" descr="sci-ppt:o066"/>
          <p:cNvCxnSpPr/>
          <p:nvPr/>
        </p:nvCxnSpPr>
        <p:spPr>
          <a:xfrm flipV="1">
            <a:off x="3518611" y="2927223"/>
            <a:ext cx="65837" cy="53903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9" name="C5-E07 line 67" descr="sci-ppt:o067"/>
          <p:cNvCxnSpPr/>
          <p:nvPr/>
        </p:nvCxnSpPr>
        <p:spPr>
          <a:xfrm flipV="1">
            <a:off x="3584448" y="2874142"/>
            <a:ext cx="65836" cy="53081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0" name="C5-E07 line 68" descr="sci-ppt:o068"/>
          <p:cNvCxnSpPr/>
          <p:nvPr/>
        </p:nvCxnSpPr>
        <p:spPr>
          <a:xfrm flipV="1">
            <a:off x="3650284" y="2821884"/>
            <a:ext cx="65837" cy="5225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1" name="C5-E07 line 69" descr="sci-ppt:o069"/>
          <p:cNvCxnSpPr/>
          <p:nvPr/>
        </p:nvCxnSpPr>
        <p:spPr>
          <a:xfrm flipV="1">
            <a:off x="3716121" y="2770449"/>
            <a:ext cx="65837" cy="51435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2" name="C5-E07 line 70" descr="sci-ppt:o070"/>
          <p:cNvCxnSpPr/>
          <p:nvPr/>
        </p:nvCxnSpPr>
        <p:spPr>
          <a:xfrm flipV="1">
            <a:off x="3781958" y="2719837"/>
            <a:ext cx="65837" cy="5061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3" name="C5-E07 line 71" descr="sci-ppt:o071"/>
          <p:cNvCxnSpPr/>
          <p:nvPr/>
        </p:nvCxnSpPr>
        <p:spPr>
          <a:xfrm flipV="1">
            <a:off x="3847795" y="2670048"/>
            <a:ext cx="65837" cy="49789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4" name="C5-E07 line 72" descr="sci-ppt:o072"/>
          <p:cNvCxnSpPr/>
          <p:nvPr/>
        </p:nvCxnSpPr>
        <p:spPr>
          <a:xfrm flipV="1">
            <a:off x="3913632" y="2621081"/>
            <a:ext cx="65836" cy="4896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5" name="C5-E07 line 73" descr="sci-ppt:o073"/>
          <p:cNvCxnSpPr/>
          <p:nvPr/>
        </p:nvCxnSpPr>
        <p:spPr>
          <a:xfrm flipV="1">
            <a:off x="3979468" y="2572938"/>
            <a:ext cx="65837" cy="48143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6" name="C5-E07 line 74" descr="sci-ppt:o074"/>
          <p:cNvCxnSpPr/>
          <p:nvPr/>
        </p:nvCxnSpPr>
        <p:spPr>
          <a:xfrm flipV="1">
            <a:off x="4045305" y="2525618"/>
            <a:ext cx="65837" cy="4732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7" name="C5-E07 line 75" descr="sci-ppt:o075"/>
          <p:cNvCxnSpPr/>
          <p:nvPr/>
        </p:nvCxnSpPr>
        <p:spPr>
          <a:xfrm flipV="1">
            <a:off x="4111142" y="2479121"/>
            <a:ext cx="65837" cy="4649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8" name="C5-E07 line 76" descr="sci-ppt:o076"/>
          <p:cNvCxnSpPr/>
          <p:nvPr/>
        </p:nvCxnSpPr>
        <p:spPr>
          <a:xfrm flipV="1">
            <a:off x="4176979" y="2433447"/>
            <a:ext cx="65837" cy="4567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9" name="C5-E07 line 77" descr="sci-ppt:o077"/>
          <p:cNvCxnSpPr/>
          <p:nvPr/>
        </p:nvCxnSpPr>
        <p:spPr>
          <a:xfrm flipV="1">
            <a:off x="4242816" y="2388595"/>
            <a:ext cx="65836" cy="4485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0" name="C5-E07 line 78" descr="sci-ppt:o078"/>
          <p:cNvCxnSpPr/>
          <p:nvPr/>
        </p:nvCxnSpPr>
        <p:spPr>
          <a:xfrm flipV="1">
            <a:off x="4308652" y="2344567"/>
            <a:ext cx="65837" cy="4402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1" name="C5-E07 line 79" descr="sci-ppt:o079"/>
          <p:cNvCxnSpPr/>
          <p:nvPr/>
        </p:nvCxnSpPr>
        <p:spPr>
          <a:xfrm flipV="1">
            <a:off x="4374489" y="2301361"/>
            <a:ext cx="65837" cy="4320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2" name="C5-E07 line 80" descr="sci-ppt:o080"/>
          <p:cNvCxnSpPr/>
          <p:nvPr/>
        </p:nvCxnSpPr>
        <p:spPr>
          <a:xfrm flipV="1">
            <a:off x="4440326" y="2258979"/>
            <a:ext cx="65837" cy="4238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3" name="C5-E07 line 81" descr="sci-ppt:o081"/>
          <p:cNvCxnSpPr/>
          <p:nvPr/>
        </p:nvCxnSpPr>
        <p:spPr>
          <a:xfrm flipV="1">
            <a:off x="4506163" y="2217420"/>
            <a:ext cx="65837" cy="41559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4" name="C5-E07 line 82" descr="sci-ppt:o082"/>
          <p:cNvCxnSpPr/>
          <p:nvPr/>
        </p:nvCxnSpPr>
        <p:spPr>
          <a:xfrm flipV="1">
            <a:off x="4572000" y="2176683"/>
            <a:ext cx="65836" cy="4073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5" name="C5-E07 line 83" descr="sci-ppt:o083"/>
          <p:cNvCxnSpPr/>
          <p:nvPr/>
        </p:nvCxnSpPr>
        <p:spPr>
          <a:xfrm flipV="1">
            <a:off x="4637836" y="2136769"/>
            <a:ext cx="65837" cy="3991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6" name="C5-E07 line 84" descr="sci-ppt:o084"/>
          <p:cNvCxnSpPr/>
          <p:nvPr/>
        </p:nvCxnSpPr>
        <p:spPr>
          <a:xfrm flipV="1">
            <a:off x="4703673" y="2097679"/>
            <a:ext cx="65837" cy="3909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7" name="C5-E07 line 85" descr="sci-ppt:o085"/>
          <p:cNvCxnSpPr/>
          <p:nvPr/>
        </p:nvCxnSpPr>
        <p:spPr>
          <a:xfrm flipV="1">
            <a:off x="4769510" y="2059411"/>
            <a:ext cx="65837" cy="3826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8" name="C5-E07 line 86" descr="sci-ppt:o086"/>
          <p:cNvCxnSpPr/>
          <p:nvPr/>
        </p:nvCxnSpPr>
        <p:spPr>
          <a:xfrm flipV="1">
            <a:off x="4835347" y="2021966"/>
            <a:ext cx="65837" cy="37445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9" name="C5-E07 line 87" descr="sci-ppt:o087"/>
          <p:cNvCxnSpPr/>
          <p:nvPr/>
        </p:nvCxnSpPr>
        <p:spPr>
          <a:xfrm flipV="1">
            <a:off x="4901184" y="1985345"/>
            <a:ext cx="65836" cy="36621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0" name="C5-E07 line 88" descr="sci-ppt:o088"/>
          <p:cNvCxnSpPr/>
          <p:nvPr/>
        </p:nvCxnSpPr>
        <p:spPr>
          <a:xfrm flipV="1">
            <a:off x="4967020" y="1949546"/>
            <a:ext cx="65837" cy="35799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1" name="C5-E07 line 89" descr="sci-ppt:o089"/>
          <p:cNvCxnSpPr/>
          <p:nvPr/>
        </p:nvCxnSpPr>
        <p:spPr>
          <a:xfrm flipV="1">
            <a:off x="5032857" y="1914570"/>
            <a:ext cx="65837" cy="3497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2" name="C5-E07 line 90" descr="sci-ppt:o090"/>
          <p:cNvCxnSpPr/>
          <p:nvPr/>
        </p:nvCxnSpPr>
        <p:spPr>
          <a:xfrm flipV="1">
            <a:off x="5098694" y="1880417"/>
            <a:ext cx="65837" cy="34153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3" name="C5-E07 line 91" descr="sci-ppt:o091"/>
          <p:cNvCxnSpPr/>
          <p:nvPr/>
        </p:nvCxnSpPr>
        <p:spPr>
          <a:xfrm flipV="1">
            <a:off x="5164531" y="1847088"/>
            <a:ext cx="65837" cy="33329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4" name="C5-E07 line 92" descr="sci-ppt:o092"/>
          <p:cNvCxnSpPr/>
          <p:nvPr/>
        </p:nvCxnSpPr>
        <p:spPr>
          <a:xfrm flipV="1">
            <a:off x="5230368" y="1814581"/>
            <a:ext cx="65836" cy="3250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5" name="C5-E07 line 93" descr="sci-ppt:o093"/>
          <p:cNvCxnSpPr/>
          <p:nvPr/>
        </p:nvCxnSpPr>
        <p:spPr>
          <a:xfrm flipV="1">
            <a:off x="5296204" y="1782897"/>
            <a:ext cx="65837" cy="3168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6" name="C5-E07 line 94" descr="sci-ppt:o094"/>
          <p:cNvCxnSpPr/>
          <p:nvPr/>
        </p:nvCxnSpPr>
        <p:spPr>
          <a:xfrm flipV="1">
            <a:off x="5362041" y="1752036"/>
            <a:ext cx="65837" cy="30861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7" name="C5-E07 line 95" descr="sci-ppt:o095"/>
          <p:cNvCxnSpPr/>
          <p:nvPr/>
        </p:nvCxnSpPr>
        <p:spPr>
          <a:xfrm flipV="1">
            <a:off x="5427878" y="1721998"/>
            <a:ext cx="65837" cy="3003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8" name="C5-E07 line 96" descr="sci-ppt:o096"/>
          <p:cNvCxnSpPr/>
          <p:nvPr/>
        </p:nvCxnSpPr>
        <p:spPr>
          <a:xfrm flipV="1">
            <a:off x="5493715" y="1692782"/>
            <a:ext cx="65837" cy="2921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9" name="C5-E07 line 97" descr="sci-ppt:o097"/>
          <p:cNvCxnSpPr/>
          <p:nvPr/>
        </p:nvCxnSpPr>
        <p:spPr>
          <a:xfrm flipV="1">
            <a:off x="5559552" y="1664390"/>
            <a:ext cx="65836" cy="2839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0" name="C5-E07 line 98" descr="sci-ppt:o098"/>
          <p:cNvCxnSpPr/>
          <p:nvPr/>
        </p:nvCxnSpPr>
        <p:spPr>
          <a:xfrm flipV="1">
            <a:off x="5625388" y="1636821"/>
            <a:ext cx="65837" cy="27569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1" name="C5-E07 line 99" descr="sci-ppt:o099"/>
          <p:cNvCxnSpPr/>
          <p:nvPr/>
        </p:nvCxnSpPr>
        <p:spPr>
          <a:xfrm flipV="1">
            <a:off x="5691225" y="1610075"/>
            <a:ext cx="65837" cy="2674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2" name="C5-E07 line 100" descr="sci-ppt:o100"/>
          <p:cNvCxnSpPr/>
          <p:nvPr/>
        </p:nvCxnSpPr>
        <p:spPr>
          <a:xfrm flipV="1">
            <a:off x="5757062" y="1584152"/>
            <a:ext cx="65837" cy="25923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3" name="C5-E07 line 101" descr="sci-ppt:o101"/>
          <p:cNvCxnSpPr/>
          <p:nvPr/>
        </p:nvCxnSpPr>
        <p:spPr>
          <a:xfrm flipV="1">
            <a:off x="5822899" y="1559052"/>
            <a:ext cx="65837" cy="2510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4" name="C5-E07 line 102" descr="sci-ppt:o102"/>
          <p:cNvCxnSpPr/>
          <p:nvPr/>
        </p:nvCxnSpPr>
        <p:spPr>
          <a:xfrm flipV="1">
            <a:off x="5888736" y="1534774"/>
            <a:ext cx="65836" cy="2427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5" name="C5-E07 line 103" descr="sci-ppt:o103"/>
          <p:cNvCxnSpPr/>
          <p:nvPr/>
        </p:nvCxnSpPr>
        <p:spPr>
          <a:xfrm flipV="1">
            <a:off x="5954572" y="1511320"/>
            <a:ext cx="65837" cy="2345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6" name="C5-E07 line 104" descr="sci-ppt:o104"/>
          <p:cNvCxnSpPr/>
          <p:nvPr/>
        </p:nvCxnSpPr>
        <p:spPr>
          <a:xfrm flipV="1">
            <a:off x="6020409" y="1488688"/>
            <a:ext cx="65837" cy="2263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7" name="C5-E07 line 105" descr="sci-ppt:o105"/>
          <p:cNvCxnSpPr/>
          <p:nvPr/>
        </p:nvCxnSpPr>
        <p:spPr>
          <a:xfrm flipV="1">
            <a:off x="6086246" y="1466880"/>
            <a:ext cx="65837" cy="2180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8" name="C5-E07 line 106" descr="sci-ppt:o106"/>
          <p:cNvCxnSpPr/>
          <p:nvPr/>
        </p:nvCxnSpPr>
        <p:spPr>
          <a:xfrm flipV="1">
            <a:off x="6152083" y="1445894"/>
            <a:ext cx="65837" cy="2098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9" name="C5-E07 line 107" descr="sci-ppt:o107"/>
          <p:cNvCxnSpPr/>
          <p:nvPr/>
        </p:nvCxnSpPr>
        <p:spPr>
          <a:xfrm flipV="1">
            <a:off x="6217920" y="1425732"/>
            <a:ext cx="65836" cy="2016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0" name="C5-E07 line 108" descr="sci-ppt:o108"/>
          <p:cNvCxnSpPr/>
          <p:nvPr/>
        </p:nvCxnSpPr>
        <p:spPr>
          <a:xfrm flipV="1">
            <a:off x="6283756" y="1406392"/>
            <a:ext cx="65837" cy="1934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1" name="C5-E07 line 109" descr="sci-ppt:o109"/>
          <p:cNvCxnSpPr/>
          <p:nvPr/>
        </p:nvCxnSpPr>
        <p:spPr>
          <a:xfrm flipV="1">
            <a:off x="6349593" y="1387876"/>
            <a:ext cx="65837" cy="1851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2" name="C5-E07 line 110" descr="sci-ppt:o110"/>
          <p:cNvCxnSpPr/>
          <p:nvPr/>
        </p:nvCxnSpPr>
        <p:spPr>
          <a:xfrm flipV="1">
            <a:off x="6415430" y="1370182"/>
            <a:ext cx="65837" cy="1769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3" name="C5-E07 line 111" descr="sci-ppt:o111"/>
          <p:cNvCxnSpPr/>
          <p:nvPr/>
        </p:nvCxnSpPr>
        <p:spPr>
          <a:xfrm flipV="1">
            <a:off x="6481267" y="1353311"/>
            <a:ext cx="65837" cy="16871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4" name="C5-E07 line 112" descr="sci-ppt:o112"/>
          <p:cNvCxnSpPr/>
          <p:nvPr/>
        </p:nvCxnSpPr>
        <p:spPr>
          <a:xfrm flipV="1">
            <a:off x="6547104" y="1337264"/>
            <a:ext cx="65836" cy="1604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5" name="C5-E07 line 113" descr="sci-ppt:o113"/>
          <p:cNvCxnSpPr/>
          <p:nvPr/>
        </p:nvCxnSpPr>
        <p:spPr>
          <a:xfrm flipV="1">
            <a:off x="6612940" y="1322039"/>
            <a:ext cx="65837" cy="15225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6" name="C5-E07 line 114" descr="sci-ppt:o114"/>
          <p:cNvCxnSpPr/>
          <p:nvPr/>
        </p:nvCxnSpPr>
        <p:spPr>
          <a:xfrm flipV="1">
            <a:off x="6678777" y="1307637"/>
            <a:ext cx="65837" cy="1440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7" name="C5-E07 line 115" descr="sci-ppt:o115"/>
          <p:cNvCxnSpPr/>
          <p:nvPr/>
        </p:nvCxnSpPr>
        <p:spPr>
          <a:xfrm flipV="1">
            <a:off x="6744614" y="1294058"/>
            <a:ext cx="65837" cy="13579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8" name="C5-E07 line 116" descr="sci-ppt:o116"/>
          <p:cNvCxnSpPr/>
          <p:nvPr/>
        </p:nvCxnSpPr>
        <p:spPr>
          <a:xfrm flipV="1">
            <a:off x="6810451" y="1281303"/>
            <a:ext cx="65837" cy="12755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9" name="C5-E07 line 117" descr="sci-ppt:o117"/>
          <p:cNvCxnSpPr/>
          <p:nvPr/>
        </p:nvCxnSpPr>
        <p:spPr>
          <a:xfrm flipV="1">
            <a:off x="6876288" y="1269370"/>
            <a:ext cx="65836" cy="11933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0" name="C5-E07 line 118" descr="sci-ppt:o118"/>
          <p:cNvCxnSpPr/>
          <p:nvPr/>
        </p:nvCxnSpPr>
        <p:spPr>
          <a:xfrm flipV="1">
            <a:off x="6942124" y="1258260"/>
            <a:ext cx="65837" cy="1111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1" name="C5-E07 line 119" descr="sci-ppt:o119"/>
          <p:cNvCxnSpPr/>
          <p:nvPr/>
        </p:nvCxnSpPr>
        <p:spPr>
          <a:xfrm flipV="1">
            <a:off x="7007961" y="1247973"/>
            <a:ext cx="65837" cy="1028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2" name="C5-E07 line 120" descr="sci-ppt:o120"/>
          <p:cNvCxnSpPr/>
          <p:nvPr/>
        </p:nvCxnSpPr>
        <p:spPr>
          <a:xfrm flipV="1">
            <a:off x="7073798" y="1238509"/>
            <a:ext cx="65837" cy="946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3" name="C5-E07 line 121" descr="sci-ppt:o121"/>
          <p:cNvCxnSpPr/>
          <p:nvPr/>
        </p:nvCxnSpPr>
        <p:spPr>
          <a:xfrm flipV="1">
            <a:off x="7139635" y="1229867"/>
            <a:ext cx="65837" cy="864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4" name="C5-E07 line 122" descr="sci-ppt:o122"/>
          <p:cNvCxnSpPr/>
          <p:nvPr/>
        </p:nvCxnSpPr>
        <p:spPr>
          <a:xfrm flipV="1">
            <a:off x="7205472" y="1222049"/>
            <a:ext cx="65836" cy="781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5" name="C5-E07 line 123" descr="sci-ppt:o123"/>
          <p:cNvCxnSpPr/>
          <p:nvPr/>
        </p:nvCxnSpPr>
        <p:spPr>
          <a:xfrm flipV="1">
            <a:off x="7271308" y="1215054"/>
            <a:ext cx="65837" cy="6995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6" name="C5-E07 line 124" descr="sci-ppt:o124"/>
          <p:cNvCxnSpPr/>
          <p:nvPr/>
        </p:nvCxnSpPr>
        <p:spPr>
          <a:xfrm flipV="1">
            <a:off x="7337145" y="1208882"/>
            <a:ext cx="65837" cy="617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7" name="C5-E07 line 125" descr="sci-ppt:o125"/>
          <p:cNvCxnSpPr/>
          <p:nvPr/>
        </p:nvCxnSpPr>
        <p:spPr>
          <a:xfrm flipV="1">
            <a:off x="7402982" y="1203533"/>
            <a:ext cx="65837" cy="5349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8" name="C5-E07 line 126" descr="sci-ppt:o126"/>
          <p:cNvCxnSpPr/>
          <p:nvPr/>
        </p:nvCxnSpPr>
        <p:spPr>
          <a:xfrm flipV="1">
            <a:off x="7468819" y="1199007"/>
            <a:ext cx="65837" cy="452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9" name="C5-E07 line 127" descr="sci-ppt:o127"/>
          <p:cNvCxnSpPr/>
          <p:nvPr/>
        </p:nvCxnSpPr>
        <p:spPr>
          <a:xfrm flipV="1">
            <a:off x="7534656" y="1195303"/>
            <a:ext cx="65836" cy="370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30" name="C5-E07 line 128" descr="sci-ppt:o128"/>
          <p:cNvCxnSpPr/>
          <p:nvPr/>
        </p:nvCxnSpPr>
        <p:spPr>
          <a:xfrm flipV="1">
            <a:off x="7600492" y="1192423"/>
            <a:ext cx="65837" cy="288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31" name="C5-E07 line 129" descr="sci-ppt:o129"/>
          <p:cNvCxnSpPr/>
          <p:nvPr/>
        </p:nvCxnSpPr>
        <p:spPr>
          <a:xfrm flipV="1">
            <a:off x="7666329" y="1190365"/>
            <a:ext cx="65837" cy="205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32" name="C5-E07 line 130" descr="sci-ppt:o130"/>
          <p:cNvCxnSpPr/>
          <p:nvPr/>
        </p:nvCxnSpPr>
        <p:spPr>
          <a:xfrm flipV="1">
            <a:off x="7732166" y="1189131"/>
            <a:ext cx="65837" cy="123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33" name="C5-E07 line 131" descr="sci-ppt:o131"/>
          <p:cNvCxnSpPr/>
          <p:nvPr/>
        </p:nvCxnSpPr>
        <p:spPr>
          <a:xfrm flipV="1">
            <a:off x="7798003" y="1188719"/>
            <a:ext cx="65837" cy="41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34" name="C5-E07 line 132" descr="sci-ppt:o132"/>
          <p:cNvCxnSpPr/>
          <p:nvPr/>
        </p:nvCxnSpPr>
        <p:spPr>
          <a:xfrm>
            <a:off x="1280160" y="1188719"/>
            <a:ext cx="65836" cy="81885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35" name="C5-E07 line 133" descr="sci-ppt:o133"/>
          <p:cNvCxnSpPr/>
          <p:nvPr/>
        </p:nvCxnSpPr>
        <p:spPr>
          <a:xfrm>
            <a:off x="1345996" y="1270604"/>
            <a:ext cx="65837" cy="8106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36" name="C5-E07 line 134" descr="sci-ppt:o134"/>
          <p:cNvCxnSpPr/>
          <p:nvPr/>
        </p:nvCxnSpPr>
        <p:spPr>
          <a:xfrm>
            <a:off x="1411833" y="1351666"/>
            <a:ext cx="65837" cy="8023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37" name="C5-E07 line 135" descr="sci-ppt:o135"/>
          <p:cNvCxnSpPr/>
          <p:nvPr/>
        </p:nvCxnSpPr>
        <p:spPr>
          <a:xfrm>
            <a:off x="1477670" y="1431904"/>
            <a:ext cx="65837" cy="7941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38" name="C5-E07 line 136" descr="sci-ppt:o136"/>
          <p:cNvCxnSpPr/>
          <p:nvPr/>
        </p:nvCxnSpPr>
        <p:spPr>
          <a:xfrm>
            <a:off x="1543507" y="1511320"/>
            <a:ext cx="65837" cy="7859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39" name="C5-E07 line 137" descr="sci-ppt:o137"/>
          <p:cNvCxnSpPr/>
          <p:nvPr/>
        </p:nvCxnSpPr>
        <p:spPr>
          <a:xfrm>
            <a:off x="1609344" y="1589912"/>
            <a:ext cx="65836" cy="7777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0" name="C5-E07 line 138" descr="sci-ppt:o138"/>
          <p:cNvCxnSpPr/>
          <p:nvPr/>
        </p:nvCxnSpPr>
        <p:spPr>
          <a:xfrm>
            <a:off x="1675180" y="1667682"/>
            <a:ext cx="65837" cy="76947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1" name="C5-E07 line 139" descr="sci-ppt:o139"/>
          <p:cNvCxnSpPr/>
          <p:nvPr/>
        </p:nvCxnSpPr>
        <p:spPr>
          <a:xfrm>
            <a:off x="1741017" y="1744629"/>
            <a:ext cx="65837" cy="7612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2" name="C5-E07 line 140" descr="sci-ppt:o140"/>
          <p:cNvCxnSpPr/>
          <p:nvPr/>
        </p:nvCxnSpPr>
        <p:spPr>
          <a:xfrm>
            <a:off x="1806854" y="1820753"/>
            <a:ext cx="65837" cy="75301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3" name="C5-E07 line 141" descr="sci-ppt:o141"/>
          <p:cNvCxnSpPr/>
          <p:nvPr/>
        </p:nvCxnSpPr>
        <p:spPr>
          <a:xfrm>
            <a:off x="1872691" y="1896054"/>
            <a:ext cx="65837" cy="74477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4" name="C5-E07 line 142" descr="sci-ppt:o142"/>
          <p:cNvCxnSpPr/>
          <p:nvPr/>
        </p:nvCxnSpPr>
        <p:spPr>
          <a:xfrm>
            <a:off x="1938528" y="1970531"/>
            <a:ext cx="65836" cy="73655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5" name="C5-E07 line 143" descr="sci-ppt:o143"/>
          <p:cNvCxnSpPr/>
          <p:nvPr/>
        </p:nvCxnSpPr>
        <p:spPr>
          <a:xfrm>
            <a:off x="2004364" y="2044186"/>
            <a:ext cx="65837" cy="7283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6" name="C5-E07 line 144" descr="sci-ppt:o144"/>
          <p:cNvCxnSpPr/>
          <p:nvPr/>
        </p:nvCxnSpPr>
        <p:spPr>
          <a:xfrm>
            <a:off x="2070201" y="2117018"/>
            <a:ext cx="65837" cy="72009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7" name="C5-E07 line 145" descr="sci-ppt:o145"/>
          <p:cNvCxnSpPr/>
          <p:nvPr/>
        </p:nvCxnSpPr>
        <p:spPr>
          <a:xfrm>
            <a:off x="2136038" y="2189027"/>
            <a:ext cx="65837" cy="7118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8" name="C5-E07 line 146" descr="sci-ppt:o146"/>
          <p:cNvCxnSpPr/>
          <p:nvPr/>
        </p:nvCxnSpPr>
        <p:spPr>
          <a:xfrm>
            <a:off x="2201875" y="2260213"/>
            <a:ext cx="65837" cy="7036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9" name="C5-E07 line 147" descr="sci-ppt:o147"/>
          <p:cNvCxnSpPr/>
          <p:nvPr/>
        </p:nvCxnSpPr>
        <p:spPr>
          <a:xfrm>
            <a:off x="2267712" y="2330577"/>
            <a:ext cx="65836" cy="6954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0" name="C5-E07 line 148" descr="sci-ppt:o148"/>
          <p:cNvCxnSpPr/>
          <p:nvPr/>
        </p:nvCxnSpPr>
        <p:spPr>
          <a:xfrm>
            <a:off x="2333548" y="2400117"/>
            <a:ext cx="65837" cy="68717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1" name="C5-E07 line 149" descr="sci-ppt:o149"/>
          <p:cNvCxnSpPr/>
          <p:nvPr/>
        </p:nvCxnSpPr>
        <p:spPr>
          <a:xfrm>
            <a:off x="2399385" y="2468834"/>
            <a:ext cx="65837" cy="6789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2" name="C5-E07 line 150" descr="sci-ppt:o150"/>
          <p:cNvCxnSpPr/>
          <p:nvPr/>
        </p:nvCxnSpPr>
        <p:spPr>
          <a:xfrm>
            <a:off x="2465222" y="2536728"/>
            <a:ext cx="65837" cy="67071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3" name="C5-E07 line 151" descr="sci-ppt:o151"/>
          <p:cNvCxnSpPr/>
          <p:nvPr/>
        </p:nvCxnSpPr>
        <p:spPr>
          <a:xfrm>
            <a:off x="2531059" y="2603799"/>
            <a:ext cx="65837" cy="6624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4" name="C5-E07 line 152" descr="sci-ppt:o152"/>
          <p:cNvCxnSpPr/>
          <p:nvPr/>
        </p:nvCxnSpPr>
        <p:spPr>
          <a:xfrm>
            <a:off x="2596896" y="2670047"/>
            <a:ext cx="65836" cy="6542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5" name="C5-E07 line 153" descr="sci-ppt:o153"/>
          <p:cNvCxnSpPr/>
          <p:nvPr/>
        </p:nvCxnSpPr>
        <p:spPr>
          <a:xfrm>
            <a:off x="2662732" y="2735473"/>
            <a:ext cx="65837" cy="6460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6" name="C5-E07 line 154" descr="sci-ppt:o154"/>
          <p:cNvCxnSpPr/>
          <p:nvPr/>
        </p:nvCxnSpPr>
        <p:spPr>
          <a:xfrm>
            <a:off x="2728569" y="2800075"/>
            <a:ext cx="65837" cy="6378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7" name="C5-E07 line 155" descr="sci-ppt:o155"/>
          <p:cNvCxnSpPr/>
          <p:nvPr/>
        </p:nvCxnSpPr>
        <p:spPr>
          <a:xfrm>
            <a:off x="2794406" y="2863855"/>
            <a:ext cx="65837" cy="6295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8" name="C5-E07 line 156" descr="sci-ppt:o156"/>
          <p:cNvCxnSpPr/>
          <p:nvPr/>
        </p:nvCxnSpPr>
        <p:spPr>
          <a:xfrm>
            <a:off x="2860243" y="2926811"/>
            <a:ext cx="65837" cy="6213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9" name="C5-E07 line 157" descr="sci-ppt:o157"/>
          <p:cNvCxnSpPr/>
          <p:nvPr/>
        </p:nvCxnSpPr>
        <p:spPr>
          <a:xfrm>
            <a:off x="2926080" y="2988945"/>
            <a:ext cx="65836" cy="6131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0" name="C5-E07 line 158" descr="sci-ppt:o158"/>
          <p:cNvCxnSpPr/>
          <p:nvPr/>
        </p:nvCxnSpPr>
        <p:spPr>
          <a:xfrm>
            <a:off x="2991916" y="3050255"/>
            <a:ext cx="65837" cy="6048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1" name="C5-E07 line 159" descr="sci-ppt:o159"/>
          <p:cNvCxnSpPr/>
          <p:nvPr/>
        </p:nvCxnSpPr>
        <p:spPr>
          <a:xfrm>
            <a:off x="3057753" y="3110743"/>
            <a:ext cx="65837" cy="5966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2" name="C5-E07 line 160" descr="sci-ppt:o160"/>
          <p:cNvCxnSpPr/>
          <p:nvPr/>
        </p:nvCxnSpPr>
        <p:spPr>
          <a:xfrm>
            <a:off x="3123590" y="3170407"/>
            <a:ext cx="65837" cy="5884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3" name="C5-E07 line 161" descr="sci-ppt:o161"/>
          <p:cNvCxnSpPr/>
          <p:nvPr/>
        </p:nvCxnSpPr>
        <p:spPr>
          <a:xfrm>
            <a:off x="3189427" y="3229249"/>
            <a:ext cx="65837" cy="58019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4" name="C5-E07 line 162" descr="sci-ppt:o162"/>
          <p:cNvCxnSpPr/>
          <p:nvPr/>
        </p:nvCxnSpPr>
        <p:spPr>
          <a:xfrm>
            <a:off x="3255264" y="3287268"/>
            <a:ext cx="65836" cy="57195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5" name="C5-E07 line 163" descr="sci-ppt:o163"/>
          <p:cNvCxnSpPr/>
          <p:nvPr/>
        </p:nvCxnSpPr>
        <p:spPr>
          <a:xfrm>
            <a:off x="3321100" y="3344463"/>
            <a:ext cx="65837" cy="56373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6" name="C5-E07 line 164" descr="sci-ppt:o164"/>
          <p:cNvCxnSpPr/>
          <p:nvPr/>
        </p:nvCxnSpPr>
        <p:spPr>
          <a:xfrm>
            <a:off x="3386937" y="3400836"/>
            <a:ext cx="65837" cy="5555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7" name="C5-E07 line 165" descr="sci-ppt:o165"/>
          <p:cNvCxnSpPr/>
          <p:nvPr/>
        </p:nvCxnSpPr>
        <p:spPr>
          <a:xfrm>
            <a:off x="3452774" y="3456386"/>
            <a:ext cx="65837" cy="54727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8" name="C5-E07 line 166" descr="sci-ppt:o166"/>
          <p:cNvCxnSpPr/>
          <p:nvPr/>
        </p:nvCxnSpPr>
        <p:spPr>
          <a:xfrm>
            <a:off x="3518611" y="3511113"/>
            <a:ext cx="65837" cy="53903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9" name="C5-E07 line 167" descr="sci-ppt:o167"/>
          <p:cNvCxnSpPr/>
          <p:nvPr/>
        </p:nvCxnSpPr>
        <p:spPr>
          <a:xfrm>
            <a:off x="3584448" y="3565016"/>
            <a:ext cx="65836" cy="53081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0" name="C5-E07 line 168" descr="sci-ppt:o168"/>
          <p:cNvCxnSpPr/>
          <p:nvPr/>
        </p:nvCxnSpPr>
        <p:spPr>
          <a:xfrm>
            <a:off x="3650284" y="3618097"/>
            <a:ext cx="65837" cy="5225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1" name="C5-E07 line 169" descr="sci-ppt:o169"/>
          <p:cNvCxnSpPr/>
          <p:nvPr/>
        </p:nvCxnSpPr>
        <p:spPr>
          <a:xfrm>
            <a:off x="3716121" y="3670355"/>
            <a:ext cx="65837" cy="51435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2" name="C5-E07 line 170" descr="sci-ppt:o170"/>
          <p:cNvCxnSpPr/>
          <p:nvPr/>
        </p:nvCxnSpPr>
        <p:spPr>
          <a:xfrm>
            <a:off x="3781958" y="3721790"/>
            <a:ext cx="65837" cy="5061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3" name="C5-E07 line 171" descr="sci-ppt:o171"/>
          <p:cNvCxnSpPr/>
          <p:nvPr/>
        </p:nvCxnSpPr>
        <p:spPr>
          <a:xfrm>
            <a:off x="3847795" y="3772402"/>
            <a:ext cx="65837" cy="49789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4" name="C5-E07 line 172" descr="sci-ppt:o172"/>
          <p:cNvCxnSpPr/>
          <p:nvPr/>
        </p:nvCxnSpPr>
        <p:spPr>
          <a:xfrm>
            <a:off x="3913632" y="3822191"/>
            <a:ext cx="65836" cy="48967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5" name="C5-E07 line 173" descr="sci-ppt:o173"/>
          <p:cNvCxnSpPr/>
          <p:nvPr/>
        </p:nvCxnSpPr>
        <p:spPr>
          <a:xfrm>
            <a:off x="3979468" y="3871158"/>
            <a:ext cx="65837" cy="48143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6" name="C5-E07 line 174" descr="sci-ppt:o174"/>
          <p:cNvCxnSpPr/>
          <p:nvPr/>
        </p:nvCxnSpPr>
        <p:spPr>
          <a:xfrm>
            <a:off x="4045305" y="3919301"/>
            <a:ext cx="65837" cy="4732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7" name="C5-E07 line 175" descr="sci-ppt:o175"/>
          <p:cNvCxnSpPr/>
          <p:nvPr/>
        </p:nvCxnSpPr>
        <p:spPr>
          <a:xfrm>
            <a:off x="4111142" y="3966621"/>
            <a:ext cx="65837" cy="46497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8" name="C5-E07 line 176" descr="sci-ppt:o176"/>
          <p:cNvCxnSpPr/>
          <p:nvPr/>
        </p:nvCxnSpPr>
        <p:spPr>
          <a:xfrm>
            <a:off x="4176979" y="4013118"/>
            <a:ext cx="65837" cy="45675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9" name="C5-E07 line 177" descr="sci-ppt:o177"/>
          <p:cNvCxnSpPr/>
          <p:nvPr/>
        </p:nvCxnSpPr>
        <p:spPr>
          <a:xfrm>
            <a:off x="4242816" y="4058793"/>
            <a:ext cx="65836" cy="44851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0" name="C5-E07 line 178" descr="sci-ppt:o178"/>
          <p:cNvCxnSpPr/>
          <p:nvPr/>
        </p:nvCxnSpPr>
        <p:spPr>
          <a:xfrm>
            <a:off x="4308652" y="4103644"/>
            <a:ext cx="65837" cy="4402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1" name="C5-E07 line 179" descr="sci-ppt:o179"/>
          <p:cNvCxnSpPr/>
          <p:nvPr/>
        </p:nvCxnSpPr>
        <p:spPr>
          <a:xfrm>
            <a:off x="4374489" y="4147672"/>
            <a:ext cx="65837" cy="4320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2" name="C5-E07 line 180" descr="sci-ppt:o180"/>
          <p:cNvCxnSpPr/>
          <p:nvPr/>
        </p:nvCxnSpPr>
        <p:spPr>
          <a:xfrm>
            <a:off x="4440326" y="4190878"/>
            <a:ext cx="65837" cy="4238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3" name="C5-E07 line 181" descr="sci-ppt:o181"/>
          <p:cNvCxnSpPr/>
          <p:nvPr/>
        </p:nvCxnSpPr>
        <p:spPr>
          <a:xfrm>
            <a:off x="4506163" y="4233260"/>
            <a:ext cx="65837" cy="4156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4" name="C5-E07 line 182" descr="sci-ppt:o182"/>
          <p:cNvCxnSpPr/>
          <p:nvPr/>
        </p:nvCxnSpPr>
        <p:spPr>
          <a:xfrm>
            <a:off x="4572000" y="4274820"/>
            <a:ext cx="65836" cy="4073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5" name="C5-E07 line 183" descr="sci-ppt:o183"/>
          <p:cNvCxnSpPr/>
          <p:nvPr/>
        </p:nvCxnSpPr>
        <p:spPr>
          <a:xfrm>
            <a:off x="4637836" y="4315556"/>
            <a:ext cx="65837" cy="3991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6" name="C5-E07 line 184" descr="sci-ppt:o184"/>
          <p:cNvCxnSpPr/>
          <p:nvPr/>
        </p:nvCxnSpPr>
        <p:spPr>
          <a:xfrm>
            <a:off x="4703673" y="4355470"/>
            <a:ext cx="65837" cy="3909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7" name="C5-E07 line 185" descr="sci-ppt:o185"/>
          <p:cNvCxnSpPr/>
          <p:nvPr/>
        </p:nvCxnSpPr>
        <p:spPr>
          <a:xfrm>
            <a:off x="4769510" y="4394560"/>
            <a:ext cx="65837" cy="3826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8" name="C5-E07 line 186" descr="sci-ppt:o186"/>
          <p:cNvCxnSpPr/>
          <p:nvPr/>
        </p:nvCxnSpPr>
        <p:spPr>
          <a:xfrm>
            <a:off x="4835347" y="4432828"/>
            <a:ext cx="65837" cy="37445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9" name="C5-E07 line 187" descr="sci-ppt:o187"/>
          <p:cNvCxnSpPr/>
          <p:nvPr/>
        </p:nvCxnSpPr>
        <p:spPr>
          <a:xfrm>
            <a:off x="4901184" y="4470273"/>
            <a:ext cx="65836" cy="36621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0" name="C5-E07 line 188" descr="sci-ppt:o188"/>
          <p:cNvCxnSpPr/>
          <p:nvPr/>
        </p:nvCxnSpPr>
        <p:spPr>
          <a:xfrm>
            <a:off x="4967020" y="4506894"/>
            <a:ext cx="65837" cy="35799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1" name="C5-E07 line 189" descr="sci-ppt:o189"/>
          <p:cNvCxnSpPr/>
          <p:nvPr/>
        </p:nvCxnSpPr>
        <p:spPr>
          <a:xfrm>
            <a:off x="5032857" y="4542693"/>
            <a:ext cx="65837" cy="3497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2" name="C5-E07 line 190" descr="sci-ppt:o190"/>
          <p:cNvCxnSpPr/>
          <p:nvPr/>
        </p:nvCxnSpPr>
        <p:spPr>
          <a:xfrm>
            <a:off x="5098694" y="4577669"/>
            <a:ext cx="65837" cy="34153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3" name="C5-E07 line 191" descr="sci-ppt:o191"/>
          <p:cNvCxnSpPr/>
          <p:nvPr/>
        </p:nvCxnSpPr>
        <p:spPr>
          <a:xfrm>
            <a:off x="5164531" y="4611822"/>
            <a:ext cx="65837" cy="3333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4" name="C5-E07 line 192" descr="sci-ppt:o192"/>
          <p:cNvCxnSpPr/>
          <p:nvPr/>
        </p:nvCxnSpPr>
        <p:spPr>
          <a:xfrm>
            <a:off x="5230368" y="4645152"/>
            <a:ext cx="65836" cy="3250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5" name="C5-E07 line 193" descr="sci-ppt:o193"/>
          <p:cNvCxnSpPr/>
          <p:nvPr/>
        </p:nvCxnSpPr>
        <p:spPr>
          <a:xfrm>
            <a:off x="5296204" y="4677658"/>
            <a:ext cx="65837" cy="3168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6" name="C5-E07 line 194" descr="sci-ppt:o194"/>
          <p:cNvCxnSpPr/>
          <p:nvPr/>
        </p:nvCxnSpPr>
        <p:spPr>
          <a:xfrm>
            <a:off x="5362041" y="4709342"/>
            <a:ext cx="65837" cy="30861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7" name="C5-E07 line 195" descr="sci-ppt:o195"/>
          <p:cNvCxnSpPr/>
          <p:nvPr/>
        </p:nvCxnSpPr>
        <p:spPr>
          <a:xfrm>
            <a:off x="5427878" y="4740203"/>
            <a:ext cx="65837" cy="3003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8" name="C5-E07 line 196" descr="sci-ppt:o196"/>
          <p:cNvCxnSpPr/>
          <p:nvPr/>
        </p:nvCxnSpPr>
        <p:spPr>
          <a:xfrm>
            <a:off x="5493715" y="4770241"/>
            <a:ext cx="65837" cy="2921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9" name="C5-E07 line 197" descr="sci-ppt:o197"/>
          <p:cNvCxnSpPr/>
          <p:nvPr/>
        </p:nvCxnSpPr>
        <p:spPr>
          <a:xfrm>
            <a:off x="5559552" y="4799457"/>
            <a:ext cx="65836" cy="2839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0" name="C5-E07 line 198" descr="sci-ppt:o198"/>
          <p:cNvCxnSpPr/>
          <p:nvPr/>
        </p:nvCxnSpPr>
        <p:spPr>
          <a:xfrm>
            <a:off x="5625388" y="4827849"/>
            <a:ext cx="65837" cy="27569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1" name="C5-E07 line 199" descr="sci-ppt:o199"/>
          <p:cNvCxnSpPr/>
          <p:nvPr/>
        </p:nvCxnSpPr>
        <p:spPr>
          <a:xfrm>
            <a:off x="5691225" y="4855418"/>
            <a:ext cx="65837" cy="2674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2" name="C5-E07 line 200" descr="sci-ppt:o200"/>
          <p:cNvCxnSpPr/>
          <p:nvPr/>
        </p:nvCxnSpPr>
        <p:spPr>
          <a:xfrm>
            <a:off x="5757062" y="4882164"/>
            <a:ext cx="65837" cy="25923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3" name="C5-E07 line 201" descr="sci-ppt:o201"/>
          <p:cNvCxnSpPr/>
          <p:nvPr/>
        </p:nvCxnSpPr>
        <p:spPr>
          <a:xfrm>
            <a:off x="5822899" y="4908087"/>
            <a:ext cx="65837" cy="25101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4" name="C5-E07 line 202" descr="sci-ppt:o202"/>
          <p:cNvCxnSpPr/>
          <p:nvPr/>
        </p:nvCxnSpPr>
        <p:spPr>
          <a:xfrm>
            <a:off x="5888736" y="4933188"/>
            <a:ext cx="65836" cy="24277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5" name="C5-E07 line 203" descr="sci-ppt:o203"/>
          <p:cNvCxnSpPr/>
          <p:nvPr/>
        </p:nvCxnSpPr>
        <p:spPr>
          <a:xfrm>
            <a:off x="5954572" y="4957465"/>
            <a:ext cx="65837" cy="2345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6" name="C5-E07 line 204" descr="sci-ppt:o204"/>
          <p:cNvCxnSpPr/>
          <p:nvPr/>
        </p:nvCxnSpPr>
        <p:spPr>
          <a:xfrm>
            <a:off x="6020409" y="4980919"/>
            <a:ext cx="65837" cy="2263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7" name="C5-E07 line 205" descr="sci-ppt:o205"/>
          <p:cNvCxnSpPr/>
          <p:nvPr/>
        </p:nvCxnSpPr>
        <p:spPr>
          <a:xfrm>
            <a:off x="6086246" y="5003551"/>
            <a:ext cx="65837" cy="2180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8" name="C5-E07 line 206" descr="sci-ppt:o206"/>
          <p:cNvCxnSpPr/>
          <p:nvPr/>
        </p:nvCxnSpPr>
        <p:spPr>
          <a:xfrm>
            <a:off x="6152083" y="5025359"/>
            <a:ext cx="65837" cy="2098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9" name="C5-E07 line 207" descr="sci-ppt:o207"/>
          <p:cNvCxnSpPr/>
          <p:nvPr/>
        </p:nvCxnSpPr>
        <p:spPr>
          <a:xfrm>
            <a:off x="6217920" y="5046345"/>
            <a:ext cx="65836" cy="2016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0" name="C5-E07 line 208" descr="sci-ppt:o208"/>
          <p:cNvCxnSpPr/>
          <p:nvPr/>
        </p:nvCxnSpPr>
        <p:spPr>
          <a:xfrm>
            <a:off x="6283756" y="5066507"/>
            <a:ext cx="65837" cy="1934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1" name="C5-E07 line 209" descr="sci-ppt:o209"/>
          <p:cNvCxnSpPr/>
          <p:nvPr/>
        </p:nvCxnSpPr>
        <p:spPr>
          <a:xfrm>
            <a:off x="6349593" y="5085847"/>
            <a:ext cx="65837" cy="1851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2" name="C5-E07 line 210" descr="sci-ppt:o210"/>
          <p:cNvCxnSpPr/>
          <p:nvPr/>
        </p:nvCxnSpPr>
        <p:spPr>
          <a:xfrm>
            <a:off x="6415430" y="5104363"/>
            <a:ext cx="65837" cy="1769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3" name="C5-E07 line 211" descr="sci-ppt:o211"/>
          <p:cNvCxnSpPr/>
          <p:nvPr/>
        </p:nvCxnSpPr>
        <p:spPr>
          <a:xfrm>
            <a:off x="6481267" y="5122057"/>
            <a:ext cx="65837" cy="16871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4" name="C5-E07 line 212" descr="sci-ppt:o212"/>
          <p:cNvCxnSpPr/>
          <p:nvPr/>
        </p:nvCxnSpPr>
        <p:spPr>
          <a:xfrm>
            <a:off x="6547104" y="5138928"/>
            <a:ext cx="65836" cy="16047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5" name="C5-E07 line 213" descr="sci-ppt:o213"/>
          <p:cNvCxnSpPr/>
          <p:nvPr/>
        </p:nvCxnSpPr>
        <p:spPr>
          <a:xfrm>
            <a:off x="6612940" y="5154975"/>
            <a:ext cx="65837" cy="15225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6" name="C5-E07 line 214" descr="sci-ppt:o214"/>
          <p:cNvCxnSpPr/>
          <p:nvPr/>
        </p:nvCxnSpPr>
        <p:spPr>
          <a:xfrm>
            <a:off x="6678777" y="5170200"/>
            <a:ext cx="65837" cy="1440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7" name="C5-E07 line 215" descr="sci-ppt:o215"/>
          <p:cNvCxnSpPr/>
          <p:nvPr/>
        </p:nvCxnSpPr>
        <p:spPr>
          <a:xfrm>
            <a:off x="6744614" y="5184602"/>
            <a:ext cx="65837" cy="13579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8" name="C5-E07 line 216" descr="sci-ppt:o216"/>
          <p:cNvCxnSpPr/>
          <p:nvPr/>
        </p:nvCxnSpPr>
        <p:spPr>
          <a:xfrm>
            <a:off x="6810451" y="5198181"/>
            <a:ext cx="65837" cy="1275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9" name="C5-E07 line 217" descr="sci-ppt:o217"/>
          <p:cNvCxnSpPr/>
          <p:nvPr/>
        </p:nvCxnSpPr>
        <p:spPr>
          <a:xfrm>
            <a:off x="6876288" y="5210937"/>
            <a:ext cx="65836" cy="1193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0" name="C5-E07 line 218" descr="sci-ppt:o218"/>
          <p:cNvCxnSpPr/>
          <p:nvPr/>
        </p:nvCxnSpPr>
        <p:spPr>
          <a:xfrm>
            <a:off x="6942124" y="5222869"/>
            <a:ext cx="65837" cy="1111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1" name="C5-E07 line 219" descr="sci-ppt:o219"/>
          <p:cNvCxnSpPr/>
          <p:nvPr/>
        </p:nvCxnSpPr>
        <p:spPr>
          <a:xfrm>
            <a:off x="7007961" y="5233979"/>
            <a:ext cx="65837" cy="10287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2" name="C5-E07 line 220" descr="sci-ppt:o220"/>
          <p:cNvCxnSpPr/>
          <p:nvPr/>
        </p:nvCxnSpPr>
        <p:spPr>
          <a:xfrm>
            <a:off x="7073798" y="5244266"/>
            <a:ext cx="65837" cy="946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3" name="C5-E07 line 221" descr="sci-ppt:o221"/>
          <p:cNvCxnSpPr/>
          <p:nvPr/>
        </p:nvCxnSpPr>
        <p:spPr>
          <a:xfrm>
            <a:off x="7139635" y="5253730"/>
            <a:ext cx="65837" cy="864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4" name="C5-E07 line 222" descr="sci-ppt:o222"/>
          <p:cNvCxnSpPr/>
          <p:nvPr/>
        </p:nvCxnSpPr>
        <p:spPr>
          <a:xfrm>
            <a:off x="7205472" y="5262372"/>
            <a:ext cx="65836" cy="781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5" name="C5-E07 line 223" descr="sci-ppt:o223"/>
          <p:cNvCxnSpPr/>
          <p:nvPr/>
        </p:nvCxnSpPr>
        <p:spPr>
          <a:xfrm>
            <a:off x="7271308" y="5270190"/>
            <a:ext cx="65837" cy="6995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6" name="C5-E07 line 224" descr="sci-ppt:o224"/>
          <p:cNvCxnSpPr/>
          <p:nvPr/>
        </p:nvCxnSpPr>
        <p:spPr>
          <a:xfrm>
            <a:off x="7337145" y="5277185"/>
            <a:ext cx="65837" cy="617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7" name="C5-E07 line 225" descr="sci-ppt:o225"/>
          <p:cNvCxnSpPr/>
          <p:nvPr/>
        </p:nvCxnSpPr>
        <p:spPr>
          <a:xfrm>
            <a:off x="7402982" y="5283357"/>
            <a:ext cx="65837" cy="5349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8" name="C5-E07 line 226" descr="sci-ppt:o226"/>
          <p:cNvCxnSpPr/>
          <p:nvPr/>
        </p:nvCxnSpPr>
        <p:spPr>
          <a:xfrm>
            <a:off x="7468819" y="5288706"/>
            <a:ext cx="65837" cy="452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9" name="C5-E07 line 227" descr="sci-ppt:o227"/>
          <p:cNvCxnSpPr/>
          <p:nvPr/>
        </p:nvCxnSpPr>
        <p:spPr>
          <a:xfrm>
            <a:off x="7534656" y="5293232"/>
            <a:ext cx="65836" cy="370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30" name="C5-E07 line 228" descr="sci-ppt:o228"/>
          <p:cNvCxnSpPr/>
          <p:nvPr/>
        </p:nvCxnSpPr>
        <p:spPr>
          <a:xfrm>
            <a:off x="7600492" y="5296936"/>
            <a:ext cx="65837" cy="288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31" name="C5-E07 line 229" descr="sci-ppt:o229"/>
          <p:cNvCxnSpPr/>
          <p:nvPr/>
        </p:nvCxnSpPr>
        <p:spPr>
          <a:xfrm>
            <a:off x="7666329" y="5299816"/>
            <a:ext cx="65837" cy="205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32" name="C5-E07 line 230" descr="sci-ppt:o230"/>
          <p:cNvCxnSpPr/>
          <p:nvPr/>
        </p:nvCxnSpPr>
        <p:spPr>
          <a:xfrm>
            <a:off x="7732166" y="5301874"/>
            <a:ext cx="65837" cy="123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33" name="C5-E07 line 231" descr="sci-ppt:o231"/>
          <p:cNvCxnSpPr/>
          <p:nvPr/>
        </p:nvCxnSpPr>
        <p:spPr>
          <a:xfrm>
            <a:off x="7798003" y="5303108"/>
            <a:ext cx="65837" cy="41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34" name="C5-E07 line 232" descr="sci-ppt:o232"/>
          <p:cNvCxnSpPr/>
          <p:nvPr/>
        </p:nvCxnSpPr>
        <p:spPr>
          <a:xfrm flipV="1">
            <a:off x="1280160" y="4989526"/>
            <a:ext cx="10708" cy="30976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35" name="C5-E07 line 233" descr="sci-ppt:o233"/>
          <p:cNvCxnSpPr/>
          <p:nvPr/>
        </p:nvCxnSpPr>
        <p:spPr>
          <a:xfrm flipV="1">
            <a:off x="1290868" y="4676921"/>
            <a:ext cx="10708" cy="31260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36" name="C5-E07 line 234" descr="sci-ppt:o234"/>
          <p:cNvCxnSpPr/>
          <p:nvPr/>
        </p:nvCxnSpPr>
        <p:spPr>
          <a:xfrm flipV="1">
            <a:off x="1301576" y="4368347"/>
            <a:ext cx="10708" cy="30857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37" name="C5-E07 line 235" descr="sci-ppt:o235"/>
          <p:cNvCxnSpPr/>
          <p:nvPr/>
        </p:nvCxnSpPr>
        <p:spPr>
          <a:xfrm flipV="1">
            <a:off x="1312284" y="4067643"/>
            <a:ext cx="10708" cy="30070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38" name="C5-E07 line 236" descr="sci-ppt:o236"/>
          <p:cNvCxnSpPr/>
          <p:nvPr/>
        </p:nvCxnSpPr>
        <p:spPr>
          <a:xfrm flipV="1">
            <a:off x="1322992" y="3778868"/>
            <a:ext cx="10708" cy="28877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39" name="C5-E07 line 237" descr="sci-ppt:o237"/>
          <p:cNvCxnSpPr/>
          <p:nvPr/>
        </p:nvCxnSpPr>
        <p:spPr>
          <a:xfrm flipV="1">
            <a:off x="1333700" y="3505928"/>
            <a:ext cx="10708" cy="27294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0" name="C5-E07 line 238" descr="sci-ppt:o238"/>
          <p:cNvCxnSpPr/>
          <p:nvPr/>
        </p:nvCxnSpPr>
        <p:spPr>
          <a:xfrm flipV="1">
            <a:off x="1344408" y="3251484"/>
            <a:ext cx="10708" cy="25444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1" name="C5-E07 line 239" descr="sci-ppt:o239"/>
          <p:cNvCxnSpPr/>
          <p:nvPr/>
        </p:nvCxnSpPr>
        <p:spPr>
          <a:xfrm flipV="1">
            <a:off x="1355116" y="3016067"/>
            <a:ext cx="10708" cy="23541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2" name="C5-E07 line 240" descr="sci-ppt:o240"/>
          <p:cNvCxnSpPr/>
          <p:nvPr/>
        </p:nvCxnSpPr>
        <p:spPr>
          <a:xfrm flipV="1">
            <a:off x="1365824" y="2800683"/>
            <a:ext cx="10708" cy="21538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3" name="C5-E07 line 241" descr="sci-ppt:o241"/>
          <p:cNvCxnSpPr/>
          <p:nvPr/>
        </p:nvCxnSpPr>
        <p:spPr>
          <a:xfrm flipV="1">
            <a:off x="1376532" y="2605374"/>
            <a:ext cx="10708" cy="19530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4" name="C5-E07 line 242" descr="sci-ppt:o242"/>
          <p:cNvCxnSpPr/>
          <p:nvPr/>
        </p:nvCxnSpPr>
        <p:spPr>
          <a:xfrm flipV="1">
            <a:off x="1387240" y="2430644"/>
            <a:ext cx="10708" cy="17473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5" name="C5-E07 line 243" descr="sci-ppt:o243"/>
          <p:cNvCxnSpPr/>
          <p:nvPr/>
        </p:nvCxnSpPr>
        <p:spPr>
          <a:xfrm flipV="1">
            <a:off x="1397948" y="2275531"/>
            <a:ext cx="10708" cy="15511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6" name="C5-E07 line 244" descr="sci-ppt:o244"/>
          <p:cNvCxnSpPr/>
          <p:nvPr/>
        </p:nvCxnSpPr>
        <p:spPr>
          <a:xfrm flipV="1">
            <a:off x="1408656" y="2139479"/>
            <a:ext cx="10708" cy="13605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7" name="C5-E07 line 245" descr="sci-ppt:o245"/>
          <p:cNvCxnSpPr/>
          <p:nvPr/>
        </p:nvCxnSpPr>
        <p:spPr>
          <a:xfrm flipV="1">
            <a:off x="1419364" y="2021125"/>
            <a:ext cx="10708" cy="11835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8" name="C5-E07 line 246" descr="sci-ppt:o246"/>
          <p:cNvCxnSpPr/>
          <p:nvPr/>
        </p:nvCxnSpPr>
        <p:spPr>
          <a:xfrm flipV="1">
            <a:off x="1430072" y="1919227"/>
            <a:ext cx="10708" cy="10189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9" name="C5-E07 line 247" descr="sci-ppt:o247"/>
          <p:cNvCxnSpPr/>
          <p:nvPr/>
        </p:nvCxnSpPr>
        <p:spPr>
          <a:xfrm flipV="1">
            <a:off x="1440780" y="1832276"/>
            <a:ext cx="10708" cy="8695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0" name="C5-E07 line 248" descr="sci-ppt:o248"/>
          <p:cNvCxnSpPr/>
          <p:nvPr/>
        </p:nvCxnSpPr>
        <p:spPr>
          <a:xfrm flipV="1">
            <a:off x="1451488" y="1758755"/>
            <a:ext cx="10708" cy="7352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1" name="C5-E07 line 249" descr="sci-ppt:o249"/>
          <p:cNvCxnSpPr/>
          <p:nvPr/>
        </p:nvCxnSpPr>
        <p:spPr>
          <a:xfrm flipV="1">
            <a:off x="1462196" y="1697193"/>
            <a:ext cx="10708" cy="6156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2" name="C5-E07 line 250" descr="sci-ppt:o250"/>
          <p:cNvCxnSpPr/>
          <p:nvPr/>
        </p:nvCxnSpPr>
        <p:spPr>
          <a:xfrm flipV="1">
            <a:off x="1472904" y="1646112"/>
            <a:ext cx="10708" cy="5108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3" name="C5-E07 line 251" descr="sci-ppt:o251"/>
          <p:cNvCxnSpPr/>
          <p:nvPr/>
        </p:nvCxnSpPr>
        <p:spPr>
          <a:xfrm flipV="1">
            <a:off x="1483612" y="1604191"/>
            <a:ext cx="10708" cy="4192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4" name="C5-E07 line 252" descr="sci-ppt:o252"/>
          <p:cNvCxnSpPr/>
          <p:nvPr/>
        </p:nvCxnSpPr>
        <p:spPr>
          <a:xfrm flipV="1">
            <a:off x="1494320" y="1570166"/>
            <a:ext cx="10708" cy="3402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5" name="C5-E07 line 253" descr="sci-ppt:o253"/>
          <p:cNvCxnSpPr/>
          <p:nvPr/>
        </p:nvCxnSpPr>
        <p:spPr>
          <a:xfrm flipV="1">
            <a:off x="1505028" y="1542922"/>
            <a:ext cx="10708" cy="2724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6" name="C5-E07 line 254" descr="sci-ppt:o254"/>
          <p:cNvCxnSpPr/>
          <p:nvPr/>
        </p:nvCxnSpPr>
        <p:spPr>
          <a:xfrm flipV="1">
            <a:off x="1515736" y="1521470"/>
            <a:ext cx="10708" cy="2145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7" name="C5-E07 line 255" descr="sci-ppt:o255"/>
          <p:cNvCxnSpPr/>
          <p:nvPr/>
        </p:nvCxnSpPr>
        <p:spPr>
          <a:xfrm flipV="1">
            <a:off x="1526444" y="1504908"/>
            <a:ext cx="10708" cy="1656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8" name="C5-E07 line 256" descr="sci-ppt:o256"/>
          <p:cNvCxnSpPr/>
          <p:nvPr/>
        </p:nvCxnSpPr>
        <p:spPr>
          <a:xfrm flipV="1">
            <a:off x="1537152" y="1492511"/>
            <a:ext cx="10708" cy="1239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9" name="C5-E07 line 257" descr="sci-ppt:o257"/>
          <p:cNvCxnSpPr/>
          <p:nvPr/>
        </p:nvCxnSpPr>
        <p:spPr>
          <a:xfrm flipV="1">
            <a:off x="1547860" y="1483572"/>
            <a:ext cx="10708" cy="893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0" name="C5-E07 line 258" descr="sci-ppt:o258"/>
          <p:cNvCxnSpPr/>
          <p:nvPr/>
        </p:nvCxnSpPr>
        <p:spPr>
          <a:xfrm flipV="1">
            <a:off x="1558568" y="1477587"/>
            <a:ext cx="10708" cy="598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1" name="C5-E07 line 259" descr="sci-ppt:o259"/>
          <p:cNvCxnSpPr/>
          <p:nvPr/>
        </p:nvCxnSpPr>
        <p:spPr>
          <a:xfrm flipV="1">
            <a:off x="1569276" y="1474013"/>
            <a:ext cx="10708" cy="357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2" name="C5-E07 line 260" descr="sci-ppt:o260"/>
          <p:cNvCxnSpPr/>
          <p:nvPr/>
        </p:nvCxnSpPr>
        <p:spPr>
          <a:xfrm flipV="1">
            <a:off x="1579984" y="1472514"/>
            <a:ext cx="10708" cy="149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3" name="C5-E07 line 261" descr="sci-ppt:o261"/>
          <p:cNvCxnSpPr/>
          <p:nvPr/>
        </p:nvCxnSpPr>
        <p:spPr>
          <a:xfrm>
            <a:off x="1590692" y="1472514"/>
            <a:ext cx="10708" cy="16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4" name="C5-E07 line 262" descr="sci-ppt:o262"/>
          <p:cNvCxnSpPr/>
          <p:nvPr/>
        </p:nvCxnSpPr>
        <p:spPr>
          <a:xfrm>
            <a:off x="1601400" y="1472680"/>
            <a:ext cx="10708" cy="161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5" name="C5-E07 line 263" descr="sci-ppt:o263"/>
          <p:cNvCxnSpPr/>
          <p:nvPr/>
        </p:nvCxnSpPr>
        <p:spPr>
          <a:xfrm>
            <a:off x="1612108" y="1474294"/>
            <a:ext cx="10708" cy="275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6" name="C5-E07 line 264" descr="sci-ppt:o264"/>
          <p:cNvCxnSpPr/>
          <p:nvPr/>
        </p:nvCxnSpPr>
        <p:spPr>
          <a:xfrm>
            <a:off x="1622816" y="1477050"/>
            <a:ext cx="10708" cy="376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7" name="C5-E07 line 265" descr="sci-ppt:o265"/>
          <p:cNvCxnSpPr/>
          <p:nvPr/>
        </p:nvCxnSpPr>
        <p:spPr>
          <a:xfrm>
            <a:off x="1633524" y="1480813"/>
            <a:ext cx="10708" cy="454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8" name="C5-E07 line 266" descr="sci-ppt:o266"/>
          <p:cNvCxnSpPr/>
          <p:nvPr/>
        </p:nvCxnSpPr>
        <p:spPr>
          <a:xfrm>
            <a:off x="1644232" y="1485356"/>
            <a:ext cx="10708" cy="524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9" name="C5-E07 line 267" descr="sci-ppt:o267"/>
          <p:cNvCxnSpPr/>
          <p:nvPr/>
        </p:nvCxnSpPr>
        <p:spPr>
          <a:xfrm>
            <a:off x="1654940" y="1490598"/>
            <a:ext cx="10708" cy="577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0" name="C5-E07 line 268" descr="sci-ppt:o268"/>
          <p:cNvCxnSpPr/>
          <p:nvPr/>
        </p:nvCxnSpPr>
        <p:spPr>
          <a:xfrm>
            <a:off x="1665648" y="1496371"/>
            <a:ext cx="10708" cy="625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1" name="C5-E07 line 269" descr="sci-ppt:o269"/>
          <p:cNvCxnSpPr/>
          <p:nvPr/>
        </p:nvCxnSpPr>
        <p:spPr>
          <a:xfrm>
            <a:off x="1676356" y="1502627"/>
            <a:ext cx="10708" cy="661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2" name="C5-E07 line 270" descr="sci-ppt:o270"/>
          <p:cNvCxnSpPr/>
          <p:nvPr/>
        </p:nvCxnSpPr>
        <p:spPr>
          <a:xfrm>
            <a:off x="1687064" y="1509243"/>
            <a:ext cx="10708" cy="694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3" name="C5-E07 line 271" descr="sci-ppt:o271"/>
          <p:cNvCxnSpPr/>
          <p:nvPr/>
        </p:nvCxnSpPr>
        <p:spPr>
          <a:xfrm>
            <a:off x="1697772" y="1516192"/>
            <a:ext cx="10708" cy="719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4" name="C5-E07 line 272" descr="sci-ppt:o272"/>
          <p:cNvCxnSpPr/>
          <p:nvPr/>
        </p:nvCxnSpPr>
        <p:spPr>
          <a:xfrm>
            <a:off x="1708480" y="1523385"/>
            <a:ext cx="10708" cy="742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5" name="C5-E07 line 273" descr="sci-ppt:o273"/>
          <p:cNvCxnSpPr/>
          <p:nvPr/>
        </p:nvCxnSpPr>
        <p:spPr>
          <a:xfrm>
            <a:off x="1719188" y="1530806"/>
            <a:ext cx="10708" cy="758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6" name="C5-E07 line 274" descr="sci-ppt:o274"/>
          <p:cNvCxnSpPr/>
          <p:nvPr/>
        </p:nvCxnSpPr>
        <p:spPr>
          <a:xfrm>
            <a:off x="1729896" y="1538391"/>
            <a:ext cx="10708" cy="774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7" name="C5-E07 line 275" descr="sci-ppt:o275"/>
          <p:cNvCxnSpPr/>
          <p:nvPr/>
        </p:nvCxnSpPr>
        <p:spPr>
          <a:xfrm>
            <a:off x="1740604" y="1546131"/>
            <a:ext cx="10708" cy="784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8" name="C5-E07 line 276" descr="sci-ppt:o276"/>
          <p:cNvCxnSpPr/>
          <p:nvPr/>
        </p:nvCxnSpPr>
        <p:spPr>
          <a:xfrm>
            <a:off x="1751312" y="1553980"/>
            <a:ext cx="10708" cy="795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9" name="C5-E07 line 277" descr="sci-ppt:o277"/>
          <p:cNvCxnSpPr/>
          <p:nvPr/>
        </p:nvCxnSpPr>
        <p:spPr>
          <a:xfrm>
            <a:off x="1762020" y="1561933"/>
            <a:ext cx="10708" cy="802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0" name="C5-E07 line 278" descr="sci-ppt:o278"/>
          <p:cNvCxnSpPr/>
          <p:nvPr/>
        </p:nvCxnSpPr>
        <p:spPr>
          <a:xfrm>
            <a:off x="1772728" y="1569957"/>
            <a:ext cx="10708" cy="809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1" name="C5-E07 line 279" descr="sci-ppt:o279"/>
          <p:cNvCxnSpPr/>
          <p:nvPr/>
        </p:nvCxnSpPr>
        <p:spPr>
          <a:xfrm>
            <a:off x="1783436" y="1578050"/>
            <a:ext cx="10708" cy="813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2" name="C5-E07 line 280" descr="sci-ppt:o280"/>
          <p:cNvCxnSpPr/>
          <p:nvPr/>
        </p:nvCxnSpPr>
        <p:spPr>
          <a:xfrm>
            <a:off x="1794144" y="1586187"/>
            <a:ext cx="10708" cy="818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3" name="C5-E07 line 281" descr="sci-ppt:o281"/>
          <p:cNvCxnSpPr/>
          <p:nvPr/>
        </p:nvCxnSpPr>
        <p:spPr>
          <a:xfrm>
            <a:off x="1804852" y="1594369"/>
            <a:ext cx="10708" cy="820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4" name="C5-E07 line 282" descr="sci-ppt:o282"/>
          <p:cNvCxnSpPr/>
          <p:nvPr/>
        </p:nvCxnSpPr>
        <p:spPr>
          <a:xfrm>
            <a:off x="1815560" y="1602576"/>
            <a:ext cx="10708" cy="823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5" name="C5-E07 line 283" descr="sci-ppt:o283"/>
          <p:cNvCxnSpPr/>
          <p:nvPr/>
        </p:nvCxnSpPr>
        <p:spPr>
          <a:xfrm>
            <a:off x="1826268" y="1610810"/>
            <a:ext cx="10708" cy="824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6" name="C5-E07 line 284" descr="sci-ppt:o284"/>
          <p:cNvCxnSpPr/>
          <p:nvPr/>
        </p:nvCxnSpPr>
        <p:spPr>
          <a:xfrm>
            <a:off x="1836976" y="1619057"/>
            <a:ext cx="10708" cy="826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7" name="C5-E07 line 285" descr="sci-ppt:o285"/>
          <p:cNvCxnSpPr/>
          <p:nvPr/>
        </p:nvCxnSpPr>
        <p:spPr>
          <a:xfrm>
            <a:off x="1847684" y="1627317"/>
            <a:ext cx="10708" cy="826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8" name="C5-E07 line 286" descr="sci-ppt:o286"/>
          <p:cNvCxnSpPr/>
          <p:nvPr/>
        </p:nvCxnSpPr>
        <p:spPr>
          <a:xfrm>
            <a:off x="1858392" y="1635581"/>
            <a:ext cx="10708" cy="827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9" name="C5-E07 line 287" descr="sci-ppt:o287"/>
          <p:cNvCxnSpPr/>
          <p:nvPr/>
        </p:nvCxnSpPr>
        <p:spPr>
          <a:xfrm>
            <a:off x="1869100" y="1643851"/>
            <a:ext cx="10708" cy="826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0" name="C5-E07 line 288" descr="sci-ppt:o288"/>
          <p:cNvCxnSpPr/>
          <p:nvPr/>
        </p:nvCxnSpPr>
        <p:spPr>
          <a:xfrm>
            <a:off x="1879808" y="1652118"/>
            <a:ext cx="10708" cy="826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1" name="C5-E07 line 289" descr="sci-ppt:o289"/>
          <p:cNvCxnSpPr/>
          <p:nvPr/>
        </p:nvCxnSpPr>
        <p:spPr>
          <a:xfrm>
            <a:off x="1890516" y="1660384"/>
            <a:ext cx="10708" cy="826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2" name="C5-E07 line 290" descr="sci-ppt:o290"/>
          <p:cNvCxnSpPr/>
          <p:nvPr/>
        </p:nvCxnSpPr>
        <p:spPr>
          <a:xfrm>
            <a:off x="1901224" y="1668644"/>
            <a:ext cx="10708" cy="825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3" name="C5-E07 line 291" descr="sci-ppt:o291"/>
          <p:cNvCxnSpPr/>
          <p:nvPr/>
        </p:nvCxnSpPr>
        <p:spPr>
          <a:xfrm>
            <a:off x="1911932" y="1676899"/>
            <a:ext cx="10708" cy="824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4" name="C5-E07 line 292" descr="sci-ppt:o292"/>
          <p:cNvCxnSpPr/>
          <p:nvPr/>
        </p:nvCxnSpPr>
        <p:spPr>
          <a:xfrm>
            <a:off x="1922640" y="1685148"/>
            <a:ext cx="10708" cy="824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5" name="C5-E07 line 293" descr="sci-ppt:o293"/>
          <p:cNvCxnSpPr/>
          <p:nvPr/>
        </p:nvCxnSpPr>
        <p:spPr>
          <a:xfrm>
            <a:off x="1933348" y="1693389"/>
            <a:ext cx="10708" cy="823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6" name="C5-E07 line 294" descr="sci-ppt:o294"/>
          <p:cNvCxnSpPr/>
          <p:nvPr/>
        </p:nvCxnSpPr>
        <p:spPr>
          <a:xfrm>
            <a:off x="1944056" y="1701622"/>
            <a:ext cx="10708" cy="822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7" name="C5-E07 line 295" descr="sci-ppt:o295"/>
          <p:cNvCxnSpPr/>
          <p:nvPr/>
        </p:nvCxnSpPr>
        <p:spPr>
          <a:xfrm>
            <a:off x="1954764" y="1709848"/>
            <a:ext cx="10708" cy="821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8" name="C5-E07 line 296" descr="sci-ppt:o296"/>
          <p:cNvCxnSpPr/>
          <p:nvPr/>
        </p:nvCxnSpPr>
        <p:spPr>
          <a:xfrm>
            <a:off x="1965472" y="1718066"/>
            <a:ext cx="10708" cy="821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9" name="C5-E07 line 297" descr="sci-ppt:o297"/>
          <p:cNvCxnSpPr/>
          <p:nvPr/>
        </p:nvCxnSpPr>
        <p:spPr>
          <a:xfrm>
            <a:off x="1976180" y="1726277"/>
            <a:ext cx="10708" cy="820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0" name="C5-E07 line 298" descr="sci-ppt:o298"/>
          <p:cNvCxnSpPr/>
          <p:nvPr/>
        </p:nvCxnSpPr>
        <p:spPr>
          <a:xfrm>
            <a:off x="1986888" y="1734481"/>
            <a:ext cx="10708" cy="819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1" name="C5-E07 line 299" descr="sci-ppt:o299"/>
          <p:cNvCxnSpPr/>
          <p:nvPr/>
        </p:nvCxnSpPr>
        <p:spPr>
          <a:xfrm>
            <a:off x="1997596" y="1742678"/>
            <a:ext cx="10708" cy="819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2" name="C5-E07 line 300" descr="sci-ppt:o300"/>
          <p:cNvCxnSpPr/>
          <p:nvPr/>
        </p:nvCxnSpPr>
        <p:spPr>
          <a:xfrm>
            <a:off x="2008304" y="1750868"/>
            <a:ext cx="10708" cy="818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3" name="C5-E07 line 301" descr="sci-ppt:o301"/>
          <p:cNvCxnSpPr/>
          <p:nvPr/>
        </p:nvCxnSpPr>
        <p:spPr>
          <a:xfrm>
            <a:off x="2019012" y="1759051"/>
            <a:ext cx="10708" cy="817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4" name="C5-E07 line 302" descr="sci-ppt:o302"/>
          <p:cNvCxnSpPr/>
          <p:nvPr/>
        </p:nvCxnSpPr>
        <p:spPr>
          <a:xfrm>
            <a:off x="2029720" y="1767229"/>
            <a:ext cx="10708" cy="817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5" name="C5-E07 line 303" descr="sci-ppt:o303"/>
          <p:cNvCxnSpPr/>
          <p:nvPr/>
        </p:nvCxnSpPr>
        <p:spPr>
          <a:xfrm>
            <a:off x="2040428" y="1775400"/>
            <a:ext cx="10708" cy="816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6" name="C5-E07 line 304" descr="sci-ppt:o304"/>
          <p:cNvCxnSpPr/>
          <p:nvPr/>
        </p:nvCxnSpPr>
        <p:spPr>
          <a:xfrm>
            <a:off x="2051136" y="1783566"/>
            <a:ext cx="10708" cy="815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7" name="C5-E07 line 305" descr="sci-ppt:o305"/>
          <p:cNvCxnSpPr/>
          <p:nvPr/>
        </p:nvCxnSpPr>
        <p:spPr>
          <a:xfrm>
            <a:off x="2061844" y="1791725"/>
            <a:ext cx="10708" cy="815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8" name="C5-E07 line 306" descr="sci-ppt:o306"/>
          <p:cNvCxnSpPr/>
          <p:nvPr/>
        </p:nvCxnSpPr>
        <p:spPr>
          <a:xfrm>
            <a:off x="2072552" y="1799878"/>
            <a:ext cx="10708" cy="814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9" name="C5-E07 line 307" descr="sci-ppt:o307"/>
          <p:cNvCxnSpPr/>
          <p:nvPr/>
        </p:nvCxnSpPr>
        <p:spPr>
          <a:xfrm>
            <a:off x="2083260" y="1808025"/>
            <a:ext cx="10708" cy="814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0" name="C5-E07 line 308" descr="sci-ppt:o308"/>
          <p:cNvCxnSpPr/>
          <p:nvPr/>
        </p:nvCxnSpPr>
        <p:spPr>
          <a:xfrm>
            <a:off x="2093968" y="1816165"/>
            <a:ext cx="10708" cy="813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1" name="C5-E07 line 309" descr="sci-ppt:o309"/>
          <p:cNvCxnSpPr/>
          <p:nvPr/>
        </p:nvCxnSpPr>
        <p:spPr>
          <a:xfrm>
            <a:off x="2104676" y="1824299"/>
            <a:ext cx="10708" cy="812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2" name="C5-E07 line 310" descr="sci-ppt:o310"/>
          <p:cNvCxnSpPr/>
          <p:nvPr/>
        </p:nvCxnSpPr>
        <p:spPr>
          <a:xfrm>
            <a:off x="2115384" y="1832426"/>
            <a:ext cx="10708" cy="812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3" name="C5-E07 line 311" descr="sci-ppt:o311"/>
          <p:cNvCxnSpPr/>
          <p:nvPr/>
        </p:nvCxnSpPr>
        <p:spPr>
          <a:xfrm>
            <a:off x="2126092" y="1840547"/>
            <a:ext cx="10708" cy="811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4" name="C5-E07 line 312" descr="sci-ppt:o312"/>
          <p:cNvCxnSpPr/>
          <p:nvPr/>
        </p:nvCxnSpPr>
        <p:spPr>
          <a:xfrm>
            <a:off x="2136800" y="1848660"/>
            <a:ext cx="10708" cy="810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5" name="C5-E07 line 313" descr="sci-ppt:o313"/>
          <p:cNvCxnSpPr/>
          <p:nvPr/>
        </p:nvCxnSpPr>
        <p:spPr>
          <a:xfrm>
            <a:off x="2147508" y="1856767"/>
            <a:ext cx="10708" cy="809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6" name="C5-E07 line 314" descr="sci-ppt:o314"/>
          <p:cNvCxnSpPr/>
          <p:nvPr/>
        </p:nvCxnSpPr>
        <p:spPr>
          <a:xfrm>
            <a:off x="2158216" y="1864866"/>
            <a:ext cx="10708" cy="809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7" name="C5-E07 line 315" descr="sci-ppt:o315"/>
          <p:cNvCxnSpPr/>
          <p:nvPr/>
        </p:nvCxnSpPr>
        <p:spPr>
          <a:xfrm>
            <a:off x="2168924" y="1872958"/>
            <a:ext cx="10708" cy="808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8" name="C5-E07 line 316" descr="sci-ppt:o316"/>
          <p:cNvCxnSpPr/>
          <p:nvPr/>
        </p:nvCxnSpPr>
        <p:spPr>
          <a:xfrm>
            <a:off x="2179632" y="1881043"/>
            <a:ext cx="10708" cy="807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9" name="C5-E07 line 317" descr="sci-ppt:o317"/>
          <p:cNvCxnSpPr/>
          <p:nvPr/>
        </p:nvCxnSpPr>
        <p:spPr>
          <a:xfrm>
            <a:off x="2190340" y="1889121"/>
            <a:ext cx="10708" cy="807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0" name="C5-E07 line 318" descr="sci-ppt:o318"/>
          <p:cNvCxnSpPr/>
          <p:nvPr/>
        </p:nvCxnSpPr>
        <p:spPr>
          <a:xfrm>
            <a:off x="2201048" y="1897192"/>
            <a:ext cx="10708" cy="806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1" name="C5-E07 line 319" descr="sci-ppt:o319"/>
          <p:cNvCxnSpPr/>
          <p:nvPr/>
        </p:nvCxnSpPr>
        <p:spPr>
          <a:xfrm>
            <a:off x="2211756" y="1905255"/>
            <a:ext cx="10708" cy="805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2" name="C5-E07 line 320" descr="sci-ppt:o320"/>
          <p:cNvCxnSpPr/>
          <p:nvPr/>
        </p:nvCxnSpPr>
        <p:spPr>
          <a:xfrm>
            <a:off x="2222464" y="1913311"/>
            <a:ext cx="10708" cy="804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3" name="C5-E07 line 321" descr="sci-ppt:o321"/>
          <p:cNvCxnSpPr/>
          <p:nvPr/>
        </p:nvCxnSpPr>
        <p:spPr>
          <a:xfrm>
            <a:off x="2233172" y="1921360"/>
            <a:ext cx="10708" cy="804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4" name="C5-E07 line 322" descr="sci-ppt:o322"/>
          <p:cNvCxnSpPr/>
          <p:nvPr/>
        </p:nvCxnSpPr>
        <p:spPr>
          <a:xfrm>
            <a:off x="2243880" y="1929402"/>
            <a:ext cx="10708" cy="803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5" name="C5-E07 line 323" descr="sci-ppt:o323"/>
          <p:cNvCxnSpPr/>
          <p:nvPr/>
        </p:nvCxnSpPr>
        <p:spPr>
          <a:xfrm>
            <a:off x="2254588" y="1937437"/>
            <a:ext cx="10708" cy="802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6" name="C5-E07 line 324" descr="sci-ppt:o324"/>
          <p:cNvCxnSpPr/>
          <p:nvPr/>
        </p:nvCxnSpPr>
        <p:spPr>
          <a:xfrm>
            <a:off x="2265296" y="1945464"/>
            <a:ext cx="10708" cy="802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7" name="C5-E07 line 325" descr="sci-ppt:o325"/>
          <p:cNvCxnSpPr/>
          <p:nvPr/>
        </p:nvCxnSpPr>
        <p:spPr>
          <a:xfrm>
            <a:off x="2276004" y="1953485"/>
            <a:ext cx="10708" cy="801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8" name="C5-E07 line 326" descr="sci-ppt:o326"/>
          <p:cNvCxnSpPr/>
          <p:nvPr/>
        </p:nvCxnSpPr>
        <p:spPr>
          <a:xfrm>
            <a:off x="2286712" y="1961499"/>
            <a:ext cx="10708" cy="800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9" name="C5-E07 line 327" descr="sci-ppt:o327"/>
          <p:cNvCxnSpPr/>
          <p:nvPr/>
        </p:nvCxnSpPr>
        <p:spPr>
          <a:xfrm>
            <a:off x="2297420" y="1969506"/>
            <a:ext cx="10708" cy="800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0" name="C5-E07 line 328" descr="sci-ppt:o328"/>
          <p:cNvCxnSpPr/>
          <p:nvPr/>
        </p:nvCxnSpPr>
        <p:spPr>
          <a:xfrm>
            <a:off x="2308128" y="1977506"/>
            <a:ext cx="10708" cy="799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1" name="C5-E07 line 329" descr="sci-ppt:o329"/>
          <p:cNvCxnSpPr/>
          <p:nvPr/>
        </p:nvCxnSpPr>
        <p:spPr>
          <a:xfrm>
            <a:off x="2318836" y="1985499"/>
            <a:ext cx="10708" cy="798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2" name="C5-E07 line 330" descr="sci-ppt:o330"/>
          <p:cNvCxnSpPr/>
          <p:nvPr/>
        </p:nvCxnSpPr>
        <p:spPr>
          <a:xfrm>
            <a:off x="2329544" y="1993487"/>
            <a:ext cx="10708" cy="798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3" name="C5-E07 line 331" descr="sci-ppt:o331"/>
          <p:cNvCxnSpPr/>
          <p:nvPr/>
        </p:nvCxnSpPr>
        <p:spPr>
          <a:xfrm>
            <a:off x="2340252" y="2001468"/>
            <a:ext cx="10708" cy="797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4" name="C5-E07 line 332" descr="sci-ppt:o332"/>
          <p:cNvCxnSpPr/>
          <p:nvPr/>
        </p:nvCxnSpPr>
        <p:spPr>
          <a:xfrm>
            <a:off x="2350960" y="2009442"/>
            <a:ext cx="10708" cy="796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5" name="C5-E07 line 333" descr="sci-ppt:o333"/>
          <p:cNvCxnSpPr/>
          <p:nvPr/>
        </p:nvCxnSpPr>
        <p:spPr>
          <a:xfrm>
            <a:off x="2361668" y="2017410"/>
            <a:ext cx="10708" cy="796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6" name="C5-E07 line 334" descr="sci-ppt:o334"/>
          <p:cNvCxnSpPr/>
          <p:nvPr/>
        </p:nvCxnSpPr>
        <p:spPr>
          <a:xfrm>
            <a:off x="2372376" y="2025373"/>
            <a:ext cx="10708" cy="795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7" name="C5-E07 line 335" descr="sci-ppt:o335"/>
          <p:cNvCxnSpPr/>
          <p:nvPr/>
        </p:nvCxnSpPr>
        <p:spPr>
          <a:xfrm>
            <a:off x="2383084" y="2033329"/>
            <a:ext cx="10708" cy="795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8" name="C5-E07 line 336" descr="sci-ppt:o336"/>
          <p:cNvCxnSpPr/>
          <p:nvPr/>
        </p:nvCxnSpPr>
        <p:spPr>
          <a:xfrm>
            <a:off x="2393792" y="2041279"/>
            <a:ext cx="10708" cy="794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9" name="C5-E07 line 337" descr="sci-ppt:o337"/>
          <p:cNvCxnSpPr/>
          <p:nvPr/>
        </p:nvCxnSpPr>
        <p:spPr>
          <a:xfrm>
            <a:off x="2404500" y="2049223"/>
            <a:ext cx="10708" cy="793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0" name="C5-E07 line 338" descr="sci-ppt:o338"/>
          <p:cNvCxnSpPr/>
          <p:nvPr/>
        </p:nvCxnSpPr>
        <p:spPr>
          <a:xfrm>
            <a:off x="2415208" y="2057160"/>
            <a:ext cx="10708" cy="793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1" name="C5-E07 line 339" descr="sci-ppt:o339"/>
          <p:cNvCxnSpPr/>
          <p:nvPr/>
        </p:nvCxnSpPr>
        <p:spPr>
          <a:xfrm>
            <a:off x="2425916" y="2065092"/>
            <a:ext cx="10708" cy="792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2" name="C5-E07 line 340" descr="sci-ppt:o340"/>
          <p:cNvCxnSpPr/>
          <p:nvPr/>
        </p:nvCxnSpPr>
        <p:spPr>
          <a:xfrm>
            <a:off x="2436624" y="2073017"/>
            <a:ext cx="10708" cy="791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3" name="C5-E07 line 341" descr="sci-ppt:o341"/>
          <p:cNvCxnSpPr/>
          <p:nvPr/>
        </p:nvCxnSpPr>
        <p:spPr>
          <a:xfrm>
            <a:off x="2447332" y="2080936"/>
            <a:ext cx="10708" cy="791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4" name="C5-E07 line 342" descr="sci-ppt:o342"/>
          <p:cNvCxnSpPr/>
          <p:nvPr/>
        </p:nvCxnSpPr>
        <p:spPr>
          <a:xfrm>
            <a:off x="2458040" y="2088849"/>
            <a:ext cx="10708" cy="790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5" name="C5-E07 line 343" descr="sci-ppt:o343"/>
          <p:cNvCxnSpPr/>
          <p:nvPr/>
        </p:nvCxnSpPr>
        <p:spPr>
          <a:xfrm>
            <a:off x="2468748" y="2096755"/>
            <a:ext cx="10708" cy="790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6" name="C5-E07 line 344" descr="sci-ppt:o344"/>
          <p:cNvCxnSpPr/>
          <p:nvPr/>
        </p:nvCxnSpPr>
        <p:spPr>
          <a:xfrm>
            <a:off x="2479456" y="2104655"/>
            <a:ext cx="10708" cy="789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7" name="C5-E07 line 345" descr="sci-ppt:o345"/>
          <p:cNvCxnSpPr/>
          <p:nvPr/>
        </p:nvCxnSpPr>
        <p:spPr>
          <a:xfrm>
            <a:off x="2490164" y="2112547"/>
            <a:ext cx="10708" cy="788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8" name="C5-E07 line 346" descr="sci-ppt:o346"/>
          <p:cNvCxnSpPr/>
          <p:nvPr/>
        </p:nvCxnSpPr>
        <p:spPr>
          <a:xfrm>
            <a:off x="2500872" y="2120433"/>
            <a:ext cx="10708" cy="787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9" name="C5-E07 line 347" descr="sci-ppt:o347"/>
          <p:cNvCxnSpPr/>
          <p:nvPr/>
        </p:nvCxnSpPr>
        <p:spPr>
          <a:xfrm>
            <a:off x="2511580" y="2128311"/>
            <a:ext cx="10708" cy="787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0" name="C5-E07 line 348" descr="sci-ppt:o348"/>
          <p:cNvCxnSpPr/>
          <p:nvPr/>
        </p:nvCxnSpPr>
        <p:spPr>
          <a:xfrm>
            <a:off x="2522288" y="2136182"/>
            <a:ext cx="10708" cy="786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1" name="C5-E07 line 349" descr="sci-ppt:o349"/>
          <p:cNvCxnSpPr/>
          <p:nvPr/>
        </p:nvCxnSpPr>
        <p:spPr>
          <a:xfrm>
            <a:off x="2532996" y="2144046"/>
            <a:ext cx="10708" cy="785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2" name="C5-E07 line 350" descr="sci-ppt:o350"/>
          <p:cNvCxnSpPr/>
          <p:nvPr/>
        </p:nvCxnSpPr>
        <p:spPr>
          <a:xfrm>
            <a:off x="2543704" y="2151902"/>
            <a:ext cx="10708" cy="784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3" name="C5-E07 line 351" descr="sci-ppt:o351"/>
          <p:cNvCxnSpPr/>
          <p:nvPr/>
        </p:nvCxnSpPr>
        <p:spPr>
          <a:xfrm>
            <a:off x="2554412" y="2159750"/>
            <a:ext cx="10708" cy="784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4" name="C5-E07 line 352" descr="sci-ppt:o352"/>
          <p:cNvCxnSpPr/>
          <p:nvPr/>
        </p:nvCxnSpPr>
        <p:spPr>
          <a:xfrm>
            <a:off x="2565120" y="2167591"/>
            <a:ext cx="10708" cy="783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5" name="C5-E07 line 353" descr="sci-ppt:o353"/>
          <p:cNvCxnSpPr/>
          <p:nvPr/>
        </p:nvCxnSpPr>
        <p:spPr>
          <a:xfrm>
            <a:off x="2575828" y="2175423"/>
            <a:ext cx="10708" cy="782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6" name="C5-E07 line 354" descr="sci-ppt:o354"/>
          <p:cNvCxnSpPr/>
          <p:nvPr/>
        </p:nvCxnSpPr>
        <p:spPr>
          <a:xfrm>
            <a:off x="2586536" y="2183248"/>
            <a:ext cx="10708" cy="781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7" name="C5-E07 line 355" descr="sci-ppt:o355"/>
          <p:cNvCxnSpPr/>
          <p:nvPr/>
        </p:nvCxnSpPr>
        <p:spPr>
          <a:xfrm>
            <a:off x="2597244" y="2191065"/>
            <a:ext cx="10708" cy="780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8" name="C5-E07 line 356" descr="sci-ppt:o356"/>
          <p:cNvCxnSpPr/>
          <p:nvPr/>
        </p:nvCxnSpPr>
        <p:spPr>
          <a:xfrm>
            <a:off x="2607952" y="2198873"/>
            <a:ext cx="10708" cy="780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9" name="C5-E07 line 357" descr="sci-ppt:o357"/>
          <p:cNvCxnSpPr/>
          <p:nvPr/>
        </p:nvCxnSpPr>
        <p:spPr>
          <a:xfrm>
            <a:off x="2618660" y="2206674"/>
            <a:ext cx="10708" cy="779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0" name="C5-E07 line 358" descr="sci-ppt:o358"/>
          <p:cNvCxnSpPr/>
          <p:nvPr/>
        </p:nvCxnSpPr>
        <p:spPr>
          <a:xfrm>
            <a:off x="2629368" y="2214468"/>
            <a:ext cx="10708" cy="778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1" name="C5-E07 line 359" descr="sci-ppt:o359"/>
          <p:cNvCxnSpPr/>
          <p:nvPr/>
        </p:nvCxnSpPr>
        <p:spPr>
          <a:xfrm>
            <a:off x="2640076" y="2222254"/>
            <a:ext cx="10708" cy="777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2" name="C5-E07 line 360" descr="sci-ppt:o360"/>
          <p:cNvCxnSpPr/>
          <p:nvPr/>
        </p:nvCxnSpPr>
        <p:spPr>
          <a:xfrm>
            <a:off x="2650784" y="2230032"/>
            <a:ext cx="10708" cy="777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3" name="C5-E07 line 361" descr="sci-ppt:o361"/>
          <p:cNvCxnSpPr/>
          <p:nvPr/>
        </p:nvCxnSpPr>
        <p:spPr>
          <a:xfrm>
            <a:off x="2661492" y="2237804"/>
            <a:ext cx="10708" cy="776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4" name="C5-E07 line 362" descr="sci-ppt:o362"/>
          <p:cNvCxnSpPr/>
          <p:nvPr/>
        </p:nvCxnSpPr>
        <p:spPr>
          <a:xfrm>
            <a:off x="2672200" y="2245569"/>
            <a:ext cx="10708" cy="775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5" name="C5-E07 line 363" descr="sci-ppt:o363"/>
          <p:cNvCxnSpPr/>
          <p:nvPr/>
        </p:nvCxnSpPr>
        <p:spPr>
          <a:xfrm>
            <a:off x="2682908" y="2253328"/>
            <a:ext cx="10708" cy="775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6" name="C5-E07 line 364" descr="sci-ppt:o364"/>
          <p:cNvCxnSpPr/>
          <p:nvPr/>
        </p:nvCxnSpPr>
        <p:spPr>
          <a:xfrm>
            <a:off x="2693616" y="2261081"/>
            <a:ext cx="10708" cy="774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7" name="C5-E07 line 365" descr="sci-ppt:o365"/>
          <p:cNvCxnSpPr/>
          <p:nvPr/>
        </p:nvCxnSpPr>
        <p:spPr>
          <a:xfrm>
            <a:off x="2704324" y="2268827"/>
            <a:ext cx="10708" cy="774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8" name="C5-E07 line 366" descr="sci-ppt:o366"/>
          <p:cNvCxnSpPr/>
          <p:nvPr/>
        </p:nvCxnSpPr>
        <p:spPr>
          <a:xfrm>
            <a:off x="2715032" y="2276569"/>
            <a:ext cx="10708" cy="773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9" name="C5-E07 line 367" descr="sci-ppt:o367"/>
          <p:cNvCxnSpPr/>
          <p:nvPr/>
        </p:nvCxnSpPr>
        <p:spPr>
          <a:xfrm>
            <a:off x="2725740" y="2284304"/>
            <a:ext cx="10708" cy="773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0" name="C5-E07 line 368" descr="sci-ppt:o368"/>
          <p:cNvCxnSpPr/>
          <p:nvPr/>
        </p:nvCxnSpPr>
        <p:spPr>
          <a:xfrm>
            <a:off x="2736448" y="2292034"/>
            <a:ext cx="10708" cy="772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1" name="C5-E07 line 369" descr="sci-ppt:o369"/>
          <p:cNvCxnSpPr/>
          <p:nvPr/>
        </p:nvCxnSpPr>
        <p:spPr>
          <a:xfrm>
            <a:off x="2747156" y="2299759"/>
            <a:ext cx="10708" cy="772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2" name="C5-E07 line 370" descr="sci-ppt:o370"/>
          <p:cNvCxnSpPr/>
          <p:nvPr/>
        </p:nvCxnSpPr>
        <p:spPr>
          <a:xfrm>
            <a:off x="2757864" y="2307479"/>
            <a:ext cx="10708" cy="771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3" name="C5-E07 line 371" descr="sci-ppt:o371"/>
          <p:cNvCxnSpPr/>
          <p:nvPr/>
        </p:nvCxnSpPr>
        <p:spPr>
          <a:xfrm>
            <a:off x="2768572" y="2315193"/>
            <a:ext cx="10708" cy="770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4" name="C5-E07 line 372" descr="sci-ppt:o372"/>
          <p:cNvCxnSpPr/>
          <p:nvPr/>
        </p:nvCxnSpPr>
        <p:spPr>
          <a:xfrm>
            <a:off x="2779280" y="2322902"/>
            <a:ext cx="10708" cy="770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5" name="C5-E07 line 373" descr="sci-ppt:o373"/>
          <p:cNvCxnSpPr/>
          <p:nvPr/>
        </p:nvCxnSpPr>
        <p:spPr>
          <a:xfrm>
            <a:off x="2789988" y="2330606"/>
            <a:ext cx="10708" cy="769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6" name="C5-E07 line 374" descr="sci-ppt:o374"/>
          <p:cNvCxnSpPr/>
          <p:nvPr/>
        </p:nvCxnSpPr>
        <p:spPr>
          <a:xfrm>
            <a:off x="2800696" y="2338304"/>
            <a:ext cx="10708" cy="769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7" name="C5-E07 line 375" descr="sci-ppt:o375"/>
          <p:cNvCxnSpPr/>
          <p:nvPr/>
        </p:nvCxnSpPr>
        <p:spPr>
          <a:xfrm>
            <a:off x="2811404" y="2345996"/>
            <a:ext cx="10708" cy="768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8" name="C5-E07 line 376" descr="sci-ppt:o376"/>
          <p:cNvCxnSpPr/>
          <p:nvPr/>
        </p:nvCxnSpPr>
        <p:spPr>
          <a:xfrm>
            <a:off x="2822112" y="2353682"/>
            <a:ext cx="10708" cy="768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9" name="C5-E07 line 377" descr="sci-ppt:o377"/>
          <p:cNvCxnSpPr/>
          <p:nvPr/>
        </p:nvCxnSpPr>
        <p:spPr>
          <a:xfrm>
            <a:off x="2832820" y="2361362"/>
            <a:ext cx="10708" cy="767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0" name="C5-E07 line 378" descr="sci-ppt:o378"/>
          <p:cNvCxnSpPr/>
          <p:nvPr/>
        </p:nvCxnSpPr>
        <p:spPr>
          <a:xfrm>
            <a:off x="2843528" y="2369035"/>
            <a:ext cx="10708" cy="766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1" name="C5-E07 line 379" descr="sci-ppt:o379"/>
          <p:cNvCxnSpPr/>
          <p:nvPr/>
        </p:nvCxnSpPr>
        <p:spPr>
          <a:xfrm>
            <a:off x="2854236" y="2376701"/>
            <a:ext cx="10708" cy="766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2" name="C5-E07 line 380" descr="sci-ppt:o380"/>
          <p:cNvCxnSpPr/>
          <p:nvPr/>
        </p:nvCxnSpPr>
        <p:spPr>
          <a:xfrm>
            <a:off x="2864944" y="2384361"/>
            <a:ext cx="10708" cy="765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3" name="C5-E07 line 381" descr="sci-ppt:o381"/>
          <p:cNvCxnSpPr/>
          <p:nvPr/>
        </p:nvCxnSpPr>
        <p:spPr>
          <a:xfrm>
            <a:off x="2875652" y="2392014"/>
            <a:ext cx="10708" cy="764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4" name="C5-E07 line 382" descr="sci-ppt:o382"/>
          <p:cNvCxnSpPr/>
          <p:nvPr/>
        </p:nvCxnSpPr>
        <p:spPr>
          <a:xfrm>
            <a:off x="2886360" y="2399659"/>
            <a:ext cx="10708" cy="763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5" name="C5-E07 line 383" descr="sci-ppt:o383"/>
          <p:cNvCxnSpPr/>
          <p:nvPr/>
        </p:nvCxnSpPr>
        <p:spPr>
          <a:xfrm>
            <a:off x="2897068" y="2407297"/>
            <a:ext cx="10708" cy="763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6" name="C5-E07 line 384" descr="sci-ppt:o384"/>
          <p:cNvCxnSpPr/>
          <p:nvPr/>
        </p:nvCxnSpPr>
        <p:spPr>
          <a:xfrm>
            <a:off x="2907776" y="2414928"/>
            <a:ext cx="10708" cy="762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7" name="C5-E07 line 385" descr="sci-ppt:o385"/>
          <p:cNvCxnSpPr/>
          <p:nvPr/>
        </p:nvCxnSpPr>
        <p:spPr>
          <a:xfrm>
            <a:off x="2918484" y="2422551"/>
            <a:ext cx="10708" cy="761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8" name="C5-E07 line 386" descr="sci-ppt:o386"/>
          <p:cNvCxnSpPr/>
          <p:nvPr/>
        </p:nvCxnSpPr>
        <p:spPr>
          <a:xfrm>
            <a:off x="2929192" y="2430166"/>
            <a:ext cx="10708" cy="760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9" name="C5-E07 line 387" descr="sci-ppt:o387"/>
          <p:cNvCxnSpPr/>
          <p:nvPr/>
        </p:nvCxnSpPr>
        <p:spPr>
          <a:xfrm>
            <a:off x="2939900" y="2437774"/>
            <a:ext cx="10708" cy="760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0" name="C5-E07 line 388" descr="sci-ppt:o388"/>
          <p:cNvCxnSpPr/>
          <p:nvPr/>
        </p:nvCxnSpPr>
        <p:spPr>
          <a:xfrm>
            <a:off x="2950608" y="2445374"/>
            <a:ext cx="10708" cy="759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1" name="C5-E07 line 389" descr="sci-ppt:o389"/>
          <p:cNvCxnSpPr/>
          <p:nvPr/>
        </p:nvCxnSpPr>
        <p:spPr>
          <a:xfrm>
            <a:off x="2961316" y="2452965"/>
            <a:ext cx="10708" cy="758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2" name="C5-E07 line 390" descr="sci-ppt:o390"/>
          <p:cNvCxnSpPr/>
          <p:nvPr/>
        </p:nvCxnSpPr>
        <p:spPr>
          <a:xfrm>
            <a:off x="2972024" y="2460549"/>
            <a:ext cx="10708" cy="757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3" name="C5-E07 line 391" descr="sci-ppt:o391"/>
          <p:cNvCxnSpPr/>
          <p:nvPr/>
        </p:nvCxnSpPr>
        <p:spPr>
          <a:xfrm>
            <a:off x="2982732" y="2468124"/>
            <a:ext cx="10708" cy="756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4" name="C5-E07 line 392" descr="sci-ppt:o392"/>
          <p:cNvCxnSpPr/>
          <p:nvPr/>
        </p:nvCxnSpPr>
        <p:spPr>
          <a:xfrm>
            <a:off x="2993440" y="2475692"/>
            <a:ext cx="10708" cy="756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5" name="C5-E07 line 393" descr="sci-ppt:o393"/>
          <p:cNvCxnSpPr/>
          <p:nvPr/>
        </p:nvCxnSpPr>
        <p:spPr>
          <a:xfrm>
            <a:off x="3004148" y="2483252"/>
            <a:ext cx="10708" cy="755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6" name="C5-E07 line 394" descr="sci-ppt:o394"/>
          <p:cNvCxnSpPr/>
          <p:nvPr/>
        </p:nvCxnSpPr>
        <p:spPr>
          <a:xfrm>
            <a:off x="3014856" y="2490804"/>
            <a:ext cx="10708" cy="754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7" name="C5-E07 line 395" descr="sci-ppt:o395"/>
          <p:cNvCxnSpPr/>
          <p:nvPr/>
        </p:nvCxnSpPr>
        <p:spPr>
          <a:xfrm>
            <a:off x="3025564" y="2498348"/>
            <a:ext cx="10708" cy="753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8" name="C5-E07 line 396" descr="sci-ppt:o396"/>
          <p:cNvCxnSpPr/>
          <p:nvPr/>
        </p:nvCxnSpPr>
        <p:spPr>
          <a:xfrm>
            <a:off x="3036272" y="2505885"/>
            <a:ext cx="10708" cy="752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9" name="C5-E07 line 397" descr="sci-ppt:o397"/>
          <p:cNvCxnSpPr/>
          <p:nvPr/>
        </p:nvCxnSpPr>
        <p:spPr>
          <a:xfrm>
            <a:off x="3046980" y="2513414"/>
            <a:ext cx="10708" cy="752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0" name="C5-E07 line 398" descr="sci-ppt:o398"/>
          <p:cNvCxnSpPr/>
          <p:nvPr/>
        </p:nvCxnSpPr>
        <p:spPr>
          <a:xfrm>
            <a:off x="3057688" y="2520936"/>
            <a:ext cx="10708" cy="751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1" name="C5-E07 line 399" descr="sci-ppt:o399"/>
          <p:cNvCxnSpPr/>
          <p:nvPr/>
        </p:nvCxnSpPr>
        <p:spPr>
          <a:xfrm>
            <a:off x="3068396" y="2528452"/>
            <a:ext cx="10708" cy="750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2" name="C5-E07 line 400" descr="sci-ppt:o400"/>
          <p:cNvCxnSpPr/>
          <p:nvPr/>
        </p:nvCxnSpPr>
        <p:spPr>
          <a:xfrm>
            <a:off x="3079104" y="2535961"/>
            <a:ext cx="10708" cy="750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3" name="C5-E07 line 401" descr="sci-ppt:o401"/>
          <p:cNvCxnSpPr/>
          <p:nvPr/>
        </p:nvCxnSpPr>
        <p:spPr>
          <a:xfrm>
            <a:off x="3089812" y="2543463"/>
            <a:ext cx="10708" cy="749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4" name="C5-E07 line 402" descr="sci-ppt:o402"/>
          <p:cNvCxnSpPr/>
          <p:nvPr/>
        </p:nvCxnSpPr>
        <p:spPr>
          <a:xfrm>
            <a:off x="3100520" y="2550959"/>
            <a:ext cx="10708" cy="749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5" name="C5-E07 line 403" descr="sci-ppt:o403"/>
          <p:cNvCxnSpPr/>
          <p:nvPr/>
        </p:nvCxnSpPr>
        <p:spPr>
          <a:xfrm>
            <a:off x="3111228" y="2558450"/>
            <a:ext cx="10708" cy="748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6" name="C5-E07 line 404" descr="sci-ppt:o404"/>
          <p:cNvCxnSpPr/>
          <p:nvPr/>
        </p:nvCxnSpPr>
        <p:spPr>
          <a:xfrm>
            <a:off x="3121936" y="2565936"/>
            <a:ext cx="10708" cy="747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7" name="C5-E07 line 405" descr="sci-ppt:o405"/>
          <p:cNvCxnSpPr/>
          <p:nvPr/>
        </p:nvCxnSpPr>
        <p:spPr>
          <a:xfrm>
            <a:off x="3132644" y="2573415"/>
            <a:ext cx="10708" cy="747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8" name="C5-E07 line 406" descr="sci-ppt:o406"/>
          <p:cNvCxnSpPr/>
          <p:nvPr/>
        </p:nvCxnSpPr>
        <p:spPr>
          <a:xfrm>
            <a:off x="3143352" y="2580890"/>
            <a:ext cx="10708" cy="747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9" name="C5-E07 line 407" descr="sci-ppt:o407"/>
          <p:cNvCxnSpPr/>
          <p:nvPr/>
        </p:nvCxnSpPr>
        <p:spPr>
          <a:xfrm>
            <a:off x="3154060" y="2588360"/>
            <a:ext cx="10708" cy="746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0" name="C5-E07 line 408" descr="sci-ppt:o408"/>
          <p:cNvCxnSpPr/>
          <p:nvPr/>
        </p:nvCxnSpPr>
        <p:spPr>
          <a:xfrm>
            <a:off x="3164768" y="2595826"/>
            <a:ext cx="10708" cy="746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1" name="C5-E07 line 409" descr="sci-ppt:o409"/>
          <p:cNvCxnSpPr/>
          <p:nvPr/>
        </p:nvCxnSpPr>
        <p:spPr>
          <a:xfrm>
            <a:off x="3175476" y="2603287"/>
            <a:ext cx="10708" cy="745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2" name="C5-E07 line 410" descr="sci-ppt:o410"/>
          <p:cNvCxnSpPr/>
          <p:nvPr/>
        </p:nvCxnSpPr>
        <p:spPr>
          <a:xfrm>
            <a:off x="3186184" y="2610745"/>
            <a:ext cx="10708" cy="745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3" name="C5-E07 line 411" descr="sci-ppt:o411"/>
          <p:cNvCxnSpPr/>
          <p:nvPr/>
        </p:nvCxnSpPr>
        <p:spPr>
          <a:xfrm>
            <a:off x="3196892" y="2618200"/>
            <a:ext cx="10708" cy="745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4" name="C5-E07 line 412" descr="sci-ppt:o412"/>
          <p:cNvCxnSpPr/>
          <p:nvPr/>
        </p:nvCxnSpPr>
        <p:spPr>
          <a:xfrm>
            <a:off x="3207600" y="2625652"/>
            <a:ext cx="10708" cy="744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5" name="C5-E07 line 413" descr="sci-ppt:o413"/>
          <p:cNvCxnSpPr/>
          <p:nvPr/>
        </p:nvCxnSpPr>
        <p:spPr>
          <a:xfrm>
            <a:off x="3218308" y="2633101"/>
            <a:ext cx="10708" cy="744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6" name="C5-E07 line 414" descr="sci-ppt:o414"/>
          <p:cNvCxnSpPr/>
          <p:nvPr/>
        </p:nvCxnSpPr>
        <p:spPr>
          <a:xfrm>
            <a:off x="3229016" y="2640549"/>
            <a:ext cx="10708" cy="744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7" name="C5-E07 line 415" descr="sci-ppt:o415"/>
          <p:cNvCxnSpPr/>
          <p:nvPr/>
        </p:nvCxnSpPr>
        <p:spPr>
          <a:xfrm>
            <a:off x="3239724" y="2647996"/>
            <a:ext cx="10708" cy="744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8" name="C5-E07 line 416" descr="sci-ppt:o416"/>
          <p:cNvCxnSpPr/>
          <p:nvPr/>
        </p:nvCxnSpPr>
        <p:spPr>
          <a:xfrm>
            <a:off x="3250432" y="2655441"/>
            <a:ext cx="10708" cy="744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9" name="C5-E07 line 417" descr="sci-ppt:o417"/>
          <p:cNvCxnSpPr/>
          <p:nvPr/>
        </p:nvCxnSpPr>
        <p:spPr>
          <a:xfrm>
            <a:off x="3261140" y="2662889"/>
            <a:ext cx="10708" cy="744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0" name="C5-E07 line 418" descr="sci-ppt:o418"/>
          <p:cNvCxnSpPr/>
          <p:nvPr/>
        </p:nvCxnSpPr>
        <p:spPr>
          <a:xfrm>
            <a:off x="3271848" y="2670338"/>
            <a:ext cx="10708" cy="745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1" name="C5-E07 line 419" descr="sci-ppt:o419"/>
          <p:cNvCxnSpPr/>
          <p:nvPr/>
        </p:nvCxnSpPr>
        <p:spPr>
          <a:xfrm>
            <a:off x="3282556" y="2677789"/>
            <a:ext cx="10708" cy="745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2" name="C5-E07 line 420" descr="sci-ppt:o420"/>
          <p:cNvCxnSpPr/>
          <p:nvPr/>
        </p:nvCxnSpPr>
        <p:spPr>
          <a:xfrm>
            <a:off x="3293264" y="2685242"/>
            <a:ext cx="10708" cy="746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3" name="C5-E07 line 421" descr="sci-ppt:o421"/>
          <p:cNvCxnSpPr/>
          <p:nvPr/>
        </p:nvCxnSpPr>
        <p:spPr>
          <a:xfrm>
            <a:off x="3303972" y="2692706"/>
            <a:ext cx="10708" cy="746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4" name="C5-E07 line 422" descr="sci-ppt:o422"/>
          <p:cNvCxnSpPr/>
          <p:nvPr/>
        </p:nvCxnSpPr>
        <p:spPr>
          <a:xfrm>
            <a:off x="3314680" y="2700175"/>
            <a:ext cx="10708" cy="747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5" name="C5-E07 line 423" descr="sci-ppt:o423"/>
          <p:cNvCxnSpPr/>
          <p:nvPr/>
        </p:nvCxnSpPr>
        <p:spPr>
          <a:xfrm>
            <a:off x="3325388" y="2707650"/>
            <a:ext cx="10708" cy="748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6" name="C5-E07 line 424" descr="sci-ppt:o424"/>
          <p:cNvCxnSpPr/>
          <p:nvPr/>
        </p:nvCxnSpPr>
        <p:spPr>
          <a:xfrm>
            <a:off x="3336096" y="2715138"/>
            <a:ext cx="10708" cy="750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7" name="C5-E07 line 425" descr="sci-ppt:o425"/>
          <p:cNvCxnSpPr/>
          <p:nvPr/>
        </p:nvCxnSpPr>
        <p:spPr>
          <a:xfrm>
            <a:off x="3346804" y="2722642"/>
            <a:ext cx="10708" cy="751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8" name="C5-E07 line 426" descr="sci-ppt:o426"/>
          <p:cNvCxnSpPr/>
          <p:nvPr/>
        </p:nvCxnSpPr>
        <p:spPr>
          <a:xfrm>
            <a:off x="3357512" y="2730157"/>
            <a:ext cx="10709" cy="752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9" name="C5-E07 line 427" descr="sci-ppt:o427"/>
          <p:cNvCxnSpPr/>
          <p:nvPr/>
        </p:nvCxnSpPr>
        <p:spPr>
          <a:xfrm>
            <a:off x="3368221" y="2737685"/>
            <a:ext cx="10708" cy="755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0" name="C5-E07 line 428" descr="sci-ppt:o428"/>
          <p:cNvCxnSpPr/>
          <p:nvPr/>
        </p:nvCxnSpPr>
        <p:spPr>
          <a:xfrm>
            <a:off x="3378929" y="2745240"/>
            <a:ext cx="10708" cy="757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1" name="C5-E07 line 429" descr="sci-ppt:o429"/>
          <p:cNvCxnSpPr/>
          <p:nvPr/>
        </p:nvCxnSpPr>
        <p:spPr>
          <a:xfrm>
            <a:off x="3389637" y="2752814"/>
            <a:ext cx="10708" cy="759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2" name="C5-E07 line 430" descr="sci-ppt:o430"/>
          <p:cNvCxnSpPr/>
          <p:nvPr/>
        </p:nvCxnSpPr>
        <p:spPr>
          <a:xfrm>
            <a:off x="3400345" y="2760406"/>
            <a:ext cx="10708" cy="761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3" name="C5-E07 line 431" descr="sci-ppt:o431"/>
          <p:cNvCxnSpPr/>
          <p:nvPr/>
        </p:nvCxnSpPr>
        <p:spPr>
          <a:xfrm>
            <a:off x="3411053" y="2768023"/>
            <a:ext cx="10708" cy="764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4" name="C5-E07 line 432" descr="sci-ppt:o432"/>
          <p:cNvCxnSpPr/>
          <p:nvPr/>
        </p:nvCxnSpPr>
        <p:spPr>
          <a:xfrm>
            <a:off x="3421761" y="2775669"/>
            <a:ext cx="10708" cy="767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5" name="C5-E07 line 433" descr="sci-ppt:o433"/>
          <p:cNvCxnSpPr/>
          <p:nvPr/>
        </p:nvCxnSpPr>
        <p:spPr>
          <a:xfrm>
            <a:off x="3432469" y="2783339"/>
            <a:ext cx="10708" cy="769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6" name="C5-E07 line 434" descr="sci-ppt:o434"/>
          <p:cNvCxnSpPr/>
          <p:nvPr/>
        </p:nvCxnSpPr>
        <p:spPr>
          <a:xfrm>
            <a:off x="3443177" y="2791034"/>
            <a:ext cx="10708" cy="772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7" name="C5-E07 line 435" descr="sci-ppt:o435"/>
          <p:cNvCxnSpPr/>
          <p:nvPr/>
        </p:nvCxnSpPr>
        <p:spPr>
          <a:xfrm>
            <a:off x="3453885" y="2798758"/>
            <a:ext cx="10708" cy="775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8" name="C5-E07 line 436" descr="sci-ppt:o436"/>
          <p:cNvCxnSpPr/>
          <p:nvPr/>
        </p:nvCxnSpPr>
        <p:spPr>
          <a:xfrm>
            <a:off x="3464593" y="2806508"/>
            <a:ext cx="10708" cy="777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9" name="C5-E07 line 437" descr="sci-ppt:o437"/>
          <p:cNvCxnSpPr/>
          <p:nvPr/>
        </p:nvCxnSpPr>
        <p:spPr>
          <a:xfrm>
            <a:off x="3475301" y="2814285"/>
            <a:ext cx="10708" cy="780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0" name="C5-E07 line 438" descr="sci-ppt:o438"/>
          <p:cNvCxnSpPr/>
          <p:nvPr/>
        </p:nvCxnSpPr>
        <p:spPr>
          <a:xfrm>
            <a:off x="3486009" y="2822085"/>
            <a:ext cx="10708" cy="781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1" name="C5-E07 line 439" descr="sci-ppt:o439"/>
          <p:cNvCxnSpPr/>
          <p:nvPr/>
        </p:nvCxnSpPr>
        <p:spPr>
          <a:xfrm>
            <a:off x="3496717" y="2829904"/>
            <a:ext cx="10708" cy="784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2" name="C5-E07 line 440" descr="sci-ppt:o440"/>
          <p:cNvCxnSpPr/>
          <p:nvPr/>
        </p:nvCxnSpPr>
        <p:spPr>
          <a:xfrm>
            <a:off x="3507425" y="2837745"/>
            <a:ext cx="10708" cy="786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3" name="C5-E07 line 441" descr="sci-ppt:o441"/>
          <p:cNvCxnSpPr/>
          <p:nvPr/>
        </p:nvCxnSpPr>
        <p:spPr>
          <a:xfrm>
            <a:off x="3518133" y="2845609"/>
            <a:ext cx="10708" cy="786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4" name="C5-E07 line 442" descr="sci-ppt:o442"/>
          <p:cNvCxnSpPr/>
          <p:nvPr/>
        </p:nvCxnSpPr>
        <p:spPr>
          <a:xfrm>
            <a:off x="3528841" y="2853474"/>
            <a:ext cx="10708" cy="787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5" name="C5-E07 line 443" descr="sci-ppt:o443"/>
          <p:cNvCxnSpPr/>
          <p:nvPr/>
        </p:nvCxnSpPr>
        <p:spPr>
          <a:xfrm>
            <a:off x="3539549" y="2861346"/>
            <a:ext cx="10708" cy="788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6" name="C5-E07 line 444" descr="sci-ppt:o444"/>
          <p:cNvCxnSpPr/>
          <p:nvPr/>
        </p:nvCxnSpPr>
        <p:spPr>
          <a:xfrm>
            <a:off x="3550257" y="2869228"/>
            <a:ext cx="10708" cy="788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7" name="C5-E07 line 445" descr="sci-ppt:o445"/>
          <p:cNvCxnSpPr/>
          <p:nvPr/>
        </p:nvCxnSpPr>
        <p:spPr>
          <a:xfrm>
            <a:off x="3560965" y="2877114"/>
            <a:ext cx="10708" cy="785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8" name="C5-E07 line 446" descr="sci-ppt:o446"/>
          <p:cNvCxnSpPr/>
          <p:nvPr/>
        </p:nvCxnSpPr>
        <p:spPr>
          <a:xfrm>
            <a:off x="3571673" y="2884971"/>
            <a:ext cx="10708" cy="784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9" name="C5-E07 line 447" descr="sci-ppt:o447"/>
          <p:cNvCxnSpPr/>
          <p:nvPr/>
        </p:nvCxnSpPr>
        <p:spPr>
          <a:xfrm>
            <a:off x="3582381" y="2892820"/>
            <a:ext cx="10708" cy="784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0" name="C5-E07 line 448" descr="sci-ppt:o448"/>
          <p:cNvCxnSpPr/>
          <p:nvPr/>
        </p:nvCxnSpPr>
        <p:spPr>
          <a:xfrm>
            <a:off x="3593089" y="2900660"/>
            <a:ext cx="10708" cy="780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1" name="C5-E07 line 449" descr="sci-ppt:o449"/>
          <p:cNvCxnSpPr/>
          <p:nvPr/>
        </p:nvCxnSpPr>
        <p:spPr>
          <a:xfrm>
            <a:off x="3603797" y="2908464"/>
            <a:ext cx="10708" cy="776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2" name="C5-E07 line 450" descr="sci-ppt:o450"/>
          <p:cNvCxnSpPr/>
          <p:nvPr/>
        </p:nvCxnSpPr>
        <p:spPr>
          <a:xfrm>
            <a:off x="3614505" y="2916225"/>
            <a:ext cx="10708" cy="773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3" name="C5-E07 line 451" descr="sci-ppt:o451"/>
          <p:cNvCxnSpPr/>
          <p:nvPr/>
        </p:nvCxnSpPr>
        <p:spPr>
          <a:xfrm>
            <a:off x="3625213" y="2923956"/>
            <a:ext cx="10708" cy="769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4" name="C5-E07 line 452" descr="sci-ppt:o452"/>
          <p:cNvCxnSpPr/>
          <p:nvPr/>
        </p:nvCxnSpPr>
        <p:spPr>
          <a:xfrm>
            <a:off x="3635921" y="2931654"/>
            <a:ext cx="10708" cy="762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5" name="C5-E07 line 453" descr="sci-ppt:o453"/>
          <p:cNvCxnSpPr/>
          <p:nvPr/>
        </p:nvCxnSpPr>
        <p:spPr>
          <a:xfrm>
            <a:off x="3646629" y="2939278"/>
            <a:ext cx="10708" cy="757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6" name="C5-E07 line 454" descr="sci-ppt:o454"/>
          <p:cNvCxnSpPr/>
          <p:nvPr/>
        </p:nvCxnSpPr>
        <p:spPr>
          <a:xfrm>
            <a:off x="3657337" y="2946852"/>
            <a:ext cx="10708" cy="752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7" name="C5-E07 line 455" descr="sci-ppt:o455"/>
          <p:cNvCxnSpPr/>
          <p:nvPr/>
        </p:nvCxnSpPr>
        <p:spPr>
          <a:xfrm>
            <a:off x="3668045" y="2954376"/>
            <a:ext cx="10708" cy="746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8" name="C5-E07 line 456" descr="sci-ppt:o456"/>
          <p:cNvCxnSpPr/>
          <p:nvPr/>
        </p:nvCxnSpPr>
        <p:spPr>
          <a:xfrm>
            <a:off x="3678753" y="2961838"/>
            <a:ext cx="10708" cy="738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9" name="C5-E07 line 457" descr="sci-ppt:o457"/>
          <p:cNvCxnSpPr/>
          <p:nvPr/>
        </p:nvCxnSpPr>
        <p:spPr>
          <a:xfrm>
            <a:off x="3689461" y="2969227"/>
            <a:ext cx="10708" cy="732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0" name="C5-E07 line 458" descr="sci-ppt:o458"/>
          <p:cNvCxnSpPr/>
          <p:nvPr/>
        </p:nvCxnSpPr>
        <p:spPr>
          <a:xfrm>
            <a:off x="3700169" y="2976554"/>
            <a:ext cx="10708" cy="726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1" name="C5-E07 line 459" descr="sci-ppt:o459"/>
          <p:cNvCxnSpPr/>
          <p:nvPr/>
        </p:nvCxnSpPr>
        <p:spPr>
          <a:xfrm>
            <a:off x="3710877" y="2983818"/>
            <a:ext cx="10708" cy="720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2" name="C5-E07 line 460" descr="sci-ppt:o460"/>
          <p:cNvCxnSpPr/>
          <p:nvPr/>
        </p:nvCxnSpPr>
        <p:spPr>
          <a:xfrm>
            <a:off x="3721585" y="2991018"/>
            <a:ext cx="10708" cy="713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3" name="C5-E07 line 461" descr="sci-ppt:o461"/>
          <p:cNvCxnSpPr/>
          <p:nvPr/>
        </p:nvCxnSpPr>
        <p:spPr>
          <a:xfrm>
            <a:off x="3732293" y="2998154"/>
            <a:ext cx="10708" cy="707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4" name="C5-E07 line 462" descr="sci-ppt:o462"/>
          <p:cNvCxnSpPr/>
          <p:nvPr/>
        </p:nvCxnSpPr>
        <p:spPr>
          <a:xfrm>
            <a:off x="3743001" y="3005226"/>
            <a:ext cx="10708" cy="701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5" name="C5-E07 line 463" descr="sci-ppt:o463"/>
          <p:cNvCxnSpPr/>
          <p:nvPr/>
        </p:nvCxnSpPr>
        <p:spPr>
          <a:xfrm>
            <a:off x="3753709" y="3012242"/>
            <a:ext cx="10708" cy="697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6" name="C5-E07 line 464" descr="sci-ppt:o464"/>
          <p:cNvCxnSpPr/>
          <p:nvPr/>
        </p:nvCxnSpPr>
        <p:spPr>
          <a:xfrm>
            <a:off x="3764417" y="3019216"/>
            <a:ext cx="10708" cy="692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7" name="C5-E07 line 465" descr="sci-ppt:o465"/>
          <p:cNvCxnSpPr/>
          <p:nvPr/>
        </p:nvCxnSpPr>
        <p:spPr>
          <a:xfrm>
            <a:off x="3775125" y="3026138"/>
            <a:ext cx="10708" cy="687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8" name="C5-E07 line 466" descr="sci-ppt:o466"/>
          <p:cNvCxnSpPr/>
          <p:nvPr/>
        </p:nvCxnSpPr>
        <p:spPr>
          <a:xfrm>
            <a:off x="3785833" y="3033008"/>
            <a:ext cx="10708" cy="685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9" name="C5-E07 line 467" descr="sci-ppt:o467"/>
          <p:cNvCxnSpPr/>
          <p:nvPr/>
        </p:nvCxnSpPr>
        <p:spPr>
          <a:xfrm>
            <a:off x="3796541" y="3039859"/>
            <a:ext cx="10708" cy="682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0" name="C5-E07 line 468" descr="sci-ppt:o468"/>
          <p:cNvCxnSpPr/>
          <p:nvPr/>
        </p:nvCxnSpPr>
        <p:spPr>
          <a:xfrm>
            <a:off x="3807249" y="3046686"/>
            <a:ext cx="10708" cy="679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1" name="C5-E07 line 469" descr="sci-ppt:o469"/>
          <p:cNvCxnSpPr/>
          <p:nvPr/>
        </p:nvCxnSpPr>
        <p:spPr>
          <a:xfrm>
            <a:off x="3817957" y="3053480"/>
            <a:ext cx="10708" cy="677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2" name="C5-E07 line 470" descr="sci-ppt:o470"/>
          <p:cNvCxnSpPr/>
          <p:nvPr/>
        </p:nvCxnSpPr>
        <p:spPr>
          <a:xfrm>
            <a:off x="3828665" y="3060251"/>
            <a:ext cx="10708" cy="678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3" name="C5-E07 line 471" descr="sci-ppt:o471"/>
          <p:cNvCxnSpPr/>
          <p:nvPr/>
        </p:nvCxnSpPr>
        <p:spPr>
          <a:xfrm>
            <a:off x="3839373" y="3067040"/>
            <a:ext cx="10708" cy="677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4" name="C5-E07 line 472" descr="sci-ppt:o472"/>
          <p:cNvCxnSpPr/>
          <p:nvPr/>
        </p:nvCxnSpPr>
        <p:spPr>
          <a:xfrm>
            <a:off x="3850081" y="3073819"/>
            <a:ext cx="10708" cy="677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5" name="C5-E07 line 473" descr="sci-ppt:o473"/>
          <p:cNvCxnSpPr/>
          <p:nvPr/>
        </p:nvCxnSpPr>
        <p:spPr>
          <a:xfrm>
            <a:off x="3860789" y="3080590"/>
            <a:ext cx="10708" cy="678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6" name="C5-E07 line 474" descr="sci-ppt:o474"/>
          <p:cNvCxnSpPr/>
          <p:nvPr/>
        </p:nvCxnSpPr>
        <p:spPr>
          <a:xfrm>
            <a:off x="3871497" y="3087378"/>
            <a:ext cx="10708" cy="681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7" name="C5-E07 line 475" descr="sci-ppt:o475"/>
          <p:cNvCxnSpPr/>
          <p:nvPr/>
        </p:nvCxnSpPr>
        <p:spPr>
          <a:xfrm>
            <a:off x="3882205" y="3094188"/>
            <a:ext cx="10708" cy="682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8" name="C5-E07 line 476" descr="sci-ppt:o476"/>
          <p:cNvCxnSpPr/>
          <p:nvPr/>
        </p:nvCxnSpPr>
        <p:spPr>
          <a:xfrm>
            <a:off x="3892913" y="3101009"/>
            <a:ext cx="10708" cy="683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9" name="C5-E07 line 477" descr="sci-ppt:o477"/>
          <p:cNvCxnSpPr/>
          <p:nvPr/>
        </p:nvCxnSpPr>
        <p:spPr>
          <a:xfrm>
            <a:off x="3903621" y="3107841"/>
            <a:ext cx="10708" cy="686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0" name="C5-E07 line 478" descr="sci-ppt:o478"/>
          <p:cNvCxnSpPr/>
          <p:nvPr/>
        </p:nvCxnSpPr>
        <p:spPr>
          <a:xfrm>
            <a:off x="3914329" y="3114706"/>
            <a:ext cx="10708" cy="688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1" name="C5-E07 line 479" descr="sci-ppt:o479"/>
          <p:cNvCxnSpPr/>
          <p:nvPr/>
        </p:nvCxnSpPr>
        <p:spPr>
          <a:xfrm>
            <a:off x="3925037" y="3121591"/>
            <a:ext cx="10708" cy="690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2" name="C5-E07 line 480" descr="sci-ppt:o480"/>
          <p:cNvCxnSpPr/>
          <p:nvPr/>
        </p:nvCxnSpPr>
        <p:spPr>
          <a:xfrm>
            <a:off x="3935745" y="3128496"/>
            <a:ext cx="10708" cy="692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3" name="C5-E07 line 481" descr="sci-ppt:o481"/>
          <p:cNvCxnSpPr/>
          <p:nvPr/>
        </p:nvCxnSpPr>
        <p:spPr>
          <a:xfrm>
            <a:off x="3946453" y="3135419"/>
            <a:ext cx="10708" cy="693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4" name="C5-E07 line 482" descr="sci-ppt:o482"/>
          <p:cNvCxnSpPr/>
          <p:nvPr/>
        </p:nvCxnSpPr>
        <p:spPr>
          <a:xfrm>
            <a:off x="3957161" y="3142357"/>
            <a:ext cx="10708" cy="695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5" name="C5-E07 line 483" descr="sci-ppt:o483"/>
          <p:cNvCxnSpPr/>
          <p:nvPr/>
        </p:nvCxnSpPr>
        <p:spPr>
          <a:xfrm>
            <a:off x="3967869" y="3149313"/>
            <a:ext cx="10708" cy="697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6" name="C5-E07 line 484" descr="sci-ppt:o484"/>
          <p:cNvCxnSpPr/>
          <p:nvPr/>
        </p:nvCxnSpPr>
        <p:spPr>
          <a:xfrm>
            <a:off x="3978577" y="3156287"/>
            <a:ext cx="10708" cy="696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7" name="C5-E07 line 485" descr="sci-ppt:o485"/>
          <p:cNvCxnSpPr/>
          <p:nvPr/>
        </p:nvCxnSpPr>
        <p:spPr>
          <a:xfrm>
            <a:off x="3989285" y="3163250"/>
            <a:ext cx="10708" cy="696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8" name="C5-E07 line 486" descr="sci-ppt:o486"/>
          <p:cNvCxnSpPr/>
          <p:nvPr/>
        </p:nvCxnSpPr>
        <p:spPr>
          <a:xfrm>
            <a:off x="3999993" y="3170216"/>
            <a:ext cx="10708" cy="696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9" name="C5-E07 line 487" descr="sci-ppt:o487"/>
          <p:cNvCxnSpPr/>
          <p:nvPr/>
        </p:nvCxnSpPr>
        <p:spPr>
          <a:xfrm>
            <a:off x="4010701" y="3177185"/>
            <a:ext cx="10708" cy="696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0" name="C5-E07 line 488" descr="sci-ppt:o488"/>
          <p:cNvCxnSpPr/>
          <p:nvPr/>
        </p:nvCxnSpPr>
        <p:spPr>
          <a:xfrm>
            <a:off x="4021409" y="3184146"/>
            <a:ext cx="10708" cy="692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1" name="C5-E07 line 489" descr="sci-ppt:o489"/>
          <p:cNvCxnSpPr/>
          <p:nvPr/>
        </p:nvCxnSpPr>
        <p:spPr>
          <a:xfrm>
            <a:off x="4032117" y="3191072"/>
            <a:ext cx="10708" cy="691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2" name="C5-E07 line 490" descr="sci-ppt:o490"/>
          <p:cNvCxnSpPr/>
          <p:nvPr/>
        </p:nvCxnSpPr>
        <p:spPr>
          <a:xfrm>
            <a:off x="4042825" y="3197983"/>
            <a:ext cx="10708" cy="689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3" name="C5-E07 line 491" descr="sci-ppt:o491"/>
          <p:cNvCxnSpPr/>
          <p:nvPr/>
        </p:nvCxnSpPr>
        <p:spPr>
          <a:xfrm>
            <a:off x="4053533" y="3204878"/>
            <a:ext cx="10708" cy="685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4" name="C5-E07 line 492" descr="sci-ppt:o492"/>
          <p:cNvCxnSpPr/>
          <p:nvPr/>
        </p:nvCxnSpPr>
        <p:spPr>
          <a:xfrm>
            <a:off x="4064241" y="3211728"/>
            <a:ext cx="10708" cy="680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5" name="C5-E07 line 493" descr="sci-ppt:o493"/>
          <p:cNvCxnSpPr/>
          <p:nvPr/>
        </p:nvCxnSpPr>
        <p:spPr>
          <a:xfrm>
            <a:off x="4074949" y="3218535"/>
            <a:ext cx="10708" cy="677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6" name="C5-E07 line 494" descr="sci-ppt:o494"/>
          <p:cNvCxnSpPr/>
          <p:nvPr/>
        </p:nvCxnSpPr>
        <p:spPr>
          <a:xfrm>
            <a:off x="4085657" y="3225309"/>
            <a:ext cx="10708" cy="673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7" name="C5-E07 line 495" descr="sci-ppt:o495"/>
          <p:cNvCxnSpPr/>
          <p:nvPr/>
        </p:nvCxnSpPr>
        <p:spPr>
          <a:xfrm>
            <a:off x="4096365" y="3232045"/>
            <a:ext cx="10708" cy="667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8" name="C5-E07 line 496" descr="sci-ppt:o496"/>
          <p:cNvCxnSpPr/>
          <p:nvPr/>
        </p:nvCxnSpPr>
        <p:spPr>
          <a:xfrm>
            <a:off x="4107073" y="3238722"/>
            <a:ext cx="10708" cy="663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9" name="C5-E07 line 497" descr="sci-ppt:o497"/>
          <p:cNvCxnSpPr/>
          <p:nvPr/>
        </p:nvCxnSpPr>
        <p:spPr>
          <a:xfrm>
            <a:off x="4117781" y="3245354"/>
            <a:ext cx="10708" cy="658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0" name="C5-E07 line 498" descr="sci-ppt:o498"/>
          <p:cNvCxnSpPr/>
          <p:nvPr/>
        </p:nvCxnSpPr>
        <p:spPr>
          <a:xfrm>
            <a:off x="4128489" y="3251940"/>
            <a:ext cx="10708" cy="654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1" name="C5-E07 line 499" descr="sci-ppt:o499"/>
          <p:cNvCxnSpPr/>
          <p:nvPr/>
        </p:nvCxnSpPr>
        <p:spPr>
          <a:xfrm>
            <a:off x="4139197" y="3258480"/>
            <a:ext cx="10708" cy="649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2" name="C5-E07 line 500" descr="sci-ppt:o500"/>
          <p:cNvCxnSpPr/>
          <p:nvPr/>
        </p:nvCxnSpPr>
        <p:spPr>
          <a:xfrm>
            <a:off x="4149905" y="3264974"/>
            <a:ext cx="10708" cy="644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3" name="C5-E07 line 501" descr="sci-ppt:o501"/>
          <p:cNvCxnSpPr/>
          <p:nvPr/>
        </p:nvCxnSpPr>
        <p:spPr>
          <a:xfrm>
            <a:off x="4160613" y="3271421"/>
            <a:ext cx="10708" cy="640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4" name="C5-E07 line 502" descr="sci-ppt:o502"/>
          <p:cNvCxnSpPr/>
          <p:nvPr/>
        </p:nvCxnSpPr>
        <p:spPr>
          <a:xfrm>
            <a:off x="4171321" y="3277823"/>
            <a:ext cx="10708" cy="637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5" name="C5-E07 line 503" descr="sci-ppt:o503"/>
          <p:cNvCxnSpPr/>
          <p:nvPr/>
        </p:nvCxnSpPr>
        <p:spPr>
          <a:xfrm>
            <a:off x="4182029" y="3284202"/>
            <a:ext cx="10708" cy="634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6" name="C5-E07 line 504" descr="sci-ppt:o504"/>
          <p:cNvCxnSpPr/>
          <p:nvPr/>
        </p:nvCxnSpPr>
        <p:spPr>
          <a:xfrm>
            <a:off x="4192737" y="3290545"/>
            <a:ext cx="10708" cy="630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7" name="C5-E07 line 505" descr="sci-ppt:o505"/>
          <p:cNvCxnSpPr/>
          <p:nvPr/>
        </p:nvCxnSpPr>
        <p:spPr>
          <a:xfrm>
            <a:off x="4203445" y="3296853"/>
            <a:ext cx="10708" cy="628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8" name="C5-E07 line 506" descr="sci-ppt:o506"/>
          <p:cNvCxnSpPr/>
          <p:nvPr/>
        </p:nvCxnSpPr>
        <p:spPr>
          <a:xfrm>
            <a:off x="4214153" y="3303142"/>
            <a:ext cx="10708" cy="628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9" name="C5-E07 line 507" descr="sci-ppt:o507"/>
          <p:cNvCxnSpPr/>
          <p:nvPr/>
        </p:nvCxnSpPr>
        <p:spPr>
          <a:xfrm>
            <a:off x="4224861" y="3309428"/>
            <a:ext cx="10708" cy="627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0" name="C5-E07 line 508" descr="sci-ppt:o508"/>
          <p:cNvCxnSpPr/>
          <p:nvPr/>
        </p:nvCxnSpPr>
        <p:spPr>
          <a:xfrm>
            <a:off x="4235569" y="3315698"/>
            <a:ext cx="10708" cy="625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1" name="C5-E07 line 509" descr="sci-ppt:o509"/>
          <p:cNvCxnSpPr/>
          <p:nvPr/>
        </p:nvCxnSpPr>
        <p:spPr>
          <a:xfrm>
            <a:off x="4246277" y="3321950"/>
            <a:ext cx="10708" cy="627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2" name="C5-E07 line 510" descr="sci-ppt:o510"/>
          <p:cNvCxnSpPr/>
          <p:nvPr/>
        </p:nvCxnSpPr>
        <p:spPr>
          <a:xfrm>
            <a:off x="4256985" y="3328224"/>
            <a:ext cx="10708" cy="628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3" name="C5-E07 line 511" descr="sci-ppt:o511"/>
          <p:cNvCxnSpPr/>
          <p:nvPr/>
        </p:nvCxnSpPr>
        <p:spPr>
          <a:xfrm>
            <a:off x="4267693" y="3334507"/>
            <a:ext cx="10708" cy="628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4" name="C5-E07 line 512" descr="sci-ppt:o512"/>
          <p:cNvCxnSpPr/>
          <p:nvPr/>
        </p:nvCxnSpPr>
        <p:spPr>
          <a:xfrm>
            <a:off x="4278401" y="3340794"/>
            <a:ext cx="10708" cy="629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5" name="C5-E07 line 513" descr="sci-ppt:o513"/>
          <p:cNvCxnSpPr/>
          <p:nvPr/>
        </p:nvCxnSpPr>
        <p:spPr>
          <a:xfrm>
            <a:off x="4289109" y="3347093"/>
            <a:ext cx="10708" cy="633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6" name="C5-E07 line 514" descr="sci-ppt:o514"/>
          <p:cNvCxnSpPr/>
          <p:nvPr/>
        </p:nvCxnSpPr>
        <p:spPr>
          <a:xfrm>
            <a:off x="4299817" y="3353432"/>
            <a:ext cx="10708" cy="636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7" name="C5-E07 line 515" descr="sci-ppt:o515"/>
          <p:cNvCxnSpPr/>
          <p:nvPr/>
        </p:nvCxnSpPr>
        <p:spPr>
          <a:xfrm>
            <a:off x="4310525" y="3359792"/>
            <a:ext cx="10708" cy="638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8" name="C5-E07 line 516" descr="sci-ppt:o516"/>
          <p:cNvCxnSpPr/>
          <p:nvPr/>
        </p:nvCxnSpPr>
        <p:spPr>
          <a:xfrm>
            <a:off x="4321233" y="3366172"/>
            <a:ext cx="10708" cy="641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9" name="C5-E07 line 517" descr="sci-ppt:o517"/>
          <p:cNvCxnSpPr/>
          <p:nvPr/>
        </p:nvCxnSpPr>
        <p:spPr>
          <a:xfrm>
            <a:off x="4331941" y="3372589"/>
            <a:ext cx="10708" cy="645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0" name="C5-E07 line 518" descr="sci-ppt:o518"/>
          <p:cNvCxnSpPr/>
          <p:nvPr/>
        </p:nvCxnSpPr>
        <p:spPr>
          <a:xfrm>
            <a:off x="4342649" y="3379042"/>
            <a:ext cx="10708" cy="648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1" name="C5-E07 line 519" descr="sci-ppt:o519"/>
          <p:cNvCxnSpPr/>
          <p:nvPr/>
        </p:nvCxnSpPr>
        <p:spPr>
          <a:xfrm>
            <a:off x="4353357" y="3385526"/>
            <a:ext cx="10708" cy="651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2" name="C5-E07 line 520" descr="sci-ppt:o520"/>
          <p:cNvCxnSpPr/>
          <p:nvPr/>
        </p:nvCxnSpPr>
        <p:spPr>
          <a:xfrm>
            <a:off x="4364065" y="3392041"/>
            <a:ext cx="10708" cy="654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3" name="C5-E07 line 521" descr="sci-ppt:o521"/>
          <p:cNvCxnSpPr/>
          <p:nvPr/>
        </p:nvCxnSpPr>
        <p:spPr>
          <a:xfrm>
            <a:off x="4374773" y="3398589"/>
            <a:ext cx="10708" cy="658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4" name="C5-E07 line 522" descr="sci-ppt:o522"/>
          <p:cNvCxnSpPr/>
          <p:nvPr/>
        </p:nvCxnSpPr>
        <p:spPr>
          <a:xfrm>
            <a:off x="4385481" y="3405169"/>
            <a:ext cx="10708" cy="661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5" name="C5-E07 line 523" descr="sci-ppt:o523"/>
          <p:cNvCxnSpPr/>
          <p:nvPr/>
        </p:nvCxnSpPr>
        <p:spPr>
          <a:xfrm>
            <a:off x="4396189" y="3411781"/>
            <a:ext cx="10708" cy="663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6" name="C5-E07 line 524" descr="sci-ppt:o524"/>
          <p:cNvCxnSpPr/>
          <p:nvPr/>
        </p:nvCxnSpPr>
        <p:spPr>
          <a:xfrm>
            <a:off x="4406897" y="3418417"/>
            <a:ext cx="10708" cy="665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7" name="C5-E07 line 525" descr="sci-ppt:o525"/>
          <p:cNvCxnSpPr/>
          <p:nvPr/>
        </p:nvCxnSpPr>
        <p:spPr>
          <a:xfrm>
            <a:off x="4417605" y="3425074"/>
            <a:ext cx="10708" cy="668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8" name="C5-E07 line 526" descr="sci-ppt:o526"/>
          <p:cNvCxnSpPr/>
          <p:nvPr/>
        </p:nvCxnSpPr>
        <p:spPr>
          <a:xfrm>
            <a:off x="4428313" y="3431755"/>
            <a:ext cx="10708" cy="670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9" name="C5-E07 line 527" descr="sci-ppt:o527"/>
          <p:cNvCxnSpPr/>
          <p:nvPr/>
        </p:nvCxnSpPr>
        <p:spPr>
          <a:xfrm>
            <a:off x="4439021" y="3438462"/>
            <a:ext cx="10708" cy="670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30" name="C5-E07 line 528" descr="sci-ppt:o528"/>
          <p:cNvCxnSpPr/>
          <p:nvPr/>
        </p:nvCxnSpPr>
        <p:spPr>
          <a:xfrm>
            <a:off x="4449729" y="3445168"/>
            <a:ext cx="10708" cy="672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31" name="C5-E07 line 529" descr="sci-ppt:o529"/>
          <p:cNvCxnSpPr/>
          <p:nvPr/>
        </p:nvCxnSpPr>
        <p:spPr>
          <a:xfrm>
            <a:off x="4460437" y="3451888"/>
            <a:ext cx="10708" cy="673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32" name="C5-E07 line 530" descr="sci-ppt:o530"/>
          <p:cNvCxnSpPr/>
          <p:nvPr/>
        </p:nvCxnSpPr>
        <p:spPr>
          <a:xfrm>
            <a:off x="4471145" y="3458621"/>
            <a:ext cx="10708" cy="673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33" name="C5-E07 line 531" descr="sci-ppt:o531"/>
          <p:cNvCxnSpPr/>
          <p:nvPr/>
        </p:nvCxnSpPr>
        <p:spPr>
          <a:xfrm>
            <a:off x="4481853" y="3465359"/>
            <a:ext cx="10708" cy="672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34" name="C5-E07 line 532" descr="sci-ppt:o532"/>
          <p:cNvCxnSpPr/>
          <p:nvPr/>
        </p:nvCxnSpPr>
        <p:spPr>
          <a:xfrm>
            <a:off x="1590909" y="1188720"/>
            <a:ext cx="0" cy="4114800"/>
          </a:xfrm>
          <a:prstGeom prst="line">
            <a:avLst/>
          </a:prstGeom>
          <a:ln w="12700">
            <a:solidFill>
              <a:srgbClr val="2E4756"/>
            </a:solidFill>
            <a:prstDash val="dash"/>
          </a:ln>
          <a:effectLst/>
        </p:spPr>
      </p:cxnSp>
      <p:sp>
        <p:nvSpPr>
          <p:cNvPr id="535" name="C5-E07 text 533" descr="sci-ppt:o533"/>
          <p:cNvSpPr txBox="1"/>
          <p:nvPr/>
        </p:nvSpPr>
        <p:spPr>
          <a:xfrm>
            <a:off x="8138160" y="1280160"/>
            <a:ext cx="38404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Curves</a:t>
            </a:r>
          </a:p>
        </p:txBody>
      </p:sp>
      <p:cxnSp>
        <p:nvCxnSpPr>
          <p:cNvPr id="536" name="C5-E07 line 534" descr="sci-ppt:o534"/>
          <p:cNvCxnSpPr/>
          <p:nvPr/>
        </p:nvCxnSpPr>
        <p:spPr>
          <a:xfrm>
            <a:off x="8138160" y="1920240"/>
            <a:ext cx="457200" cy="0"/>
          </a:xfrm>
          <a:prstGeom prst="line">
            <a:avLst/>
          </a:prstGeom>
          <a:ln w="38100">
            <a:solidFill>
              <a:srgbClr val="F2B880"/>
            </a:solidFill>
          </a:ln>
          <a:effectLst/>
        </p:spPr>
      </p:cxnSp>
      <p:sp>
        <p:nvSpPr>
          <p:cNvPr id="537" name="C5-E07 text 535" descr="sci-ppt:o535"/>
          <p:cNvSpPr txBox="1"/>
          <p:nvPr/>
        </p:nvSpPr>
        <p:spPr>
          <a:xfrm>
            <a:off x="8686800" y="1783080"/>
            <a:ext cx="329184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f_rel = 1 − (1 − τ)²: released fraction</a:t>
            </a:r>
          </a:p>
        </p:txBody>
      </p:sp>
      <p:cxnSp>
        <p:nvCxnSpPr>
          <p:cNvPr id="538" name="C5-E07 line 536" descr="sci-ppt:o536"/>
          <p:cNvCxnSpPr/>
          <p:nvPr/>
        </p:nvCxnSpPr>
        <p:spPr>
          <a:xfrm>
            <a:off x="8138160" y="2468880"/>
            <a:ext cx="457200" cy="0"/>
          </a:xfrm>
          <a:prstGeom prst="line">
            <a:avLst/>
          </a:prstGeom>
          <a:ln w="38100">
            <a:solidFill>
              <a:srgbClr val="8EDBD4"/>
            </a:solidFill>
            <a:prstDash val="dash"/>
          </a:ln>
          <a:effectLst/>
        </p:spPr>
      </p:cxnSp>
      <p:sp>
        <p:nvSpPr>
          <p:cNvPr id="539" name="C5-E07 text 537" descr="sci-ppt:o537"/>
          <p:cNvSpPr txBox="1"/>
          <p:nvPr/>
        </p:nvSpPr>
        <p:spPr>
          <a:xfrm>
            <a:off x="8686800" y="2331720"/>
            <a:ext cx="329184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(1 − τ)²: full-release estimate</a:t>
            </a:r>
          </a:p>
        </p:txBody>
      </p:sp>
      <p:cxnSp>
        <p:nvCxnSpPr>
          <p:cNvPr id="540" name="C5-E07 line 538" descr="sci-ppt:o538"/>
          <p:cNvCxnSpPr/>
          <p:nvPr/>
        </p:nvCxnSpPr>
        <p:spPr>
          <a:xfrm>
            <a:off x="8138160" y="3017520"/>
            <a:ext cx="457200" cy="0"/>
          </a:xfrm>
          <a:prstGeom prst="line">
            <a:avLst/>
          </a:prstGeom>
          <a:ln w="38100">
            <a:solidFill>
              <a:srgbClr val="FFFFFF"/>
            </a:solidFill>
          </a:ln>
          <a:effectLst/>
        </p:spPr>
      </p:cxnSp>
      <p:sp>
        <p:nvSpPr>
          <p:cNvPr id="541" name="C5-E07 text 539" descr="sci-ppt:o539"/>
          <p:cNvSpPr txBox="1"/>
          <p:nvPr/>
        </p:nvSpPr>
        <p:spPr>
          <a:xfrm>
            <a:off x="8686800" y="2880360"/>
            <a:ext cx="329184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COMSOL p̄_a / p_H (band a/160)</a:t>
            </a:r>
          </a:p>
        </p:txBody>
      </p:sp>
      <p:sp>
        <p:nvSpPr>
          <p:cNvPr id="542" name="C5-E07 text 540" descr="sci-ppt:o540"/>
          <p:cNvSpPr txBox="1"/>
          <p:nvPr/>
        </p:nvSpPr>
        <p:spPr>
          <a:xfrm>
            <a:off x="8138160" y="3749039"/>
            <a:ext cx="384048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Dotted line: peak at τ = 0.0472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f_rel = 0.0921; estimate 0.908</a:t>
            </a:r>
          </a:p>
        </p:txBody>
      </p:sp>
      <p:sp>
        <p:nvSpPr>
          <p:cNvPr id="543" name="C5-E07 text 541" descr="sci-ppt:o541"/>
          <p:cNvSpPr txBox="1"/>
          <p:nvPr/>
        </p:nvSpPr>
        <p:spPr>
          <a:xfrm>
            <a:off x="8138160" y="4754880"/>
            <a:ext cx="384048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The estimate sets the sign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and size of the gap,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not its digits.</a:t>
            </a:r>
          </a:p>
        </p:txBody>
      </p:sp>
      <p:sp>
        <p:nvSpPr>
          <p:cNvPr id="544" name="C5-E07 text 542" descr="sci-ppt:o542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Estimate from Eq. (C5-E07); white curve from B00625_history.csv.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08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C5-E08 · Incident mass and kinetic-energy flux through the observation plane</a:t>
            </a:r>
          </a:p>
        </p:txBody>
      </p:sp>
      <p:cxnSp>
        <p:nvCxnSpPr>
          <p:cNvPr id="3" name="C5-E08 line 1" descr="sci-ppt:o001"/>
          <p:cNvCxnSpPr/>
          <p:nvPr/>
        </p:nvCxnSpPr>
        <p:spPr>
          <a:xfrm>
            <a:off x="1097280" y="2926080"/>
            <a:ext cx="95097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08 line 2" descr="sci-ppt:o002"/>
          <p:cNvCxnSpPr/>
          <p:nvPr/>
        </p:nvCxnSpPr>
        <p:spPr>
          <a:xfrm>
            <a:off x="1097280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5" name="C5-E08 text 3" descr="sci-ppt:o003"/>
          <p:cNvSpPr txBox="1"/>
          <p:nvPr/>
        </p:nvSpPr>
        <p:spPr>
          <a:xfrm>
            <a:off x="731519" y="301752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6" name="C5-E08 line 4" descr="sci-ppt:o004"/>
          <p:cNvCxnSpPr/>
          <p:nvPr/>
        </p:nvCxnSpPr>
        <p:spPr>
          <a:xfrm>
            <a:off x="2455817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" name="C5-E08 text 5" descr="sci-ppt:o005"/>
          <p:cNvSpPr txBox="1"/>
          <p:nvPr/>
        </p:nvSpPr>
        <p:spPr>
          <a:xfrm>
            <a:off x="2090057" y="301752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0.2</a:t>
            </a:r>
          </a:p>
        </p:txBody>
      </p:sp>
      <p:cxnSp>
        <p:nvCxnSpPr>
          <p:cNvPr id="8" name="C5-E08 line 6" descr="sci-ppt:o006"/>
          <p:cNvCxnSpPr/>
          <p:nvPr/>
        </p:nvCxnSpPr>
        <p:spPr>
          <a:xfrm>
            <a:off x="3814354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9" name="C5-E08 text 7" descr="sci-ppt:o007"/>
          <p:cNvSpPr txBox="1"/>
          <p:nvPr/>
        </p:nvSpPr>
        <p:spPr>
          <a:xfrm>
            <a:off x="3448594" y="301752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0.4</a:t>
            </a:r>
          </a:p>
        </p:txBody>
      </p:sp>
      <p:cxnSp>
        <p:nvCxnSpPr>
          <p:cNvPr id="10" name="C5-E08 line 8" descr="sci-ppt:o008"/>
          <p:cNvCxnSpPr/>
          <p:nvPr/>
        </p:nvCxnSpPr>
        <p:spPr>
          <a:xfrm>
            <a:off x="5172891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1" name="C5-E08 text 9" descr="sci-ppt:o009"/>
          <p:cNvSpPr txBox="1"/>
          <p:nvPr/>
        </p:nvSpPr>
        <p:spPr>
          <a:xfrm>
            <a:off x="4807131" y="301752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0.6</a:t>
            </a:r>
          </a:p>
        </p:txBody>
      </p:sp>
      <p:cxnSp>
        <p:nvCxnSpPr>
          <p:cNvPr id="12" name="C5-E08 line 10" descr="sci-ppt:o010"/>
          <p:cNvCxnSpPr/>
          <p:nvPr/>
        </p:nvCxnSpPr>
        <p:spPr>
          <a:xfrm>
            <a:off x="6531428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3" name="C5-E08 text 11" descr="sci-ppt:o011"/>
          <p:cNvSpPr txBox="1"/>
          <p:nvPr/>
        </p:nvSpPr>
        <p:spPr>
          <a:xfrm>
            <a:off x="6165668" y="301752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0.8</a:t>
            </a:r>
          </a:p>
        </p:txBody>
      </p:sp>
      <p:cxnSp>
        <p:nvCxnSpPr>
          <p:cNvPr id="14" name="C5-E08 line 12" descr="sci-ppt:o012"/>
          <p:cNvCxnSpPr/>
          <p:nvPr/>
        </p:nvCxnSpPr>
        <p:spPr>
          <a:xfrm>
            <a:off x="7889965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5" name="C5-E08 text 13" descr="sci-ppt:o013"/>
          <p:cNvSpPr txBox="1"/>
          <p:nvPr/>
        </p:nvSpPr>
        <p:spPr>
          <a:xfrm>
            <a:off x="7524205" y="301752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6" name="C5-E08 line 14" descr="sci-ppt:o014"/>
          <p:cNvCxnSpPr/>
          <p:nvPr/>
        </p:nvCxnSpPr>
        <p:spPr>
          <a:xfrm>
            <a:off x="9248502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7" name="C5-E08 text 15" descr="sci-ppt:o015"/>
          <p:cNvSpPr txBox="1"/>
          <p:nvPr/>
        </p:nvSpPr>
        <p:spPr>
          <a:xfrm>
            <a:off x="8882742" y="301752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1.2</a:t>
            </a:r>
          </a:p>
        </p:txBody>
      </p:sp>
      <p:cxnSp>
        <p:nvCxnSpPr>
          <p:cNvPr id="18" name="C5-E08 line 16" descr="sci-ppt:o016"/>
          <p:cNvCxnSpPr/>
          <p:nvPr/>
        </p:nvCxnSpPr>
        <p:spPr>
          <a:xfrm>
            <a:off x="10607040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9" name="C5-E08 text 17" descr="sci-ppt:o017"/>
          <p:cNvSpPr txBox="1"/>
          <p:nvPr/>
        </p:nvSpPr>
        <p:spPr>
          <a:xfrm>
            <a:off x="10241280" y="301752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1.4</a:t>
            </a:r>
          </a:p>
        </p:txBody>
      </p:sp>
      <p:sp>
        <p:nvSpPr>
          <p:cNvPr id="20" name="C5-E08 text 18" descr="sci-ppt:o018"/>
          <p:cNvSpPr txBox="1"/>
          <p:nvPr/>
        </p:nvSpPr>
        <p:spPr>
          <a:xfrm>
            <a:off x="1097280" y="3337560"/>
            <a:ext cx="95097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Time from first contact (ns)</a:t>
            </a:r>
          </a:p>
        </p:txBody>
      </p:sp>
      <p:sp>
        <p:nvSpPr>
          <p:cNvPr id="21" name="C5-E08 rect 19" descr="sci-ppt:o019"/>
          <p:cNvSpPr/>
          <p:nvPr/>
        </p:nvSpPr>
        <p:spPr>
          <a:xfrm>
            <a:off x="1097280" y="2103120"/>
            <a:ext cx="6792685" cy="548640"/>
          </a:xfrm>
          <a:prstGeom prst="rect">
            <a:avLst/>
          </a:prstGeom>
          <a:solidFill>
            <a:srgbClr val="2B5560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C5-E08 text 20" descr="sci-ppt:o020"/>
          <p:cNvSpPr txBox="1"/>
          <p:nvPr/>
        </p:nvSpPr>
        <p:spPr>
          <a:xfrm>
            <a:off x="1097280" y="2148840"/>
            <a:ext cx="6792685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incident window t_w = 1 ns</a:t>
            </a:r>
          </a:p>
        </p:txBody>
      </p:sp>
      <p:cxnSp>
        <p:nvCxnSpPr>
          <p:cNvPr id="23" name="C5-E08 line 21" descr="sci-ppt:o021"/>
          <p:cNvCxnSpPr/>
          <p:nvPr/>
        </p:nvCxnSpPr>
        <p:spPr>
          <a:xfrm>
            <a:off x="9272086" y="1737360"/>
            <a:ext cx="0" cy="1188720"/>
          </a:xfrm>
          <a:prstGeom prst="line">
            <a:avLst/>
          </a:prstGeom>
          <a:ln w="38100">
            <a:solidFill>
              <a:srgbClr val="F2B880"/>
            </a:solidFill>
          </a:ln>
          <a:effectLst/>
        </p:spPr>
      </p:cxnSp>
      <p:sp>
        <p:nvSpPr>
          <p:cNvPr id="24" name="C5-E08 text 22" descr="sci-ppt:o022"/>
          <p:cNvSpPr txBox="1"/>
          <p:nvPr/>
        </p:nvSpPr>
        <p:spPr>
          <a:xfrm>
            <a:off x="7260406" y="1325880"/>
            <a:ext cx="40233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reflected shock returns to z = 2a at about 1.20 ns</a:t>
            </a:r>
          </a:p>
        </p:txBody>
      </p:sp>
      <p:sp>
        <p:nvSpPr>
          <p:cNvPr id="25" name="C5-E08 rect 23" descr="sci-ppt:o023"/>
          <p:cNvSpPr/>
          <p:nvPr/>
        </p:nvSpPr>
        <p:spPr>
          <a:xfrm>
            <a:off x="822960" y="4023360"/>
            <a:ext cx="5120640" cy="155448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5-E08 text 24" descr="sci-ppt:o024"/>
          <p:cNvSpPr txBox="1"/>
          <p:nvPr/>
        </p:nvSpPr>
        <p:spPr>
          <a:xfrm>
            <a:off x="914400" y="4069080"/>
            <a:ext cx="49377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Flux through the plane z = 2a</a:t>
            </a:r>
          </a:p>
        </p:txBody>
      </p:sp>
      <p:sp>
        <p:nvSpPr>
          <p:cNvPr id="27" name="C5-E08 text 25" descr="sci-ppt:o025"/>
          <p:cNvSpPr txBox="1"/>
          <p:nvPr/>
        </p:nvSpPr>
        <p:spPr>
          <a:xfrm>
            <a:off x="914400" y="4480560"/>
            <a:ext cx="49377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mass flow  ṁ = ρ_j U π a² = 3.1053 × 10⁻⁷ kg/s</a:t>
            </a:r>
          </a:p>
        </p:txBody>
      </p:sp>
      <p:sp>
        <p:nvSpPr>
          <p:cNvPr id="28" name="C5-E08 text 26" descr="sci-ppt:o026"/>
          <p:cNvSpPr txBox="1"/>
          <p:nvPr/>
        </p:nvSpPr>
        <p:spPr>
          <a:xfrm>
            <a:off x="914400" y="4846320"/>
            <a:ext cx="49377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energy flux  K̇ = ½ ρ_j U³ π a² = 1.5226 mW</a:t>
            </a:r>
          </a:p>
        </p:txBody>
      </p:sp>
      <p:sp>
        <p:nvSpPr>
          <p:cNvPr id="29" name="C5-E08 text 27" descr="sci-ppt:o027"/>
          <p:cNvSpPr txBox="1"/>
          <p:nvPr/>
        </p:nvSpPr>
        <p:spPr>
          <a:xfrm>
            <a:off x="914400" y="5212080"/>
            <a:ext cx="49377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K (1 ns) = K̇ · 1 ns = 1.5226 pJ</a:t>
            </a:r>
          </a:p>
        </p:txBody>
      </p:sp>
      <p:sp>
        <p:nvSpPr>
          <p:cNvPr id="30" name="C5-E08 rect 28" descr="sci-ppt:o028"/>
          <p:cNvSpPr/>
          <p:nvPr/>
        </p:nvSpPr>
        <p:spPr>
          <a:xfrm>
            <a:off x="6400800" y="4023360"/>
            <a:ext cx="5120640" cy="1554480"/>
          </a:xfrm>
          <a:prstGeom prst="rect">
            <a:avLst/>
          </a:prstGeom>
          <a:solidFill>
            <a:srgbClr val="213E4B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5-E08 text 29" descr="sci-ppt:o029"/>
          <p:cNvSpPr txBox="1"/>
          <p:nvPr/>
        </p:nvSpPr>
        <p:spPr>
          <a:xfrm>
            <a:off x="6492240" y="4069080"/>
            <a:ext cx="49377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What the flux is not</a:t>
            </a:r>
          </a:p>
        </p:txBody>
      </p:sp>
      <p:sp>
        <p:nvSpPr>
          <p:cNvPr id="32" name="C5-E08 text 30" descr="sci-ppt:o030"/>
          <p:cNvSpPr txBox="1"/>
          <p:nvPr/>
        </p:nvSpPr>
        <p:spPr>
          <a:xfrm>
            <a:off x="6492240" y="4526280"/>
            <a:ext cx="4937760" cy="10058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Liquid energy crossing a plane.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A rigid wall does not move,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so it receives no work.</a:t>
            </a:r>
          </a:p>
        </p:txBody>
      </p:sp>
      <p:sp>
        <p:nvSpPr>
          <p:cNvPr id="33" name="C5-E08 text 31" descr="sci-ppt:o031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Numbers for a = 1 µm and U = 99.02724 m/s.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09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C5-E09 · Dimensionless groups and validity range of the model</a:t>
            </a:r>
          </a:p>
        </p:txBody>
      </p:sp>
      <p:sp>
        <p:nvSpPr>
          <p:cNvPr id="3" name="C5-E09 rect 1" descr="sci-ppt:o001"/>
          <p:cNvSpPr/>
          <p:nvPr/>
        </p:nvSpPr>
        <p:spPr>
          <a:xfrm>
            <a:off x="731520" y="1371600"/>
            <a:ext cx="5212080" cy="173736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5-E09 text 2" descr="sci-ppt:o002"/>
          <p:cNvSpPr txBox="1"/>
          <p:nvPr/>
        </p:nvSpPr>
        <p:spPr>
          <a:xfrm>
            <a:off x="822960" y="1444752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Mach number</a:t>
            </a:r>
          </a:p>
        </p:txBody>
      </p:sp>
      <p:sp>
        <p:nvSpPr>
          <p:cNvPr id="5" name="C5-E09 text 3" descr="sci-ppt:o003"/>
          <p:cNvSpPr txBox="1"/>
          <p:nvPr/>
        </p:nvSpPr>
        <p:spPr>
          <a:xfrm>
            <a:off x="822960" y="1920240"/>
            <a:ext cx="50292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E7F0F3"/>
                </a:solidFill>
                <a:latin typeface="Arial"/>
              </a:rPr>
              <a:t>M = U / c_0 = 0.0609</a:t>
            </a:r>
          </a:p>
        </p:txBody>
      </p:sp>
      <p:sp>
        <p:nvSpPr>
          <p:cNvPr id="6" name="C5-E09 text 4" descr="sci-ppt:o004"/>
          <p:cNvSpPr txBox="1"/>
          <p:nvPr/>
        </p:nvSpPr>
        <p:spPr>
          <a:xfrm>
            <a:off x="822960" y="2514600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B4C7D2"/>
                </a:solidFill>
                <a:latin typeface="Arial"/>
              </a:rPr>
              <a:t>tested 0.031 to 0.092</a:t>
            </a:r>
          </a:p>
        </p:txBody>
      </p:sp>
      <p:sp>
        <p:nvSpPr>
          <p:cNvPr id="7" name="C5-E09 rect 5" descr="sci-ppt:o005"/>
          <p:cNvSpPr/>
          <p:nvPr/>
        </p:nvSpPr>
        <p:spPr>
          <a:xfrm>
            <a:off x="6309359" y="1371600"/>
            <a:ext cx="5212080" cy="173736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5-E09 text 6" descr="sci-ppt:o006"/>
          <p:cNvSpPr txBox="1"/>
          <p:nvPr/>
        </p:nvSpPr>
        <p:spPr>
          <a:xfrm>
            <a:off x="6400799" y="1444752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Sound crossing of the radius</a:t>
            </a:r>
          </a:p>
        </p:txBody>
      </p:sp>
      <p:sp>
        <p:nvSpPr>
          <p:cNvPr id="9" name="C5-E09 text 7" descr="sci-ppt:o007"/>
          <p:cNvSpPr txBox="1"/>
          <p:nvPr/>
        </p:nvSpPr>
        <p:spPr>
          <a:xfrm>
            <a:off x="6400799" y="1920240"/>
            <a:ext cx="50292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E7F0F3"/>
                </a:solidFill>
                <a:latin typeface="Arial"/>
              </a:rPr>
              <a:t>t_a = a / c_0 = 0.615 ns</a:t>
            </a:r>
          </a:p>
        </p:txBody>
      </p:sp>
      <p:sp>
        <p:nvSpPr>
          <p:cNvPr id="10" name="C5-E09 text 8" descr="sci-ppt:o008"/>
          <p:cNvSpPr txBox="1"/>
          <p:nvPr/>
        </p:nvSpPr>
        <p:spPr>
          <a:xfrm>
            <a:off x="6400799" y="2514600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B4C7D2"/>
                </a:solidFill>
                <a:latin typeface="Arial"/>
              </a:rPr>
              <a:t>for a = 1 µm</a:t>
            </a:r>
          </a:p>
        </p:txBody>
      </p:sp>
      <p:sp>
        <p:nvSpPr>
          <p:cNvPr id="11" name="C5-E09 rect 9" descr="sci-ppt:o009"/>
          <p:cNvSpPr/>
          <p:nvPr/>
        </p:nvSpPr>
        <p:spPr>
          <a:xfrm>
            <a:off x="731520" y="3474720"/>
            <a:ext cx="5212080" cy="1737360"/>
          </a:xfrm>
          <a:prstGeom prst="rect">
            <a:avLst/>
          </a:prstGeom>
          <a:solidFill>
            <a:srgbClr val="213E4B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5-E09 text 10" descr="sci-ppt:o010"/>
          <p:cNvSpPr txBox="1"/>
          <p:nvPr/>
        </p:nvSpPr>
        <p:spPr>
          <a:xfrm>
            <a:off x="822960" y="3547872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Compression behind the shock</a:t>
            </a:r>
          </a:p>
        </p:txBody>
      </p:sp>
      <p:sp>
        <p:nvSpPr>
          <p:cNvPr id="13" name="C5-E09 text 11" descr="sci-ppt:o011"/>
          <p:cNvSpPr txBox="1"/>
          <p:nvPr/>
        </p:nvSpPr>
        <p:spPr>
          <a:xfrm>
            <a:off x="822960" y="4023359"/>
            <a:ext cx="50292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E7F0F3"/>
                </a:solidFill>
                <a:latin typeface="Arial"/>
              </a:rPr>
              <a:t>ρ_1 / ρ_j = 1.0594</a:t>
            </a:r>
          </a:p>
        </p:txBody>
      </p:sp>
      <p:sp>
        <p:nvSpPr>
          <p:cNvPr id="14" name="C5-E09 text 12" descr="sci-ppt:o012"/>
          <p:cNvSpPr txBox="1"/>
          <p:nvPr/>
        </p:nvSpPr>
        <p:spPr>
          <a:xfrm>
            <a:off x="822960" y="4617720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B4C7D2"/>
                </a:solidFill>
                <a:latin typeface="Arial"/>
              </a:rPr>
              <a:t>only 5.9% denser</a:t>
            </a:r>
          </a:p>
        </p:txBody>
      </p:sp>
      <p:sp>
        <p:nvSpPr>
          <p:cNvPr id="15" name="C5-E09 rect 13" descr="sci-ppt:o013"/>
          <p:cNvSpPr/>
          <p:nvPr/>
        </p:nvSpPr>
        <p:spPr>
          <a:xfrm>
            <a:off x="6309359" y="3474720"/>
            <a:ext cx="5212080" cy="1737360"/>
          </a:xfrm>
          <a:prstGeom prst="rect">
            <a:avLst/>
          </a:prstGeom>
          <a:solidFill>
            <a:srgbClr val="213E4B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5-E09 text 14" descr="sci-ppt:o014"/>
          <p:cNvSpPr txBox="1"/>
          <p:nvPr/>
        </p:nvSpPr>
        <p:spPr>
          <a:xfrm>
            <a:off x="6400799" y="3547872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Barotropic against energy law</a:t>
            </a:r>
          </a:p>
        </p:txBody>
      </p:sp>
      <p:sp>
        <p:nvSpPr>
          <p:cNvPr id="17" name="C5-E09 text 15" descr="sci-ppt:o015"/>
          <p:cNvSpPr txBox="1"/>
          <p:nvPr/>
        </p:nvSpPr>
        <p:spPr>
          <a:xfrm>
            <a:off x="6400799" y="4023359"/>
            <a:ext cx="50292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E7F0F3"/>
                </a:solidFill>
                <a:latin typeface="Arial"/>
              </a:rPr>
              <a:t>(p_H − p_B) / p_H = 0.268%</a:t>
            </a:r>
          </a:p>
        </p:txBody>
      </p:sp>
      <p:sp>
        <p:nvSpPr>
          <p:cNvPr id="18" name="C5-E09 text 16" descr="sci-ppt:o016"/>
          <p:cNvSpPr txBox="1"/>
          <p:nvPr/>
        </p:nvSpPr>
        <p:spPr>
          <a:xfrm>
            <a:off x="6400799" y="4617720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B4C7D2"/>
                </a:solidFill>
                <a:latin typeface="Arial"/>
              </a:rPr>
              <a:t>at the nominal speed</a:t>
            </a:r>
          </a:p>
        </p:txBody>
      </p:sp>
      <p:sp>
        <p:nvSpPr>
          <p:cNvPr id="19" name="C5-E09 text 17" descr="sci-ppt:o017"/>
          <p:cNvSpPr txBox="1"/>
          <p:nvPr/>
        </p:nvSpPr>
        <p:spPr>
          <a:xfrm>
            <a:off x="731520" y="5623560"/>
            <a:ext cx="109728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Small Mach number and small compression let the density-only law stand in for the energy law.</a:t>
            </a:r>
          </a:p>
        </p:txBody>
      </p:sp>
      <p:sp>
        <p:nvSpPr>
          <p:cNvPr id="20" name="C5-E09 text 18" descr="sci-ppt:o018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Values from Eqs. (C5-E04) and (C5-E05) and the sensitivity cases.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0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C5-E10 · One-dimensional conservative equations of the reference solver</a:t>
            </a:r>
          </a:p>
        </p:txBody>
      </p:sp>
      <p:cxnSp>
        <p:nvCxnSpPr>
          <p:cNvPr id="3" name="C5-E10 line 1" descr="sci-ppt:o001"/>
          <p:cNvCxnSpPr/>
          <p:nvPr/>
        </p:nvCxnSpPr>
        <p:spPr>
          <a:xfrm>
            <a:off x="1463040" y="5303520"/>
            <a:ext cx="64008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10 line 2" descr="sci-ppt:o002"/>
          <p:cNvCxnSpPr/>
          <p:nvPr/>
        </p:nvCxnSpPr>
        <p:spPr>
          <a:xfrm>
            <a:off x="1463040" y="1188720"/>
            <a:ext cx="0" cy="41148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5-E10 line 3" descr="sci-ppt:o003"/>
          <p:cNvCxnSpPr/>
          <p:nvPr/>
        </p:nvCxnSpPr>
        <p:spPr>
          <a:xfrm>
            <a:off x="146304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6" name="C5-E10 text 4" descr="sci-ppt:o004"/>
          <p:cNvSpPr txBox="1"/>
          <p:nvPr/>
        </p:nvSpPr>
        <p:spPr>
          <a:xfrm>
            <a:off x="100584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7" name="C5-E10 line 5" descr="sci-ppt:o005"/>
          <p:cNvCxnSpPr/>
          <p:nvPr/>
        </p:nvCxnSpPr>
        <p:spPr>
          <a:xfrm>
            <a:off x="359664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8" name="C5-E10 text 6" descr="sci-ppt:o006"/>
          <p:cNvSpPr txBox="1"/>
          <p:nvPr/>
        </p:nvSpPr>
        <p:spPr>
          <a:xfrm>
            <a:off x="313944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9" name="C5-E10 line 7" descr="sci-ppt:o007"/>
          <p:cNvCxnSpPr/>
          <p:nvPr/>
        </p:nvCxnSpPr>
        <p:spPr>
          <a:xfrm>
            <a:off x="5730239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0" name="C5-E10 text 8" descr="sci-ppt:o008"/>
          <p:cNvSpPr txBox="1"/>
          <p:nvPr/>
        </p:nvSpPr>
        <p:spPr>
          <a:xfrm>
            <a:off x="5273039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1" name="C5-E10 line 9" descr="sci-ppt:o009"/>
          <p:cNvCxnSpPr/>
          <p:nvPr/>
        </p:nvCxnSpPr>
        <p:spPr>
          <a:xfrm>
            <a:off x="786384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2" name="C5-E10 text 10" descr="sci-ppt:o010"/>
          <p:cNvSpPr txBox="1"/>
          <p:nvPr/>
        </p:nvSpPr>
        <p:spPr>
          <a:xfrm>
            <a:off x="740664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3" name="C5-E10 line 11" descr="sci-ppt:o011"/>
          <p:cNvCxnSpPr/>
          <p:nvPr/>
        </p:nvCxnSpPr>
        <p:spPr>
          <a:xfrm>
            <a:off x="1399032" y="53035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4" name="C5-E10 line 12" descr="sci-ppt:o012"/>
          <p:cNvCxnSpPr/>
          <p:nvPr/>
        </p:nvCxnSpPr>
        <p:spPr>
          <a:xfrm>
            <a:off x="1463040" y="5303520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5" name="C5-E10 text 13" descr="sci-ppt:o013"/>
          <p:cNvSpPr txBox="1"/>
          <p:nvPr/>
        </p:nvSpPr>
        <p:spPr>
          <a:xfrm>
            <a:off x="685800" y="517550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16" name="C5-E10 line 14" descr="sci-ppt:o014"/>
          <p:cNvCxnSpPr/>
          <p:nvPr/>
        </p:nvCxnSpPr>
        <p:spPr>
          <a:xfrm>
            <a:off x="1399032" y="42748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7" name="C5-E10 line 15" descr="sci-ppt:o015"/>
          <p:cNvCxnSpPr/>
          <p:nvPr/>
        </p:nvCxnSpPr>
        <p:spPr>
          <a:xfrm>
            <a:off x="1463040" y="4274820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8" name="C5-E10 text 16" descr="sci-ppt:o016"/>
          <p:cNvSpPr txBox="1"/>
          <p:nvPr/>
        </p:nvSpPr>
        <p:spPr>
          <a:xfrm>
            <a:off x="685800" y="414680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9" name="C5-E10 line 17" descr="sci-ppt:o017"/>
          <p:cNvCxnSpPr/>
          <p:nvPr/>
        </p:nvCxnSpPr>
        <p:spPr>
          <a:xfrm>
            <a:off x="1399032" y="32461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0" name="C5-E10 line 18" descr="sci-ppt:o018"/>
          <p:cNvCxnSpPr/>
          <p:nvPr/>
        </p:nvCxnSpPr>
        <p:spPr>
          <a:xfrm>
            <a:off x="1463040" y="3246120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1" name="C5-E10 text 19" descr="sci-ppt:o019"/>
          <p:cNvSpPr txBox="1"/>
          <p:nvPr/>
        </p:nvSpPr>
        <p:spPr>
          <a:xfrm>
            <a:off x="685800" y="31181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22" name="C5-E10 line 20" descr="sci-ppt:o020"/>
          <p:cNvCxnSpPr/>
          <p:nvPr/>
        </p:nvCxnSpPr>
        <p:spPr>
          <a:xfrm>
            <a:off x="1399032" y="22174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3" name="C5-E10 line 21" descr="sci-ppt:o021"/>
          <p:cNvCxnSpPr/>
          <p:nvPr/>
        </p:nvCxnSpPr>
        <p:spPr>
          <a:xfrm>
            <a:off x="1463040" y="2217420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4" name="C5-E10 text 22" descr="sci-ppt:o022"/>
          <p:cNvSpPr txBox="1"/>
          <p:nvPr/>
        </p:nvSpPr>
        <p:spPr>
          <a:xfrm>
            <a:off x="685800" y="20894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25" name="C5-E10 line 23" descr="sci-ppt:o023"/>
          <p:cNvCxnSpPr/>
          <p:nvPr/>
        </p:nvCxnSpPr>
        <p:spPr>
          <a:xfrm>
            <a:off x="1399032" y="118871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6" name="C5-E10 line 24" descr="sci-ppt:o024"/>
          <p:cNvCxnSpPr/>
          <p:nvPr/>
        </p:nvCxnSpPr>
        <p:spPr>
          <a:xfrm>
            <a:off x="1463040" y="1188719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7" name="C5-E10 text 25" descr="sci-ppt:o025"/>
          <p:cNvSpPr txBox="1"/>
          <p:nvPr/>
        </p:nvSpPr>
        <p:spPr>
          <a:xfrm>
            <a:off x="685800" y="10607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sp>
        <p:nvSpPr>
          <p:cNvPr id="28" name="C5-E10 text 26" descr="sci-ppt:o026"/>
          <p:cNvSpPr txBox="1"/>
          <p:nvPr/>
        </p:nvSpPr>
        <p:spPr>
          <a:xfrm>
            <a:off x="1463040" y="5650992"/>
            <a:ext cx="6400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Time from first contact (ns)</a:t>
            </a:r>
          </a:p>
        </p:txBody>
      </p:sp>
      <p:sp>
        <p:nvSpPr>
          <p:cNvPr id="29" name="C5-E10 text 27" descr="sci-ppt:o027"/>
          <p:cNvSpPr txBox="1"/>
          <p:nvPr/>
        </p:nvSpPr>
        <p:spPr>
          <a:xfrm>
            <a:off x="594360" y="804672"/>
            <a:ext cx="3108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z (µm)</a:t>
            </a:r>
          </a:p>
        </p:txBody>
      </p:sp>
      <p:sp>
        <p:nvSpPr>
          <p:cNvPr id="30" name="C5-E10 polygon 28" descr="sci-ppt:o028"/>
          <p:cNvSpPr/>
          <p:nvPr/>
        </p:nvSpPr>
        <p:spPr>
          <a:xfrm>
            <a:off x="1463040" y="1188720"/>
            <a:ext cx="6400800" cy="4114800"/>
          </a:xfrm>
          <a:custGeom>
            <a:avLst/>
            <a:gdLst/>
            <a:ahLst/>
            <a:cxnLst/>
            <a:rect l="l" t="t" r="r" b="b"/>
            <a:pathLst>
              <a:path w="6400800" h="4114800">
                <a:moveTo>
                  <a:pt x="0" y="4114800"/>
                </a:moveTo>
                <a:lnTo>
                  <a:pt x="5135455" y="0"/>
                </a:lnTo>
                <a:lnTo>
                  <a:pt x="6400800" y="0"/>
                </a:lnTo>
                <a:lnTo>
                  <a:pt x="6400800" y="4114800"/>
                </a:lnTo>
                <a:close/>
              </a:path>
            </a:pathLst>
          </a:custGeom>
          <a:solidFill>
            <a:srgbClr val="2B5560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5-E10 polygon 29" descr="sci-ppt:o029"/>
          <p:cNvSpPr/>
          <p:nvPr/>
        </p:nvSpPr>
        <p:spPr>
          <a:xfrm>
            <a:off x="1463040" y="1188720"/>
            <a:ext cx="5135455" cy="4114800"/>
          </a:xfrm>
          <a:custGeom>
            <a:avLst/>
            <a:gdLst/>
            <a:ahLst/>
            <a:cxnLst/>
            <a:rect l="l" t="t" r="r" b="b"/>
            <a:pathLst>
              <a:path w="5135455" h="4114800">
                <a:moveTo>
                  <a:pt x="0" y="4114800"/>
                </a:moveTo>
                <a:lnTo>
                  <a:pt x="5135455" y="0"/>
                </a:lnTo>
                <a:lnTo>
                  <a:pt x="0" y="0"/>
                </a:lnTo>
                <a:close/>
              </a:path>
            </a:pathLst>
          </a:custGeom>
          <a:solidFill>
            <a:srgbClr val="213E4B"/>
          </a:solidFill>
          <a:ln w="1270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5-E10 line 30" descr="sci-ppt:o030"/>
          <p:cNvCxnSpPr/>
          <p:nvPr/>
        </p:nvCxnSpPr>
        <p:spPr>
          <a:xfrm flipV="1">
            <a:off x="1463040" y="1188720"/>
            <a:ext cx="5135455" cy="4114800"/>
          </a:xfrm>
          <a:prstGeom prst="line">
            <a:avLst/>
          </a:prstGeom>
          <a:ln w="44450">
            <a:solidFill>
              <a:srgbClr val="F2B880"/>
            </a:solidFill>
          </a:ln>
          <a:effectLst/>
        </p:spPr>
      </p:cxnSp>
      <p:cxnSp>
        <p:nvCxnSpPr>
          <p:cNvPr id="33" name="C5-E10 line 31" descr="sci-ppt:o031"/>
          <p:cNvCxnSpPr/>
          <p:nvPr/>
        </p:nvCxnSpPr>
        <p:spPr>
          <a:xfrm>
            <a:off x="1463040" y="1188720"/>
            <a:ext cx="6400800" cy="0"/>
          </a:xfrm>
          <a:prstGeom prst="line">
            <a:avLst/>
          </a:prstGeom>
          <a:ln w="15240">
            <a:solidFill>
              <a:srgbClr val="B4C7D2"/>
            </a:solidFill>
            <a:prstDash val="dash"/>
          </a:ln>
          <a:effectLst/>
        </p:spPr>
      </p:cxnSp>
      <p:sp>
        <p:nvSpPr>
          <p:cNvPr id="34" name="C5-E10 text 32" descr="sci-ppt:o032"/>
          <p:cNvSpPr txBox="1"/>
          <p:nvPr/>
        </p:nvSpPr>
        <p:spPr>
          <a:xfrm>
            <a:off x="1554480" y="1234440"/>
            <a:ext cx="27432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inflow boundary z = H</a:t>
            </a:r>
          </a:p>
        </p:txBody>
      </p:sp>
      <p:sp>
        <p:nvSpPr>
          <p:cNvPr id="35" name="C5-E10 text 33" descr="sci-ppt:o033"/>
          <p:cNvSpPr txBox="1"/>
          <p:nvPr/>
        </p:nvSpPr>
        <p:spPr>
          <a:xfrm>
            <a:off x="5029200" y="3840480"/>
            <a:ext cx="27432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behind the shock: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at rest</a:t>
            </a:r>
          </a:p>
        </p:txBody>
      </p:sp>
      <p:sp>
        <p:nvSpPr>
          <p:cNvPr id="36" name="C5-E10 text 34" descr="sci-ppt:o034"/>
          <p:cNvSpPr txBox="1"/>
          <p:nvPr/>
        </p:nvSpPr>
        <p:spPr>
          <a:xfrm>
            <a:off x="1600200" y="1691640"/>
            <a:ext cx="237744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ahead: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ρ_j, −U</a:t>
            </a:r>
          </a:p>
        </p:txBody>
      </p:sp>
      <p:sp>
        <p:nvSpPr>
          <p:cNvPr id="37" name="C5-E10 text 35" descr="sci-ppt:o035"/>
          <p:cNvSpPr txBox="1"/>
          <p:nvPr/>
        </p:nvSpPr>
        <p:spPr>
          <a:xfrm>
            <a:off x="8138160" y="1280160"/>
            <a:ext cx="38404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Wave pattern</a:t>
            </a:r>
          </a:p>
        </p:txBody>
      </p:sp>
      <p:sp>
        <p:nvSpPr>
          <p:cNvPr id="38" name="C5-E10 text 36" descr="sci-ppt:o036"/>
          <p:cNvSpPr txBox="1"/>
          <p:nvPr/>
        </p:nvSpPr>
        <p:spPr>
          <a:xfrm>
            <a:off x="8138160" y="1737360"/>
            <a:ext cx="3840480" cy="18288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Barotropic shock: S = 1661.9 m/s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reaches H = 4 µm at 2.41 ns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Wall: u = 0 (mirror ghost state)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Inflow: (ρ_j, −U)</a:t>
            </a:r>
          </a:p>
        </p:txBody>
      </p:sp>
      <p:sp>
        <p:nvSpPr>
          <p:cNvPr id="39" name="C5-E10 text 37" descr="sci-ppt:o037"/>
          <p:cNvSpPr txBox="1"/>
          <p:nvPr/>
        </p:nvSpPr>
        <p:spPr>
          <a:xfrm>
            <a:off x="8138160" y="3931920"/>
            <a:ext cx="384048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Conservative form lets the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shock move at the right speed.</a:t>
            </a:r>
          </a:p>
        </p:txBody>
      </p:sp>
      <p:sp>
        <p:nvSpPr>
          <p:cNvPr id="40" name="C5-E10 text 38" descr="sci-ppt:o038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Space-time sketch of Eq. (C5-E10); S from Eq. (C5-E05).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1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C5-E11 · Rusanov flux with Heun time stepping</a:t>
            </a:r>
          </a:p>
        </p:txBody>
      </p:sp>
      <p:sp>
        <p:nvSpPr>
          <p:cNvPr id="3" name="C5-E11 rect 1" descr="sci-ppt:o001"/>
          <p:cNvSpPr/>
          <p:nvPr/>
        </p:nvSpPr>
        <p:spPr>
          <a:xfrm>
            <a:off x="731520" y="2103120"/>
            <a:ext cx="640080" cy="914400"/>
          </a:xfrm>
          <a:prstGeom prst="rect">
            <a:avLst/>
          </a:prstGeom>
          <a:solidFill>
            <a:srgbClr val="3A5362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5-E11 line 2" descr="sci-ppt:o002"/>
          <p:cNvCxnSpPr/>
          <p:nvPr/>
        </p:nvCxnSpPr>
        <p:spPr>
          <a:xfrm>
            <a:off x="731520" y="3017520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" name="C5-E11 line 3" descr="sci-ppt:o003"/>
          <p:cNvCxnSpPr/>
          <p:nvPr/>
        </p:nvCxnSpPr>
        <p:spPr>
          <a:xfrm>
            <a:off x="932688" y="3017520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5-E11 line 4" descr="sci-ppt:o004"/>
          <p:cNvCxnSpPr/>
          <p:nvPr/>
        </p:nvCxnSpPr>
        <p:spPr>
          <a:xfrm>
            <a:off x="1133856" y="3017520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" name="C5-E11 rect 5" descr="sci-ppt:o005"/>
          <p:cNvSpPr/>
          <p:nvPr/>
        </p:nvSpPr>
        <p:spPr>
          <a:xfrm>
            <a:off x="731520" y="2057400"/>
            <a:ext cx="640080" cy="1005840"/>
          </a:xfrm>
          <a:prstGeom prst="rect">
            <a:avLst/>
          </a:prstGeom>
          <a:solidFill>
            <a:srgbClr val="3A5362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5-E11 text 6" descr="sci-ppt:o006"/>
          <p:cNvSpPr txBox="1"/>
          <p:nvPr/>
        </p:nvSpPr>
        <p:spPr>
          <a:xfrm>
            <a:off x="457200" y="3200400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B4C7D2"/>
                </a:solidFill>
                <a:latin typeface="Arial"/>
              </a:rPr>
              <a:t>wall</a:t>
            </a:r>
          </a:p>
        </p:txBody>
      </p:sp>
      <p:sp>
        <p:nvSpPr>
          <p:cNvPr id="9" name="C5-E11 rect 7" descr="sci-ppt:o007"/>
          <p:cNvSpPr/>
          <p:nvPr/>
        </p:nvSpPr>
        <p:spPr>
          <a:xfrm>
            <a:off x="1417320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5-E11 rect 8" descr="sci-ppt:o008"/>
          <p:cNvSpPr/>
          <p:nvPr/>
        </p:nvSpPr>
        <p:spPr>
          <a:xfrm>
            <a:off x="2194560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5-E11 rect 9" descr="sci-ppt:o009"/>
          <p:cNvSpPr/>
          <p:nvPr/>
        </p:nvSpPr>
        <p:spPr>
          <a:xfrm>
            <a:off x="2971800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5-E11 rect 10" descr="sci-ppt:o010"/>
          <p:cNvSpPr/>
          <p:nvPr/>
        </p:nvSpPr>
        <p:spPr>
          <a:xfrm>
            <a:off x="3749039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5-E11 rect 11" descr="sci-ppt:o011"/>
          <p:cNvSpPr/>
          <p:nvPr/>
        </p:nvSpPr>
        <p:spPr>
          <a:xfrm>
            <a:off x="4526280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5-E11 rect 12" descr="sci-ppt:o012"/>
          <p:cNvSpPr/>
          <p:nvPr/>
        </p:nvSpPr>
        <p:spPr>
          <a:xfrm>
            <a:off x="5303520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5-E11 rect 13" descr="sci-ppt:o013"/>
          <p:cNvSpPr/>
          <p:nvPr/>
        </p:nvSpPr>
        <p:spPr>
          <a:xfrm>
            <a:off x="6080759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5-E11 rect 14" descr="sci-ppt:o014"/>
          <p:cNvSpPr/>
          <p:nvPr/>
        </p:nvSpPr>
        <p:spPr>
          <a:xfrm>
            <a:off x="6858000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5-E11 rect 15" descr="sci-ppt:o015"/>
          <p:cNvSpPr/>
          <p:nvPr/>
        </p:nvSpPr>
        <p:spPr>
          <a:xfrm>
            <a:off x="7635240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5-E11 rect 16" descr="sci-ppt:o016"/>
          <p:cNvSpPr/>
          <p:nvPr/>
        </p:nvSpPr>
        <p:spPr>
          <a:xfrm>
            <a:off x="8412480" y="2103120"/>
            <a:ext cx="777240" cy="914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5-E11 text 17" descr="sci-ppt:o017"/>
          <p:cNvSpPr txBox="1"/>
          <p:nvPr/>
        </p:nvSpPr>
        <p:spPr>
          <a:xfrm>
            <a:off x="1417320" y="224028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cell 1</a:t>
            </a:r>
          </a:p>
        </p:txBody>
      </p:sp>
      <p:sp>
        <p:nvSpPr>
          <p:cNvPr id="20" name="C5-E11 text 18" descr="sci-ppt:o018"/>
          <p:cNvSpPr txBox="1"/>
          <p:nvPr/>
        </p:nvSpPr>
        <p:spPr>
          <a:xfrm>
            <a:off x="8412480" y="2240280"/>
            <a:ext cx="7772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N</a:t>
            </a:r>
          </a:p>
        </p:txBody>
      </p:sp>
      <p:cxnSp>
        <p:nvCxnSpPr>
          <p:cNvPr id="21" name="C5-E11 line 19" descr="sci-ppt:o019"/>
          <p:cNvCxnSpPr/>
          <p:nvPr/>
        </p:nvCxnSpPr>
        <p:spPr>
          <a:xfrm>
            <a:off x="502920" y="2560320"/>
            <a:ext cx="822960" cy="0"/>
          </a:xfrm>
          <a:prstGeom prst="line">
            <a:avLst/>
          </a:prstGeom>
          <a:ln w="12700">
            <a:solidFill>
              <a:srgbClr val="2E4756"/>
            </a:solidFill>
            <a:prstDash val="dash"/>
          </a:ln>
          <a:effectLst/>
        </p:spPr>
      </p:cxnSp>
      <p:sp>
        <p:nvSpPr>
          <p:cNvPr id="22" name="C5-E11 text 20" descr="sci-ppt:o020"/>
          <p:cNvSpPr txBox="1"/>
          <p:nvPr/>
        </p:nvSpPr>
        <p:spPr>
          <a:xfrm>
            <a:off x="182880" y="1691640"/>
            <a:ext cx="21945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mirror ghost state</a:t>
            </a:r>
          </a:p>
        </p:txBody>
      </p:sp>
      <p:cxnSp>
        <p:nvCxnSpPr>
          <p:cNvPr id="23" name="C5-E11 arrow 21" descr="sci-ppt:o021"/>
          <p:cNvCxnSpPr/>
          <p:nvPr/>
        </p:nvCxnSpPr>
        <p:spPr>
          <a:xfrm flipH="1">
            <a:off x="9235440" y="2560320"/>
            <a:ext cx="1508760" cy="0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24" name="C5-E11 text 22" descr="sci-ppt:o022"/>
          <p:cNvSpPr txBox="1"/>
          <p:nvPr/>
        </p:nvSpPr>
        <p:spPr>
          <a:xfrm>
            <a:off x="9281160" y="201168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inflow ρ_j, −U</a:t>
            </a:r>
          </a:p>
        </p:txBody>
      </p:sp>
      <p:cxnSp>
        <p:nvCxnSpPr>
          <p:cNvPr id="25" name="C5-E11 line 23" descr="sci-ppt:o023"/>
          <p:cNvCxnSpPr/>
          <p:nvPr/>
        </p:nvCxnSpPr>
        <p:spPr>
          <a:xfrm>
            <a:off x="1417320" y="3794760"/>
            <a:ext cx="7772400" cy="0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26" name="C5-E11 text 24" descr="sci-ppt:o024"/>
          <p:cNvSpPr txBox="1"/>
          <p:nvPr/>
        </p:nvSpPr>
        <p:spPr>
          <a:xfrm>
            <a:off x="2926080" y="3840480"/>
            <a:ext cx="45720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H = 4 µm,  N = 4000,  Δz = 1 nm</a:t>
            </a:r>
          </a:p>
        </p:txBody>
      </p:sp>
      <p:sp>
        <p:nvSpPr>
          <p:cNvPr id="27" name="C5-E11 text 25" descr="sci-ppt:o025"/>
          <p:cNvSpPr txBox="1"/>
          <p:nvPr/>
        </p:nvSpPr>
        <p:spPr>
          <a:xfrm>
            <a:off x="731520" y="4572000"/>
            <a:ext cx="53035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EDBD4"/>
                </a:solidFill>
                <a:latin typeface="Arial"/>
              </a:rPr>
              <a:t>Face flux (Rusanov)</a:t>
            </a:r>
          </a:p>
        </p:txBody>
      </p:sp>
      <p:sp>
        <p:nvSpPr>
          <p:cNvPr id="28" name="C5-E11 text 26" descr="sci-ppt:o026"/>
          <p:cNvSpPr txBox="1"/>
          <p:nvPr/>
        </p:nvSpPr>
        <p:spPr>
          <a:xfrm>
            <a:off x="731520" y="4983480"/>
            <a:ext cx="548640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F = ½(F_L + F_R) − ½ α (Q_R − Q_L)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α = max(|u_L| + c_L, |u_R| + c_R)</a:t>
            </a:r>
          </a:p>
        </p:txBody>
      </p:sp>
      <p:sp>
        <p:nvSpPr>
          <p:cNvPr id="29" name="C5-E11 text 27" descr="sci-ppt:o027"/>
          <p:cNvSpPr txBox="1"/>
          <p:nvPr/>
        </p:nvSpPr>
        <p:spPr>
          <a:xfrm>
            <a:off x="6675120" y="457200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EDBD4"/>
                </a:solidFill>
                <a:latin typeface="Arial"/>
              </a:rPr>
              <a:t>Time step (Heun)</a:t>
            </a:r>
          </a:p>
        </p:txBody>
      </p:sp>
      <p:sp>
        <p:nvSpPr>
          <p:cNvPr id="30" name="C5-E11 text 28" descr="sci-ppt:o028"/>
          <p:cNvSpPr txBox="1"/>
          <p:nvPr/>
        </p:nvSpPr>
        <p:spPr>
          <a:xfrm>
            <a:off x="6675120" y="4983480"/>
            <a:ext cx="512064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predictor Q* = Qⁿ + Δt L(Qⁿ)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Qⁿ⁺¹ = Qⁿ + ½ Δt [L(Qⁿ) + L(Q*)]</a:t>
            </a:r>
          </a:p>
        </p:txBody>
      </p:sp>
      <p:sp>
        <p:nvSpPr>
          <p:cNvPr id="31" name="C5-E11 text 29" descr="sci-ppt:o029"/>
          <p:cNvSpPr txBox="1"/>
          <p:nvPr/>
        </p:nvSpPr>
        <p:spPr>
          <a:xfrm>
            <a:off x="2926080" y="4206240"/>
            <a:ext cx="603504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Wall pressure read from the cell next to the wall</a:t>
            </a:r>
          </a:p>
        </p:txBody>
      </p:sp>
      <p:sp>
        <p:nvSpPr>
          <p:cNvPr id="32" name="C5-E11 text 30" descr="sci-ppt:o030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Schematic of the discretization of Eqs. (C5-E10) and (C5-E11); only ten of 4000 cells are drawn.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2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C5-E12 · Axisymmetric compressible flow equations of the COMSOL model</a:t>
            </a:r>
          </a:p>
        </p:txBody>
      </p:sp>
      <p:sp>
        <p:nvSpPr>
          <p:cNvPr id="3" name="C5-E12 rect 1" descr="sci-ppt:o001"/>
          <p:cNvSpPr/>
          <p:nvPr/>
        </p:nvSpPr>
        <p:spPr>
          <a:xfrm>
            <a:off x="731520" y="1554480"/>
            <a:ext cx="5852160" cy="91440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5-E12 text 2" descr="sci-ppt:o002"/>
          <p:cNvSpPr txBox="1"/>
          <p:nvPr/>
        </p:nvSpPr>
        <p:spPr>
          <a:xfrm>
            <a:off x="822960" y="1600200"/>
            <a:ext cx="56692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Mass</a:t>
            </a:r>
          </a:p>
        </p:txBody>
      </p:sp>
      <p:sp>
        <p:nvSpPr>
          <p:cNvPr id="5" name="C5-E12 text 3" descr="sci-ppt:o003"/>
          <p:cNvSpPr txBox="1"/>
          <p:nvPr/>
        </p:nvSpPr>
        <p:spPr>
          <a:xfrm>
            <a:off x="822960" y="2011680"/>
            <a:ext cx="56692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∂ₜρ + ∇·(ρu) = 0</a:t>
            </a:r>
          </a:p>
        </p:txBody>
      </p:sp>
      <p:cxnSp>
        <p:nvCxnSpPr>
          <p:cNvPr id="6" name="C5-E12 arrow 4" descr="sci-ppt:o004"/>
          <p:cNvCxnSpPr/>
          <p:nvPr/>
        </p:nvCxnSpPr>
        <p:spPr>
          <a:xfrm>
            <a:off x="6583680" y="2011680"/>
            <a:ext cx="1005840" cy="1188720"/>
          </a:xfrm>
          <a:prstGeom prst="line">
            <a:avLst/>
          </a:prstGeom>
          <a:ln w="2286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7" name="C5-E12 rect 5" descr="sci-ppt:o005"/>
          <p:cNvSpPr/>
          <p:nvPr/>
        </p:nvSpPr>
        <p:spPr>
          <a:xfrm>
            <a:off x="731520" y="2743200"/>
            <a:ext cx="5852160" cy="91440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5-E12 text 6" descr="sci-ppt:o006"/>
          <p:cNvSpPr txBox="1"/>
          <p:nvPr/>
        </p:nvSpPr>
        <p:spPr>
          <a:xfrm>
            <a:off x="822960" y="2788920"/>
            <a:ext cx="56692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Momentum</a:t>
            </a:r>
          </a:p>
        </p:txBody>
      </p:sp>
      <p:sp>
        <p:nvSpPr>
          <p:cNvPr id="9" name="C5-E12 text 7" descr="sci-ppt:o007"/>
          <p:cNvSpPr txBox="1"/>
          <p:nvPr/>
        </p:nvSpPr>
        <p:spPr>
          <a:xfrm>
            <a:off x="822960" y="3200400"/>
            <a:ext cx="56692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ρ Du/Dt = −∇p + ∇·(viscous stress)</a:t>
            </a:r>
          </a:p>
        </p:txBody>
      </p:sp>
      <p:cxnSp>
        <p:nvCxnSpPr>
          <p:cNvPr id="10" name="C5-E12 arrow 8" descr="sci-ppt:o008"/>
          <p:cNvCxnSpPr/>
          <p:nvPr/>
        </p:nvCxnSpPr>
        <p:spPr>
          <a:xfrm>
            <a:off x="6583680" y="3200400"/>
            <a:ext cx="1005840" cy="0"/>
          </a:xfrm>
          <a:prstGeom prst="line">
            <a:avLst/>
          </a:prstGeom>
          <a:ln w="2286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11" name="C5-E12 rect 9" descr="sci-ppt:o009"/>
          <p:cNvSpPr/>
          <p:nvPr/>
        </p:nvSpPr>
        <p:spPr>
          <a:xfrm>
            <a:off x="731520" y="3931920"/>
            <a:ext cx="5852160" cy="91440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5-E12 text 10" descr="sci-ppt:o010"/>
          <p:cNvSpPr txBox="1"/>
          <p:nvPr/>
        </p:nvSpPr>
        <p:spPr>
          <a:xfrm>
            <a:off x="822960" y="3977639"/>
            <a:ext cx="56692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Liquid law</a:t>
            </a:r>
          </a:p>
        </p:txBody>
      </p:sp>
      <p:sp>
        <p:nvSpPr>
          <p:cNvPr id="13" name="C5-E12 text 11" descr="sci-ppt:o011"/>
          <p:cNvSpPr txBox="1"/>
          <p:nvPr/>
        </p:nvSpPr>
        <p:spPr>
          <a:xfrm>
            <a:off x="822960" y="4389120"/>
            <a:ext cx="56692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ρ(p) = ρ_j [(p + Π)/(p_j + Π)]^(1/γ)</a:t>
            </a:r>
          </a:p>
        </p:txBody>
      </p:sp>
      <p:cxnSp>
        <p:nvCxnSpPr>
          <p:cNvPr id="14" name="C5-E12 arrow 12" descr="sci-ppt:o012"/>
          <p:cNvCxnSpPr/>
          <p:nvPr/>
        </p:nvCxnSpPr>
        <p:spPr>
          <a:xfrm flipV="1">
            <a:off x="6583680" y="3200400"/>
            <a:ext cx="1005840" cy="1188720"/>
          </a:xfrm>
          <a:prstGeom prst="line">
            <a:avLst/>
          </a:prstGeom>
          <a:ln w="2286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15" name="C5-E12 rect 13" descr="sci-ppt:o013"/>
          <p:cNvSpPr/>
          <p:nvPr/>
        </p:nvSpPr>
        <p:spPr>
          <a:xfrm>
            <a:off x="7680960" y="2377440"/>
            <a:ext cx="4023360" cy="1645920"/>
          </a:xfrm>
          <a:prstGeom prst="rect">
            <a:avLst/>
          </a:prstGeom>
          <a:solidFill>
            <a:srgbClr val="2B5560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5-E12 text 14" descr="sci-ppt:o014"/>
          <p:cNvSpPr txBox="1"/>
          <p:nvPr/>
        </p:nvSpPr>
        <p:spPr>
          <a:xfrm>
            <a:off x="7772400" y="2423160"/>
            <a:ext cx="38404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Fields (axisymmetric)</a:t>
            </a:r>
          </a:p>
        </p:txBody>
      </p:sp>
      <p:sp>
        <p:nvSpPr>
          <p:cNvPr id="17" name="C5-E12 text 15" descr="sci-ppt:o015"/>
          <p:cNvSpPr txBox="1"/>
          <p:nvPr/>
        </p:nvSpPr>
        <p:spPr>
          <a:xfrm>
            <a:off x="7772400" y="2880360"/>
            <a:ext cx="3840480" cy="10972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ρ,  p</a:t>
            </a:r>
          </a:p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u_r,  w</a:t>
            </a:r>
          </a:p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viscosity μ = 1 mPa s</a:t>
            </a:r>
          </a:p>
        </p:txBody>
      </p:sp>
      <p:sp>
        <p:nvSpPr>
          <p:cNvPr id="18" name="C5-E12 text 16" descr="sci-ppt:o016"/>
          <p:cNvSpPr txBox="1"/>
          <p:nvPr/>
        </p:nvSpPr>
        <p:spPr>
          <a:xfrm>
            <a:off x="731520" y="5303520"/>
            <a:ext cx="109728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Same liquid as the C++ reference, plus radial motion and a small viscosity. No gas phase.</a:t>
            </a:r>
          </a:p>
        </p:txBody>
      </p:sp>
      <p:sp>
        <p:nvSpPr>
          <p:cNvPr id="19" name="C5-E12 text 17" descr="sci-ppt:o017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Schematic of Eq. (C5-E12).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3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C5-E13 · Boundary and initial conditions of the axisymmetric model</a:t>
            </a:r>
          </a:p>
        </p:txBody>
      </p:sp>
      <p:sp>
        <p:nvSpPr>
          <p:cNvPr id="3" name="C5-E13 rect 1" descr="sci-ppt:o001"/>
          <p:cNvSpPr/>
          <p:nvPr/>
        </p:nvSpPr>
        <p:spPr>
          <a:xfrm>
            <a:off x="1280160" y="1097280"/>
            <a:ext cx="2377440" cy="475488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5-E13 rect 2" descr="sci-ppt:o002"/>
          <p:cNvSpPr/>
          <p:nvPr/>
        </p:nvSpPr>
        <p:spPr>
          <a:xfrm>
            <a:off x="1280160" y="5673852"/>
            <a:ext cx="2377440" cy="178308"/>
          </a:xfrm>
          <a:prstGeom prst="rect">
            <a:avLst/>
          </a:prstGeom>
          <a:solidFill>
            <a:srgbClr val="2B5560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5-E13 line 3" descr="sci-ppt:o003"/>
          <p:cNvCxnSpPr/>
          <p:nvPr/>
        </p:nvCxnSpPr>
        <p:spPr>
          <a:xfrm>
            <a:off x="1463039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6" name="C5-E13 line 4" descr="sci-ppt:o004"/>
          <p:cNvCxnSpPr/>
          <p:nvPr/>
        </p:nvCxnSpPr>
        <p:spPr>
          <a:xfrm>
            <a:off x="1645919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7" name="C5-E13 line 5" descr="sci-ppt:o005"/>
          <p:cNvCxnSpPr/>
          <p:nvPr/>
        </p:nvCxnSpPr>
        <p:spPr>
          <a:xfrm>
            <a:off x="182880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8" name="C5-E13 line 6" descr="sci-ppt:o006"/>
          <p:cNvCxnSpPr/>
          <p:nvPr/>
        </p:nvCxnSpPr>
        <p:spPr>
          <a:xfrm>
            <a:off x="201168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9" name="C5-E13 line 7" descr="sci-ppt:o007"/>
          <p:cNvCxnSpPr/>
          <p:nvPr/>
        </p:nvCxnSpPr>
        <p:spPr>
          <a:xfrm>
            <a:off x="219456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10" name="C5-E13 line 8" descr="sci-ppt:o008"/>
          <p:cNvCxnSpPr/>
          <p:nvPr/>
        </p:nvCxnSpPr>
        <p:spPr>
          <a:xfrm>
            <a:off x="237744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11" name="C5-E13 line 9" descr="sci-ppt:o009"/>
          <p:cNvCxnSpPr/>
          <p:nvPr/>
        </p:nvCxnSpPr>
        <p:spPr>
          <a:xfrm>
            <a:off x="256032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12" name="C5-E13 line 10" descr="sci-ppt:o010"/>
          <p:cNvCxnSpPr/>
          <p:nvPr/>
        </p:nvCxnSpPr>
        <p:spPr>
          <a:xfrm>
            <a:off x="274320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13" name="C5-E13 line 11" descr="sci-ppt:o011"/>
          <p:cNvCxnSpPr/>
          <p:nvPr/>
        </p:nvCxnSpPr>
        <p:spPr>
          <a:xfrm>
            <a:off x="292608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14" name="C5-E13 line 12" descr="sci-ppt:o012"/>
          <p:cNvCxnSpPr/>
          <p:nvPr/>
        </p:nvCxnSpPr>
        <p:spPr>
          <a:xfrm>
            <a:off x="310896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15" name="C5-E13 line 13" descr="sci-ppt:o013"/>
          <p:cNvCxnSpPr/>
          <p:nvPr/>
        </p:nvCxnSpPr>
        <p:spPr>
          <a:xfrm>
            <a:off x="329184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16" name="C5-E13 line 14" descr="sci-ppt:o014"/>
          <p:cNvCxnSpPr/>
          <p:nvPr/>
        </p:nvCxnSpPr>
        <p:spPr>
          <a:xfrm>
            <a:off x="347472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17" name="C5-E13 line 15" descr="sci-ppt:o015"/>
          <p:cNvCxnSpPr/>
          <p:nvPr/>
        </p:nvCxnSpPr>
        <p:spPr>
          <a:xfrm>
            <a:off x="1280160" y="5763006"/>
            <a:ext cx="2377440" cy="0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18" name="C5-E13 line 16" descr="sci-ppt:o016"/>
          <p:cNvCxnSpPr/>
          <p:nvPr/>
        </p:nvCxnSpPr>
        <p:spPr>
          <a:xfrm>
            <a:off x="1280160" y="3474720"/>
            <a:ext cx="2377440" cy="0"/>
          </a:xfrm>
          <a:prstGeom prst="line">
            <a:avLst/>
          </a:prstGeom>
          <a:ln w="15240">
            <a:solidFill>
              <a:srgbClr val="B4C7D2"/>
            </a:solidFill>
            <a:prstDash val="dash"/>
          </a:ln>
          <a:effectLst/>
        </p:spPr>
      </p:cxnSp>
      <p:sp>
        <p:nvSpPr>
          <p:cNvPr id="19" name="C5-E13 rect 17" descr="sci-ppt:o017"/>
          <p:cNvSpPr/>
          <p:nvPr/>
        </p:nvSpPr>
        <p:spPr>
          <a:xfrm>
            <a:off x="1280160" y="5852160"/>
            <a:ext cx="2377440" cy="256032"/>
          </a:xfrm>
          <a:prstGeom prst="rect">
            <a:avLst/>
          </a:prstGeom>
          <a:solidFill>
            <a:srgbClr val="3A5362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5-E13 line 18" descr="sci-ppt:o018"/>
          <p:cNvCxnSpPr/>
          <p:nvPr/>
        </p:nvCxnSpPr>
        <p:spPr>
          <a:xfrm>
            <a:off x="1280160" y="6108192"/>
            <a:ext cx="164591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5-E13 line 19" descr="sci-ppt:o019"/>
          <p:cNvCxnSpPr/>
          <p:nvPr/>
        </p:nvCxnSpPr>
        <p:spPr>
          <a:xfrm>
            <a:off x="1481328" y="6108192"/>
            <a:ext cx="164591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5-E13 line 20" descr="sci-ppt:o020"/>
          <p:cNvCxnSpPr/>
          <p:nvPr/>
        </p:nvCxnSpPr>
        <p:spPr>
          <a:xfrm>
            <a:off x="1682495" y="6108192"/>
            <a:ext cx="164593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3" name="C5-E13 line 21" descr="sci-ppt:o021"/>
          <p:cNvCxnSpPr/>
          <p:nvPr/>
        </p:nvCxnSpPr>
        <p:spPr>
          <a:xfrm>
            <a:off x="1883664" y="610819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5-E13 line 22" descr="sci-ppt:o022"/>
          <p:cNvCxnSpPr/>
          <p:nvPr/>
        </p:nvCxnSpPr>
        <p:spPr>
          <a:xfrm>
            <a:off x="2084831" y="6108192"/>
            <a:ext cx="164593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5-E13 line 23" descr="sci-ppt:o023"/>
          <p:cNvCxnSpPr/>
          <p:nvPr/>
        </p:nvCxnSpPr>
        <p:spPr>
          <a:xfrm>
            <a:off x="2286000" y="610819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6" name="C5-E13 line 24" descr="sci-ppt:o024"/>
          <p:cNvCxnSpPr/>
          <p:nvPr/>
        </p:nvCxnSpPr>
        <p:spPr>
          <a:xfrm>
            <a:off x="2487168" y="610819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5-E13 line 25" descr="sci-ppt:o025"/>
          <p:cNvCxnSpPr/>
          <p:nvPr/>
        </p:nvCxnSpPr>
        <p:spPr>
          <a:xfrm>
            <a:off x="2688336" y="610819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5-E13 line 26" descr="sci-ppt:o026"/>
          <p:cNvCxnSpPr/>
          <p:nvPr/>
        </p:nvCxnSpPr>
        <p:spPr>
          <a:xfrm>
            <a:off x="2889504" y="610819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9" name="C5-E13 line 27" descr="sci-ppt:o027"/>
          <p:cNvCxnSpPr/>
          <p:nvPr/>
        </p:nvCxnSpPr>
        <p:spPr>
          <a:xfrm>
            <a:off x="3090672" y="610819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C5-E13 line 28" descr="sci-ppt:o028"/>
          <p:cNvCxnSpPr/>
          <p:nvPr/>
        </p:nvCxnSpPr>
        <p:spPr>
          <a:xfrm>
            <a:off x="3291840" y="610819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5-E13 line 29" descr="sci-ppt:o029"/>
          <p:cNvCxnSpPr/>
          <p:nvPr/>
        </p:nvCxnSpPr>
        <p:spPr>
          <a:xfrm>
            <a:off x="3493008" y="610819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32" name="C5-E13 text 30" descr="sci-ppt:o030"/>
          <p:cNvSpPr txBox="1"/>
          <p:nvPr/>
        </p:nvSpPr>
        <p:spPr>
          <a:xfrm>
            <a:off x="3749039" y="3319272"/>
            <a:ext cx="2194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plane z = 2a</a:t>
            </a:r>
          </a:p>
        </p:txBody>
      </p:sp>
      <p:sp>
        <p:nvSpPr>
          <p:cNvPr id="33" name="C5-E13 text 31" descr="sci-ppt:o031"/>
          <p:cNvSpPr txBox="1"/>
          <p:nvPr/>
        </p:nvSpPr>
        <p:spPr>
          <a:xfrm>
            <a:off x="3749039" y="5564124"/>
            <a:ext cx="237744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band z ≤ 0.15 a</a:t>
            </a:r>
          </a:p>
        </p:txBody>
      </p:sp>
      <p:sp>
        <p:nvSpPr>
          <p:cNvPr id="34" name="C5-E13 text 32" descr="sci-ppt:o032"/>
          <p:cNvSpPr txBox="1"/>
          <p:nvPr/>
        </p:nvSpPr>
        <p:spPr>
          <a:xfrm>
            <a:off x="411479" y="1051560"/>
            <a:ext cx="8229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z = 4a</a:t>
            </a:r>
          </a:p>
        </p:txBody>
      </p:sp>
      <p:sp>
        <p:nvSpPr>
          <p:cNvPr id="35" name="C5-E13 text 33" descr="sci-ppt:o033"/>
          <p:cNvSpPr txBox="1"/>
          <p:nvPr/>
        </p:nvSpPr>
        <p:spPr>
          <a:xfrm>
            <a:off x="411479" y="5715000"/>
            <a:ext cx="8229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z = 0</a:t>
            </a:r>
          </a:p>
        </p:txBody>
      </p:sp>
      <p:sp>
        <p:nvSpPr>
          <p:cNvPr id="36" name="C5-E13 text 34" descr="sci-ppt:o034"/>
          <p:cNvSpPr txBox="1"/>
          <p:nvPr/>
        </p:nvSpPr>
        <p:spPr>
          <a:xfrm>
            <a:off x="1097280" y="731519"/>
            <a:ext cx="54864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r = 0</a:t>
            </a:r>
          </a:p>
        </p:txBody>
      </p:sp>
      <p:sp>
        <p:nvSpPr>
          <p:cNvPr id="37" name="C5-E13 text 35" descr="sci-ppt:o035"/>
          <p:cNvSpPr txBox="1"/>
          <p:nvPr/>
        </p:nvSpPr>
        <p:spPr>
          <a:xfrm>
            <a:off x="3200400" y="731519"/>
            <a:ext cx="822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r = a</a:t>
            </a:r>
          </a:p>
        </p:txBody>
      </p:sp>
      <p:cxnSp>
        <p:nvCxnSpPr>
          <p:cNvPr id="38" name="C5-E13 arrow 36" descr="sci-ppt:o036"/>
          <p:cNvCxnSpPr/>
          <p:nvPr/>
        </p:nvCxnSpPr>
        <p:spPr>
          <a:xfrm>
            <a:off x="2468880" y="1280160"/>
            <a:ext cx="0" cy="822960"/>
          </a:xfrm>
          <a:prstGeom prst="line">
            <a:avLst/>
          </a:prstGeom>
          <a:ln w="3175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39" name="C5-E13 text 37" descr="sci-ppt:o037"/>
          <p:cNvSpPr txBox="1"/>
          <p:nvPr/>
        </p:nvSpPr>
        <p:spPr>
          <a:xfrm>
            <a:off x="2560320" y="1463040"/>
            <a:ext cx="73152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B880"/>
                </a:solidFill>
                <a:latin typeface="Arial"/>
              </a:rPr>
              <a:t>U</a:t>
            </a:r>
          </a:p>
        </p:txBody>
      </p:sp>
      <p:cxnSp>
        <p:nvCxnSpPr>
          <p:cNvPr id="40" name="C5-E13 arrow 38" descr="sci-ppt:o038"/>
          <p:cNvCxnSpPr/>
          <p:nvPr/>
        </p:nvCxnSpPr>
        <p:spPr>
          <a:xfrm flipH="1">
            <a:off x="3639312" y="2286000"/>
            <a:ext cx="566928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41" name="C5-E13 text 39" descr="sci-ppt:o039"/>
          <p:cNvSpPr txBox="1"/>
          <p:nvPr/>
        </p:nvSpPr>
        <p:spPr>
          <a:xfrm>
            <a:off x="4297680" y="2130552"/>
            <a:ext cx="228600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outlet at p_j</a:t>
            </a:r>
          </a:p>
        </p:txBody>
      </p:sp>
      <p:sp>
        <p:nvSpPr>
          <p:cNvPr id="42" name="C5-E13 text 40" descr="sci-ppt:o040"/>
          <p:cNvSpPr txBox="1"/>
          <p:nvPr/>
        </p:nvSpPr>
        <p:spPr>
          <a:xfrm>
            <a:off x="6400800" y="1097280"/>
            <a:ext cx="53949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Setup</a:t>
            </a:r>
          </a:p>
        </p:txBody>
      </p:sp>
      <p:sp>
        <p:nvSpPr>
          <p:cNvPr id="43" name="C5-E13 ellipse 41" descr="sci-ppt:o041"/>
          <p:cNvSpPr/>
          <p:nvPr/>
        </p:nvSpPr>
        <p:spPr>
          <a:xfrm>
            <a:off x="6437376" y="1636776"/>
            <a:ext cx="109728" cy="109728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5-E13 text 42" descr="sci-ppt:o042"/>
          <p:cNvSpPr txBox="1"/>
          <p:nvPr/>
        </p:nvSpPr>
        <p:spPr>
          <a:xfrm>
            <a:off x="6675120" y="1545336"/>
            <a:ext cx="5212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Compressible laminar flow, axisymmetric</a:t>
            </a:r>
          </a:p>
        </p:txBody>
      </p:sp>
      <p:sp>
        <p:nvSpPr>
          <p:cNvPr id="45" name="C5-E13 ellipse 43" descr="sci-ppt:o043"/>
          <p:cNvSpPr/>
          <p:nvPr/>
        </p:nvSpPr>
        <p:spPr>
          <a:xfrm>
            <a:off x="6437376" y="2048256"/>
            <a:ext cx="109728" cy="109728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C5-E13 text 44" descr="sci-ppt:o044"/>
          <p:cNvSpPr txBox="1"/>
          <p:nvPr/>
        </p:nvSpPr>
        <p:spPr>
          <a:xfrm>
            <a:off x="6675120" y="1956816"/>
            <a:ext cx="5212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Liquid law: Eq. (C5-E01), μ = 1 mPa s</a:t>
            </a:r>
          </a:p>
        </p:txBody>
      </p:sp>
      <p:sp>
        <p:nvSpPr>
          <p:cNvPr id="47" name="C5-E13 ellipse 45" descr="sci-ppt:o045"/>
          <p:cNvSpPr/>
          <p:nvPr/>
        </p:nvSpPr>
        <p:spPr>
          <a:xfrm>
            <a:off x="6437376" y="2459736"/>
            <a:ext cx="109728" cy="109728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C5-E13 text 46" descr="sci-ppt:o046"/>
          <p:cNvSpPr txBox="1"/>
          <p:nvPr/>
        </p:nvSpPr>
        <p:spPr>
          <a:xfrm>
            <a:off x="6675120" y="2368296"/>
            <a:ext cx="5212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Slip wall z = 0; inflow z = 4a</a:t>
            </a:r>
          </a:p>
        </p:txBody>
      </p:sp>
      <p:sp>
        <p:nvSpPr>
          <p:cNvPr id="49" name="C5-E13 ellipse 47" descr="sci-ppt:o047"/>
          <p:cNvSpPr/>
          <p:nvPr/>
        </p:nvSpPr>
        <p:spPr>
          <a:xfrm>
            <a:off x="6437376" y="2871216"/>
            <a:ext cx="109728" cy="109728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C5-E13 text 48" descr="sci-ppt:o048"/>
          <p:cNvSpPr txBox="1"/>
          <p:nvPr/>
        </p:nvSpPr>
        <p:spPr>
          <a:xfrm>
            <a:off x="6675120" y="2779776"/>
            <a:ext cx="5212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Free outlet r = a (confined case: slip)</a:t>
            </a:r>
          </a:p>
        </p:txBody>
      </p:sp>
      <p:sp>
        <p:nvSpPr>
          <p:cNvPr id="51" name="C5-E13 ellipse 49" descr="sci-ppt:o049"/>
          <p:cNvSpPr/>
          <p:nvPr/>
        </p:nvSpPr>
        <p:spPr>
          <a:xfrm>
            <a:off x="6437376" y="3282696"/>
            <a:ext cx="109728" cy="109728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C5-E13 text 50" descr="sci-ppt:o050"/>
          <p:cNvSpPr txBox="1"/>
          <p:nvPr/>
        </p:nvSpPr>
        <p:spPr>
          <a:xfrm>
            <a:off x="6675120" y="3191256"/>
            <a:ext cx="5212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Free triangles, global h_max = 0.025 a</a:t>
            </a:r>
          </a:p>
        </p:txBody>
      </p:sp>
      <p:sp>
        <p:nvSpPr>
          <p:cNvPr id="53" name="C5-E13 ellipse 51" descr="sci-ppt:o051"/>
          <p:cNvSpPr/>
          <p:nvPr/>
        </p:nvSpPr>
        <p:spPr>
          <a:xfrm>
            <a:off x="6437376" y="3694176"/>
            <a:ext cx="109728" cy="109728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C5-E13 text 52" descr="sci-ppt:o052"/>
          <p:cNvSpPr txBox="1"/>
          <p:nvPr/>
        </p:nvSpPr>
        <p:spPr>
          <a:xfrm>
            <a:off x="6675120" y="3602736"/>
            <a:ext cx="5212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Time output every 0.001 ns in the band runs</a:t>
            </a:r>
          </a:p>
        </p:txBody>
      </p:sp>
      <p:sp>
        <p:nvSpPr>
          <p:cNvPr id="55" name="C5-E13 text 53" descr="sci-ppt:o053"/>
          <p:cNvSpPr txBox="1"/>
          <p:nvPr/>
        </p:nvSpPr>
        <p:spPr>
          <a:xfrm>
            <a:off x="6400800" y="4114800"/>
            <a:ext cx="53949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B880"/>
                </a:solidFill>
                <a:latin typeface="Arial"/>
              </a:rPr>
              <a:t>Band refinement sequence</a:t>
            </a:r>
          </a:p>
        </p:txBody>
      </p:sp>
      <p:sp>
        <p:nvSpPr>
          <p:cNvPr id="56" name="C5-E13 text 54" descr="sci-ppt:o054"/>
          <p:cNvSpPr txBox="1"/>
          <p:nvPr/>
        </p:nvSpPr>
        <p:spPr>
          <a:xfrm>
            <a:off x="6583680" y="4553712"/>
            <a:ext cx="228600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band h = a/40</a:t>
            </a:r>
          </a:p>
        </p:txBody>
      </p:sp>
      <p:sp>
        <p:nvSpPr>
          <p:cNvPr id="57" name="C5-E13 text 55" descr="sci-ppt:o055"/>
          <p:cNvSpPr txBox="1"/>
          <p:nvPr/>
        </p:nvSpPr>
        <p:spPr>
          <a:xfrm>
            <a:off x="8778240" y="4553712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B4C7D2"/>
                </a:solidFill>
                <a:latin typeface="Arial"/>
              </a:rPr>
              <a:t>16,176 elements</a:t>
            </a:r>
          </a:p>
        </p:txBody>
      </p:sp>
      <p:sp>
        <p:nvSpPr>
          <p:cNvPr id="58" name="C5-E13 text 56" descr="sci-ppt:o056"/>
          <p:cNvSpPr txBox="1"/>
          <p:nvPr/>
        </p:nvSpPr>
        <p:spPr>
          <a:xfrm>
            <a:off x="6583680" y="4919472"/>
            <a:ext cx="228600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band h = a/80</a:t>
            </a:r>
          </a:p>
        </p:txBody>
      </p:sp>
      <p:sp>
        <p:nvSpPr>
          <p:cNvPr id="59" name="C5-E13 text 57" descr="sci-ppt:o057"/>
          <p:cNvSpPr txBox="1"/>
          <p:nvPr/>
        </p:nvSpPr>
        <p:spPr>
          <a:xfrm>
            <a:off x="8778240" y="4919472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B4C7D2"/>
                </a:solidFill>
                <a:latin typeface="Arial"/>
              </a:rPr>
              <a:t>18,468 elements</a:t>
            </a:r>
          </a:p>
        </p:txBody>
      </p:sp>
      <p:sp>
        <p:nvSpPr>
          <p:cNvPr id="60" name="C5-E13 text 58" descr="sci-ppt:o058"/>
          <p:cNvSpPr txBox="1"/>
          <p:nvPr/>
        </p:nvSpPr>
        <p:spPr>
          <a:xfrm>
            <a:off x="6583680" y="5285232"/>
            <a:ext cx="228600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band h = a/160</a:t>
            </a:r>
          </a:p>
        </p:txBody>
      </p:sp>
      <p:sp>
        <p:nvSpPr>
          <p:cNvPr id="61" name="C5-E13 text 59" descr="sci-ppt:o059"/>
          <p:cNvSpPr txBox="1"/>
          <p:nvPr/>
        </p:nvSpPr>
        <p:spPr>
          <a:xfrm>
            <a:off x="8778240" y="5285232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B4C7D2"/>
                </a:solidFill>
                <a:latin typeface="Arial"/>
              </a:rPr>
              <a:t>26,776 elements</a:t>
            </a:r>
          </a:p>
        </p:txBody>
      </p:sp>
      <p:sp>
        <p:nvSpPr>
          <p:cNvPr id="62" name="C5-E13 text 60" descr="sci-ppt:o060"/>
          <p:cNvSpPr txBox="1"/>
          <p:nvPr/>
        </p:nvSpPr>
        <p:spPr>
          <a:xfrm>
            <a:off x="6583680" y="5650992"/>
            <a:ext cx="228600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band h = a/320</a:t>
            </a:r>
          </a:p>
        </p:txBody>
      </p:sp>
      <p:sp>
        <p:nvSpPr>
          <p:cNvPr id="63" name="C5-E13 text 61" descr="sci-ppt:o061"/>
          <p:cNvSpPr txBox="1"/>
          <p:nvPr/>
        </p:nvSpPr>
        <p:spPr>
          <a:xfrm>
            <a:off x="8778240" y="5650992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B4C7D2"/>
                </a:solidFill>
                <a:latin typeface="Arial"/>
              </a:rPr>
              <a:t>57,668 elements</a:t>
            </a:r>
          </a:p>
        </p:txBody>
      </p:sp>
      <p:sp>
        <p:nvSpPr>
          <p:cNvPr id="64" name="C5-E13 text 62" descr="sci-ppt:o062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Schematic; mesh lines are indicative, not the actual triangulation.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4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C5-E14 · Observers evaluated in the COMSOL model</a:t>
            </a:r>
          </a:p>
        </p:txBody>
      </p:sp>
      <p:sp>
        <p:nvSpPr>
          <p:cNvPr id="3" name="C5-E14 rect 1" descr="sci-ppt:o001"/>
          <p:cNvSpPr/>
          <p:nvPr/>
        </p:nvSpPr>
        <p:spPr>
          <a:xfrm>
            <a:off x="1280160" y="5212080"/>
            <a:ext cx="4206240" cy="256032"/>
          </a:xfrm>
          <a:prstGeom prst="rect">
            <a:avLst/>
          </a:prstGeom>
          <a:solidFill>
            <a:srgbClr val="3A5362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5-E14 line 2" descr="sci-ppt:o002"/>
          <p:cNvCxnSpPr/>
          <p:nvPr/>
        </p:nvCxnSpPr>
        <p:spPr>
          <a:xfrm>
            <a:off x="1280160" y="5468112"/>
            <a:ext cx="164591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" name="C5-E14 line 3" descr="sci-ppt:o003"/>
          <p:cNvCxnSpPr/>
          <p:nvPr/>
        </p:nvCxnSpPr>
        <p:spPr>
          <a:xfrm>
            <a:off x="1481328" y="5468112"/>
            <a:ext cx="164591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5-E14 line 4" descr="sci-ppt:o004"/>
          <p:cNvCxnSpPr/>
          <p:nvPr/>
        </p:nvCxnSpPr>
        <p:spPr>
          <a:xfrm>
            <a:off x="1682495" y="5468112"/>
            <a:ext cx="164593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7" name="C5-E14 line 5" descr="sci-ppt:o005"/>
          <p:cNvCxnSpPr/>
          <p:nvPr/>
        </p:nvCxnSpPr>
        <p:spPr>
          <a:xfrm>
            <a:off x="1883664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8" name="C5-E14 line 6" descr="sci-ppt:o006"/>
          <p:cNvCxnSpPr/>
          <p:nvPr/>
        </p:nvCxnSpPr>
        <p:spPr>
          <a:xfrm>
            <a:off x="2084831" y="5468112"/>
            <a:ext cx="164593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5-E14 line 7" descr="sci-ppt:o007"/>
          <p:cNvCxnSpPr/>
          <p:nvPr/>
        </p:nvCxnSpPr>
        <p:spPr>
          <a:xfrm>
            <a:off x="2286000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0" name="C5-E14 line 8" descr="sci-ppt:o008"/>
          <p:cNvCxnSpPr/>
          <p:nvPr/>
        </p:nvCxnSpPr>
        <p:spPr>
          <a:xfrm>
            <a:off x="2487168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1" name="C5-E14 line 9" descr="sci-ppt:o009"/>
          <p:cNvCxnSpPr/>
          <p:nvPr/>
        </p:nvCxnSpPr>
        <p:spPr>
          <a:xfrm>
            <a:off x="2688336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5-E14 line 10" descr="sci-ppt:o010"/>
          <p:cNvCxnSpPr/>
          <p:nvPr/>
        </p:nvCxnSpPr>
        <p:spPr>
          <a:xfrm>
            <a:off x="2889504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3" name="C5-E14 line 11" descr="sci-ppt:o011"/>
          <p:cNvCxnSpPr/>
          <p:nvPr/>
        </p:nvCxnSpPr>
        <p:spPr>
          <a:xfrm>
            <a:off x="3090672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4" name="C5-E14 line 12" descr="sci-ppt:o012"/>
          <p:cNvCxnSpPr/>
          <p:nvPr/>
        </p:nvCxnSpPr>
        <p:spPr>
          <a:xfrm>
            <a:off x="3291840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5-E14 line 13" descr="sci-ppt:o013"/>
          <p:cNvCxnSpPr/>
          <p:nvPr/>
        </p:nvCxnSpPr>
        <p:spPr>
          <a:xfrm>
            <a:off x="3493008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5-E14 line 14" descr="sci-ppt:o014"/>
          <p:cNvCxnSpPr/>
          <p:nvPr/>
        </p:nvCxnSpPr>
        <p:spPr>
          <a:xfrm>
            <a:off x="3694176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7" name="C5-E14 line 15" descr="sci-ppt:o015"/>
          <p:cNvCxnSpPr/>
          <p:nvPr/>
        </p:nvCxnSpPr>
        <p:spPr>
          <a:xfrm>
            <a:off x="3895344" y="5468112"/>
            <a:ext cx="164591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5-E14 line 16" descr="sci-ppt:o016"/>
          <p:cNvCxnSpPr/>
          <p:nvPr/>
        </p:nvCxnSpPr>
        <p:spPr>
          <a:xfrm>
            <a:off x="4096512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5-E14 line 17" descr="sci-ppt:o017"/>
          <p:cNvCxnSpPr/>
          <p:nvPr/>
        </p:nvCxnSpPr>
        <p:spPr>
          <a:xfrm>
            <a:off x="4297679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0" name="C5-E14 line 18" descr="sci-ppt:o018"/>
          <p:cNvCxnSpPr/>
          <p:nvPr/>
        </p:nvCxnSpPr>
        <p:spPr>
          <a:xfrm>
            <a:off x="4498848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5-E14 line 19" descr="sci-ppt:o019"/>
          <p:cNvCxnSpPr/>
          <p:nvPr/>
        </p:nvCxnSpPr>
        <p:spPr>
          <a:xfrm>
            <a:off x="4700016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5-E14 line 20" descr="sci-ppt:o020"/>
          <p:cNvCxnSpPr/>
          <p:nvPr/>
        </p:nvCxnSpPr>
        <p:spPr>
          <a:xfrm>
            <a:off x="4901183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3" name="C5-E14 line 21" descr="sci-ppt:o021"/>
          <p:cNvCxnSpPr/>
          <p:nvPr/>
        </p:nvCxnSpPr>
        <p:spPr>
          <a:xfrm>
            <a:off x="5102352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5-E14 line 22" descr="sci-ppt:o022"/>
          <p:cNvCxnSpPr/>
          <p:nvPr/>
        </p:nvCxnSpPr>
        <p:spPr>
          <a:xfrm>
            <a:off x="5303520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25" name="C5-E14 rect 23" descr="sci-ppt:o023"/>
          <p:cNvSpPr/>
          <p:nvPr/>
        </p:nvSpPr>
        <p:spPr>
          <a:xfrm>
            <a:off x="2194560" y="1188720"/>
            <a:ext cx="2377440" cy="402336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5-E14 line 24" descr="sci-ppt:o024"/>
          <p:cNvCxnSpPr/>
          <p:nvPr/>
        </p:nvCxnSpPr>
        <p:spPr>
          <a:xfrm>
            <a:off x="3383280" y="914400"/>
            <a:ext cx="0" cy="4251960"/>
          </a:xfrm>
          <a:prstGeom prst="line">
            <a:avLst/>
          </a:prstGeom>
          <a:ln w="12700">
            <a:solidFill>
              <a:srgbClr val="2E4756"/>
            </a:solidFill>
            <a:prstDash val="dash"/>
          </a:ln>
          <a:effectLst/>
        </p:spPr>
      </p:cxnSp>
      <p:cxnSp>
        <p:nvCxnSpPr>
          <p:cNvPr id="27" name="C5-E14 arrow 25" descr="sci-ppt:o025"/>
          <p:cNvCxnSpPr/>
          <p:nvPr/>
        </p:nvCxnSpPr>
        <p:spPr>
          <a:xfrm>
            <a:off x="3383280" y="1463040"/>
            <a:ext cx="0" cy="1645920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28" name="C5-E14 text 26" descr="sci-ppt:o026"/>
          <p:cNvSpPr txBox="1"/>
          <p:nvPr/>
        </p:nvSpPr>
        <p:spPr>
          <a:xfrm>
            <a:off x="3520440" y="2011680"/>
            <a:ext cx="11887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2B880"/>
                </a:solidFill>
                <a:latin typeface="Arial"/>
              </a:rPr>
              <a:t>U</a:t>
            </a:r>
          </a:p>
        </p:txBody>
      </p:sp>
      <p:cxnSp>
        <p:nvCxnSpPr>
          <p:cNvPr id="29" name="C5-E14 line 27" descr="sci-ppt:o027"/>
          <p:cNvCxnSpPr/>
          <p:nvPr/>
        </p:nvCxnSpPr>
        <p:spPr>
          <a:xfrm>
            <a:off x="1920240" y="3566160"/>
            <a:ext cx="2926080" cy="0"/>
          </a:xfrm>
          <a:prstGeom prst="line">
            <a:avLst/>
          </a:prstGeom>
          <a:ln w="17780">
            <a:solidFill>
              <a:srgbClr val="B4C7D2"/>
            </a:solidFill>
            <a:prstDash val="dash"/>
          </a:ln>
          <a:effectLst/>
        </p:spPr>
      </p:cxnSp>
      <p:sp>
        <p:nvSpPr>
          <p:cNvPr id="30" name="C5-E14 text 28" descr="sci-ppt:o028"/>
          <p:cNvSpPr txBox="1"/>
          <p:nvPr/>
        </p:nvSpPr>
        <p:spPr>
          <a:xfrm>
            <a:off x="4892040" y="3419856"/>
            <a:ext cx="146304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plane z = 2a</a:t>
            </a:r>
          </a:p>
        </p:txBody>
      </p:sp>
      <p:cxnSp>
        <p:nvCxnSpPr>
          <p:cNvPr id="31" name="C5-E14 line 29" descr="sci-ppt:o029"/>
          <p:cNvCxnSpPr/>
          <p:nvPr/>
        </p:nvCxnSpPr>
        <p:spPr>
          <a:xfrm>
            <a:off x="1737360" y="1188720"/>
            <a:ext cx="0" cy="4023360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32" name="C5-E14 text 30" descr="sci-ppt:o030"/>
          <p:cNvSpPr txBox="1"/>
          <p:nvPr/>
        </p:nvSpPr>
        <p:spPr>
          <a:xfrm>
            <a:off x="411480" y="1051560"/>
            <a:ext cx="128016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z = 4a</a:t>
            </a:r>
          </a:p>
        </p:txBody>
      </p:sp>
      <p:sp>
        <p:nvSpPr>
          <p:cNvPr id="33" name="C5-E14 text 31" descr="sci-ppt:o031"/>
          <p:cNvSpPr txBox="1"/>
          <p:nvPr/>
        </p:nvSpPr>
        <p:spPr>
          <a:xfrm>
            <a:off x="411480" y="4892040"/>
            <a:ext cx="128016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z = 0</a:t>
            </a:r>
          </a:p>
        </p:txBody>
      </p:sp>
      <p:cxnSp>
        <p:nvCxnSpPr>
          <p:cNvPr id="34" name="C5-E14 arrow 32" descr="sci-ppt:o032"/>
          <p:cNvCxnSpPr/>
          <p:nvPr/>
        </p:nvCxnSpPr>
        <p:spPr>
          <a:xfrm flipH="1">
            <a:off x="4069080" y="5074920"/>
            <a:ext cx="502920" cy="0"/>
          </a:xfrm>
          <a:prstGeom prst="line">
            <a:avLst/>
          </a:prstGeom>
          <a:ln w="3175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35" name="C5-E14 arrow 33" descr="sci-ppt:o033"/>
          <p:cNvCxnSpPr/>
          <p:nvPr/>
        </p:nvCxnSpPr>
        <p:spPr>
          <a:xfrm>
            <a:off x="2194560" y="5074920"/>
            <a:ext cx="502920" cy="0"/>
          </a:xfrm>
          <a:prstGeom prst="line">
            <a:avLst/>
          </a:prstGeom>
          <a:ln w="3175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36" name="C5-E14 text 34" descr="sci-ppt:o034"/>
          <p:cNvSpPr txBox="1"/>
          <p:nvPr/>
        </p:nvSpPr>
        <p:spPr>
          <a:xfrm>
            <a:off x="4663440" y="4663440"/>
            <a:ext cx="1737360" cy="5029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edge release</a:t>
            </a:r>
          </a:p>
        </p:txBody>
      </p:sp>
      <p:cxnSp>
        <p:nvCxnSpPr>
          <p:cNvPr id="37" name="C5-E14 line 35" descr="sci-ppt:o035"/>
          <p:cNvCxnSpPr/>
          <p:nvPr/>
        </p:nvCxnSpPr>
        <p:spPr>
          <a:xfrm>
            <a:off x="2194560" y="5806440"/>
            <a:ext cx="2377440" cy="0"/>
          </a:xfrm>
          <a:prstGeom prst="line">
            <a:avLst/>
          </a:prstGeom>
          <a:ln w="50800">
            <a:solidFill>
              <a:srgbClr val="8EDBD4"/>
            </a:solidFill>
          </a:ln>
          <a:effectLst/>
        </p:spPr>
      </p:cxnSp>
      <p:cxnSp>
        <p:nvCxnSpPr>
          <p:cNvPr id="38" name="C5-E14 line 36" descr="sci-ppt:o036"/>
          <p:cNvCxnSpPr/>
          <p:nvPr/>
        </p:nvCxnSpPr>
        <p:spPr>
          <a:xfrm>
            <a:off x="2788920" y="6053328"/>
            <a:ext cx="1188719" cy="0"/>
          </a:xfrm>
          <a:prstGeom prst="line">
            <a:avLst/>
          </a:prstGeom>
          <a:ln w="50800">
            <a:solidFill>
              <a:srgbClr val="F2B880"/>
            </a:solidFill>
          </a:ln>
          <a:effectLst/>
        </p:spPr>
      </p:cxnSp>
      <p:sp>
        <p:nvSpPr>
          <p:cNvPr id="39" name="C5-E14 text 37" descr="sci-ppt:o037"/>
          <p:cNvSpPr txBox="1"/>
          <p:nvPr/>
        </p:nvSpPr>
        <p:spPr>
          <a:xfrm>
            <a:off x="1280160" y="6108192"/>
            <a:ext cx="283464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sensor r ≤ a (full)</a:t>
            </a:r>
          </a:p>
        </p:txBody>
      </p:sp>
      <p:sp>
        <p:nvSpPr>
          <p:cNvPr id="40" name="C5-E14 text 38" descr="sci-ppt:o038"/>
          <p:cNvSpPr txBox="1"/>
          <p:nvPr/>
        </p:nvSpPr>
        <p:spPr>
          <a:xfrm>
            <a:off x="4663440" y="5897880"/>
            <a:ext cx="237744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centre r ≤ a/2</a:t>
            </a:r>
          </a:p>
        </p:txBody>
      </p:sp>
      <p:cxnSp>
        <p:nvCxnSpPr>
          <p:cNvPr id="41" name="C5-E14 line 39" descr="sci-ppt:o039"/>
          <p:cNvCxnSpPr/>
          <p:nvPr/>
        </p:nvCxnSpPr>
        <p:spPr>
          <a:xfrm>
            <a:off x="2194560" y="868680"/>
            <a:ext cx="2377440" cy="0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42" name="C5-E14 text 40" descr="sci-ppt:o040"/>
          <p:cNvSpPr txBox="1"/>
          <p:nvPr/>
        </p:nvSpPr>
        <p:spPr>
          <a:xfrm>
            <a:off x="2743200" y="566928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2a</a:t>
            </a:r>
          </a:p>
        </p:txBody>
      </p:sp>
      <p:sp>
        <p:nvSpPr>
          <p:cNvPr id="43" name="C5-E14 text 41" descr="sci-ppt:o041"/>
          <p:cNvSpPr txBox="1"/>
          <p:nvPr/>
        </p:nvSpPr>
        <p:spPr>
          <a:xfrm>
            <a:off x="7040880" y="1097280"/>
            <a:ext cx="4754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Axisymmetric: wall z = 0, axis r = 0</a:t>
            </a:r>
          </a:p>
        </p:txBody>
      </p:sp>
      <p:sp>
        <p:nvSpPr>
          <p:cNvPr id="44" name="C5-E14 ellipse 42" descr="sci-ppt:o042"/>
          <p:cNvSpPr/>
          <p:nvPr/>
        </p:nvSpPr>
        <p:spPr>
          <a:xfrm>
            <a:off x="7159752" y="1901952"/>
            <a:ext cx="128016" cy="12801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5-E14 text 43" descr="sci-ppt:o043"/>
          <p:cNvSpPr txBox="1"/>
          <p:nvPr/>
        </p:nvSpPr>
        <p:spPr>
          <a:xfrm>
            <a:off x="7406640" y="1810512"/>
            <a:ext cx="4480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Liquid column radius a, length 4a</a:t>
            </a:r>
          </a:p>
        </p:txBody>
      </p:sp>
      <p:sp>
        <p:nvSpPr>
          <p:cNvPr id="46" name="C5-E14 ellipse 44" descr="sci-ppt:o044"/>
          <p:cNvSpPr/>
          <p:nvPr/>
        </p:nvSpPr>
        <p:spPr>
          <a:xfrm>
            <a:off x="7159752" y="2468880"/>
            <a:ext cx="128016" cy="128016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C5-E14 text 45" descr="sci-ppt:o045"/>
          <p:cNvSpPr txBox="1"/>
          <p:nvPr/>
        </p:nvSpPr>
        <p:spPr>
          <a:xfrm>
            <a:off x="7406640" y="2377440"/>
            <a:ext cx="4480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Incoming speed U toward −z</a:t>
            </a:r>
          </a:p>
        </p:txBody>
      </p:sp>
      <p:sp>
        <p:nvSpPr>
          <p:cNvPr id="48" name="C5-E14 ellipse 46" descr="sci-ppt:o046"/>
          <p:cNvSpPr/>
          <p:nvPr/>
        </p:nvSpPr>
        <p:spPr>
          <a:xfrm>
            <a:off x="7159752" y="3035808"/>
            <a:ext cx="128016" cy="128016"/>
          </a:xfrm>
          <a:prstGeom prst="ellipse">
            <a:avLst/>
          </a:prstGeom>
          <a:solidFill>
            <a:srgbClr val="B4C7D2"/>
          </a:solidFill>
          <a:ln w="1270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5-E14 text 47" descr="sci-ppt:o047"/>
          <p:cNvSpPr txBox="1"/>
          <p:nvPr/>
        </p:nvSpPr>
        <p:spPr>
          <a:xfrm>
            <a:off x="7406640" y="2944368"/>
            <a:ext cx="4480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Rigid slip wall at z = 0</a:t>
            </a:r>
          </a:p>
        </p:txBody>
      </p:sp>
      <p:sp>
        <p:nvSpPr>
          <p:cNvPr id="50" name="C5-E14 ellipse 48" descr="sci-ppt:o048"/>
          <p:cNvSpPr/>
          <p:nvPr/>
        </p:nvSpPr>
        <p:spPr>
          <a:xfrm>
            <a:off x="7159752" y="3602736"/>
            <a:ext cx="128016" cy="12801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C5-E14 text 49" descr="sci-ppt:o049"/>
          <p:cNvSpPr txBox="1"/>
          <p:nvPr/>
        </p:nvSpPr>
        <p:spPr>
          <a:xfrm>
            <a:off x="7406640" y="3511296"/>
            <a:ext cx="4480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Free side at r = a: pressure released to p_j</a:t>
            </a:r>
          </a:p>
        </p:txBody>
      </p:sp>
      <p:sp>
        <p:nvSpPr>
          <p:cNvPr id="52" name="C5-E14 ellipse 50" descr="sci-ppt:o050"/>
          <p:cNvSpPr/>
          <p:nvPr/>
        </p:nvSpPr>
        <p:spPr>
          <a:xfrm>
            <a:off x="7159752" y="4169663"/>
            <a:ext cx="128016" cy="128016"/>
          </a:xfrm>
          <a:prstGeom prst="ellipse">
            <a:avLst/>
          </a:prstGeom>
          <a:solidFill>
            <a:srgbClr val="B4C7D2"/>
          </a:solidFill>
          <a:ln w="1270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C5-E14 text 51" descr="sci-ppt:o051"/>
          <p:cNvSpPr txBox="1"/>
          <p:nvPr/>
        </p:nvSpPr>
        <p:spPr>
          <a:xfrm>
            <a:off x="7406640" y="4078224"/>
            <a:ext cx="4480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Plane z = 2a: incident mass and energy flux</a:t>
            </a:r>
          </a:p>
        </p:txBody>
      </p:sp>
      <p:sp>
        <p:nvSpPr>
          <p:cNvPr id="54" name="C5-E14 ellipse 52" descr="sci-ppt:o052"/>
          <p:cNvSpPr/>
          <p:nvPr/>
        </p:nvSpPr>
        <p:spPr>
          <a:xfrm>
            <a:off x="7159752" y="4736592"/>
            <a:ext cx="128016" cy="12801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C5-E14 text 53" descr="sci-ppt:o053"/>
          <p:cNvSpPr txBox="1"/>
          <p:nvPr/>
        </p:nvSpPr>
        <p:spPr>
          <a:xfrm>
            <a:off x="7406640" y="4645152"/>
            <a:ext cx="4480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Wall disk r ≤ a: area-weighted pressure</a:t>
            </a:r>
          </a:p>
        </p:txBody>
      </p:sp>
      <p:sp>
        <p:nvSpPr>
          <p:cNvPr id="56" name="C5-E14 text 54" descr="sci-ppt:o054"/>
          <p:cNvSpPr txBox="1"/>
          <p:nvPr/>
        </p:nvSpPr>
        <p:spPr>
          <a:xfrm>
            <a:off x="7040880" y="5394960"/>
            <a:ext cx="4754880" cy="6400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First contact at t = 0. Liquid only; no gas, no cavitation.</a:t>
            </a:r>
          </a:p>
        </p:txBody>
      </p:sp>
      <p:sp>
        <p:nvSpPr>
          <p:cNvPr id="57" name="C5-E14 text 55" descr="sci-ppt:o055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5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C5-E15 · Relative error and successive-refinement change</a:t>
            </a:r>
          </a:p>
        </p:txBody>
      </p:sp>
      <p:cxnSp>
        <p:nvCxnSpPr>
          <p:cNvPr id="3" name="C5-E15 line 1" descr="sci-ppt:o001"/>
          <p:cNvCxnSpPr/>
          <p:nvPr/>
        </p:nvCxnSpPr>
        <p:spPr>
          <a:xfrm>
            <a:off x="1371600" y="5303520"/>
            <a:ext cx="67665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15 line 2" descr="sci-ppt:o002"/>
          <p:cNvCxnSpPr/>
          <p:nvPr/>
        </p:nvCxnSpPr>
        <p:spPr>
          <a:xfrm>
            <a:off x="1371600" y="1188720"/>
            <a:ext cx="0" cy="41148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5-E15 line 3" descr="sci-ppt:o003"/>
          <p:cNvCxnSpPr/>
          <p:nvPr/>
        </p:nvCxnSpPr>
        <p:spPr>
          <a:xfrm>
            <a:off x="1307592" y="53035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5-E15 line 4" descr="sci-ppt:o004"/>
          <p:cNvCxnSpPr/>
          <p:nvPr/>
        </p:nvCxnSpPr>
        <p:spPr>
          <a:xfrm>
            <a:off x="1371600" y="5303520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5-E15 text 5" descr="sci-ppt:o005"/>
          <p:cNvSpPr txBox="1"/>
          <p:nvPr/>
        </p:nvSpPr>
        <p:spPr>
          <a:xfrm>
            <a:off x="594360" y="517550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155</a:t>
            </a:r>
          </a:p>
        </p:txBody>
      </p:sp>
      <p:cxnSp>
        <p:nvCxnSpPr>
          <p:cNvPr id="8" name="C5-E15 line 6" descr="sci-ppt:o006"/>
          <p:cNvCxnSpPr/>
          <p:nvPr/>
        </p:nvCxnSpPr>
        <p:spPr>
          <a:xfrm>
            <a:off x="1307592" y="448055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5-E15 line 7" descr="sci-ppt:o007"/>
          <p:cNvCxnSpPr/>
          <p:nvPr/>
        </p:nvCxnSpPr>
        <p:spPr>
          <a:xfrm>
            <a:off x="1371600" y="4480559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5-E15 text 8" descr="sci-ppt:o008"/>
          <p:cNvSpPr txBox="1"/>
          <p:nvPr/>
        </p:nvSpPr>
        <p:spPr>
          <a:xfrm>
            <a:off x="594360" y="435254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160</a:t>
            </a:r>
          </a:p>
        </p:txBody>
      </p:sp>
      <p:cxnSp>
        <p:nvCxnSpPr>
          <p:cNvPr id="11" name="C5-E15 line 9" descr="sci-ppt:o009"/>
          <p:cNvCxnSpPr/>
          <p:nvPr/>
        </p:nvCxnSpPr>
        <p:spPr>
          <a:xfrm>
            <a:off x="1307592" y="3657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5-E15 line 10" descr="sci-ppt:o010"/>
          <p:cNvCxnSpPr/>
          <p:nvPr/>
        </p:nvCxnSpPr>
        <p:spPr>
          <a:xfrm>
            <a:off x="1371600" y="3657600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5-E15 text 11" descr="sci-ppt:o011"/>
          <p:cNvSpPr txBox="1"/>
          <p:nvPr/>
        </p:nvSpPr>
        <p:spPr>
          <a:xfrm>
            <a:off x="594360" y="352958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165</a:t>
            </a:r>
          </a:p>
        </p:txBody>
      </p:sp>
      <p:cxnSp>
        <p:nvCxnSpPr>
          <p:cNvPr id="14" name="C5-E15 line 12" descr="sci-ppt:o012"/>
          <p:cNvCxnSpPr/>
          <p:nvPr/>
        </p:nvCxnSpPr>
        <p:spPr>
          <a:xfrm>
            <a:off x="1307592" y="28346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5-E15 line 13" descr="sci-ppt:o013"/>
          <p:cNvCxnSpPr/>
          <p:nvPr/>
        </p:nvCxnSpPr>
        <p:spPr>
          <a:xfrm>
            <a:off x="1371600" y="2834640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5-E15 text 14" descr="sci-ppt:o014"/>
          <p:cNvSpPr txBox="1"/>
          <p:nvPr/>
        </p:nvSpPr>
        <p:spPr>
          <a:xfrm>
            <a:off x="594360" y="270662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170</a:t>
            </a:r>
          </a:p>
        </p:txBody>
      </p:sp>
      <p:cxnSp>
        <p:nvCxnSpPr>
          <p:cNvPr id="17" name="C5-E15 line 15" descr="sci-ppt:o015"/>
          <p:cNvCxnSpPr/>
          <p:nvPr/>
        </p:nvCxnSpPr>
        <p:spPr>
          <a:xfrm>
            <a:off x="1307592" y="201167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5-E15 line 16" descr="sci-ppt:o016"/>
          <p:cNvCxnSpPr/>
          <p:nvPr/>
        </p:nvCxnSpPr>
        <p:spPr>
          <a:xfrm>
            <a:off x="1371600" y="2011679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5-E15 text 17" descr="sci-ppt:o017"/>
          <p:cNvSpPr txBox="1"/>
          <p:nvPr/>
        </p:nvSpPr>
        <p:spPr>
          <a:xfrm>
            <a:off x="594360" y="188366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175</a:t>
            </a:r>
          </a:p>
        </p:txBody>
      </p:sp>
      <p:cxnSp>
        <p:nvCxnSpPr>
          <p:cNvPr id="20" name="C5-E15 line 18" descr="sci-ppt:o018"/>
          <p:cNvCxnSpPr/>
          <p:nvPr/>
        </p:nvCxnSpPr>
        <p:spPr>
          <a:xfrm>
            <a:off x="1307592" y="118871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5-E15 line 19" descr="sci-ppt:o019"/>
          <p:cNvCxnSpPr/>
          <p:nvPr/>
        </p:nvCxnSpPr>
        <p:spPr>
          <a:xfrm>
            <a:off x="1371600" y="1188719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5-E15 text 20" descr="sci-ppt:o020"/>
          <p:cNvSpPr txBox="1"/>
          <p:nvPr/>
        </p:nvSpPr>
        <p:spPr>
          <a:xfrm>
            <a:off x="594360" y="10607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180</a:t>
            </a:r>
          </a:p>
        </p:txBody>
      </p:sp>
      <p:sp>
        <p:nvSpPr>
          <p:cNvPr id="23" name="C5-E15 text 21" descr="sci-ppt:o021"/>
          <p:cNvSpPr txBox="1"/>
          <p:nvPr/>
        </p:nvSpPr>
        <p:spPr>
          <a:xfrm>
            <a:off x="502920" y="804672"/>
            <a:ext cx="36576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Peak full-sensor pressure (MPa)</a:t>
            </a:r>
          </a:p>
        </p:txBody>
      </p:sp>
      <p:sp>
        <p:nvSpPr>
          <p:cNvPr id="24" name="C5-E15 text 22" descr="sci-ppt:o022"/>
          <p:cNvSpPr txBox="1"/>
          <p:nvPr/>
        </p:nvSpPr>
        <p:spPr>
          <a:xfrm>
            <a:off x="1394460" y="5394959"/>
            <a:ext cx="1645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band h = a/40</a:t>
            </a:r>
          </a:p>
        </p:txBody>
      </p:sp>
      <p:sp>
        <p:nvSpPr>
          <p:cNvPr id="25" name="C5-E15 text 23" descr="sci-ppt:o023"/>
          <p:cNvSpPr txBox="1"/>
          <p:nvPr/>
        </p:nvSpPr>
        <p:spPr>
          <a:xfrm>
            <a:off x="1394460" y="5650992"/>
            <a:ext cx="1645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16,176 elements</a:t>
            </a:r>
          </a:p>
        </p:txBody>
      </p:sp>
      <p:sp>
        <p:nvSpPr>
          <p:cNvPr id="26" name="C5-E15 text 24" descr="sci-ppt:o024"/>
          <p:cNvSpPr txBox="1"/>
          <p:nvPr/>
        </p:nvSpPr>
        <p:spPr>
          <a:xfrm>
            <a:off x="1577339" y="2983965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166.593</a:t>
            </a:r>
          </a:p>
        </p:txBody>
      </p:sp>
      <p:sp>
        <p:nvSpPr>
          <p:cNvPr id="27" name="C5-E15 text 25" descr="sci-ppt:o025"/>
          <p:cNvSpPr txBox="1"/>
          <p:nvPr/>
        </p:nvSpPr>
        <p:spPr>
          <a:xfrm>
            <a:off x="3086100" y="5394959"/>
            <a:ext cx="1645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band h = a/80</a:t>
            </a:r>
          </a:p>
        </p:txBody>
      </p:sp>
      <p:sp>
        <p:nvSpPr>
          <p:cNvPr id="28" name="C5-E15 text 26" descr="sci-ppt:o026"/>
          <p:cNvSpPr txBox="1"/>
          <p:nvPr/>
        </p:nvSpPr>
        <p:spPr>
          <a:xfrm>
            <a:off x="3086100" y="5650992"/>
            <a:ext cx="1645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18,468 elements</a:t>
            </a:r>
          </a:p>
        </p:txBody>
      </p:sp>
      <p:sp>
        <p:nvSpPr>
          <p:cNvPr id="29" name="C5-E15 text 27" descr="sci-ppt:o027"/>
          <p:cNvSpPr txBox="1"/>
          <p:nvPr/>
        </p:nvSpPr>
        <p:spPr>
          <a:xfrm>
            <a:off x="3268980" y="3526132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163.299</a:t>
            </a:r>
          </a:p>
        </p:txBody>
      </p:sp>
      <p:sp>
        <p:nvSpPr>
          <p:cNvPr id="30" name="C5-E15 text 28" descr="sci-ppt:o028"/>
          <p:cNvSpPr txBox="1"/>
          <p:nvPr/>
        </p:nvSpPr>
        <p:spPr>
          <a:xfrm>
            <a:off x="4777740" y="5394959"/>
            <a:ext cx="1645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band h = a/160</a:t>
            </a:r>
          </a:p>
        </p:txBody>
      </p:sp>
      <p:sp>
        <p:nvSpPr>
          <p:cNvPr id="31" name="C5-E15 text 29" descr="sci-ppt:o029"/>
          <p:cNvSpPr txBox="1"/>
          <p:nvPr/>
        </p:nvSpPr>
        <p:spPr>
          <a:xfrm>
            <a:off x="4777740" y="5650992"/>
            <a:ext cx="1645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26,776 elements</a:t>
            </a:r>
          </a:p>
        </p:txBody>
      </p:sp>
      <p:sp>
        <p:nvSpPr>
          <p:cNvPr id="32" name="C5-E15 text 30" descr="sci-ppt:o030"/>
          <p:cNvSpPr txBox="1"/>
          <p:nvPr/>
        </p:nvSpPr>
        <p:spPr>
          <a:xfrm>
            <a:off x="4960620" y="3644548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162.579</a:t>
            </a:r>
          </a:p>
        </p:txBody>
      </p:sp>
      <p:sp>
        <p:nvSpPr>
          <p:cNvPr id="33" name="C5-E15 text 31" descr="sci-ppt:o031"/>
          <p:cNvSpPr txBox="1"/>
          <p:nvPr/>
        </p:nvSpPr>
        <p:spPr>
          <a:xfrm>
            <a:off x="6469380" y="5394959"/>
            <a:ext cx="1645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band h = a/320</a:t>
            </a:r>
          </a:p>
        </p:txBody>
      </p:sp>
      <p:sp>
        <p:nvSpPr>
          <p:cNvPr id="34" name="C5-E15 text 32" descr="sci-ppt:o032"/>
          <p:cNvSpPr txBox="1"/>
          <p:nvPr/>
        </p:nvSpPr>
        <p:spPr>
          <a:xfrm>
            <a:off x="6469380" y="5650992"/>
            <a:ext cx="1645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57,668 elements</a:t>
            </a:r>
          </a:p>
        </p:txBody>
      </p:sp>
      <p:sp>
        <p:nvSpPr>
          <p:cNvPr id="35" name="C5-E15 text 33" descr="sci-ppt:o033"/>
          <p:cNvSpPr txBox="1"/>
          <p:nvPr/>
        </p:nvSpPr>
        <p:spPr>
          <a:xfrm>
            <a:off x="6652260" y="3639814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162.608</a:t>
            </a:r>
          </a:p>
        </p:txBody>
      </p:sp>
      <p:cxnSp>
        <p:nvCxnSpPr>
          <p:cNvPr id="36" name="C5-E15 line 34" descr="sci-ppt:o034"/>
          <p:cNvCxnSpPr/>
          <p:nvPr/>
        </p:nvCxnSpPr>
        <p:spPr>
          <a:xfrm>
            <a:off x="2217420" y="3395445"/>
            <a:ext cx="1691640" cy="54216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7" name="C5-E15 line 35" descr="sci-ppt:o035"/>
          <p:cNvCxnSpPr/>
          <p:nvPr/>
        </p:nvCxnSpPr>
        <p:spPr>
          <a:xfrm>
            <a:off x="3909060" y="3937612"/>
            <a:ext cx="1691640" cy="11841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8" name="C5-E15 line 36" descr="sci-ppt:o036"/>
          <p:cNvCxnSpPr/>
          <p:nvPr/>
        </p:nvCxnSpPr>
        <p:spPr>
          <a:xfrm flipV="1">
            <a:off x="5600700" y="4051294"/>
            <a:ext cx="1691640" cy="4734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sp>
        <p:nvSpPr>
          <p:cNvPr id="39" name="C5-E15 ellipse 37" descr="sci-ppt:o037"/>
          <p:cNvSpPr/>
          <p:nvPr/>
        </p:nvSpPr>
        <p:spPr>
          <a:xfrm>
            <a:off x="2144268" y="3322293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5-E15 ellipse 38" descr="sci-ppt:o038"/>
          <p:cNvSpPr/>
          <p:nvPr/>
        </p:nvSpPr>
        <p:spPr>
          <a:xfrm>
            <a:off x="3835908" y="3864460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5-E15 ellipse 39" descr="sci-ppt:o039"/>
          <p:cNvSpPr/>
          <p:nvPr/>
        </p:nvSpPr>
        <p:spPr>
          <a:xfrm>
            <a:off x="5527548" y="3982876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5-E15 ellipse 40" descr="sci-ppt:o040"/>
          <p:cNvSpPr/>
          <p:nvPr/>
        </p:nvSpPr>
        <p:spPr>
          <a:xfrm>
            <a:off x="7219188" y="3978142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" name="C5-E15 line 41" descr="sci-ppt:o041"/>
          <p:cNvCxnSpPr/>
          <p:nvPr/>
        </p:nvCxnSpPr>
        <p:spPr>
          <a:xfrm>
            <a:off x="1371600" y="2073748"/>
            <a:ext cx="6766560" cy="0"/>
          </a:xfrm>
          <a:prstGeom prst="line">
            <a:avLst/>
          </a:prstGeom>
          <a:ln w="17780">
            <a:solidFill>
              <a:srgbClr val="F2B880"/>
            </a:solidFill>
            <a:prstDash val="dash"/>
          </a:ln>
          <a:effectLst/>
        </p:spPr>
      </p:cxnSp>
      <p:sp>
        <p:nvSpPr>
          <p:cNvPr id="44" name="C5-E15 text 42" descr="sci-ppt:o042"/>
          <p:cNvSpPr txBox="1"/>
          <p:nvPr/>
        </p:nvSpPr>
        <p:spPr>
          <a:xfrm>
            <a:off x="4206240" y="1799428"/>
            <a:ext cx="39319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p_H = 174.623 MPa</a:t>
            </a:r>
          </a:p>
        </p:txBody>
      </p:sp>
      <p:sp>
        <p:nvSpPr>
          <p:cNvPr id="45" name="C5-E15 text 43" descr="sci-ppt:o043"/>
          <p:cNvSpPr txBox="1"/>
          <p:nvPr/>
        </p:nvSpPr>
        <p:spPr>
          <a:xfrm>
            <a:off x="8503920" y="1280160"/>
            <a:ext cx="33832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E7F0F3"/>
                </a:solidFill>
                <a:latin typeface="Arial"/>
              </a:rPr>
              <a:t>Successive change</a:t>
            </a:r>
          </a:p>
        </p:txBody>
      </p:sp>
      <p:sp>
        <p:nvSpPr>
          <p:cNvPr id="46" name="C5-E15 text 44" descr="sci-ppt:o044"/>
          <p:cNvSpPr txBox="1"/>
          <p:nvPr/>
        </p:nvSpPr>
        <p:spPr>
          <a:xfrm>
            <a:off x="8503920" y="1783080"/>
            <a:ext cx="3383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a/40 → a/80:  1.98%</a:t>
            </a:r>
          </a:p>
        </p:txBody>
      </p:sp>
      <p:sp>
        <p:nvSpPr>
          <p:cNvPr id="47" name="C5-E15 text 45" descr="sci-ppt:o045"/>
          <p:cNvSpPr txBox="1"/>
          <p:nvPr/>
        </p:nvSpPr>
        <p:spPr>
          <a:xfrm>
            <a:off x="8503920" y="2194560"/>
            <a:ext cx="3383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a/80 → a/160:  0.44%</a:t>
            </a:r>
          </a:p>
        </p:txBody>
      </p:sp>
      <p:sp>
        <p:nvSpPr>
          <p:cNvPr id="48" name="C5-E15 text 46" descr="sci-ppt:o046"/>
          <p:cNvSpPr txBox="1"/>
          <p:nvPr/>
        </p:nvSpPr>
        <p:spPr>
          <a:xfrm>
            <a:off x="8503920" y="2606040"/>
            <a:ext cx="3383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a/160 → a/320:  0.02%</a:t>
            </a:r>
          </a:p>
        </p:txBody>
      </p:sp>
      <p:sp>
        <p:nvSpPr>
          <p:cNvPr id="49" name="C5-E15 text 47" descr="sci-ppt:o047"/>
          <p:cNvSpPr txBox="1"/>
          <p:nvPr/>
        </p:nvSpPr>
        <p:spPr>
          <a:xfrm>
            <a:off x="8503920" y="3200400"/>
            <a:ext cx="33832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E7F0F3"/>
                </a:solidFill>
                <a:latin typeface="Arial"/>
              </a:rPr>
              <a:t>Converged peak</a:t>
            </a:r>
          </a:p>
        </p:txBody>
      </p:sp>
      <p:sp>
        <p:nvSpPr>
          <p:cNvPr id="50" name="C5-E15 text 48" descr="sci-ppt:o048"/>
          <p:cNvSpPr txBox="1"/>
          <p:nvPr/>
        </p:nvSpPr>
        <p:spPr>
          <a:xfrm>
            <a:off x="8503920" y="3611880"/>
            <a:ext cx="3383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162.6 MPa = 0.931 p_H</a:t>
            </a:r>
          </a:p>
        </p:txBody>
      </p:sp>
      <p:sp>
        <p:nvSpPr>
          <p:cNvPr id="51" name="C5-E15 text 49" descr="sci-ppt:o049"/>
          <p:cNvSpPr txBox="1"/>
          <p:nvPr/>
        </p:nvSpPr>
        <p:spPr>
          <a:xfrm>
            <a:off x="8503920" y="3977639"/>
            <a:ext cx="3383280" cy="6400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Denominator of each change: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the previous, coarser value</a:t>
            </a:r>
          </a:p>
        </p:txBody>
      </p:sp>
      <p:sp>
        <p:nvSpPr>
          <p:cNvPr id="52" name="C5-E15 text 50" descr="sci-ppt:o050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Values read from B025, B0125, B00625 and B003125 history files.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6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C5-E16 · Time-integrated momentum and mass balance of the confined model</a:t>
            </a:r>
          </a:p>
        </p:txBody>
      </p:sp>
      <p:cxnSp>
        <p:nvCxnSpPr>
          <p:cNvPr id="3" name="C5-E16 line 1" descr="sci-ppt:o001"/>
          <p:cNvCxnSpPr/>
          <p:nvPr/>
        </p:nvCxnSpPr>
        <p:spPr>
          <a:xfrm>
            <a:off x="5364480" y="1280160"/>
            <a:ext cx="0" cy="3977640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4" name="C5-E16 text 2" descr="sci-ppt:o002"/>
          <p:cNvSpPr txBox="1"/>
          <p:nvPr/>
        </p:nvSpPr>
        <p:spPr>
          <a:xfrm>
            <a:off x="4907280" y="53035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0.0001</a:t>
            </a:r>
          </a:p>
        </p:txBody>
      </p:sp>
      <p:cxnSp>
        <p:nvCxnSpPr>
          <p:cNvPr id="5" name="C5-E16 line 3" descr="sci-ppt:o003"/>
          <p:cNvCxnSpPr/>
          <p:nvPr/>
        </p:nvCxnSpPr>
        <p:spPr>
          <a:xfrm>
            <a:off x="6522720" y="1280160"/>
            <a:ext cx="0" cy="3977640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6" name="C5-E16 text 4" descr="sci-ppt:o004"/>
          <p:cNvSpPr txBox="1"/>
          <p:nvPr/>
        </p:nvSpPr>
        <p:spPr>
          <a:xfrm>
            <a:off x="6065520" y="53035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0.001</a:t>
            </a:r>
          </a:p>
        </p:txBody>
      </p:sp>
      <p:cxnSp>
        <p:nvCxnSpPr>
          <p:cNvPr id="7" name="C5-E16 line 5" descr="sci-ppt:o005"/>
          <p:cNvCxnSpPr/>
          <p:nvPr/>
        </p:nvCxnSpPr>
        <p:spPr>
          <a:xfrm>
            <a:off x="7680959" y="1280160"/>
            <a:ext cx="0" cy="3977640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8" name="C5-E16 text 6" descr="sci-ppt:o006"/>
          <p:cNvSpPr txBox="1"/>
          <p:nvPr/>
        </p:nvSpPr>
        <p:spPr>
          <a:xfrm>
            <a:off x="7223759" y="53035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0.01</a:t>
            </a:r>
          </a:p>
        </p:txBody>
      </p:sp>
      <p:cxnSp>
        <p:nvCxnSpPr>
          <p:cNvPr id="9" name="C5-E16 line 7" descr="sci-ppt:o007"/>
          <p:cNvCxnSpPr/>
          <p:nvPr/>
        </p:nvCxnSpPr>
        <p:spPr>
          <a:xfrm>
            <a:off x="8839200" y="1280160"/>
            <a:ext cx="0" cy="3977640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10" name="C5-E16 text 8" descr="sci-ppt:o008"/>
          <p:cNvSpPr txBox="1"/>
          <p:nvPr/>
        </p:nvSpPr>
        <p:spPr>
          <a:xfrm>
            <a:off x="8381999" y="53035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11" name="C5-E16 line 9" descr="sci-ppt:o009"/>
          <p:cNvCxnSpPr/>
          <p:nvPr/>
        </p:nvCxnSpPr>
        <p:spPr>
          <a:xfrm>
            <a:off x="9997440" y="1280160"/>
            <a:ext cx="0" cy="3977640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12" name="C5-E16 text 10" descr="sci-ppt:o010"/>
          <p:cNvSpPr txBox="1"/>
          <p:nvPr/>
        </p:nvSpPr>
        <p:spPr>
          <a:xfrm>
            <a:off x="9540240" y="53035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3" name="C5-E16 line 11" descr="sci-ppt:o011"/>
          <p:cNvCxnSpPr/>
          <p:nvPr/>
        </p:nvCxnSpPr>
        <p:spPr>
          <a:xfrm>
            <a:off x="11155680" y="1280160"/>
            <a:ext cx="0" cy="3977640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sp>
        <p:nvSpPr>
          <p:cNvPr id="14" name="C5-E16 text 12" descr="sci-ppt:o012"/>
          <p:cNvSpPr txBox="1"/>
          <p:nvPr/>
        </p:nvSpPr>
        <p:spPr>
          <a:xfrm>
            <a:off x="10698480" y="53035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sp>
        <p:nvSpPr>
          <p:cNvPr id="15" name="C5-E16 text 13" descr="sci-ppt:o013"/>
          <p:cNvSpPr txBox="1"/>
          <p:nvPr/>
        </p:nvSpPr>
        <p:spPr>
          <a:xfrm>
            <a:off x="4206240" y="5623560"/>
            <a:ext cx="694944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Relative size (%), logarithmic axis</a:t>
            </a:r>
          </a:p>
        </p:txBody>
      </p:sp>
      <p:cxnSp>
        <p:nvCxnSpPr>
          <p:cNvPr id="16" name="C5-E16 line 14" descr="sci-ppt:o014"/>
          <p:cNvCxnSpPr/>
          <p:nvPr/>
        </p:nvCxnSpPr>
        <p:spPr>
          <a:xfrm>
            <a:off x="10807015" y="1280160"/>
            <a:ext cx="0" cy="3977640"/>
          </a:xfrm>
          <a:prstGeom prst="line">
            <a:avLst/>
          </a:prstGeom>
          <a:ln w="25400">
            <a:solidFill>
              <a:srgbClr val="F2B880"/>
            </a:solidFill>
            <a:prstDash val="dash"/>
          </a:ln>
          <a:effectLst/>
        </p:spPr>
      </p:cxnSp>
      <p:sp>
        <p:nvSpPr>
          <p:cNvPr id="17" name="C5-E16 text 15" descr="sci-ppt:o015"/>
          <p:cNvSpPr txBox="1"/>
          <p:nvPr/>
        </p:nvSpPr>
        <p:spPr>
          <a:xfrm>
            <a:off x="9618295" y="960120"/>
            <a:ext cx="237744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5% engineering line</a:t>
            </a:r>
          </a:p>
        </p:txBody>
      </p:sp>
      <p:sp>
        <p:nvSpPr>
          <p:cNvPr id="18" name="C5-E16 text 16" descr="sci-ppt:o016"/>
          <p:cNvSpPr txBox="1"/>
          <p:nvPr/>
        </p:nvSpPr>
        <p:spPr>
          <a:xfrm>
            <a:off x="411480" y="141732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Time step (strict vs automatic)</a:t>
            </a:r>
          </a:p>
        </p:txBody>
      </p:sp>
      <p:sp>
        <p:nvSpPr>
          <p:cNvPr id="19" name="C5-E16 rect 17" descr="sci-ppt:o017"/>
          <p:cNvSpPr/>
          <p:nvPr/>
        </p:nvSpPr>
        <p:spPr>
          <a:xfrm>
            <a:off x="4206240" y="1453896"/>
            <a:ext cx="5639738" cy="347472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5-E16 text 18" descr="sci-ppt:o018"/>
          <p:cNvSpPr txBox="1"/>
          <p:nvPr/>
        </p:nvSpPr>
        <p:spPr>
          <a:xfrm>
            <a:off x="9937418" y="1453896"/>
            <a:ext cx="1097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0.74%</a:t>
            </a:r>
          </a:p>
        </p:txBody>
      </p:sp>
      <p:sp>
        <p:nvSpPr>
          <p:cNvPr id="21" name="C5-E16 text 19" descr="sci-ppt:o019"/>
          <p:cNvSpPr txBox="1"/>
          <p:nvPr/>
        </p:nvSpPr>
        <p:spPr>
          <a:xfrm>
            <a:off x="411480" y="196596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Momentum balance (confined)</a:t>
            </a:r>
          </a:p>
        </p:txBody>
      </p:sp>
      <p:sp>
        <p:nvSpPr>
          <p:cNvPr id="22" name="C5-E16 rect 20" descr="sci-ppt:o020"/>
          <p:cNvSpPr/>
          <p:nvPr/>
        </p:nvSpPr>
        <p:spPr>
          <a:xfrm>
            <a:off x="4206240" y="2002536"/>
            <a:ext cx="4662270" cy="347472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5-E16 text 21" descr="sci-ppt:o021"/>
          <p:cNvSpPr txBox="1"/>
          <p:nvPr/>
        </p:nvSpPr>
        <p:spPr>
          <a:xfrm>
            <a:off x="8959950" y="2002536"/>
            <a:ext cx="1097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0.106%</a:t>
            </a:r>
          </a:p>
        </p:txBody>
      </p:sp>
      <p:sp>
        <p:nvSpPr>
          <p:cNvPr id="24" name="C5-E16 text 22" descr="sci-ppt:o022"/>
          <p:cNvSpPr txBox="1"/>
          <p:nvPr/>
        </p:nvSpPr>
        <p:spPr>
          <a:xfrm>
            <a:off x="411480" y="251460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Mass balance (confined)</a:t>
            </a:r>
          </a:p>
        </p:txBody>
      </p:sp>
      <p:sp>
        <p:nvSpPr>
          <p:cNvPr id="25" name="C5-E16 rect 23" descr="sci-ppt:o023"/>
          <p:cNvSpPr/>
          <p:nvPr/>
        </p:nvSpPr>
        <p:spPr>
          <a:xfrm>
            <a:off x="4206240" y="2551176"/>
            <a:ext cx="3770386" cy="347472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5-E16 text 24" descr="sci-ppt:o024"/>
          <p:cNvSpPr txBox="1"/>
          <p:nvPr/>
        </p:nvSpPr>
        <p:spPr>
          <a:xfrm>
            <a:off x="8068066" y="2551176"/>
            <a:ext cx="1097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0.018%</a:t>
            </a:r>
          </a:p>
        </p:txBody>
      </p:sp>
      <p:sp>
        <p:nvSpPr>
          <p:cNvPr id="27" name="C5-E16 text 25" descr="sci-ppt:o025"/>
          <p:cNvSpPr txBox="1"/>
          <p:nvPr/>
        </p:nvSpPr>
        <p:spPr>
          <a:xfrm>
            <a:off x="411480" y="3063239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Plateau, C++ vs COMSOL</a:t>
            </a:r>
          </a:p>
        </p:txBody>
      </p:sp>
      <p:sp>
        <p:nvSpPr>
          <p:cNvPr id="28" name="C5-E16 rect 26" descr="sci-ppt:o026"/>
          <p:cNvSpPr/>
          <p:nvPr/>
        </p:nvSpPr>
        <p:spPr>
          <a:xfrm>
            <a:off x="4206240" y="3099815"/>
            <a:ext cx="4059804" cy="347472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5-E16 text 27" descr="sci-ppt:o027"/>
          <p:cNvSpPr txBox="1"/>
          <p:nvPr/>
        </p:nvSpPr>
        <p:spPr>
          <a:xfrm>
            <a:off x="8357484" y="3099815"/>
            <a:ext cx="1097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0.032%</a:t>
            </a:r>
          </a:p>
        </p:txBody>
      </p:sp>
      <p:sp>
        <p:nvSpPr>
          <p:cNvPr id="30" name="C5-E16 text 28" descr="sci-ppt:o028"/>
          <p:cNvSpPr txBox="1"/>
          <p:nvPr/>
        </p:nvSpPr>
        <p:spPr>
          <a:xfrm>
            <a:off x="411480" y="3611879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Wave history L2, C++ vs COMSOL</a:t>
            </a:r>
          </a:p>
        </p:txBody>
      </p:sp>
      <p:sp>
        <p:nvSpPr>
          <p:cNvPr id="31" name="C5-E16 rect 29" descr="sci-ppt:o029"/>
          <p:cNvSpPr/>
          <p:nvPr/>
        </p:nvSpPr>
        <p:spPr>
          <a:xfrm>
            <a:off x="4206240" y="3648456"/>
            <a:ext cx="4090300" cy="347472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5-E16 text 30" descr="sci-ppt:o030"/>
          <p:cNvSpPr txBox="1"/>
          <p:nvPr/>
        </p:nvSpPr>
        <p:spPr>
          <a:xfrm>
            <a:off x="8387980" y="3648456"/>
            <a:ext cx="1097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0.034%</a:t>
            </a:r>
          </a:p>
        </p:txBody>
      </p:sp>
      <p:sp>
        <p:nvSpPr>
          <p:cNvPr id="33" name="C5-E16 text 31" descr="sci-ppt:o031"/>
          <p:cNvSpPr txBox="1"/>
          <p:nvPr/>
        </p:nvSpPr>
        <p:spPr>
          <a:xfrm>
            <a:off x="411480" y="416052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Centre disk vs p_H (converged)</a:t>
            </a:r>
          </a:p>
        </p:txBody>
      </p:sp>
      <p:sp>
        <p:nvSpPr>
          <p:cNvPr id="34" name="C5-E16 rect 32" descr="sci-ppt:o032"/>
          <p:cNvSpPr/>
          <p:nvPr/>
        </p:nvSpPr>
        <p:spPr>
          <a:xfrm>
            <a:off x="4206240" y="4197096"/>
            <a:ext cx="4812876" cy="347472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5-E16 text 33" descr="sci-ppt:o033"/>
          <p:cNvSpPr txBox="1"/>
          <p:nvPr/>
        </p:nvSpPr>
        <p:spPr>
          <a:xfrm>
            <a:off x="9110556" y="4197096"/>
            <a:ext cx="1097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0.143%</a:t>
            </a:r>
          </a:p>
        </p:txBody>
      </p:sp>
      <p:sp>
        <p:nvSpPr>
          <p:cNvPr id="36" name="C5-E16 text 34" descr="sci-ppt:o034"/>
          <p:cNvSpPr txBox="1"/>
          <p:nvPr/>
        </p:nvSpPr>
        <p:spPr>
          <a:xfrm>
            <a:off x="411480" y="4709159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Incident speed, plane z = 2a</a:t>
            </a:r>
          </a:p>
        </p:txBody>
      </p:sp>
      <p:sp>
        <p:nvSpPr>
          <p:cNvPr id="37" name="C5-E16 rect 35" descr="sci-ppt:o035"/>
          <p:cNvSpPr/>
          <p:nvPr/>
        </p:nvSpPr>
        <p:spPr>
          <a:xfrm>
            <a:off x="4206240" y="4745736"/>
            <a:ext cx="27432" cy="347472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5-E16 text 36" descr="sci-ppt:o036"/>
          <p:cNvSpPr txBox="1"/>
          <p:nvPr/>
        </p:nvSpPr>
        <p:spPr>
          <a:xfrm>
            <a:off x="4297679" y="4745736"/>
            <a:ext cx="1097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&lt; 1e-5</a:t>
            </a:r>
          </a:p>
        </p:txBody>
      </p:sp>
      <p:sp>
        <p:nvSpPr>
          <p:cNvPr id="39" name="C5-E16 text 37" descr="sci-ppt:o037"/>
          <p:cNvSpPr txBox="1"/>
          <p:nvPr/>
        </p:nvSpPr>
        <p:spPr>
          <a:xfrm>
            <a:off x="411480" y="6053328"/>
            <a:ext cx="113385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4C7D2"/>
                </a:solidFill>
                <a:latin typeface="Arial"/>
              </a:rPr>
              <a:t>Every bar compares a result with its own stated reference; none compares a model with an experiment.</a:t>
            </a:r>
          </a:p>
        </p:txBody>
      </p:sp>
      <p:sp>
        <p:nvSpPr>
          <p:cNvPr id="40" name="C5-E16 text 38" descr="sci-ppt:o038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Values from CH6_CH8_RESULTS.json, CPP_vs_COMSOL_wall_history.json and BAND_RESULTS.json.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7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C5-E17 · Cross-solver comparison metrics for the confined column</a:t>
            </a:r>
          </a:p>
        </p:txBody>
      </p:sp>
      <p:cxnSp>
        <p:nvCxnSpPr>
          <p:cNvPr id="3" name="C5-E17 line 1" descr="sci-ppt:o001"/>
          <p:cNvCxnSpPr/>
          <p:nvPr/>
        </p:nvCxnSpPr>
        <p:spPr>
          <a:xfrm>
            <a:off x="1280160" y="5394959"/>
            <a:ext cx="73152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17 line 2" descr="sci-ppt:o002"/>
          <p:cNvCxnSpPr/>
          <p:nvPr/>
        </p:nvCxnSpPr>
        <p:spPr>
          <a:xfrm>
            <a:off x="1280160" y="1188720"/>
            <a:ext cx="0" cy="4206239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5-E17 line 3" descr="sci-ppt:o003"/>
          <p:cNvCxnSpPr/>
          <p:nvPr/>
        </p:nvCxnSpPr>
        <p:spPr>
          <a:xfrm>
            <a:off x="1280160" y="5394959"/>
            <a:ext cx="0" cy="64009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6" name="C5-E17 text 4" descr="sci-ppt:o004"/>
          <p:cNvSpPr txBox="1"/>
          <p:nvPr/>
        </p:nvSpPr>
        <p:spPr>
          <a:xfrm>
            <a:off x="822959" y="546811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7" name="C5-E17 line 5" descr="sci-ppt:o005"/>
          <p:cNvCxnSpPr/>
          <p:nvPr/>
        </p:nvCxnSpPr>
        <p:spPr>
          <a:xfrm>
            <a:off x="2942705" y="5394959"/>
            <a:ext cx="0" cy="64009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8" name="C5-E17 text 6" descr="sci-ppt:o006"/>
          <p:cNvSpPr txBox="1"/>
          <p:nvPr/>
        </p:nvSpPr>
        <p:spPr>
          <a:xfrm>
            <a:off x="2485505" y="546811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9" name="C5-E17 line 7" descr="sci-ppt:o007"/>
          <p:cNvCxnSpPr/>
          <p:nvPr/>
        </p:nvCxnSpPr>
        <p:spPr>
          <a:xfrm>
            <a:off x="4605250" y="5394959"/>
            <a:ext cx="0" cy="64009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0" name="C5-E17 text 8" descr="sci-ppt:o008"/>
          <p:cNvSpPr txBox="1"/>
          <p:nvPr/>
        </p:nvSpPr>
        <p:spPr>
          <a:xfrm>
            <a:off x="4148050" y="546811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1" name="C5-E17 line 9" descr="sci-ppt:o009"/>
          <p:cNvCxnSpPr/>
          <p:nvPr/>
        </p:nvCxnSpPr>
        <p:spPr>
          <a:xfrm>
            <a:off x="6267796" y="5394959"/>
            <a:ext cx="0" cy="64009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2" name="C5-E17 text 10" descr="sci-ppt:o010"/>
          <p:cNvSpPr txBox="1"/>
          <p:nvPr/>
        </p:nvSpPr>
        <p:spPr>
          <a:xfrm>
            <a:off x="5810596" y="546811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1.5</a:t>
            </a:r>
          </a:p>
        </p:txBody>
      </p:sp>
      <p:cxnSp>
        <p:nvCxnSpPr>
          <p:cNvPr id="13" name="C5-E17 line 11" descr="sci-ppt:o011"/>
          <p:cNvCxnSpPr/>
          <p:nvPr/>
        </p:nvCxnSpPr>
        <p:spPr>
          <a:xfrm>
            <a:off x="7930341" y="5394959"/>
            <a:ext cx="0" cy="64009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4" name="C5-E17 text 12" descr="sci-ppt:o012"/>
          <p:cNvSpPr txBox="1"/>
          <p:nvPr/>
        </p:nvSpPr>
        <p:spPr>
          <a:xfrm>
            <a:off x="7473141" y="546811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5" name="C5-E17 line 13" descr="sci-ppt:o013"/>
          <p:cNvCxnSpPr/>
          <p:nvPr/>
        </p:nvCxnSpPr>
        <p:spPr>
          <a:xfrm>
            <a:off x="1216151" y="539495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5-E17 line 14" descr="sci-ppt:o014"/>
          <p:cNvCxnSpPr/>
          <p:nvPr/>
        </p:nvCxnSpPr>
        <p:spPr>
          <a:xfrm>
            <a:off x="1280160" y="5394959"/>
            <a:ext cx="73152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C5-E17 text 15" descr="sci-ppt:o015"/>
          <p:cNvSpPr txBox="1"/>
          <p:nvPr/>
        </p:nvSpPr>
        <p:spPr>
          <a:xfrm>
            <a:off x="502919" y="526694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18" name="C5-E17 line 16" descr="sci-ppt:o016"/>
          <p:cNvCxnSpPr/>
          <p:nvPr/>
        </p:nvCxnSpPr>
        <p:spPr>
          <a:xfrm>
            <a:off x="1216151" y="434340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5-E17 line 17" descr="sci-ppt:o017"/>
          <p:cNvCxnSpPr/>
          <p:nvPr/>
        </p:nvCxnSpPr>
        <p:spPr>
          <a:xfrm>
            <a:off x="1280160" y="4343400"/>
            <a:ext cx="73152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5-E17 text 18" descr="sci-ppt:o018"/>
          <p:cNvSpPr txBox="1"/>
          <p:nvPr/>
        </p:nvSpPr>
        <p:spPr>
          <a:xfrm>
            <a:off x="502919" y="421538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50</a:t>
            </a:r>
          </a:p>
        </p:txBody>
      </p:sp>
      <p:cxnSp>
        <p:nvCxnSpPr>
          <p:cNvPr id="21" name="C5-E17 line 19" descr="sci-ppt:o019"/>
          <p:cNvCxnSpPr/>
          <p:nvPr/>
        </p:nvCxnSpPr>
        <p:spPr>
          <a:xfrm>
            <a:off x="1216151" y="329183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5-E17 line 20" descr="sci-ppt:o020"/>
          <p:cNvCxnSpPr/>
          <p:nvPr/>
        </p:nvCxnSpPr>
        <p:spPr>
          <a:xfrm>
            <a:off x="1280160" y="3291839"/>
            <a:ext cx="73152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5-E17 text 21" descr="sci-ppt:o021"/>
          <p:cNvSpPr txBox="1"/>
          <p:nvPr/>
        </p:nvSpPr>
        <p:spPr>
          <a:xfrm>
            <a:off x="502919" y="316382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24" name="C5-E17 line 22" descr="sci-ppt:o022"/>
          <p:cNvCxnSpPr/>
          <p:nvPr/>
        </p:nvCxnSpPr>
        <p:spPr>
          <a:xfrm>
            <a:off x="1216151" y="224027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5-E17 line 23" descr="sci-ppt:o023"/>
          <p:cNvCxnSpPr/>
          <p:nvPr/>
        </p:nvCxnSpPr>
        <p:spPr>
          <a:xfrm>
            <a:off x="1280160" y="2240279"/>
            <a:ext cx="73152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5-E17 text 24" descr="sci-ppt:o024"/>
          <p:cNvSpPr txBox="1"/>
          <p:nvPr/>
        </p:nvSpPr>
        <p:spPr>
          <a:xfrm>
            <a:off x="502919" y="211226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150</a:t>
            </a:r>
          </a:p>
        </p:txBody>
      </p:sp>
      <p:cxnSp>
        <p:nvCxnSpPr>
          <p:cNvPr id="27" name="C5-E17 line 25" descr="sci-ppt:o025"/>
          <p:cNvCxnSpPr/>
          <p:nvPr/>
        </p:nvCxnSpPr>
        <p:spPr>
          <a:xfrm>
            <a:off x="1216151" y="118871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5-E17 line 26" descr="sci-ppt:o026"/>
          <p:cNvCxnSpPr/>
          <p:nvPr/>
        </p:nvCxnSpPr>
        <p:spPr>
          <a:xfrm>
            <a:off x="1280160" y="1188719"/>
            <a:ext cx="73152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5-E17 text 27" descr="sci-ppt:o027"/>
          <p:cNvSpPr txBox="1"/>
          <p:nvPr/>
        </p:nvSpPr>
        <p:spPr>
          <a:xfrm>
            <a:off x="502919" y="10607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200</a:t>
            </a:r>
          </a:p>
        </p:txBody>
      </p:sp>
      <p:sp>
        <p:nvSpPr>
          <p:cNvPr id="30" name="C5-E17 text 28" descr="sci-ppt:o028"/>
          <p:cNvSpPr txBox="1"/>
          <p:nvPr/>
        </p:nvSpPr>
        <p:spPr>
          <a:xfrm>
            <a:off x="1280160" y="5742431"/>
            <a:ext cx="73152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Time from first contact (ns)</a:t>
            </a:r>
          </a:p>
        </p:txBody>
      </p:sp>
      <p:sp>
        <p:nvSpPr>
          <p:cNvPr id="31" name="C5-E17 text 29" descr="sci-ppt:o029"/>
          <p:cNvSpPr txBox="1"/>
          <p:nvPr/>
        </p:nvSpPr>
        <p:spPr>
          <a:xfrm>
            <a:off x="411479" y="804672"/>
            <a:ext cx="3108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Absolute wall pressure (MPa)</a:t>
            </a:r>
          </a:p>
        </p:txBody>
      </p:sp>
      <p:cxnSp>
        <p:nvCxnSpPr>
          <p:cNvPr id="32" name="C5-E17 line 30" descr="sci-ppt:o030"/>
          <p:cNvCxnSpPr/>
          <p:nvPr/>
        </p:nvCxnSpPr>
        <p:spPr>
          <a:xfrm>
            <a:off x="1280160" y="1722430"/>
            <a:ext cx="7315200" cy="0"/>
          </a:xfrm>
          <a:prstGeom prst="line">
            <a:avLst/>
          </a:prstGeom>
          <a:ln w="17780">
            <a:solidFill>
              <a:srgbClr val="B4C7D2"/>
            </a:solidFill>
            <a:prstDash val="dash"/>
          </a:ln>
          <a:effectLst/>
        </p:spPr>
      </p:cxnSp>
      <p:sp>
        <p:nvSpPr>
          <p:cNvPr id="33" name="C5-E17 text 31" descr="sci-ppt:o031"/>
          <p:cNvSpPr txBox="1"/>
          <p:nvPr/>
        </p:nvSpPr>
        <p:spPr>
          <a:xfrm>
            <a:off x="4663440" y="1448110"/>
            <a:ext cx="39319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p_H = 174.623 MPa</a:t>
            </a:r>
          </a:p>
        </p:txBody>
      </p:sp>
      <p:cxnSp>
        <p:nvCxnSpPr>
          <p:cNvPr id="34" name="C5-E17 line 32" descr="sci-ppt:o032"/>
          <p:cNvCxnSpPr/>
          <p:nvPr/>
        </p:nvCxnSpPr>
        <p:spPr>
          <a:xfrm>
            <a:off x="1280160" y="1732269"/>
            <a:ext cx="7315200" cy="0"/>
          </a:xfrm>
          <a:prstGeom prst="line">
            <a:avLst/>
          </a:prstGeom>
          <a:ln w="17780">
            <a:solidFill>
              <a:srgbClr val="F2B880"/>
            </a:solidFill>
            <a:prstDash val="dash"/>
          </a:ln>
          <a:effectLst/>
        </p:spPr>
      </p:cxnSp>
      <p:sp>
        <p:nvSpPr>
          <p:cNvPr id="35" name="C5-E17 text 33" descr="sci-ppt:o033"/>
          <p:cNvSpPr txBox="1"/>
          <p:nvPr/>
        </p:nvSpPr>
        <p:spPr>
          <a:xfrm>
            <a:off x="4663440" y="1805421"/>
            <a:ext cx="39319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p_B = 174.155 MPa</a:t>
            </a:r>
          </a:p>
        </p:txBody>
      </p:sp>
      <p:cxnSp>
        <p:nvCxnSpPr>
          <p:cNvPr id="36" name="C5-E17 line 34" descr="sci-ppt:o034"/>
          <p:cNvCxnSpPr/>
          <p:nvPr/>
        </p:nvCxnSpPr>
        <p:spPr>
          <a:xfrm flipV="1">
            <a:off x="1280160" y="1745032"/>
            <a:ext cx="33294" cy="3647797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37" name="C5-E17 line 35" descr="sci-ppt:o035"/>
          <p:cNvCxnSpPr/>
          <p:nvPr/>
        </p:nvCxnSpPr>
        <p:spPr>
          <a:xfrm flipV="1">
            <a:off x="1313454" y="1740350"/>
            <a:ext cx="33663" cy="468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38" name="C5-E17 line 36" descr="sci-ppt:o036"/>
          <p:cNvCxnSpPr/>
          <p:nvPr/>
        </p:nvCxnSpPr>
        <p:spPr>
          <a:xfrm flipV="1">
            <a:off x="1347117" y="1738411"/>
            <a:ext cx="33071" cy="1939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39" name="C5-E17 line 37" descr="sci-ppt:o037"/>
          <p:cNvCxnSpPr/>
          <p:nvPr/>
        </p:nvCxnSpPr>
        <p:spPr>
          <a:xfrm flipV="1">
            <a:off x="1380188" y="1737276"/>
            <a:ext cx="33069" cy="113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0" name="C5-E17 line 38" descr="sci-ppt:o038"/>
          <p:cNvCxnSpPr/>
          <p:nvPr/>
        </p:nvCxnSpPr>
        <p:spPr>
          <a:xfrm flipV="1">
            <a:off x="1413257" y="1736499"/>
            <a:ext cx="33660" cy="777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1" name="C5-E17 line 39" descr="sci-ppt:o039"/>
          <p:cNvCxnSpPr/>
          <p:nvPr/>
        </p:nvCxnSpPr>
        <p:spPr>
          <a:xfrm flipV="1">
            <a:off x="1446917" y="1735944"/>
            <a:ext cx="33068" cy="55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2" name="C5-E17 line 40" descr="sci-ppt:o040"/>
          <p:cNvCxnSpPr/>
          <p:nvPr/>
        </p:nvCxnSpPr>
        <p:spPr>
          <a:xfrm flipV="1">
            <a:off x="1479985" y="1735516"/>
            <a:ext cx="33068" cy="42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3" name="C5-E17 line 41" descr="sci-ppt:o041"/>
          <p:cNvCxnSpPr/>
          <p:nvPr/>
        </p:nvCxnSpPr>
        <p:spPr>
          <a:xfrm flipV="1">
            <a:off x="1513053" y="1735170"/>
            <a:ext cx="33658" cy="34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4" name="C5-E17 line 42" descr="sci-ppt:o042"/>
          <p:cNvCxnSpPr/>
          <p:nvPr/>
        </p:nvCxnSpPr>
        <p:spPr>
          <a:xfrm flipV="1">
            <a:off x="1546711" y="1734891"/>
            <a:ext cx="33067" cy="279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5" name="C5-E17 line 43" descr="sci-ppt:o043"/>
          <p:cNvCxnSpPr/>
          <p:nvPr/>
        </p:nvCxnSpPr>
        <p:spPr>
          <a:xfrm flipV="1">
            <a:off x="1579778" y="1734657"/>
            <a:ext cx="33067" cy="23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6" name="C5-E17 line 44" descr="sci-ppt:o044"/>
          <p:cNvCxnSpPr/>
          <p:nvPr/>
        </p:nvCxnSpPr>
        <p:spPr>
          <a:xfrm flipV="1">
            <a:off x="1612845" y="1734455"/>
            <a:ext cx="33658" cy="20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7" name="C5-E17 line 45" descr="sci-ppt:o045"/>
          <p:cNvCxnSpPr/>
          <p:nvPr/>
        </p:nvCxnSpPr>
        <p:spPr>
          <a:xfrm flipV="1">
            <a:off x="1646503" y="1734284"/>
            <a:ext cx="33067" cy="17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8" name="C5-E17 line 46" descr="sci-ppt:o046"/>
          <p:cNvCxnSpPr/>
          <p:nvPr/>
        </p:nvCxnSpPr>
        <p:spPr>
          <a:xfrm flipV="1">
            <a:off x="1679570" y="1734134"/>
            <a:ext cx="33067" cy="15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9" name="C5-E17 line 47" descr="sci-ppt:o047"/>
          <p:cNvCxnSpPr/>
          <p:nvPr/>
        </p:nvCxnSpPr>
        <p:spPr>
          <a:xfrm flipV="1">
            <a:off x="1712637" y="1734002"/>
            <a:ext cx="33066" cy="13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0" name="C5-E17 line 48" descr="sci-ppt:o048"/>
          <p:cNvCxnSpPr/>
          <p:nvPr/>
        </p:nvCxnSpPr>
        <p:spPr>
          <a:xfrm flipV="1">
            <a:off x="1745703" y="1733882"/>
            <a:ext cx="33657" cy="12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1" name="C5-E17 line 49" descr="sci-ppt:o049"/>
          <p:cNvCxnSpPr/>
          <p:nvPr/>
        </p:nvCxnSpPr>
        <p:spPr>
          <a:xfrm flipV="1">
            <a:off x="1779360" y="1733777"/>
            <a:ext cx="33067" cy="10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2" name="C5-E17 line 50" descr="sci-ppt:o050"/>
          <p:cNvCxnSpPr/>
          <p:nvPr/>
        </p:nvCxnSpPr>
        <p:spPr>
          <a:xfrm flipV="1">
            <a:off x="1812427" y="1733682"/>
            <a:ext cx="33066" cy="9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3" name="C5-E17 line 51" descr="sci-ppt:o051"/>
          <p:cNvCxnSpPr/>
          <p:nvPr/>
        </p:nvCxnSpPr>
        <p:spPr>
          <a:xfrm flipV="1">
            <a:off x="1845493" y="1733595"/>
            <a:ext cx="33657" cy="87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4" name="C5-E17 line 52" descr="sci-ppt:o052"/>
          <p:cNvCxnSpPr/>
          <p:nvPr/>
        </p:nvCxnSpPr>
        <p:spPr>
          <a:xfrm flipV="1">
            <a:off x="1879150" y="1733517"/>
            <a:ext cx="33066" cy="7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5" name="C5-E17 line 53" descr="sci-ppt:o053"/>
          <p:cNvCxnSpPr/>
          <p:nvPr/>
        </p:nvCxnSpPr>
        <p:spPr>
          <a:xfrm flipV="1">
            <a:off x="1912216" y="1733446"/>
            <a:ext cx="33066" cy="7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6" name="C5-E17 line 54" descr="sci-ppt:o054"/>
          <p:cNvCxnSpPr/>
          <p:nvPr/>
        </p:nvCxnSpPr>
        <p:spPr>
          <a:xfrm flipV="1">
            <a:off x="1945282" y="1733380"/>
            <a:ext cx="33657" cy="6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7" name="C5-E17 line 55" descr="sci-ppt:o055"/>
          <p:cNvCxnSpPr/>
          <p:nvPr/>
        </p:nvCxnSpPr>
        <p:spPr>
          <a:xfrm flipV="1">
            <a:off x="1978939" y="1733320"/>
            <a:ext cx="33066" cy="6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8" name="C5-E17 line 56" descr="sci-ppt:o056"/>
          <p:cNvCxnSpPr/>
          <p:nvPr/>
        </p:nvCxnSpPr>
        <p:spPr>
          <a:xfrm flipV="1">
            <a:off x="2012005" y="1733264"/>
            <a:ext cx="33066" cy="5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9" name="C5-E17 line 57" descr="sci-ppt:o057"/>
          <p:cNvCxnSpPr/>
          <p:nvPr/>
        </p:nvCxnSpPr>
        <p:spPr>
          <a:xfrm flipV="1">
            <a:off x="2045071" y="1733212"/>
            <a:ext cx="33657" cy="5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0" name="C5-E17 line 58" descr="sci-ppt:o058"/>
          <p:cNvCxnSpPr/>
          <p:nvPr/>
        </p:nvCxnSpPr>
        <p:spPr>
          <a:xfrm flipV="1">
            <a:off x="2078728" y="1733164"/>
            <a:ext cx="33066" cy="4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1" name="C5-E17 line 59" descr="sci-ppt:o059"/>
          <p:cNvCxnSpPr/>
          <p:nvPr/>
        </p:nvCxnSpPr>
        <p:spPr>
          <a:xfrm flipV="1">
            <a:off x="2111794" y="1733120"/>
            <a:ext cx="33066" cy="4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2" name="C5-E17 line 60" descr="sci-ppt:o060"/>
          <p:cNvCxnSpPr/>
          <p:nvPr/>
        </p:nvCxnSpPr>
        <p:spPr>
          <a:xfrm flipV="1">
            <a:off x="2144860" y="1733078"/>
            <a:ext cx="33656" cy="4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3" name="C5-E17 line 61" descr="sci-ppt:o061"/>
          <p:cNvCxnSpPr/>
          <p:nvPr/>
        </p:nvCxnSpPr>
        <p:spPr>
          <a:xfrm flipV="1">
            <a:off x="2178516" y="1733039"/>
            <a:ext cx="33066" cy="39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4" name="C5-E17 line 62" descr="sci-ppt:o062"/>
          <p:cNvCxnSpPr/>
          <p:nvPr/>
        </p:nvCxnSpPr>
        <p:spPr>
          <a:xfrm flipV="1">
            <a:off x="2211582" y="1733003"/>
            <a:ext cx="33066" cy="3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5" name="C5-E17 line 63" descr="sci-ppt:o063"/>
          <p:cNvCxnSpPr/>
          <p:nvPr/>
        </p:nvCxnSpPr>
        <p:spPr>
          <a:xfrm flipV="1">
            <a:off x="2244648" y="1732969"/>
            <a:ext cx="33066" cy="3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6" name="C5-E17 line 64" descr="sci-ppt:o064"/>
          <p:cNvCxnSpPr/>
          <p:nvPr/>
        </p:nvCxnSpPr>
        <p:spPr>
          <a:xfrm flipV="1">
            <a:off x="2277714" y="1732937"/>
            <a:ext cx="33656" cy="3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7" name="C5-E17 line 65" descr="sci-ppt:o065"/>
          <p:cNvCxnSpPr/>
          <p:nvPr/>
        </p:nvCxnSpPr>
        <p:spPr>
          <a:xfrm flipV="1">
            <a:off x="2311370" y="1732907"/>
            <a:ext cx="33066" cy="3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8" name="C5-E17 line 66" descr="sci-ppt:o066"/>
          <p:cNvCxnSpPr/>
          <p:nvPr/>
        </p:nvCxnSpPr>
        <p:spPr>
          <a:xfrm flipV="1">
            <a:off x="2344436" y="1732879"/>
            <a:ext cx="33066" cy="2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9" name="C5-E17 line 67" descr="sci-ppt:o067"/>
          <p:cNvCxnSpPr/>
          <p:nvPr/>
        </p:nvCxnSpPr>
        <p:spPr>
          <a:xfrm flipV="1">
            <a:off x="2377502" y="1732852"/>
            <a:ext cx="33656" cy="27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0" name="C5-E17 line 68" descr="sci-ppt:o068"/>
          <p:cNvCxnSpPr/>
          <p:nvPr/>
        </p:nvCxnSpPr>
        <p:spPr>
          <a:xfrm flipV="1">
            <a:off x="2411158" y="1732826"/>
            <a:ext cx="33065" cy="2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1" name="C5-E17 line 69" descr="sci-ppt:o069"/>
          <p:cNvCxnSpPr/>
          <p:nvPr/>
        </p:nvCxnSpPr>
        <p:spPr>
          <a:xfrm flipV="1">
            <a:off x="2444223" y="1732803"/>
            <a:ext cx="33066" cy="2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2" name="C5-E17 line 70" descr="sci-ppt:o070"/>
          <p:cNvCxnSpPr/>
          <p:nvPr/>
        </p:nvCxnSpPr>
        <p:spPr>
          <a:xfrm flipV="1">
            <a:off x="2477289" y="1732780"/>
            <a:ext cx="33656" cy="2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3" name="C5-E17 line 71" descr="sci-ppt:o071"/>
          <p:cNvCxnSpPr/>
          <p:nvPr/>
        </p:nvCxnSpPr>
        <p:spPr>
          <a:xfrm flipV="1">
            <a:off x="2510945" y="1732759"/>
            <a:ext cx="33066" cy="2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4" name="C5-E17 line 72" descr="sci-ppt:o072"/>
          <p:cNvCxnSpPr/>
          <p:nvPr/>
        </p:nvCxnSpPr>
        <p:spPr>
          <a:xfrm flipV="1">
            <a:off x="2544011" y="1732738"/>
            <a:ext cx="33066" cy="2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5" name="C5-E17 line 73" descr="sci-ppt:o073"/>
          <p:cNvCxnSpPr/>
          <p:nvPr/>
        </p:nvCxnSpPr>
        <p:spPr>
          <a:xfrm flipV="1">
            <a:off x="2577077" y="1732719"/>
            <a:ext cx="33656" cy="19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6" name="C5-E17 line 74" descr="sci-ppt:o074"/>
          <p:cNvCxnSpPr/>
          <p:nvPr/>
        </p:nvCxnSpPr>
        <p:spPr>
          <a:xfrm flipV="1">
            <a:off x="2610733" y="1732701"/>
            <a:ext cx="33065" cy="1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7" name="C5-E17 line 75" descr="sci-ppt:o075"/>
          <p:cNvCxnSpPr/>
          <p:nvPr/>
        </p:nvCxnSpPr>
        <p:spPr>
          <a:xfrm flipV="1">
            <a:off x="2643798" y="1732683"/>
            <a:ext cx="33066" cy="1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8" name="C5-E17 line 76" descr="sci-ppt:o076"/>
          <p:cNvCxnSpPr/>
          <p:nvPr/>
        </p:nvCxnSpPr>
        <p:spPr>
          <a:xfrm flipV="1">
            <a:off x="2676864" y="1732667"/>
            <a:ext cx="33656" cy="1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9" name="C5-E17 line 77" descr="sci-ppt:o077"/>
          <p:cNvCxnSpPr/>
          <p:nvPr/>
        </p:nvCxnSpPr>
        <p:spPr>
          <a:xfrm flipV="1">
            <a:off x="2710520" y="1732651"/>
            <a:ext cx="33066" cy="1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0" name="C5-E17 line 78" descr="sci-ppt:o078"/>
          <p:cNvCxnSpPr/>
          <p:nvPr/>
        </p:nvCxnSpPr>
        <p:spPr>
          <a:xfrm flipV="1">
            <a:off x="2743586" y="1732636"/>
            <a:ext cx="33065" cy="1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1" name="C5-E17 line 79" descr="sci-ppt:o079"/>
          <p:cNvCxnSpPr/>
          <p:nvPr/>
        </p:nvCxnSpPr>
        <p:spPr>
          <a:xfrm flipV="1">
            <a:off x="2776651" y="1732622"/>
            <a:ext cx="33066" cy="1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2" name="C5-E17 line 80" descr="sci-ppt:o080"/>
          <p:cNvCxnSpPr/>
          <p:nvPr/>
        </p:nvCxnSpPr>
        <p:spPr>
          <a:xfrm flipV="1">
            <a:off x="2809717" y="1732608"/>
            <a:ext cx="33656" cy="1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3" name="C5-E17 line 81" descr="sci-ppt:o081"/>
          <p:cNvCxnSpPr/>
          <p:nvPr/>
        </p:nvCxnSpPr>
        <p:spPr>
          <a:xfrm flipV="1">
            <a:off x="2843373" y="1732595"/>
            <a:ext cx="33065" cy="1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4" name="C5-E17 line 82" descr="sci-ppt:o082"/>
          <p:cNvCxnSpPr/>
          <p:nvPr/>
        </p:nvCxnSpPr>
        <p:spPr>
          <a:xfrm flipV="1">
            <a:off x="2876438" y="1732582"/>
            <a:ext cx="33066" cy="1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5" name="C5-E17 line 83" descr="sci-ppt:o083"/>
          <p:cNvCxnSpPr/>
          <p:nvPr/>
        </p:nvCxnSpPr>
        <p:spPr>
          <a:xfrm flipV="1">
            <a:off x="2909504" y="1732570"/>
            <a:ext cx="33656" cy="1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6" name="C5-E17 line 84" descr="sci-ppt:o084"/>
          <p:cNvCxnSpPr/>
          <p:nvPr/>
        </p:nvCxnSpPr>
        <p:spPr>
          <a:xfrm flipV="1">
            <a:off x="2943160" y="1732559"/>
            <a:ext cx="33066" cy="1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7" name="C5-E17 line 85" descr="sci-ppt:o085"/>
          <p:cNvCxnSpPr/>
          <p:nvPr/>
        </p:nvCxnSpPr>
        <p:spPr>
          <a:xfrm flipV="1">
            <a:off x="2976226" y="1732548"/>
            <a:ext cx="33065" cy="1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8" name="C5-E17 line 86" descr="sci-ppt:o086"/>
          <p:cNvCxnSpPr/>
          <p:nvPr/>
        </p:nvCxnSpPr>
        <p:spPr>
          <a:xfrm flipV="1">
            <a:off x="3009291" y="1732538"/>
            <a:ext cx="33656" cy="1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9" name="C5-E17 line 87" descr="sci-ppt:o087"/>
          <p:cNvCxnSpPr/>
          <p:nvPr/>
        </p:nvCxnSpPr>
        <p:spPr>
          <a:xfrm flipV="1">
            <a:off x="3042947" y="1732528"/>
            <a:ext cx="33066" cy="1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0" name="C5-E17 line 88" descr="sci-ppt:o088"/>
          <p:cNvCxnSpPr/>
          <p:nvPr/>
        </p:nvCxnSpPr>
        <p:spPr>
          <a:xfrm flipV="1">
            <a:off x="3076013" y="1732518"/>
            <a:ext cx="33065" cy="1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1" name="C5-E17 line 89" descr="sci-ppt:o089"/>
          <p:cNvCxnSpPr/>
          <p:nvPr/>
        </p:nvCxnSpPr>
        <p:spPr>
          <a:xfrm flipV="1">
            <a:off x="3109078" y="1732509"/>
            <a:ext cx="33656" cy="9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2" name="C5-E17 line 90" descr="sci-ppt:o090"/>
          <p:cNvCxnSpPr/>
          <p:nvPr/>
        </p:nvCxnSpPr>
        <p:spPr>
          <a:xfrm flipV="1">
            <a:off x="3142734" y="1732500"/>
            <a:ext cx="33065" cy="9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3" name="C5-E17 line 91" descr="sci-ppt:o091"/>
          <p:cNvCxnSpPr/>
          <p:nvPr/>
        </p:nvCxnSpPr>
        <p:spPr>
          <a:xfrm flipV="1">
            <a:off x="3175799" y="1732492"/>
            <a:ext cx="33066" cy="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4" name="C5-E17 line 92" descr="sci-ppt:o092"/>
          <p:cNvCxnSpPr/>
          <p:nvPr/>
        </p:nvCxnSpPr>
        <p:spPr>
          <a:xfrm flipV="1">
            <a:off x="3208865" y="1732484"/>
            <a:ext cx="33656" cy="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5" name="C5-E17 line 93" descr="sci-ppt:o093"/>
          <p:cNvCxnSpPr/>
          <p:nvPr/>
        </p:nvCxnSpPr>
        <p:spPr>
          <a:xfrm flipV="1">
            <a:off x="3242521" y="1732476"/>
            <a:ext cx="33065" cy="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6" name="C5-E17 line 94" descr="sci-ppt:o094"/>
          <p:cNvCxnSpPr/>
          <p:nvPr/>
        </p:nvCxnSpPr>
        <p:spPr>
          <a:xfrm flipV="1">
            <a:off x="3275586" y="1732469"/>
            <a:ext cx="33066" cy="7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7" name="C5-E17 line 95" descr="sci-ppt:o095"/>
          <p:cNvCxnSpPr/>
          <p:nvPr/>
        </p:nvCxnSpPr>
        <p:spPr>
          <a:xfrm flipV="1">
            <a:off x="3308652" y="1732461"/>
            <a:ext cx="33065" cy="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8" name="C5-E17 line 96" descr="sci-ppt:o096"/>
          <p:cNvCxnSpPr/>
          <p:nvPr/>
        </p:nvCxnSpPr>
        <p:spPr>
          <a:xfrm flipV="1">
            <a:off x="3341717" y="1732454"/>
            <a:ext cx="33656" cy="7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9" name="C5-E17 line 97" descr="sci-ppt:o097"/>
          <p:cNvCxnSpPr/>
          <p:nvPr/>
        </p:nvCxnSpPr>
        <p:spPr>
          <a:xfrm flipV="1">
            <a:off x="3375373" y="1732448"/>
            <a:ext cx="33066" cy="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0" name="C5-E17 line 98" descr="sci-ppt:o098"/>
          <p:cNvCxnSpPr/>
          <p:nvPr/>
        </p:nvCxnSpPr>
        <p:spPr>
          <a:xfrm flipV="1">
            <a:off x="3408439" y="1732442"/>
            <a:ext cx="33065" cy="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1" name="C5-E17 line 99" descr="sci-ppt:o099"/>
          <p:cNvCxnSpPr/>
          <p:nvPr/>
        </p:nvCxnSpPr>
        <p:spPr>
          <a:xfrm flipV="1">
            <a:off x="3441504" y="1732435"/>
            <a:ext cx="33656" cy="7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2" name="C5-E17 line 100" descr="sci-ppt:o100"/>
          <p:cNvCxnSpPr/>
          <p:nvPr/>
        </p:nvCxnSpPr>
        <p:spPr>
          <a:xfrm flipV="1">
            <a:off x="3475160" y="1732430"/>
            <a:ext cx="33065" cy="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3" name="C5-E17 line 101" descr="sci-ppt:o101"/>
          <p:cNvCxnSpPr/>
          <p:nvPr/>
        </p:nvCxnSpPr>
        <p:spPr>
          <a:xfrm flipV="1">
            <a:off x="3508225" y="1732424"/>
            <a:ext cx="33066" cy="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4" name="C5-E17 line 102" descr="sci-ppt:o102"/>
          <p:cNvCxnSpPr/>
          <p:nvPr/>
        </p:nvCxnSpPr>
        <p:spPr>
          <a:xfrm flipV="1">
            <a:off x="3541291" y="1732418"/>
            <a:ext cx="33656" cy="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5" name="C5-E17 line 103" descr="sci-ppt:o103"/>
          <p:cNvCxnSpPr/>
          <p:nvPr/>
        </p:nvCxnSpPr>
        <p:spPr>
          <a:xfrm flipV="1">
            <a:off x="3574947" y="1732413"/>
            <a:ext cx="33065" cy="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6" name="C5-E17 line 104" descr="sci-ppt:o104"/>
          <p:cNvCxnSpPr/>
          <p:nvPr/>
        </p:nvCxnSpPr>
        <p:spPr>
          <a:xfrm flipV="1">
            <a:off x="3608012" y="1732408"/>
            <a:ext cx="33065" cy="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7" name="C5-E17 line 105" descr="sci-ppt:o105"/>
          <p:cNvCxnSpPr/>
          <p:nvPr/>
        </p:nvCxnSpPr>
        <p:spPr>
          <a:xfrm flipV="1">
            <a:off x="3641077" y="1732403"/>
            <a:ext cx="33656" cy="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8" name="C5-E17 line 106" descr="sci-ppt:o106"/>
          <p:cNvCxnSpPr/>
          <p:nvPr/>
        </p:nvCxnSpPr>
        <p:spPr>
          <a:xfrm flipV="1">
            <a:off x="3674733" y="1732399"/>
            <a:ext cx="33066" cy="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9" name="C5-E17 line 107" descr="sci-ppt:o107"/>
          <p:cNvCxnSpPr/>
          <p:nvPr/>
        </p:nvCxnSpPr>
        <p:spPr>
          <a:xfrm flipV="1">
            <a:off x="3707799" y="1732394"/>
            <a:ext cx="33065" cy="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0" name="C5-E17 line 108" descr="sci-ppt:o108"/>
          <p:cNvCxnSpPr/>
          <p:nvPr/>
        </p:nvCxnSpPr>
        <p:spPr>
          <a:xfrm flipV="1">
            <a:off x="3740864" y="1732390"/>
            <a:ext cx="33656" cy="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1" name="C5-E17 line 109" descr="sci-ppt:o109"/>
          <p:cNvCxnSpPr/>
          <p:nvPr/>
        </p:nvCxnSpPr>
        <p:spPr>
          <a:xfrm flipV="1">
            <a:off x="3774520" y="1732386"/>
            <a:ext cx="33065" cy="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2" name="C5-E17 line 110" descr="sci-ppt:o110"/>
          <p:cNvCxnSpPr/>
          <p:nvPr/>
        </p:nvCxnSpPr>
        <p:spPr>
          <a:xfrm flipV="1">
            <a:off x="3807585" y="1732382"/>
            <a:ext cx="33066" cy="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3" name="C5-E17 line 111" descr="sci-ppt:o111"/>
          <p:cNvCxnSpPr/>
          <p:nvPr/>
        </p:nvCxnSpPr>
        <p:spPr>
          <a:xfrm flipV="1">
            <a:off x="3840651" y="1732378"/>
            <a:ext cx="33656" cy="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4" name="C5-E17 line 112" descr="sci-ppt:o112"/>
          <p:cNvCxnSpPr/>
          <p:nvPr/>
        </p:nvCxnSpPr>
        <p:spPr>
          <a:xfrm flipV="1">
            <a:off x="3874307" y="1732374"/>
            <a:ext cx="33065" cy="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5" name="C5-E17 line 113" descr="sci-ppt:o113"/>
          <p:cNvCxnSpPr/>
          <p:nvPr/>
        </p:nvCxnSpPr>
        <p:spPr>
          <a:xfrm flipV="1">
            <a:off x="3907372" y="1732370"/>
            <a:ext cx="33065" cy="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6" name="C5-E17 line 114" descr="sci-ppt:o114"/>
          <p:cNvCxnSpPr/>
          <p:nvPr/>
        </p:nvCxnSpPr>
        <p:spPr>
          <a:xfrm flipV="1">
            <a:off x="3940437" y="1732367"/>
            <a:ext cx="33066" cy="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7" name="C5-E17 line 115" descr="sci-ppt:o115"/>
          <p:cNvCxnSpPr/>
          <p:nvPr/>
        </p:nvCxnSpPr>
        <p:spPr>
          <a:xfrm flipV="1">
            <a:off x="3973503" y="1732364"/>
            <a:ext cx="33656" cy="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8" name="C5-E17 line 116" descr="sci-ppt:o116"/>
          <p:cNvCxnSpPr/>
          <p:nvPr/>
        </p:nvCxnSpPr>
        <p:spPr>
          <a:xfrm flipV="1">
            <a:off x="4007159" y="1732360"/>
            <a:ext cx="33065" cy="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9" name="C5-E17 line 117" descr="sci-ppt:o117"/>
          <p:cNvCxnSpPr/>
          <p:nvPr/>
        </p:nvCxnSpPr>
        <p:spPr>
          <a:xfrm flipV="1">
            <a:off x="4040224" y="1732357"/>
            <a:ext cx="33065" cy="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0" name="C5-E17 line 118" descr="sci-ppt:o118"/>
          <p:cNvCxnSpPr/>
          <p:nvPr/>
        </p:nvCxnSpPr>
        <p:spPr>
          <a:xfrm flipV="1">
            <a:off x="4073289" y="1732354"/>
            <a:ext cx="33656" cy="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1" name="C5-E17 line 119" descr="sci-ppt:o119"/>
          <p:cNvCxnSpPr/>
          <p:nvPr/>
        </p:nvCxnSpPr>
        <p:spPr>
          <a:xfrm flipV="1">
            <a:off x="4106945" y="1732351"/>
            <a:ext cx="33066" cy="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2" name="C5-E17 line 120" descr="sci-ppt:o120"/>
          <p:cNvCxnSpPr/>
          <p:nvPr/>
        </p:nvCxnSpPr>
        <p:spPr>
          <a:xfrm flipV="1">
            <a:off x="4140011" y="1732348"/>
            <a:ext cx="33065" cy="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3" name="C5-E17 line 121" descr="sci-ppt:o121"/>
          <p:cNvCxnSpPr/>
          <p:nvPr/>
        </p:nvCxnSpPr>
        <p:spPr>
          <a:xfrm flipV="1">
            <a:off x="4173076" y="1732346"/>
            <a:ext cx="33656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4" name="C5-E17 line 122" descr="sci-ppt:o122"/>
          <p:cNvCxnSpPr/>
          <p:nvPr/>
        </p:nvCxnSpPr>
        <p:spPr>
          <a:xfrm flipV="1">
            <a:off x="4206732" y="1732343"/>
            <a:ext cx="33065" cy="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5" name="C5-E17 line 123" descr="sci-ppt:o123"/>
          <p:cNvCxnSpPr/>
          <p:nvPr/>
        </p:nvCxnSpPr>
        <p:spPr>
          <a:xfrm flipV="1">
            <a:off x="4239797" y="1732341"/>
            <a:ext cx="33065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6" name="C5-E17 line 124" descr="sci-ppt:o124"/>
          <p:cNvCxnSpPr/>
          <p:nvPr/>
        </p:nvCxnSpPr>
        <p:spPr>
          <a:xfrm flipV="1">
            <a:off x="4272862" y="1732338"/>
            <a:ext cx="33656" cy="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7" name="C5-E17 line 125" descr="sci-ppt:o125"/>
          <p:cNvCxnSpPr/>
          <p:nvPr/>
        </p:nvCxnSpPr>
        <p:spPr>
          <a:xfrm flipV="1">
            <a:off x="4306518" y="1732336"/>
            <a:ext cx="33066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8" name="C5-E17 line 126" descr="sci-ppt:o126"/>
          <p:cNvCxnSpPr/>
          <p:nvPr/>
        </p:nvCxnSpPr>
        <p:spPr>
          <a:xfrm flipV="1">
            <a:off x="4339584" y="1732334"/>
            <a:ext cx="33065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9" name="C5-E17 line 127" descr="sci-ppt:o127"/>
          <p:cNvCxnSpPr/>
          <p:nvPr/>
        </p:nvCxnSpPr>
        <p:spPr>
          <a:xfrm flipV="1">
            <a:off x="4372649" y="1732331"/>
            <a:ext cx="33656" cy="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0" name="C5-E17 line 128" descr="sci-ppt:o128"/>
          <p:cNvCxnSpPr/>
          <p:nvPr/>
        </p:nvCxnSpPr>
        <p:spPr>
          <a:xfrm flipV="1">
            <a:off x="4406305" y="1732329"/>
            <a:ext cx="33065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1" name="C5-E17 line 129" descr="sci-ppt:o129"/>
          <p:cNvCxnSpPr/>
          <p:nvPr/>
        </p:nvCxnSpPr>
        <p:spPr>
          <a:xfrm flipV="1">
            <a:off x="4439370" y="1732327"/>
            <a:ext cx="33065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2" name="C5-E17 line 130" descr="sci-ppt:o130"/>
          <p:cNvCxnSpPr/>
          <p:nvPr/>
        </p:nvCxnSpPr>
        <p:spPr>
          <a:xfrm flipV="1">
            <a:off x="4472435" y="1732325"/>
            <a:ext cx="33066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3" name="C5-E17 line 131" descr="sci-ppt:o131"/>
          <p:cNvCxnSpPr/>
          <p:nvPr/>
        </p:nvCxnSpPr>
        <p:spPr>
          <a:xfrm flipV="1">
            <a:off x="4505501" y="1732323"/>
            <a:ext cx="33656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4" name="C5-E17 line 132" descr="sci-ppt:o132"/>
          <p:cNvCxnSpPr/>
          <p:nvPr/>
        </p:nvCxnSpPr>
        <p:spPr>
          <a:xfrm flipV="1">
            <a:off x="4539157" y="1732321"/>
            <a:ext cx="33065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5" name="C5-E17 line 133" descr="sci-ppt:o133"/>
          <p:cNvCxnSpPr/>
          <p:nvPr/>
        </p:nvCxnSpPr>
        <p:spPr>
          <a:xfrm flipV="1">
            <a:off x="4572222" y="1732320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6" name="C5-E17 line 134" descr="sci-ppt:o134"/>
          <p:cNvCxnSpPr/>
          <p:nvPr/>
        </p:nvCxnSpPr>
        <p:spPr>
          <a:xfrm flipV="1">
            <a:off x="4605287" y="1732318"/>
            <a:ext cx="33656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7" name="C5-E17 line 135" descr="sci-ppt:o135"/>
          <p:cNvCxnSpPr/>
          <p:nvPr/>
        </p:nvCxnSpPr>
        <p:spPr>
          <a:xfrm flipV="1">
            <a:off x="4638943" y="1732316"/>
            <a:ext cx="33065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8" name="C5-E17 line 136" descr="sci-ppt:o136"/>
          <p:cNvCxnSpPr/>
          <p:nvPr/>
        </p:nvCxnSpPr>
        <p:spPr>
          <a:xfrm flipV="1">
            <a:off x="4672008" y="1732315"/>
            <a:ext cx="3306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9" name="C5-E17 line 137" descr="sci-ppt:o137"/>
          <p:cNvCxnSpPr/>
          <p:nvPr/>
        </p:nvCxnSpPr>
        <p:spPr>
          <a:xfrm flipV="1">
            <a:off x="4705074" y="1732313"/>
            <a:ext cx="33656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0" name="C5-E17 line 138" descr="sci-ppt:o138"/>
          <p:cNvCxnSpPr/>
          <p:nvPr/>
        </p:nvCxnSpPr>
        <p:spPr>
          <a:xfrm flipV="1">
            <a:off x="4738730" y="1732311"/>
            <a:ext cx="33065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1" name="C5-E17 line 139" descr="sci-ppt:o139"/>
          <p:cNvCxnSpPr/>
          <p:nvPr/>
        </p:nvCxnSpPr>
        <p:spPr>
          <a:xfrm flipV="1">
            <a:off x="4771795" y="1732310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2" name="C5-E17 line 140" descr="sci-ppt:o140"/>
          <p:cNvCxnSpPr/>
          <p:nvPr/>
        </p:nvCxnSpPr>
        <p:spPr>
          <a:xfrm flipV="1">
            <a:off x="4804860" y="1732309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3" name="C5-E17 line 141" descr="sci-ppt:o141"/>
          <p:cNvCxnSpPr/>
          <p:nvPr/>
        </p:nvCxnSpPr>
        <p:spPr>
          <a:xfrm flipV="1">
            <a:off x="4838516" y="1732307"/>
            <a:ext cx="33065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4" name="C5-E17 line 142" descr="sci-ppt:o142"/>
          <p:cNvCxnSpPr/>
          <p:nvPr/>
        </p:nvCxnSpPr>
        <p:spPr>
          <a:xfrm flipV="1">
            <a:off x="4871581" y="1732306"/>
            <a:ext cx="3306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5" name="C5-E17 line 143" descr="sci-ppt:o143"/>
          <p:cNvCxnSpPr/>
          <p:nvPr/>
        </p:nvCxnSpPr>
        <p:spPr>
          <a:xfrm flipV="1">
            <a:off x="4904647" y="1732305"/>
            <a:ext cx="3365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6" name="C5-E17 line 144" descr="sci-ppt:o144"/>
          <p:cNvCxnSpPr/>
          <p:nvPr/>
        </p:nvCxnSpPr>
        <p:spPr>
          <a:xfrm flipV="1">
            <a:off x="4938302" y="1732303"/>
            <a:ext cx="33066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7" name="C5-E17 line 145" descr="sci-ppt:o145"/>
          <p:cNvCxnSpPr/>
          <p:nvPr/>
        </p:nvCxnSpPr>
        <p:spPr>
          <a:xfrm flipV="1">
            <a:off x="4971368" y="1732302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8" name="C5-E17 line 146" descr="sci-ppt:o146"/>
          <p:cNvCxnSpPr/>
          <p:nvPr/>
        </p:nvCxnSpPr>
        <p:spPr>
          <a:xfrm flipV="1">
            <a:off x="5004433" y="1732301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9" name="C5-E17 line 147" descr="sci-ppt:o147"/>
          <p:cNvCxnSpPr/>
          <p:nvPr/>
        </p:nvCxnSpPr>
        <p:spPr>
          <a:xfrm flipV="1">
            <a:off x="5038089" y="1732300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0" name="C5-E17 line 148" descr="sci-ppt:o148"/>
          <p:cNvCxnSpPr/>
          <p:nvPr/>
        </p:nvCxnSpPr>
        <p:spPr>
          <a:xfrm flipV="1">
            <a:off x="5071154" y="1732299"/>
            <a:ext cx="3306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1" name="C5-E17 line 149" descr="sci-ppt:o149"/>
          <p:cNvCxnSpPr/>
          <p:nvPr/>
        </p:nvCxnSpPr>
        <p:spPr>
          <a:xfrm flipV="1">
            <a:off x="5104220" y="1732298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2" name="C5-E17 line 150" descr="sci-ppt:o150"/>
          <p:cNvCxnSpPr/>
          <p:nvPr/>
        </p:nvCxnSpPr>
        <p:spPr>
          <a:xfrm flipV="1">
            <a:off x="5137285" y="1732297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3" name="C5-E17 line 151" descr="sci-ppt:o151"/>
          <p:cNvCxnSpPr/>
          <p:nvPr/>
        </p:nvCxnSpPr>
        <p:spPr>
          <a:xfrm flipV="1">
            <a:off x="5170941" y="1732296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4" name="C5-E17 line 152" descr="sci-ppt:o152"/>
          <p:cNvCxnSpPr/>
          <p:nvPr/>
        </p:nvCxnSpPr>
        <p:spPr>
          <a:xfrm flipV="1">
            <a:off x="5204006" y="1732295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5" name="C5-E17 line 153" descr="sci-ppt:o153"/>
          <p:cNvCxnSpPr/>
          <p:nvPr/>
        </p:nvCxnSpPr>
        <p:spPr>
          <a:xfrm flipV="1">
            <a:off x="5237071" y="1732294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6" name="C5-E17 line 154" descr="sci-ppt:o154"/>
          <p:cNvCxnSpPr/>
          <p:nvPr/>
        </p:nvCxnSpPr>
        <p:spPr>
          <a:xfrm flipV="1">
            <a:off x="5270727" y="1732293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7" name="C5-E17 line 155" descr="sci-ppt:o155"/>
          <p:cNvCxnSpPr/>
          <p:nvPr/>
        </p:nvCxnSpPr>
        <p:spPr>
          <a:xfrm flipV="1">
            <a:off x="5303792" y="1732292"/>
            <a:ext cx="3306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8" name="C5-E17 line 156" descr="sci-ppt:o156"/>
          <p:cNvCxnSpPr/>
          <p:nvPr/>
        </p:nvCxnSpPr>
        <p:spPr>
          <a:xfrm flipV="1">
            <a:off x="5336858" y="1732291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9" name="C5-E17 line 157" descr="sci-ppt:o157"/>
          <p:cNvCxnSpPr/>
          <p:nvPr/>
        </p:nvCxnSpPr>
        <p:spPr>
          <a:xfrm flipV="1">
            <a:off x="5370514" y="1732290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0" name="C5-E17 line 158" descr="sci-ppt:o158"/>
          <p:cNvCxnSpPr/>
          <p:nvPr/>
        </p:nvCxnSpPr>
        <p:spPr>
          <a:xfrm>
            <a:off x="5403579" y="1732290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1" name="C5-E17 line 159" descr="sci-ppt:o159"/>
          <p:cNvCxnSpPr/>
          <p:nvPr/>
        </p:nvCxnSpPr>
        <p:spPr>
          <a:xfrm flipV="1">
            <a:off x="5436644" y="1732289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2" name="C5-E17 line 160" descr="sci-ppt:o160"/>
          <p:cNvCxnSpPr/>
          <p:nvPr/>
        </p:nvCxnSpPr>
        <p:spPr>
          <a:xfrm flipV="1">
            <a:off x="5470300" y="1732288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3" name="C5-E17 line 161" descr="sci-ppt:o161"/>
          <p:cNvCxnSpPr/>
          <p:nvPr/>
        </p:nvCxnSpPr>
        <p:spPr>
          <a:xfrm flipV="1">
            <a:off x="5503365" y="1732287"/>
            <a:ext cx="3306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4" name="C5-E17 line 162" descr="sci-ppt:o162"/>
          <p:cNvCxnSpPr/>
          <p:nvPr/>
        </p:nvCxnSpPr>
        <p:spPr>
          <a:xfrm>
            <a:off x="5536431" y="1732287"/>
            <a:ext cx="3365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5" name="C5-E17 line 163" descr="sci-ppt:o163"/>
          <p:cNvCxnSpPr/>
          <p:nvPr/>
        </p:nvCxnSpPr>
        <p:spPr>
          <a:xfrm flipV="1">
            <a:off x="5570086" y="1732286"/>
            <a:ext cx="3306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6" name="C5-E17 line 164" descr="sci-ppt:o164"/>
          <p:cNvCxnSpPr/>
          <p:nvPr/>
        </p:nvCxnSpPr>
        <p:spPr>
          <a:xfrm flipV="1">
            <a:off x="5603152" y="1732285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7" name="C5-E17 line 165" descr="sci-ppt:o165"/>
          <p:cNvCxnSpPr/>
          <p:nvPr/>
        </p:nvCxnSpPr>
        <p:spPr>
          <a:xfrm>
            <a:off x="5636217" y="1732285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8" name="C5-E17 line 166" descr="sci-ppt:o166"/>
          <p:cNvCxnSpPr/>
          <p:nvPr/>
        </p:nvCxnSpPr>
        <p:spPr>
          <a:xfrm flipV="1">
            <a:off x="5669282" y="1732284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9" name="C5-E17 line 167" descr="sci-ppt:o167"/>
          <p:cNvCxnSpPr/>
          <p:nvPr/>
        </p:nvCxnSpPr>
        <p:spPr>
          <a:xfrm flipV="1">
            <a:off x="5702938" y="1732283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0" name="C5-E17 line 168" descr="sci-ppt:o168"/>
          <p:cNvCxnSpPr/>
          <p:nvPr/>
        </p:nvCxnSpPr>
        <p:spPr>
          <a:xfrm>
            <a:off x="5736003" y="1732283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1" name="C5-E17 line 169" descr="sci-ppt:o169"/>
          <p:cNvCxnSpPr/>
          <p:nvPr/>
        </p:nvCxnSpPr>
        <p:spPr>
          <a:xfrm flipV="1">
            <a:off x="5769069" y="1732282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2" name="C5-E17 line 170" descr="sci-ppt:o170"/>
          <p:cNvCxnSpPr/>
          <p:nvPr/>
        </p:nvCxnSpPr>
        <p:spPr>
          <a:xfrm>
            <a:off x="5802725" y="1732282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3" name="C5-E17 line 171" descr="sci-ppt:o171"/>
          <p:cNvCxnSpPr/>
          <p:nvPr/>
        </p:nvCxnSpPr>
        <p:spPr>
          <a:xfrm flipV="1">
            <a:off x="5835790" y="1732281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4" name="C5-E17 line 172" descr="sci-ppt:o172"/>
          <p:cNvCxnSpPr/>
          <p:nvPr/>
        </p:nvCxnSpPr>
        <p:spPr>
          <a:xfrm>
            <a:off x="5868855" y="1732281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5" name="C5-E17 line 173" descr="sci-ppt:o173"/>
          <p:cNvCxnSpPr/>
          <p:nvPr/>
        </p:nvCxnSpPr>
        <p:spPr>
          <a:xfrm flipV="1">
            <a:off x="5902511" y="1732280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6" name="C5-E17 line 174" descr="sci-ppt:o174"/>
          <p:cNvCxnSpPr/>
          <p:nvPr/>
        </p:nvCxnSpPr>
        <p:spPr>
          <a:xfrm>
            <a:off x="5935576" y="1732280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7" name="C5-E17 line 175" descr="sci-ppt:o175"/>
          <p:cNvCxnSpPr/>
          <p:nvPr/>
        </p:nvCxnSpPr>
        <p:spPr>
          <a:xfrm flipV="1">
            <a:off x="5968642" y="1732279"/>
            <a:ext cx="3365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8" name="C5-E17 line 176" descr="sci-ppt:o176"/>
          <p:cNvCxnSpPr/>
          <p:nvPr/>
        </p:nvCxnSpPr>
        <p:spPr>
          <a:xfrm>
            <a:off x="6002297" y="1732279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9" name="C5-E17 line 177" descr="sci-ppt:o177"/>
          <p:cNvCxnSpPr/>
          <p:nvPr/>
        </p:nvCxnSpPr>
        <p:spPr>
          <a:xfrm flipV="1">
            <a:off x="6035363" y="1732278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0" name="C5-E17 line 178" descr="sci-ppt:o178"/>
          <p:cNvCxnSpPr/>
          <p:nvPr/>
        </p:nvCxnSpPr>
        <p:spPr>
          <a:xfrm>
            <a:off x="6068428" y="1732278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1" name="C5-E17 line 179" descr="sci-ppt:o179"/>
          <p:cNvCxnSpPr/>
          <p:nvPr/>
        </p:nvCxnSpPr>
        <p:spPr>
          <a:xfrm>
            <a:off x="6102084" y="1732278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2" name="C5-E17 line 180" descr="sci-ppt:o180"/>
          <p:cNvCxnSpPr/>
          <p:nvPr/>
        </p:nvCxnSpPr>
        <p:spPr>
          <a:xfrm flipV="1">
            <a:off x="6135149" y="1732277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3" name="C5-E17 line 181" descr="sci-ppt:o181"/>
          <p:cNvCxnSpPr/>
          <p:nvPr/>
        </p:nvCxnSpPr>
        <p:spPr>
          <a:xfrm>
            <a:off x="6168214" y="1732277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4" name="C5-E17 line 182" descr="sci-ppt:o182"/>
          <p:cNvCxnSpPr/>
          <p:nvPr/>
        </p:nvCxnSpPr>
        <p:spPr>
          <a:xfrm>
            <a:off x="6201870" y="1732277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5" name="C5-E17 line 183" descr="sci-ppt:o183"/>
          <p:cNvCxnSpPr/>
          <p:nvPr/>
        </p:nvCxnSpPr>
        <p:spPr>
          <a:xfrm flipV="1">
            <a:off x="6234935" y="1732276"/>
            <a:ext cx="3306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6" name="C5-E17 line 184" descr="sci-ppt:o184"/>
          <p:cNvCxnSpPr/>
          <p:nvPr/>
        </p:nvCxnSpPr>
        <p:spPr>
          <a:xfrm>
            <a:off x="6268001" y="1732276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7" name="C5-E17 line 185" descr="sci-ppt:o185"/>
          <p:cNvCxnSpPr/>
          <p:nvPr/>
        </p:nvCxnSpPr>
        <p:spPr>
          <a:xfrm>
            <a:off x="6301066" y="1732276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8" name="C5-E17 line 186" descr="sci-ppt:o186"/>
          <p:cNvCxnSpPr/>
          <p:nvPr/>
        </p:nvCxnSpPr>
        <p:spPr>
          <a:xfrm flipV="1">
            <a:off x="6334722" y="1732275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9" name="C5-E17 line 187" descr="sci-ppt:o187"/>
          <p:cNvCxnSpPr/>
          <p:nvPr/>
        </p:nvCxnSpPr>
        <p:spPr>
          <a:xfrm>
            <a:off x="6367787" y="1732275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0" name="C5-E17 line 188" descr="sci-ppt:o188"/>
          <p:cNvCxnSpPr/>
          <p:nvPr/>
        </p:nvCxnSpPr>
        <p:spPr>
          <a:xfrm>
            <a:off x="6400852" y="1732275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1" name="C5-E17 line 189" descr="sci-ppt:o189"/>
          <p:cNvCxnSpPr/>
          <p:nvPr/>
        </p:nvCxnSpPr>
        <p:spPr>
          <a:xfrm flipV="1">
            <a:off x="6434508" y="1732274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2" name="C5-E17 line 190" descr="sci-ppt:o190"/>
          <p:cNvCxnSpPr/>
          <p:nvPr/>
        </p:nvCxnSpPr>
        <p:spPr>
          <a:xfrm>
            <a:off x="6467573" y="1732274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3" name="C5-E17 line 191" descr="sci-ppt:o191"/>
          <p:cNvCxnSpPr/>
          <p:nvPr/>
        </p:nvCxnSpPr>
        <p:spPr>
          <a:xfrm>
            <a:off x="6500639" y="1732274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4" name="C5-E17 line 192" descr="sci-ppt:o192"/>
          <p:cNvCxnSpPr/>
          <p:nvPr/>
        </p:nvCxnSpPr>
        <p:spPr>
          <a:xfrm flipV="1">
            <a:off x="6534295" y="1732273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5" name="C5-E17 line 193" descr="sci-ppt:o193"/>
          <p:cNvCxnSpPr/>
          <p:nvPr/>
        </p:nvCxnSpPr>
        <p:spPr>
          <a:xfrm>
            <a:off x="6567360" y="1732273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6" name="C5-E17 line 194" descr="sci-ppt:o194"/>
          <p:cNvCxnSpPr/>
          <p:nvPr/>
        </p:nvCxnSpPr>
        <p:spPr>
          <a:xfrm>
            <a:off x="6600425" y="1732273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7" name="C5-E17 line 195" descr="sci-ppt:o195"/>
          <p:cNvCxnSpPr/>
          <p:nvPr/>
        </p:nvCxnSpPr>
        <p:spPr>
          <a:xfrm>
            <a:off x="6634081" y="1732273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8" name="C5-E17 line 196" descr="sci-ppt:o196"/>
          <p:cNvCxnSpPr/>
          <p:nvPr/>
        </p:nvCxnSpPr>
        <p:spPr>
          <a:xfrm flipV="1">
            <a:off x="6667146" y="1732272"/>
            <a:ext cx="3306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9" name="C5-E17 line 197" descr="sci-ppt:o197"/>
          <p:cNvCxnSpPr/>
          <p:nvPr/>
        </p:nvCxnSpPr>
        <p:spPr>
          <a:xfrm>
            <a:off x="6700212" y="1732272"/>
            <a:ext cx="3365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0" name="C5-E17 line 198" descr="sci-ppt:o198"/>
          <p:cNvCxnSpPr/>
          <p:nvPr/>
        </p:nvCxnSpPr>
        <p:spPr>
          <a:xfrm>
            <a:off x="6733867" y="1732272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1" name="C5-E17 line 199" descr="sci-ppt:o199"/>
          <p:cNvCxnSpPr/>
          <p:nvPr/>
        </p:nvCxnSpPr>
        <p:spPr>
          <a:xfrm>
            <a:off x="6766933" y="1732272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2" name="C5-E17 line 200" descr="sci-ppt:o200"/>
          <p:cNvCxnSpPr/>
          <p:nvPr/>
        </p:nvCxnSpPr>
        <p:spPr>
          <a:xfrm>
            <a:off x="6799998" y="1732272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3" name="C5-E17 line 201" descr="sci-ppt:o201"/>
          <p:cNvCxnSpPr/>
          <p:nvPr/>
        </p:nvCxnSpPr>
        <p:spPr>
          <a:xfrm flipV="1">
            <a:off x="6833063" y="1732271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4" name="C5-E17 line 202" descr="sci-ppt:o202"/>
          <p:cNvCxnSpPr/>
          <p:nvPr/>
        </p:nvCxnSpPr>
        <p:spPr>
          <a:xfrm>
            <a:off x="6866719" y="1732271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5" name="C5-E17 line 203" descr="sci-ppt:o203"/>
          <p:cNvCxnSpPr/>
          <p:nvPr/>
        </p:nvCxnSpPr>
        <p:spPr>
          <a:xfrm>
            <a:off x="6899784" y="1732271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6" name="C5-E17 line 204" descr="sci-ppt:o204"/>
          <p:cNvCxnSpPr/>
          <p:nvPr/>
        </p:nvCxnSpPr>
        <p:spPr>
          <a:xfrm>
            <a:off x="6932850" y="1732271"/>
            <a:ext cx="3365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7" name="C5-E17 line 205" descr="sci-ppt:o205"/>
          <p:cNvCxnSpPr/>
          <p:nvPr/>
        </p:nvCxnSpPr>
        <p:spPr>
          <a:xfrm>
            <a:off x="6966505" y="1732271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8" name="C5-E17 line 206" descr="sci-ppt:o206"/>
          <p:cNvCxnSpPr/>
          <p:nvPr/>
        </p:nvCxnSpPr>
        <p:spPr>
          <a:xfrm>
            <a:off x="6999571" y="1732271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9" name="C5-E17 line 207" descr="sci-ppt:o207"/>
          <p:cNvCxnSpPr/>
          <p:nvPr/>
        </p:nvCxnSpPr>
        <p:spPr>
          <a:xfrm flipV="1">
            <a:off x="7032636" y="1732270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0" name="C5-E17 line 208" descr="sci-ppt:o208"/>
          <p:cNvCxnSpPr/>
          <p:nvPr/>
        </p:nvCxnSpPr>
        <p:spPr>
          <a:xfrm>
            <a:off x="7066292" y="1732270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1" name="C5-E17 line 209" descr="sci-ppt:o209"/>
          <p:cNvCxnSpPr/>
          <p:nvPr/>
        </p:nvCxnSpPr>
        <p:spPr>
          <a:xfrm>
            <a:off x="7099357" y="1732270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2" name="C5-E17 line 210" descr="sci-ppt:o210"/>
          <p:cNvCxnSpPr/>
          <p:nvPr/>
        </p:nvCxnSpPr>
        <p:spPr>
          <a:xfrm>
            <a:off x="7132422" y="1732270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3" name="C5-E17 line 211" descr="sci-ppt:o211"/>
          <p:cNvCxnSpPr/>
          <p:nvPr/>
        </p:nvCxnSpPr>
        <p:spPr>
          <a:xfrm>
            <a:off x="7166078" y="1732270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4" name="C5-E17 line 212" descr="sci-ppt:o212"/>
          <p:cNvCxnSpPr/>
          <p:nvPr/>
        </p:nvCxnSpPr>
        <p:spPr>
          <a:xfrm>
            <a:off x="7199143" y="1732270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5" name="C5-E17 line 213" descr="sci-ppt:o213"/>
          <p:cNvCxnSpPr/>
          <p:nvPr/>
        </p:nvCxnSpPr>
        <p:spPr>
          <a:xfrm>
            <a:off x="7232209" y="1732270"/>
            <a:ext cx="3365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6" name="C5-E17 line 214" descr="sci-ppt:o214"/>
          <p:cNvCxnSpPr/>
          <p:nvPr/>
        </p:nvCxnSpPr>
        <p:spPr>
          <a:xfrm flipV="1">
            <a:off x="7265864" y="1732269"/>
            <a:ext cx="3306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7" name="C5-E17 line 215" descr="sci-ppt:o215"/>
          <p:cNvCxnSpPr/>
          <p:nvPr/>
        </p:nvCxnSpPr>
        <p:spPr>
          <a:xfrm>
            <a:off x="7298930" y="1732269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8" name="C5-E17 line 216" descr="sci-ppt:o216"/>
          <p:cNvCxnSpPr/>
          <p:nvPr/>
        </p:nvCxnSpPr>
        <p:spPr>
          <a:xfrm>
            <a:off x="7331995" y="1732269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9" name="C5-E17 line 217" descr="sci-ppt:o217"/>
          <p:cNvCxnSpPr/>
          <p:nvPr/>
        </p:nvCxnSpPr>
        <p:spPr>
          <a:xfrm>
            <a:off x="7365651" y="1732269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0" name="C5-E17 line 218" descr="sci-ppt:o218"/>
          <p:cNvCxnSpPr/>
          <p:nvPr/>
        </p:nvCxnSpPr>
        <p:spPr>
          <a:xfrm>
            <a:off x="7398716" y="1732269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1" name="C5-E17 line 219" descr="sci-ppt:o219"/>
          <p:cNvCxnSpPr/>
          <p:nvPr/>
        </p:nvCxnSpPr>
        <p:spPr>
          <a:xfrm>
            <a:off x="7431781" y="1732269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2" name="C5-E17 line 220" descr="sci-ppt:o220"/>
          <p:cNvCxnSpPr/>
          <p:nvPr/>
        </p:nvCxnSpPr>
        <p:spPr>
          <a:xfrm>
            <a:off x="7464847" y="1732269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3" name="C5-E17 line 221" descr="sci-ppt:o221"/>
          <p:cNvCxnSpPr/>
          <p:nvPr/>
        </p:nvCxnSpPr>
        <p:spPr>
          <a:xfrm>
            <a:off x="7498503" y="1732269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4" name="C5-E17 line 222" descr="sci-ppt:o222"/>
          <p:cNvCxnSpPr/>
          <p:nvPr/>
        </p:nvCxnSpPr>
        <p:spPr>
          <a:xfrm flipV="1">
            <a:off x="7531568" y="1732268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5" name="C5-E17 line 223" descr="sci-ppt:o223"/>
          <p:cNvCxnSpPr/>
          <p:nvPr/>
        </p:nvCxnSpPr>
        <p:spPr>
          <a:xfrm>
            <a:off x="7564633" y="1732268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6" name="C5-E17 line 224" descr="sci-ppt:o224"/>
          <p:cNvCxnSpPr/>
          <p:nvPr/>
        </p:nvCxnSpPr>
        <p:spPr>
          <a:xfrm>
            <a:off x="7598289" y="1732268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7" name="C5-E17 line 225" descr="sci-ppt:o225"/>
          <p:cNvCxnSpPr/>
          <p:nvPr/>
        </p:nvCxnSpPr>
        <p:spPr>
          <a:xfrm>
            <a:off x="7631354" y="1732268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8" name="C5-E17 line 226" descr="sci-ppt:o226"/>
          <p:cNvCxnSpPr/>
          <p:nvPr/>
        </p:nvCxnSpPr>
        <p:spPr>
          <a:xfrm>
            <a:off x="7664420" y="1732268"/>
            <a:ext cx="3365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9" name="C5-E17 line 227" descr="sci-ppt:o227"/>
          <p:cNvCxnSpPr/>
          <p:nvPr/>
        </p:nvCxnSpPr>
        <p:spPr>
          <a:xfrm>
            <a:off x="7698075" y="1732268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0" name="C5-E17 line 228" descr="sci-ppt:o228"/>
          <p:cNvCxnSpPr/>
          <p:nvPr/>
        </p:nvCxnSpPr>
        <p:spPr>
          <a:xfrm>
            <a:off x="7731141" y="1732268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1" name="C5-E17 line 229" descr="sci-ppt:o229"/>
          <p:cNvCxnSpPr/>
          <p:nvPr/>
        </p:nvCxnSpPr>
        <p:spPr>
          <a:xfrm>
            <a:off x="7764206" y="1732268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2" name="C5-E17 line 230" descr="sci-ppt:o230"/>
          <p:cNvCxnSpPr/>
          <p:nvPr/>
        </p:nvCxnSpPr>
        <p:spPr>
          <a:xfrm>
            <a:off x="7797862" y="1732268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3" name="C5-E17 line 231" descr="sci-ppt:o231"/>
          <p:cNvCxnSpPr/>
          <p:nvPr/>
        </p:nvCxnSpPr>
        <p:spPr>
          <a:xfrm>
            <a:off x="7830927" y="1732268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4" name="C5-E17 line 232" descr="sci-ppt:o232"/>
          <p:cNvCxnSpPr/>
          <p:nvPr/>
        </p:nvCxnSpPr>
        <p:spPr>
          <a:xfrm>
            <a:off x="7863992" y="1732268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5" name="C5-E17 line 233" descr="sci-ppt:o233"/>
          <p:cNvCxnSpPr/>
          <p:nvPr/>
        </p:nvCxnSpPr>
        <p:spPr>
          <a:xfrm>
            <a:off x="7897648" y="1732268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6" name="C5-E17 line 234" descr="sci-ppt:o234"/>
          <p:cNvCxnSpPr/>
          <p:nvPr/>
        </p:nvCxnSpPr>
        <p:spPr>
          <a:xfrm>
            <a:off x="7930713" y="1732268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7" name="C5-E17 line 235" descr="sci-ppt:o235"/>
          <p:cNvCxnSpPr/>
          <p:nvPr/>
        </p:nvCxnSpPr>
        <p:spPr>
          <a:xfrm flipV="1">
            <a:off x="7963779" y="1732267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8" name="C5-E17 line 236" descr="sci-ppt:o236"/>
          <p:cNvCxnSpPr/>
          <p:nvPr/>
        </p:nvCxnSpPr>
        <p:spPr>
          <a:xfrm>
            <a:off x="7996844" y="1732267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9" name="C5-E17 line 237" descr="sci-ppt:o237"/>
          <p:cNvCxnSpPr/>
          <p:nvPr/>
        </p:nvCxnSpPr>
        <p:spPr>
          <a:xfrm>
            <a:off x="8030500" y="1732267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0" name="C5-E17 line 238" descr="sci-ppt:o238"/>
          <p:cNvCxnSpPr/>
          <p:nvPr/>
        </p:nvCxnSpPr>
        <p:spPr>
          <a:xfrm>
            <a:off x="8063565" y="1732267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1" name="C5-E17 line 239" descr="sci-ppt:o239"/>
          <p:cNvCxnSpPr/>
          <p:nvPr/>
        </p:nvCxnSpPr>
        <p:spPr>
          <a:xfrm>
            <a:off x="8096630" y="1732267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2" name="C5-E17 line 240" descr="sci-ppt:o240"/>
          <p:cNvCxnSpPr/>
          <p:nvPr/>
        </p:nvCxnSpPr>
        <p:spPr>
          <a:xfrm>
            <a:off x="8130286" y="1732267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3" name="C5-E17 line 241" descr="sci-ppt:o241"/>
          <p:cNvCxnSpPr/>
          <p:nvPr/>
        </p:nvCxnSpPr>
        <p:spPr>
          <a:xfrm>
            <a:off x="8163351" y="1732267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4" name="C5-E17 line 242" descr="sci-ppt:o242"/>
          <p:cNvCxnSpPr/>
          <p:nvPr/>
        </p:nvCxnSpPr>
        <p:spPr>
          <a:xfrm>
            <a:off x="8196417" y="1732267"/>
            <a:ext cx="3365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5" name="C5-E17 line 243" descr="sci-ppt:o243"/>
          <p:cNvCxnSpPr/>
          <p:nvPr/>
        </p:nvCxnSpPr>
        <p:spPr>
          <a:xfrm>
            <a:off x="8230072" y="1732267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6" name="C5-E17 line 244" descr="sci-ppt:o244"/>
          <p:cNvCxnSpPr/>
          <p:nvPr/>
        </p:nvCxnSpPr>
        <p:spPr>
          <a:xfrm>
            <a:off x="8263138" y="1732267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7" name="C5-E17 line 245" descr="sci-ppt:o245"/>
          <p:cNvCxnSpPr/>
          <p:nvPr/>
        </p:nvCxnSpPr>
        <p:spPr>
          <a:xfrm>
            <a:off x="8296203" y="1732267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8" name="C5-E17 line 246" descr="sci-ppt:o246"/>
          <p:cNvCxnSpPr/>
          <p:nvPr/>
        </p:nvCxnSpPr>
        <p:spPr>
          <a:xfrm>
            <a:off x="8329859" y="1732267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9" name="C5-E17 line 247" descr="sci-ppt:o247"/>
          <p:cNvCxnSpPr/>
          <p:nvPr/>
        </p:nvCxnSpPr>
        <p:spPr>
          <a:xfrm>
            <a:off x="8362924" y="1732267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50" name="C5-E17 line 248" descr="sci-ppt:o248"/>
          <p:cNvCxnSpPr/>
          <p:nvPr/>
        </p:nvCxnSpPr>
        <p:spPr>
          <a:xfrm>
            <a:off x="8395989" y="1732267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51" name="C5-E17 line 249" descr="sci-ppt:o249"/>
          <p:cNvCxnSpPr/>
          <p:nvPr/>
        </p:nvCxnSpPr>
        <p:spPr>
          <a:xfrm>
            <a:off x="8429645" y="1732267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52" name="C5-E17 line 250" descr="sci-ppt:o250"/>
          <p:cNvCxnSpPr/>
          <p:nvPr/>
        </p:nvCxnSpPr>
        <p:spPr>
          <a:xfrm>
            <a:off x="8462710" y="1732267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53" name="C5-E17 line 251" descr="sci-ppt:o251"/>
          <p:cNvCxnSpPr/>
          <p:nvPr/>
        </p:nvCxnSpPr>
        <p:spPr>
          <a:xfrm>
            <a:off x="8495776" y="1732267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54" name="C5-E17 line 252" descr="sci-ppt:o252"/>
          <p:cNvCxnSpPr/>
          <p:nvPr/>
        </p:nvCxnSpPr>
        <p:spPr>
          <a:xfrm>
            <a:off x="8529432" y="1732267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55" name="C5-E17 line 253" descr="sci-ppt:o253"/>
          <p:cNvCxnSpPr/>
          <p:nvPr/>
        </p:nvCxnSpPr>
        <p:spPr>
          <a:xfrm flipV="1">
            <a:off x="1280160" y="4161418"/>
            <a:ext cx="16625" cy="121647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56" name="C5-E17 line 254" descr="sci-ppt:o254"/>
          <p:cNvCxnSpPr/>
          <p:nvPr/>
        </p:nvCxnSpPr>
        <p:spPr>
          <a:xfrm flipV="1">
            <a:off x="1296785" y="3210352"/>
            <a:ext cx="16625" cy="95106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57" name="C5-E17 line 255" descr="sci-ppt:o255"/>
          <p:cNvCxnSpPr/>
          <p:nvPr/>
        </p:nvCxnSpPr>
        <p:spPr>
          <a:xfrm flipV="1">
            <a:off x="1313410" y="2502038"/>
            <a:ext cx="16626" cy="70831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58" name="C5-E17 line 256" descr="sci-ppt:o256"/>
          <p:cNvCxnSpPr/>
          <p:nvPr/>
        </p:nvCxnSpPr>
        <p:spPr>
          <a:xfrm flipV="1">
            <a:off x="1330036" y="2023456"/>
            <a:ext cx="16625" cy="47858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59" name="C5-E17 line 257" descr="sci-ppt:o257"/>
          <p:cNvCxnSpPr/>
          <p:nvPr/>
        </p:nvCxnSpPr>
        <p:spPr>
          <a:xfrm flipV="1">
            <a:off x="1346661" y="1746457"/>
            <a:ext cx="16626" cy="27699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0" name="C5-E17 line 258" descr="sci-ppt:o258"/>
          <p:cNvCxnSpPr/>
          <p:nvPr/>
        </p:nvCxnSpPr>
        <p:spPr>
          <a:xfrm flipV="1">
            <a:off x="1363287" y="1622816"/>
            <a:ext cx="16625" cy="12364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1" name="C5-E17 line 259" descr="sci-ppt:o259"/>
          <p:cNvCxnSpPr/>
          <p:nvPr/>
        </p:nvCxnSpPr>
        <p:spPr>
          <a:xfrm flipV="1">
            <a:off x="1379912" y="1601173"/>
            <a:ext cx="16626" cy="2164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2" name="C5-E17 line 260" descr="sci-ppt:o260"/>
          <p:cNvCxnSpPr/>
          <p:nvPr/>
        </p:nvCxnSpPr>
        <p:spPr>
          <a:xfrm>
            <a:off x="1396538" y="1601173"/>
            <a:ext cx="16625" cy="3333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3" name="C5-E17 line 261" descr="sci-ppt:o261"/>
          <p:cNvCxnSpPr/>
          <p:nvPr/>
        </p:nvCxnSpPr>
        <p:spPr>
          <a:xfrm>
            <a:off x="1413163" y="1634503"/>
            <a:ext cx="16626" cy="465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4" name="C5-E17 line 262" descr="sci-ppt:o262"/>
          <p:cNvCxnSpPr/>
          <p:nvPr/>
        </p:nvCxnSpPr>
        <p:spPr>
          <a:xfrm>
            <a:off x="1429789" y="1681016"/>
            <a:ext cx="16625" cy="3664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5" name="C5-E17 line 263" descr="sci-ppt:o263"/>
          <p:cNvCxnSpPr/>
          <p:nvPr/>
        </p:nvCxnSpPr>
        <p:spPr>
          <a:xfrm>
            <a:off x="1446414" y="1717663"/>
            <a:ext cx="16625" cy="2313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6" name="C5-E17 line 264" descr="sci-ppt:o264"/>
          <p:cNvCxnSpPr/>
          <p:nvPr/>
        </p:nvCxnSpPr>
        <p:spPr>
          <a:xfrm>
            <a:off x="1463039" y="1740794"/>
            <a:ext cx="16626" cy="1073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7" name="C5-E17 line 265" descr="sci-ppt:o265"/>
          <p:cNvCxnSpPr/>
          <p:nvPr/>
        </p:nvCxnSpPr>
        <p:spPr>
          <a:xfrm flipV="1">
            <a:off x="1479665" y="1749626"/>
            <a:ext cx="16625" cy="190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8" name="C5-E17 line 266" descr="sci-ppt:o266"/>
          <p:cNvCxnSpPr/>
          <p:nvPr/>
        </p:nvCxnSpPr>
        <p:spPr>
          <a:xfrm flipV="1">
            <a:off x="1496290" y="1740520"/>
            <a:ext cx="16626" cy="910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9" name="C5-E17 line 267" descr="sci-ppt:o267"/>
          <p:cNvCxnSpPr/>
          <p:nvPr/>
        </p:nvCxnSpPr>
        <p:spPr>
          <a:xfrm flipV="1">
            <a:off x="1512916" y="1732015"/>
            <a:ext cx="16625" cy="850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0" name="C5-E17 line 268" descr="sci-ppt:o268"/>
          <p:cNvCxnSpPr/>
          <p:nvPr/>
        </p:nvCxnSpPr>
        <p:spPr>
          <a:xfrm flipV="1">
            <a:off x="1529541" y="1727380"/>
            <a:ext cx="16626" cy="463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1" name="C5-E17 line 269" descr="sci-ppt:o269"/>
          <p:cNvCxnSpPr/>
          <p:nvPr/>
        </p:nvCxnSpPr>
        <p:spPr>
          <a:xfrm flipV="1">
            <a:off x="1546167" y="1724968"/>
            <a:ext cx="16625" cy="241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2" name="C5-E17 line 270" descr="sci-ppt:o270"/>
          <p:cNvCxnSpPr/>
          <p:nvPr/>
        </p:nvCxnSpPr>
        <p:spPr>
          <a:xfrm flipV="1">
            <a:off x="1562792" y="1724022"/>
            <a:ext cx="16626" cy="94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3" name="C5-E17 line 271" descr="sci-ppt:o271"/>
          <p:cNvCxnSpPr/>
          <p:nvPr/>
        </p:nvCxnSpPr>
        <p:spPr>
          <a:xfrm>
            <a:off x="1579418" y="1724022"/>
            <a:ext cx="16625" cy="92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4" name="C5-E17 line 272" descr="sci-ppt:o272"/>
          <p:cNvCxnSpPr/>
          <p:nvPr/>
        </p:nvCxnSpPr>
        <p:spPr>
          <a:xfrm>
            <a:off x="1596043" y="1724946"/>
            <a:ext cx="16626" cy="200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5" name="C5-E17 line 273" descr="sci-ppt:o273"/>
          <p:cNvCxnSpPr/>
          <p:nvPr/>
        </p:nvCxnSpPr>
        <p:spPr>
          <a:xfrm>
            <a:off x="1612669" y="1726950"/>
            <a:ext cx="16625" cy="185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6" name="C5-E17 line 274" descr="sci-ppt:o274"/>
          <p:cNvCxnSpPr/>
          <p:nvPr/>
        </p:nvCxnSpPr>
        <p:spPr>
          <a:xfrm>
            <a:off x="1629294" y="1728808"/>
            <a:ext cx="16625" cy="126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7" name="C5-E17 line 275" descr="sci-ppt:o275"/>
          <p:cNvCxnSpPr/>
          <p:nvPr/>
        </p:nvCxnSpPr>
        <p:spPr>
          <a:xfrm>
            <a:off x="1645919" y="1730071"/>
            <a:ext cx="16626" cy="93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8" name="C5-E17 line 276" descr="sci-ppt:o276"/>
          <p:cNvCxnSpPr/>
          <p:nvPr/>
        </p:nvCxnSpPr>
        <p:spPr>
          <a:xfrm>
            <a:off x="1662545" y="1731009"/>
            <a:ext cx="16625" cy="56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9" name="C5-E17 line 277" descr="sci-ppt:o277"/>
          <p:cNvCxnSpPr/>
          <p:nvPr/>
        </p:nvCxnSpPr>
        <p:spPr>
          <a:xfrm>
            <a:off x="1679170" y="1731569"/>
            <a:ext cx="16626" cy="2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0" name="C5-E17 line 278" descr="sci-ppt:o278"/>
          <p:cNvCxnSpPr/>
          <p:nvPr/>
        </p:nvCxnSpPr>
        <p:spPr>
          <a:xfrm flipV="1">
            <a:off x="1695796" y="1731285"/>
            <a:ext cx="16625" cy="31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1" name="C5-E17 line 279" descr="sci-ppt:o279"/>
          <p:cNvCxnSpPr/>
          <p:nvPr/>
        </p:nvCxnSpPr>
        <p:spPr>
          <a:xfrm flipV="1">
            <a:off x="1712421" y="1730979"/>
            <a:ext cx="16626" cy="30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2" name="C5-E17 line 280" descr="sci-ppt:o280"/>
          <p:cNvCxnSpPr/>
          <p:nvPr/>
        </p:nvCxnSpPr>
        <p:spPr>
          <a:xfrm flipV="1">
            <a:off x="1729047" y="1730802"/>
            <a:ext cx="16625" cy="17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3" name="C5-E17 line 281" descr="sci-ppt:o281"/>
          <p:cNvCxnSpPr/>
          <p:nvPr/>
        </p:nvCxnSpPr>
        <p:spPr>
          <a:xfrm flipV="1">
            <a:off x="1745672" y="1730727"/>
            <a:ext cx="16626" cy="7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4" name="C5-E17 line 282" descr="sci-ppt:o282"/>
          <p:cNvCxnSpPr/>
          <p:nvPr/>
        </p:nvCxnSpPr>
        <p:spPr>
          <a:xfrm>
            <a:off x="1762298" y="1730727"/>
            <a:ext cx="16625" cy="2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5" name="C5-E17 line 283" descr="sci-ppt:o283"/>
          <p:cNvCxnSpPr/>
          <p:nvPr/>
        </p:nvCxnSpPr>
        <p:spPr>
          <a:xfrm>
            <a:off x="1778923" y="1730750"/>
            <a:ext cx="16626" cy="10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6" name="C5-E17 line 284" descr="sci-ppt:o284"/>
          <p:cNvCxnSpPr/>
          <p:nvPr/>
        </p:nvCxnSpPr>
        <p:spPr>
          <a:xfrm>
            <a:off x="1795549" y="1730855"/>
            <a:ext cx="16625" cy="10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7" name="C5-E17 line 285" descr="sci-ppt:o285"/>
          <p:cNvCxnSpPr/>
          <p:nvPr/>
        </p:nvCxnSpPr>
        <p:spPr>
          <a:xfrm>
            <a:off x="1812174" y="1730961"/>
            <a:ext cx="16626" cy="2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8" name="C5-E17 line 286" descr="sci-ppt:o286"/>
          <p:cNvCxnSpPr/>
          <p:nvPr/>
        </p:nvCxnSpPr>
        <p:spPr>
          <a:xfrm flipV="1">
            <a:off x="1828800" y="1730917"/>
            <a:ext cx="16625" cy="7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9" name="C5-E17 line 287" descr="sci-ppt:o287"/>
          <p:cNvCxnSpPr/>
          <p:nvPr/>
        </p:nvCxnSpPr>
        <p:spPr>
          <a:xfrm flipV="1">
            <a:off x="1845425" y="1730762"/>
            <a:ext cx="16625" cy="15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0" name="C5-E17 line 288" descr="sci-ppt:o288"/>
          <p:cNvCxnSpPr/>
          <p:nvPr/>
        </p:nvCxnSpPr>
        <p:spPr>
          <a:xfrm flipV="1">
            <a:off x="1862050" y="1730544"/>
            <a:ext cx="16626" cy="21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1" name="C5-E17 line 289" descr="sci-ppt:o289"/>
          <p:cNvCxnSpPr/>
          <p:nvPr/>
        </p:nvCxnSpPr>
        <p:spPr>
          <a:xfrm flipV="1">
            <a:off x="1878676" y="1730299"/>
            <a:ext cx="16625" cy="24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2" name="C5-E17 line 290" descr="sci-ppt:o290"/>
          <p:cNvCxnSpPr/>
          <p:nvPr/>
        </p:nvCxnSpPr>
        <p:spPr>
          <a:xfrm flipV="1">
            <a:off x="1895301" y="1730081"/>
            <a:ext cx="16626" cy="21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3" name="C5-E17 line 291" descr="sci-ppt:o291"/>
          <p:cNvCxnSpPr/>
          <p:nvPr/>
        </p:nvCxnSpPr>
        <p:spPr>
          <a:xfrm flipV="1">
            <a:off x="1911927" y="1729949"/>
            <a:ext cx="16625" cy="13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4" name="C5-E17 line 292" descr="sci-ppt:o292"/>
          <p:cNvCxnSpPr/>
          <p:nvPr/>
        </p:nvCxnSpPr>
        <p:spPr>
          <a:xfrm flipV="1">
            <a:off x="1928552" y="1729942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5" name="C5-E17 line 293" descr="sci-ppt:o293"/>
          <p:cNvCxnSpPr/>
          <p:nvPr/>
        </p:nvCxnSpPr>
        <p:spPr>
          <a:xfrm>
            <a:off x="1945178" y="1729942"/>
            <a:ext cx="16625" cy="12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6" name="C5-E17 line 294" descr="sci-ppt:o294"/>
          <p:cNvCxnSpPr/>
          <p:nvPr/>
        </p:nvCxnSpPr>
        <p:spPr>
          <a:xfrm>
            <a:off x="1961803" y="1730067"/>
            <a:ext cx="16626" cy="22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7" name="C5-E17 line 295" descr="sci-ppt:o295"/>
          <p:cNvCxnSpPr/>
          <p:nvPr/>
        </p:nvCxnSpPr>
        <p:spPr>
          <a:xfrm>
            <a:off x="1978429" y="1730292"/>
            <a:ext cx="16625" cy="28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8" name="C5-E17 line 296" descr="sci-ppt:o296"/>
          <p:cNvCxnSpPr/>
          <p:nvPr/>
        </p:nvCxnSpPr>
        <p:spPr>
          <a:xfrm>
            <a:off x="1995054" y="1730580"/>
            <a:ext cx="16626" cy="31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9" name="C5-E17 line 297" descr="sci-ppt:o297"/>
          <p:cNvCxnSpPr/>
          <p:nvPr/>
        </p:nvCxnSpPr>
        <p:spPr>
          <a:xfrm>
            <a:off x="2011680" y="1730898"/>
            <a:ext cx="16625" cy="29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0" name="C5-E17 line 298" descr="sci-ppt:o298"/>
          <p:cNvCxnSpPr/>
          <p:nvPr/>
        </p:nvCxnSpPr>
        <p:spPr>
          <a:xfrm>
            <a:off x="2028305" y="1731192"/>
            <a:ext cx="16625" cy="21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1" name="C5-E17 line 299" descr="sci-ppt:o299"/>
          <p:cNvCxnSpPr/>
          <p:nvPr/>
        </p:nvCxnSpPr>
        <p:spPr>
          <a:xfrm>
            <a:off x="2044930" y="1731408"/>
            <a:ext cx="16626" cy="9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2" name="C5-E17 line 300" descr="sci-ppt:o300"/>
          <p:cNvCxnSpPr/>
          <p:nvPr/>
        </p:nvCxnSpPr>
        <p:spPr>
          <a:xfrm flipV="1">
            <a:off x="2061556" y="1731473"/>
            <a:ext cx="16625" cy="3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3" name="C5-E17 line 301" descr="sci-ppt:o301"/>
          <p:cNvCxnSpPr/>
          <p:nvPr/>
        </p:nvCxnSpPr>
        <p:spPr>
          <a:xfrm flipV="1">
            <a:off x="2078181" y="1731317"/>
            <a:ext cx="16626" cy="15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4" name="C5-E17 line 302" descr="sci-ppt:o302"/>
          <p:cNvCxnSpPr/>
          <p:nvPr/>
        </p:nvCxnSpPr>
        <p:spPr>
          <a:xfrm flipV="1">
            <a:off x="2094807" y="1731063"/>
            <a:ext cx="16625" cy="25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5" name="C5-E17 line 303" descr="sci-ppt:o303"/>
          <p:cNvCxnSpPr/>
          <p:nvPr/>
        </p:nvCxnSpPr>
        <p:spPr>
          <a:xfrm flipV="1">
            <a:off x="2111432" y="1730753"/>
            <a:ext cx="16626" cy="3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6" name="C5-E17 line 304" descr="sci-ppt:o304"/>
          <p:cNvCxnSpPr/>
          <p:nvPr/>
        </p:nvCxnSpPr>
        <p:spPr>
          <a:xfrm flipV="1">
            <a:off x="2128058" y="1730445"/>
            <a:ext cx="16625" cy="30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7" name="C5-E17 line 305" descr="sci-ppt:o305"/>
          <p:cNvCxnSpPr/>
          <p:nvPr/>
        </p:nvCxnSpPr>
        <p:spPr>
          <a:xfrm flipV="1">
            <a:off x="2144683" y="1730196"/>
            <a:ext cx="16626" cy="24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8" name="C5-E17 line 306" descr="sci-ppt:o306"/>
          <p:cNvCxnSpPr/>
          <p:nvPr/>
        </p:nvCxnSpPr>
        <p:spPr>
          <a:xfrm flipV="1">
            <a:off x="2161309" y="1730048"/>
            <a:ext cx="16625" cy="14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9" name="C5-E17 line 307" descr="sci-ppt:o307"/>
          <p:cNvCxnSpPr/>
          <p:nvPr/>
        </p:nvCxnSpPr>
        <p:spPr>
          <a:xfrm flipV="1">
            <a:off x="2177934" y="1730016"/>
            <a:ext cx="16626" cy="3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0" name="C5-E17 line 308" descr="sci-ppt:o308"/>
          <p:cNvCxnSpPr/>
          <p:nvPr/>
        </p:nvCxnSpPr>
        <p:spPr>
          <a:xfrm>
            <a:off x="2194560" y="1730016"/>
            <a:ext cx="16625" cy="8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1" name="C5-E17 line 309" descr="sci-ppt:o309"/>
          <p:cNvCxnSpPr/>
          <p:nvPr/>
        </p:nvCxnSpPr>
        <p:spPr>
          <a:xfrm>
            <a:off x="2211185" y="1730102"/>
            <a:ext cx="16625" cy="19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2" name="C5-E17 line 310" descr="sci-ppt:o310"/>
          <p:cNvCxnSpPr/>
          <p:nvPr/>
        </p:nvCxnSpPr>
        <p:spPr>
          <a:xfrm>
            <a:off x="2227810" y="1730294"/>
            <a:ext cx="16626" cy="26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3" name="C5-E17 line 311" descr="sci-ppt:o311"/>
          <p:cNvCxnSpPr/>
          <p:nvPr/>
        </p:nvCxnSpPr>
        <p:spPr>
          <a:xfrm>
            <a:off x="2244436" y="1730562"/>
            <a:ext cx="16625" cy="29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4" name="C5-E17 line 312" descr="sci-ppt:o312"/>
          <p:cNvCxnSpPr/>
          <p:nvPr/>
        </p:nvCxnSpPr>
        <p:spPr>
          <a:xfrm>
            <a:off x="2261061" y="1730858"/>
            <a:ext cx="16626" cy="28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5" name="C5-E17 line 313" descr="sci-ppt:o313"/>
          <p:cNvCxnSpPr/>
          <p:nvPr/>
        </p:nvCxnSpPr>
        <p:spPr>
          <a:xfrm>
            <a:off x="2277687" y="1731140"/>
            <a:ext cx="16625" cy="22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6" name="C5-E17 line 314" descr="sci-ppt:o314"/>
          <p:cNvCxnSpPr/>
          <p:nvPr/>
        </p:nvCxnSpPr>
        <p:spPr>
          <a:xfrm>
            <a:off x="2294312" y="1731365"/>
            <a:ext cx="16626" cy="15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7" name="C5-E17 line 315" descr="sci-ppt:o315"/>
          <p:cNvCxnSpPr/>
          <p:nvPr/>
        </p:nvCxnSpPr>
        <p:spPr>
          <a:xfrm>
            <a:off x="2310938" y="1731516"/>
            <a:ext cx="16625" cy="6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8" name="C5-E17 line 316" descr="sci-ppt:o316"/>
          <p:cNvCxnSpPr/>
          <p:nvPr/>
        </p:nvCxnSpPr>
        <p:spPr>
          <a:xfrm flipV="1">
            <a:off x="2327563" y="1731571"/>
            <a:ext cx="16626" cy="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9" name="C5-E17 line 317" descr="sci-ppt:o317"/>
          <p:cNvCxnSpPr/>
          <p:nvPr/>
        </p:nvCxnSpPr>
        <p:spPr>
          <a:xfrm flipV="1">
            <a:off x="2344189" y="1731489"/>
            <a:ext cx="16625" cy="8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0" name="C5-E17 line 318" descr="sci-ppt:o318"/>
          <p:cNvCxnSpPr/>
          <p:nvPr/>
        </p:nvCxnSpPr>
        <p:spPr>
          <a:xfrm flipV="1">
            <a:off x="2360814" y="1731362"/>
            <a:ext cx="16626" cy="12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1" name="C5-E17 line 319" descr="sci-ppt:o319"/>
          <p:cNvCxnSpPr/>
          <p:nvPr/>
        </p:nvCxnSpPr>
        <p:spPr>
          <a:xfrm flipV="1">
            <a:off x="2377440" y="1731216"/>
            <a:ext cx="16625" cy="14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2" name="C5-E17 line 320" descr="sci-ppt:o320"/>
          <p:cNvCxnSpPr/>
          <p:nvPr/>
        </p:nvCxnSpPr>
        <p:spPr>
          <a:xfrm flipV="1">
            <a:off x="2394065" y="1731081"/>
            <a:ext cx="16625" cy="13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3" name="C5-E17 line 321" descr="sci-ppt:o321"/>
          <p:cNvCxnSpPr/>
          <p:nvPr/>
        </p:nvCxnSpPr>
        <p:spPr>
          <a:xfrm flipV="1">
            <a:off x="2410690" y="1730976"/>
            <a:ext cx="16626" cy="10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4" name="C5-E17 line 322" descr="sci-ppt:o322"/>
          <p:cNvCxnSpPr/>
          <p:nvPr/>
        </p:nvCxnSpPr>
        <p:spPr>
          <a:xfrm flipV="1">
            <a:off x="2427316" y="1730911"/>
            <a:ext cx="16625" cy="6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5" name="C5-E17 line 323" descr="sci-ppt:o323"/>
          <p:cNvCxnSpPr/>
          <p:nvPr/>
        </p:nvCxnSpPr>
        <p:spPr>
          <a:xfrm flipV="1">
            <a:off x="2443941" y="1730888"/>
            <a:ext cx="16626" cy="2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6" name="C5-E17 line 324" descr="sci-ppt:o324"/>
          <p:cNvCxnSpPr/>
          <p:nvPr/>
        </p:nvCxnSpPr>
        <p:spPr>
          <a:xfrm>
            <a:off x="2460567" y="1730888"/>
            <a:ext cx="16625" cy="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7" name="C5-E17 line 325" descr="sci-ppt:o325"/>
          <p:cNvCxnSpPr/>
          <p:nvPr/>
        </p:nvCxnSpPr>
        <p:spPr>
          <a:xfrm>
            <a:off x="2477192" y="1730901"/>
            <a:ext cx="16626" cy="4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8" name="C5-E17 line 326" descr="sci-ppt:o326"/>
          <p:cNvCxnSpPr/>
          <p:nvPr/>
        </p:nvCxnSpPr>
        <p:spPr>
          <a:xfrm>
            <a:off x="2493818" y="1730942"/>
            <a:ext cx="16625" cy="5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9" name="C5-E17 line 327" descr="sci-ppt:o327"/>
          <p:cNvCxnSpPr/>
          <p:nvPr/>
        </p:nvCxnSpPr>
        <p:spPr>
          <a:xfrm>
            <a:off x="2510443" y="1730998"/>
            <a:ext cx="16626" cy="5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0" name="C5-E17 line 328" descr="sci-ppt:o328"/>
          <p:cNvCxnSpPr/>
          <p:nvPr/>
        </p:nvCxnSpPr>
        <p:spPr>
          <a:xfrm>
            <a:off x="2527069" y="1731057"/>
            <a:ext cx="16625" cy="5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1" name="C5-E17 line 329" descr="sci-ppt:o329"/>
          <p:cNvCxnSpPr/>
          <p:nvPr/>
        </p:nvCxnSpPr>
        <p:spPr>
          <a:xfrm>
            <a:off x="2543694" y="1731110"/>
            <a:ext cx="16626" cy="4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2" name="C5-E17 line 330" descr="sci-ppt:o330"/>
          <p:cNvCxnSpPr/>
          <p:nvPr/>
        </p:nvCxnSpPr>
        <p:spPr>
          <a:xfrm>
            <a:off x="2560320" y="1731151"/>
            <a:ext cx="16625" cy="2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3" name="C5-E17 line 331" descr="sci-ppt:o331"/>
          <p:cNvCxnSpPr/>
          <p:nvPr/>
        </p:nvCxnSpPr>
        <p:spPr>
          <a:xfrm>
            <a:off x="2576945" y="1731177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4" name="C5-E17 line 332" descr="sci-ppt:o332"/>
          <p:cNvCxnSpPr/>
          <p:nvPr/>
        </p:nvCxnSpPr>
        <p:spPr>
          <a:xfrm>
            <a:off x="2593570" y="1731188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5" name="C5-E17 line 333" descr="sci-ppt:o333"/>
          <p:cNvCxnSpPr/>
          <p:nvPr/>
        </p:nvCxnSpPr>
        <p:spPr>
          <a:xfrm flipV="1">
            <a:off x="2610196" y="1731180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6" name="C5-E17 line 334" descr="sci-ppt:o334"/>
          <p:cNvCxnSpPr/>
          <p:nvPr/>
        </p:nvCxnSpPr>
        <p:spPr>
          <a:xfrm flipV="1">
            <a:off x="2626821" y="1731165"/>
            <a:ext cx="16626" cy="1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7" name="C5-E17 line 335" descr="sci-ppt:o335"/>
          <p:cNvCxnSpPr/>
          <p:nvPr/>
        </p:nvCxnSpPr>
        <p:spPr>
          <a:xfrm flipV="1">
            <a:off x="2643447" y="1731144"/>
            <a:ext cx="16625" cy="2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8" name="C5-E17 line 336" descr="sci-ppt:o336"/>
          <p:cNvCxnSpPr/>
          <p:nvPr/>
        </p:nvCxnSpPr>
        <p:spPr>
          <a:xfrm flipV="1">
            <a:off x="2660072" y="1731121"/>
            <a:ext cx="16626" cy="2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9" name="C5-E17 line 337" descr="sci-ppt:o337"/>
          <p:cNvCxnSpPr/>
          <p:nvPr/>
        </p:nvCxnSpPr>
        <p:spPr>
          <a:xfrm flipV="1">
            <a:off x="2676698" y="1731095"/>
            <a:ext cx="16625" cy="2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0" name="C5-E17 line 338" descr="sci-ppt:o338"/>
          <p:cNvCxnSpPr/>
          <p:nvPr/>
        </p:nvCxnSpPr>
        <p:spPr>
          <a:xfrm flipV="1">
            <a:off x="2693323" y="1731069"/>
            <a:ext cx="16626" cy="2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1" name="C5-E17 line 339" descr="sci-ppt:o339"/>
          <p:cNvCxnSpPr/>
          <p:nvPr/>
        </p:nvCxnSpPr>
        <p:spPr>
          <a:xfrm flipV="1">
            <a:off x="2709949" y="1731042"/>
            <a:ext cx="16625" cy="2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2" name="C5-E17 line 340" descr="sci-ppt:o340"/>
          <p:cNvCxnSpPr/>
          <p:nvPr/>
        </p:nvCxnSpPr>
        <p:spPr>
          <a:xfrm flipV="1">
            <a:off x="2726574" y="1731019"/>
            <a:ext cx="16626" cy="2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3" name="C5-E17 line 341" descr="sci-ppt:o341"/>
          <p:cNvCxnSpPr/>
          <p:nvPr/>
        </p:nvCxnSpPr>
        <p:spPr>
          <a:xfrm flipV="1">
            <a:off x="2743200" y="1731000"/>
            <a:ext cx="16625" cy="1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4" name="C5-E17 line 342" descr="sci-ppt:o342"/>
          <p:cNvCxnSpPr/>
          <p:nvPr/>
        </p:nvCxnSpPr>
        <p:spPr>
          <a:xfrm flipV="1">
            <a:off x="2759825" y="1730989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5" name="C5-E17 line 343" descr="sci-ppt:o343"/>
          <p:cNvCxnSpPr/>
          <p:nvPr/>
        </p:nvCxnSpPr>
        <p:spPr>
          <a:xfrm>
            <a:off x="2776450" y="1730989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6" name="C5-E17 line 344" descr="sci-ppt:o344"/>
          <p:cNvCxnSpPr/>
          <p:nvPr/>
        </p:nvCxnSpPr>
        <p:spPr>
          <a:xfrm>
            <a:off x="2793076" y="1730990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7" name="C5-E17 line 345" descr="sci-ppt:o345"/>
          <p:cNvCxnSpPr/>
          <p:nvPr/>
        </p:nvCxnSpPr>
        <p:spPr>
          <a:xfrm>
            <a:off x="2809701" y="1731001"/>
            <a:ext cx="16626" cy="1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8" name="C5-E17 line 346" descr="sci-ppt:o346"/>
          <p:cNvCxnSpPr/>
          <p:nvPr/>
        </p:nvCxnSpPr>
        <p:spPr>
          <a:xfrm>
            <a:off x="2826327" y="1731020"/>
            <a:ext cx="16625" cy="2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9" name="C5-E17 line 347" descr="sci-ppt:o347"/>
          <p:cNvCxnSpPr/>
          <p:nvPr/>
        </p:nvCxnSpPr>
        <p:spPr>
          <a:xfrm>
            <a:off x="2842952" y="1731046"/>
            <a:ext cx="16626" cy="2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0" name="C5-E17 line 348" descr="sci-ppt:o348"/>
          <p:cNvCxnSpPr/>
          <p:nvPr/>
        </p:nvCxnSpPr>
        <p:spPr>
          <a:xfrm>
            <a:off x="2859578" y="1731073"/>
            <a:ext cx="16625" cy="2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1" name="C5-E17 line 349" descr="sci-ppt:o349"/>
          <p:cNvCxnSpPr/>
          <p:nvPr/>
        </p:nvCxnSpPr>
        <p:spPr>
          <a:xfrm>
            <a:off x="2876203" y="1731098"/>
            <a:ext cx="16626" cy="1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2" name="C5-E17 line 350" descr="sci-ppt:o350"/>
          <p:cNvCxnSpPr/>
          <p:nvPr/>
        </p:nvCxnSpPr>
        <p:spPr>
          <a:xfrm>
            <a:off x="2892829" y="1731116"/>
            <a:ext cx="16625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3" name="C5-E17 line 351" descr="sci-ppt:o351"/>
          <p:cNvCxnSpPr/>
          <p:nvPr/>
        </p:nvCxnSpPr>
        <p:spPr>
          <a:xfrm flipV="1">
            <a:off x="2909454" y="1731123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4" name="C5-E17 line 352" descr="sci-ppt:o352"/>
          <p:cNvCxnSpPr/>
          <p:nvPr/>
        </p:nvCxnSpPr>
        <p:spPr>
          <a:xfrm flipV="1">
            <a:off x="2926080" y="1731113"/>
            <a:ext cx="16625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5" name="C5-E17 line 353" descr="sci-ppt:o353"/>
          <p:cNvCxnSpPr/>
          <p:nvPr/>
        </p:nvCxnSpPr>
        <p:spPr>
          <a:xfrm flipV="1">
            <a:off x="2942705" y="1731096"/>
            <a:ext cx="16625" cy="1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6" name="C5-E17 line 354" descr="sci-ppt:o354"/>
          <p:cNvCxnSpPr/>
          <p:nvPr/>
        </p:nvCxnSpPr>
        <p:spPr>
          <a:xfrm flipV="1">
            <a:off x="2959330" y="1731076"/>
            <a:ext cx="16626" cy="2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7" name="C5-E17 line 355" descr="sci-ppt:o355"/>
          <p:cNvCxnSpPr/>
          <p:nvPr/>
        </p:nvCxnSpPr>
        <p:spPr>
          <a:xfrm flipV="1">
            <a:off x="2975956" y="1731056"/>
            <a:ext cx="16625" cy="2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8" name="C5-E17 line 356" descr="sci-ppt:o356"/>
          <p:cNvCxnSpPr/>
          <p:nvPr/>
        </p:nvCxnSpPr>
        <p:spPr>
          <a:xfrm flipV="1">
            <a:off x="2992581" y="1731041"/>
            <a:ext cx="16626" cy="1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9" name="C5-E17 line 357" descr="sci-ppt:o357"/>
          <p:cNvCxnSpPr/>
          <p:nvPr/>
        </p:nvCxnSpPr>
        <p:spPr>
          <a:xfrm flipV="1">
            <a:off x="3009207" y="1731032"/>
            <a:ext cx="16625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0" name="C5-E17 line 358" descr="sci-ppt:o358"/>
          <p:cNvCxnSpPr/>
          <p:nvPr/>
        </p:nvCxnSpPr>
        <p:spPr>
          <a:xfrm flipV="1">
            <a:off x="3025832" y="1731030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1" name="C5-E17 line 359" descr="sci-ppt:o359"/>
          <p:cNvCxnSpPr/>
          <p:nvPr/>
        </p:nvCxnSpPr>
        <p:spPr>
          <a:xfrm>
            <a:off x="3042458" y="1731030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2" name="C5-E17 line 360" descr="sci-ppt:o360"/>
          <p:cNvCxnSpPr/>
          <p:nvPr/>
        </p:nvCxnSpPr>
        <p:spPr>
          <a:xfrm>
            <a:off x="3059083" y="1731036"/>
            <a:ext cx="16626" cy="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3" name="C5-E17 line 361" descr="sci-ppt:o361"/>
          <p:cNvCxnSpPr/>
          <p:nvPr/>
        </p:nvCxnSpPr>
        <p:spPr>
          <a:xfrm>
            <a:off x="3075709" y="1731049"/>
            <a:ext cx="16625" cy="1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4" name="C5-E17 line 362" descr="sci-ppt:o362"/>
          <p:cNvCxnSpPr/>
          <p:nvPr/>
        </p:nvCxnSpPr>
        <p:spPr>
          <a:xfrm>
            <a:off x="3092334" y="1731065"/>
            <a:ext cx="16626" cy="1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5" name="C5-E17 line 363" descr="sci-ppt:o363"/>
          <p:cNvCxnSpPr/>
          <p:nvPr/>
        </p:nvCxnSpPr>
        <p:spPr>
          <a:xfrm>
            <a:off x="3108960" y="1731084"/>
            <a:ext cx="16625" cy="1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6" name="C5-E17 line 364" descr="sci-ppt:o364"/>
          <p:cNvCxnSpPr/>
          <p:nvPr/>
        </p:nvCxnSpPr>
        <p:spPr>
          <a:xfrm>
            <a:off x="3125585" y="1731101"/>
            <a:ext cx="16625" cy="1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7" name="C5-E17 line 365" descr="sci-ppt:o365"/>
          <p:cNvCxnSpPr/>
          <p:nvPr/>
        </p:nvCxnSpPr>
        <p:spPr>
          <a:xfrm>
            <a:off x="3142210" y="1731116"/>
            <a:ext cx="16626" cy="1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8" name="C5-E17 line 366" descr="sci-ppt:o366"/>
          <p:cNvCxnSpPr/>
          <p:nvPr/>
        </p:nvCxnSpPr>
        <p:spPr>
          <a:xfrm>
            <a:off x="3158836" y="1731128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9" name="C5-E17 line 367" descr="sci-ppt:o367"/>
          <p:cNvCxnSpPr/>
          <p:nvPr/>
        </p:nvCxnSpPr>
        <p:spPr>
          <a:xfrm>
            <a:off x="3175461" y="1731134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0" name="C5-E17 line 368" descr="sci-ppt:o368"/>
          <p:cNvCxnSpPr/>
          <p:nvPr/>
        </p:nvCxnSpPr>
        <p:spPr>
          <a:xfrm flipV="1">
            <a:off x="3192087" y="1731132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1" name="C5-E17 line 369" descr="sci-ppt:o369"/>
          <p:cNvCxnSpPr/>
          <p:nvPr/>
        </p:nvCxnSpPr>
        <p:spPr>
          <a:xfrm flipV="1">
            <a:off x="3208712" y="1731125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2" name="C5-E17 line 370" descr="sci-ppt:o370"/>
          <p:cNvCxnSpPr/>
          <p:nvPr/>
        </p:nvCxnSpPr>
        <p:spPr>
          <a:xfrm flipV="1">
            <a:off x="3225338" y="1731115"/>
            <a:ext cx="16625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3" name="C5-E17 line 371" descr="sci-ppt:o371"/>
          <p:cNvCxnSpPr/>
          <p:nvPr/>
        </p:nvCxnSpPr>
        <p:spPr>
          <a:xfrm flipV="1">
            <a:off x="3241963" y="1731105"/>
            <a:ext cx="16626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4" name="C5-E17 line 372" descr="sci-ppt:o372"/>
          <p:cNvCxnSpPr/>
          <p:nvPr/>
        </p:nvCxnSpPr>
        <p:spPr>
          <a:xfrm flipV="1">
            <a:off x="3258589" y="1731094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5" name="C5-E17 line 373" descr="sci-ppt:o373"/>
          <p:cNvCxnSpPr/>
          <p:nvPr/>
        </p:nvCxnSpPr>
        <p:spPr>
          <a:xfrm flipV="1">
            <a:off x="3275214" y="1731086"/>
            <a:ext cx="16626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6" name="C5-E17 line 374" descr="sci-ppt:o374"/>
          <p:cNvCxnSpPr/>
          <p:nvPr/>
        </p:nvCxnSpPr>
        <p:spPr>
          <a:xfrm flipV="1">
            <a:off x="3291840" y="1731080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7" name="C5-E17 line 375" descr="sci-ppt:o375"/>
          <p:cNvCxnSpPr/>
          <p:nvPr/>
        </p:nvCxnSpPr>
        <p:spPr>
          <a:xfrm flipV="1">
            <a:off x="3308465" y="1731078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8" name="C5-E17 line 376" descr="sci-ppt:o376"/>
          <p:cNvCxnSpPr/>
          <p:nvPr/>
        </p:nvCxnSpPr>
        <p:spPr>
          <a:xfrm>
            <a:off x="3325090" y="1731078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9" name="C5-E17 line 377" descr="sci-ppt:o377"/>
          <p:cNvCxnSpPr/>
          <p:nvPr/>
        </p:nvCxnSpPr>
        <p:spPr>
          <a:xfrm>
            <a:off x="3341716" y="1731079"/>
            <a:ext cx="16625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0" name="C5-E17 line 378" descr="sci-ppt:o378"/>
          <p:cNvCxnSpPr/>
          <p:nvPr/>
        </p:nvCxnSpPr>
        <p:spPr>
          <a:xfrm>
            <a:off x="3358341" y="1731083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1" name="C5-E17 line 379" descr="sci-ppt:o379"/>
          <p:cNvCxnSpPr/>
          <p:nvPr/>
        </p:nvCxnSpPr>
        <p:spPr>
          <a:xfrm>
            <a:off x="3374967" y="1731090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2" name="C5-E17 line 380" descr="sci-ppt:o380"/>
          <p:cNvCxnSpPr/>
          <p:nvPr/>
        </p:nvCxnSpPr>
        <p:spPr>
          <a:xfrm>
            <a:off x="3391592" y="1731098"/>
            <a:ext cx="16626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3" name="C5-E17 line 381" descr="sci-ppt:o381"/>
          <p:cNvCxnSpPr/>
          <p:nvPr/>
        </p:nvCxnSpPr>
        <p:spPr>
          <a:xfrm>
            <a:off x="3408218" y="1731108"/>
            <a:ext cx="16625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4" name="C5-E17 line 382" descr="sci-ppt:o382"/>
          <p:cNvCxnSpPr/>
          <p:nvPr/>
        </p:nvCxnSpPr>
        <p:spPr>
          <a:xfrm>
            <a:off x="3424843" y="1731117"/>
            <a:ext cx="16626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5" name="C5-E17 line 383" descr="sci-ppt:o383"/>
          <p:cNvCxnSpPr/>
          <p:nvPr/>
        </p:nvCxnSpPr>
        <p:spPr>
          <a:xfrm>
            <a:off x="3441469" y="1731126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6" name="C5-E17 line 384" descr="sci-ppt:o384"/>
          <p:cNvCxnSpPr/>
          <p:nvPr/>
        </p:nvCxnSpPr>
        <p:spPr>
          <a:xfrm>
            <a:off x="3458094" y="1731132"/>
            <a:ext cx="16626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7" name="C5-E17 line 385" descr="sci-ppt:o385"/>
          <p:cNvCxnSpPr/>
          <p:nvPr/>
        </p:nvCxnSpPr>
        <p:spPr>
          <a:xfrm>
            <a:off x="3474720" y="1731136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8" name="C5-E17 line 386" descr="sci-ppt:o386"/>
          <p:cNvCxnSpPr/>
          <p:nvPr/>
        </p:nvCxnSpPr>
        <p:spPr>
          <a:xfrm flipV="1">
            <a:off x="3491345" y="1731134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9" name="C5-E17 line 387" descr="sci-ppt:o387"/>
          <p:cNvCxnSpPr/>
          <p:nvPr/>
        </p:nvCxnSpPr>
        <p:spPr>
          <a:xfrm flipV="1">
            <a:off x="3507970" y="1731129"/>
            <a:ext cx="16626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0" name="C5-E17 line 388" descr="sci-ppt:o388"/>
          <p:cNvCxnSpPr/>
          <p:nvPr/>
        </p:nvCxnSpPr>
        <p:spPr>
          <a:xfrm flipV="1">
            <a:off x="3524596" y="1731121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1" name="C5-E17 line 389" descr="sci-ppt:o389"/>
          <p:cNvCxnSpPr/>
          <p:nvPr/>
        </p:nvCxnSpPr>
        <p:spPr>
          <a:xfrm flipV="1">
            <a:off x="3541221" y="1731112"/>
            <a:ext cx="16626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2" name="C5-E17 line 390" descr="sci-ppt:o390"/>
          <p:cNvCxnSpPr/>
          <p:nvPr/>
        </p:nvCxnSpPr>
        <p:spPr>
          <a:xfrm flipV="1">
            <a:off x="3557847" y="1731103"/>
            <a:ext cx="16625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3" name="C5-E17 line 391" descr="sci-ppt:o391"/>
          <p:cNvCxnSpPr/>
          <p:nvPr/>
        </p:nvCxnSpPr>
        <p:spPr>
          <a:xfrm flipV="1">
            <a:off x="3574472" y="1731095"/>
            <a:ext cx="16626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4" name="C5-E17 line 392" descr="sci-ppt:o392"/>
          <p:cNvCxnSpPr/>
          <p:nvPr/>
        </p:nvCxnSpPr>
        <p:spPr>
          <a:xfrm flipV="1">
            <a:off x="3591098" y="1731090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5" name="C5-E17 line 393" descr="sci-ppt:o393"/>
          <p:cNvCxnSpPr/>
          <p:nvPr/>
        </p:nvCxnSpPr>
        <p:spPr>
          <a:xfrm>
            <a:off x="3607723" y="1731090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6" name="C5-E17 line 394" descr="sci-ppt:o394"/>
          <p:cNvCxnSpPr/>
          <p:nvPr/>
        </p:nvCxnSpPr>
        <p:spPr>
          <a:xfrm>
            <a:off x="3624349" y="1731090"/>
            <a:ext cx="16625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7" name="C5-E17 line 395" descr="sci-ppt:o395"/>
          <p:cNvCxnSpPr/>
          <p:nvPr/>
        </p:nvCxnSpPr>
        <p:spPr>
          <a:xfrm>
            <a:off x="3640974" y="1731094"/>
            <a:ext cx="16626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8" name="C5-E17 line 396" descr="sci-ppt:o396"/>
          <p:cNvCxnSpPr/>
          <p:nvPr/>
        </p:nvCxnSpPr>
        <p:spPr>
          <a:xfrm>
            <a:off x="3657600" y="1731103"/>
            <a:ext cx="16625" cy="1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9" name="C5-E17 line 397" descr="sci-ppt:o397"/>
          <p:cNvCxnSpPr/>
          <p:nvPr/>
        </p:nvCxnSpPr>
        <p:spPr>
          <a:xfrm>
            <a:off x="3674225" y="1731118"/>
            <a:ext cx="16625" cy="1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0" name="C5-E17 line 398" descr="sci-ppt:o398"/>
          <p:cNvCxnSpPr/>
          <p:nvPr/>
        </p:nvCxnSpPr>
        <p:spPr>
          <a:xfrm>
            <a:off x="3690850" y="1731135"/>
            <a:ext cx="16626" cy="1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1" name="C5-E17 line 399" descr="sci-ppt:o399"/>
          <p:cNvCxnSpPr/>
          <p:nvPr/>
        </p:nvCxnSpPr>
        <p:spPr>
          <a:xfrm>
            <a:off x="3707476" y="1731154"/>
            <a:ext cx="16625" cy="1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2" name="C5-E17 line 400" descr="sci-ppt:o400"/>
          <p:cNvCxnSpPr/>
          <p:nvPr/>
        </p:nvCxnSpPr>
        <p:spPr>
          <a:xfrm>
            <a:off x="3724101" y="1731172"/>
            <a:ext cx="16626" cy="1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3" name="C5-E17 line 401" descr="sci-ppt:o401"/>
          <p:cNvCxnSpPr/>
          <p:nvPr/>
        </p:nvCxnSpPr>
        <p:spPr>
          <a:xfrm>
            <a:off x="3740727" y="1731187"/>
            <a:ext cx="16625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4" name="C5-E17 line 402" descr="sci-ppt:o402"/>
          <p:cNvCxnSpPr/>
          <p:nvPr/>
        </p:nvCxnSpPr>
        <p:spPr>
          <a:xfrm>
            <a:off x="3757352" y="1731196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5" name="C5-E17 line 403" descr="sci-ppt:o403"/>
          <p:cNvCxnSpPr/>
          <p:nvPr/>
        </p:nvCxnSpPr>
        <p:spPr>
          <a:xfrm flipV="1">
            <a:off x="3773978" y="1731194"/>
            <a:ext cx="16625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6" name="C5-E17 line 404" descr="sci-ppt:o404"/>
          <p:cNvCxnSpPr/>
          <p:nvPr/>
        </p:nvCxnSpPr>
        <p:spPr>
          <a:xfrm flipV="1">
            <a:off x="3790603" y="1731182"/>
            <a:ext cx="16626" cy="1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7" name="C5-E17 line 405" descr="sci-ppt:o405"/>
          <p:cNvCxnSpPr/>
          <p:nvPr/>
        </p:nvCxnSpPr>
        <p:spPr>
          <a:xfrm flipV="1">
            <a:off x="3807229" y="1731167"/>
            <a:ext cx="16625" cy="1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8" name="C5-E17 line 406" descr="sci-ppt:o406"/>
          <p:cNvCxnSpPr/>
          <p:nvPr/>
        </p:nvCxnSpPr>
        <p:spPr>
          <a:xfrm flipV="1">
            <a:off x="3823854" y="1731150"/>
            <a:ext cx="16625" cy="1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9" name="C5-E17 line 407" descr="sci-ppt:o407"/>
          <p:cNvCxnSpPr/>
          <p:nvPr/>
        </p:nvCxnSpPr>
        <p:spPr>
          <a:xfrm flipV="1">
            <a:off x="3840479" y="1731134"/>
            <a:ext cx="16626" cy="1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0" name="C5-E17 line 408" descr="sci-ppt:o408"/>
          <p:cNvCxnSpPr/>
          <p:nvPr/>
        </p:nvCxnSpPr>
        <p:spPr>
          <a:xfrm flipV="1">
            <a:off x="3857105" y="1731122"/>
            <a:ext cx="16625" cy="1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1" name="C5-E17 line 409" descr="sci-ppt:o409"/>
          <p:cNvCxnSpPr/>
          <p:nvPr/>
        </p:nvCxnSpPr>
        <p:spPr>
          <a:xfrm flipV="1">
            <a:off x="3873730" y="1731116"/>
            <a:ext cx="16626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2" name="C5-E17 line 410" descr="sci-ppt:o410"/>
          <p:cNvCxnSpPr/>
          <p:nvPr/>
        </p:nvCxnSpPr>
        <p:spPr>
          <a:xfrm>
            <a:off x="3890356" y="1731116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3" name="C5-E17 line 411" descr="sci-ppt:o411"/>
          <p:cNvCxnSpPr/>
          <p:nvPr/>
        </p:nvCxnSpPr>
        <p:spPr>
          <a:xfrm>
            <a:off x="3906981" y="1731118"/>
            <a:ext cx="16626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4" name="C5-E17 line 412" descr="sci-ppt:o412"/>
          <p:cNvCxnSpPr/>
          <p:nvPr/>
        </p:nvCxnSpPr>
        <p:spPr>
          <a:xfrm>
            <a:off x="3923607" y="1731126"/>
            <a:ext cx="16625" cy="1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5" name="C5-E17 line 413" descr="sci-ppt:o413"/>
          <p:cNvCxnSpPr/>
          <p:nvPr/>
        </p:nvCxnSpPr>
        <p:spPr>
          <a:xfrm>
            <a:off x="3940232" y="1731142"/>
            <a:ext cx="16626" cy="2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6" name="C5-E17 line 414" descr="sci-ppt:o414"/>
          <p:cNvCxnSpPr/>
          <p:nvPr/>
        </p:nvCxnSpPr>
        <p:spPr>
          <a:xfrm>
            <a:off x="3956858" y="1731163"/>
            <a:ext cx="16625" cy="2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7" name="C5-E17 line 415" descr="sci-ppt:o415"/>
          <p:cNvCxnSpPr/>
          <p:nvPr/>
        </p:nvCxnSpPr>
        <p:spPr>
          <a:xfrm>
            <a:off x="3973483" y="1731186"/>
            <a:ext cx="16626" cy="2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8" name="C5-E17 line 416" descr="sci-ppt:o416"/>
          <p:cNvCxnSpPr/>
          <p:nvPr/>
        </p:nvCxnSpPr>
        <p:spPr>
          <a:xfrm>
            <a:off x="3990109" y="1731207"/>
            <a:ext cx="16625" cy="1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9" name="C5-E17 line 417" descr="sci-ppt:o417"/>
          <p:cNvCxnSpPr/>
          <p:nvPr/>
        </p:nvCxnSpPr>
        <p:spPr>
          <a:xfrm>
            <a:off x="4006734" y="1731225"/>
            <a:ext cx="16626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0" name="C5-E17 line 418" descr="sci-ppt:o418"/>
          <p:cNvCxnSpPr/>
          <p:nvPr/>
        </p:nvCxnSpPr>
        <p:spPr>
          <a:xfrm>
            <a:off x="4023360" y="1731236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1" name="C5-E17 line 419" descr="sci-ppt:o419"/>
          <p:cNvCxnSpPr/>
          <p:nvPr/>
        </p:nvCxnSpPr>
        <p:spPr>
          <a:xfrm flipV="1">
            <a:off x="4039985" y="1731234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2" name="C5-E17 line 420" descr="sci-ppt:o420"/>
          <p:cNvCxnSpPr/>
          <p:nvPr/>
        </p:nvCxnSpPr>
        <p:spPr>
          <a:xfrm flipV="1">
            <a:off x="4056610" y="1731221"/>
            <a:ext cx="16626" cy="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3" name="C5-E17 line 421" descr="sci-ppt:o421"/>
          <p:cNvCxnSpPr/>
          <p:nvPr/>
        </p:nvCxnSpPr>
        <p:spPr>
          <a:xfrm flipV="1">
            <a:off x="4073236" y="1731203"/>
            <a:ext cx="16625" cy="1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4" name="C5-E17 line 422" descr="sci-ppt:o422"/>
          <p:cNvCxnSpPr/>
          <p:nvPr/>
        </p:nvCxnSpPr>
        <p:spPr>
          <a:xfrm flipV="1">
            <a:off x="4089861" y="1731182"/>
            <a:ext cx="16626" cy="2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5" name="C5-E17 line 423" descr="sci-ppt:o423"/>
          <p:cNvCxnSpPr/>
          <p:nvPr/>
        </p:nvCxnSpPr>
        <p:spPr>
          <a:xfrm flipV="1">
            <a:off x="4106487" y="1731162"/>
            <a:ext cx="16625" cy="2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6" name="C5-E17 line 424" descr="sci-ppt:o424"/>
          <p:cNvCxnSpPr/>
          <p:nvPr/>
        </p:nvCxnSpPr>
        <p:spPr>
          <a:xfrm flipV="1">
            <a:off x="4123112" y="1731145"/>
            <a:ext cx="16626" cy="1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7" name="C5-E17 line 425" descr="sci-ppt:o425"/>
          <p:cNvCxnSpPr/>
          <p:nvPr/>
        </p:nvCxnSpPr>
        <p:spPr>
          <a:xfrm flipV="1">
            <a:off x="4139738" y="1731134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8" name="C5-E17 line 426" descr="sci-ppt:o426"/>
          <p:cNvCxnSpPr/>
          <p:nvPr/>
        </p:nvCxnSpPr>
        <p:spPr>
          <a:xfrm flipV="1">
            <a:off x="4156363" y="1731131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9" name="C5-E17 line 427" descr="sci-ppt:o427"/>
          <p:cNvCxnSpPr/>
          <p:nvPr/>
        </p:nvCxnSpPr>
        <p:spPr>
          <a:xfrm>
            <a:off x="4172989" y="1731131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0" name="C5-E17 line 428" descr="sci-ppt:o428"/>
          <p:cNvCxnSpPr/>
          <p:nvPr/>
        </p:nvCxnSpPr>
        <p:spPr>
          <a:xfrm>
            <a:off x="4189614" y="1731137"/>
            <a:ext cx="16626" cy="1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1" name="C5-E17 line 429" descr="sci-ppt:o429"/>
          <p:cNvCxnSpPr/>
          <p:nvPr/>
        </p:nvCxnSpPr>
        <p:spPr>
          <a:xfrm>
            <a:off x="4206240" y="1731151"/>
            <a:ext cx="16625" cy="2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2" name="C5-E17 line 430" descr="sci-ppt:o430"/>
          <p:cNvCxnSpPr/>
          <p:nvPr/>
        </p:nvCxnSpPr>
        <p:spPr>
          <a:xfrm>
            <a:off x="4222865" y="1731171"/>
            <a:ext cx="16625" cy="2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3" name="C5-E17 line 431" descr="sci-ppt:o431"/>
          <p:cNvCxnSpPr/>
          <p:nvPr/>
        </p:nvCxnSpPr>
        <p:spPr>
          <a:xfrm>
            <a:off x="4239490" y="1731195"/>
            <a:ext cx="16626" cy="2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4" name="C5-E17 line 432" descr="sci-ppt:o432"/>
          <p:cNvCxnSpPr/>
          <p:nvPr/>
        </p:nvCxnSpPr>
        <p:spPr>
          <a:xfrm>
            <a:off x="4256116" y="1731219"/>
            <a:ext cx="16625" cy="2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5" name="C5-E17 line 433" descr="sci-ppt:o433"/>
          <p:cNvCxnSpPr/>
          <p:nvPr/>
        </p:nvCxnSpPr>
        <p:spPr>
          <a:xfrm>
            <a:off x="4272741" y="1731241"/>
            <a:ext cx="16626" cy="1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6" name="C5-E17 line 434" descr="sci-ppt:o434"/>
          <p:cNvCxnSpPr/>
          <p:nvPr/>
        </p:nvCxnSpPr>
        <p:spPr>
          <a:xfrm>
            <a:off x="4289367" y="1731256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7" name="C5-E17 line 435" descr="sci-ppt:o435"/>
          <p:cNvCxnSpPr/>
          <p:nvPr/>
        </p:nvCxnSpPr>
        <p:spPr>
          <a:xfrm>
            <a:off x="4305992" y="1731264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8" name="C5-E17 line 436" descr="sci-ppt:o436"/>
          <p:cNvCxnSpPr/>
          <p:nvPr/>
        </p:nvCxnSpPr>
        <p:spPr>
          <a:xfrm flipV="1">
            <a:off x="4322618" y="1731258"/>
            <a:ext cx="16625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9" name="C5-E17 line 437" descr="sci-ppt:o437"/>
          <p:cNvCxnSpPr/>
          <p:nvPr/>
        </p:nvCxnSpPr>
        <p:spPr>
          <a:xfrm flipV="1">
            <a:off x="4339243" y="1731245"/>
            <a:ext cx="16626" cy="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0" name="C5-E17 line 438" descr="sci-ppt:o438"/>
          <p:cNvCxnSpPr/>
          <p:nvPr/>
        </p:nvCxnSpPr>
        <p:spPr>
          <a:xfrm flipV="1">
            <a:off x="4355869" y="1731229"/>
            <a:ext cx="16625" cy="1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1" name="C5-E17 line 439" descr="sci-ppt:o439"/>
          <p:cNvCxnSpPr/>
          <p:nvPr/>
        </p:nvCxnSpPr>
        <p:spPr>
          <a:xfrm flipV="1">
            <a:off x="4372494" y="1731211"/>
            <a:ext cx="16626" cy="1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2" name="C5-E17 line 440" descr="sci-ppt:o440"/>
          <p:cNvCxnSpPr/>
          <p:nvPr/>
        </p:nvCxnSpPr>
        <p:spPr>
          <a:xfrm flipV="1">
            <a:off x="4389120" y="1731195"/>
            <a:ext cx="16625" cy="1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3" name="C5-E17 line 441" descr="sci-ppt:o441"/>
          <p:cNvCxnSpPr/>
          <p:nvPr/>
        </p:nvCxnSpPr>
        <p:spPr>
          <a:xfrm flipV="1">
            <a:off x="4405745" y="1731182"/>
            <a:ext cx="16625" cy="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4" name="C5-E17 line 442" descr="sci-ppt:o442"/>
          <p:cNvCxnSpPr/>
          <p:nvPr/>
        </p:nvCxnSpPr>
        <p:spPr>
          <a:xfrm flipV="1">
            <a:off x="4422370" y="1731175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5" name="C5-E17 line 443" descr="sci-ppt:o443"/>
          <p:cNvCxnSpPr/>
          <p:nvPr/>
        </p:nvCxnSpPr>
        <p:spPr>
          <a:xfrm flipV="1">
            <a:off x="4438996" y="1731174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6" name="C5-E17 line 444" descr="sci-ppt:o444"/>
          <p:cNvCxnSpPr/>
          <p:nvPr/>
        </p:nvCxnSpPr>
        <p:spPr>
          <a:xfrm>
            <a:off x="4455621" y="1731174"/>
            <a:ext cx="16626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7" name="C5-E17 line 445" descr="sci-ppt:o445"/>
          <p:cNvCxnSpPr/>
          <p:nvPr/>
        </p:nvCxnSpPr>
        <p:spPr>
          <a:xfrm>
            <a:off x="4472247" y="1731179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8" name="C5-E17 line 446" descr="sci-ppt:o446"/>
          <p:cNvCxnSpPr/>
          <p:nvPr/>
        </p:nvCxnSpPr>
        <p:spPr>
          <a:xfrm>
            <a:off x="4488872" y="1731190"/>
            <a:ext cx="16626" cy="1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9" name="C5-E17 line 447" descr="sci-ppt:o447"/>
          <p:cNvCxnSpPr/>
          <p:nvPr/>
        </p:nvCxnSpPr>
        <p:spPr>
          <a:xfrm>
            <a:off x="4505498" y="1731204"/>
            <a:ext cx="16625" cy="1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0" name="C5-E17 line 448" descr="sci-ppt:o448"/>
          <p:cNvCxnSpPr/>
          <p:nvPr/>
        </p:nvCxnSpPr>
        <p:spPr>
          <a:xfrm>
            <a:off x="4522123" y="1731219"/>
            <a:ext cx="16626" cy="1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1" name="C5-E17 line 449" descr="sci-ppt:o449"/>
          <p:cNvCxnSpPr/>
          <p:nvPr/>
        </p:nvCxnSpPr>
        <p:spPr>
          <a:xfrm>
            <a:off x="4538749" y="1731233"/>
            <a:ext cx="16625" cy="1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2" name="C5-E17 line 450" descr="sci-ppt:o450"/>
          <p:cNvCxnSpPr/>
          <p:nvPr/>
        </p:nvCxnSpPr>
        <p:spPr>
          <a:xfrm>
            <a:off x="4555374" y="1731245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3" name="C5-E17 line 451" descr="sci-ppt:o451"/>
          <p:cNvCxnSpPr/>
          <p:nvPr/>
        </p:nvCxnSpPr>
        <p:spPr>
          <a:xfrm>
            <a:off x="4572000" y="1731252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4" name="C5-E17 line 452" descr="sci-ppt:o452"/>
          <p:cNvCxnSpPr/>
          <p:nvPr/>
        </p:nvCxnSpPr>
        <p:spPr>
          <a:xfrm flipV="1">
            <a:off x="4588625" y="1731253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5" name="C5-E17 line 453" descr="sci-ppt:o453"/>
          <p:cNvCxnSpPr/>
          <p:nvPr/>
        </p:nvCxnSpPr>
        <p:spPr>
          <a:xfrm flipV="1">
            <a:off x="4605250" y="1731246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6" name="C5-E17 line 454" descr="sci-ppt:o454"/>
          <p:cNvCxnSpPr/>
          <p:nvPr/>
        </p:nvCxnSpPr>
        <p:spPr>
          <a:xfrm flipV="1">
            <a:off x="4621876" y="1731238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7" name="C5-E17 line 455" descr="sci-ppt:o455"/>
          <p:cNvCxnSpPr/>
          <p:nvPr/>
        </p:nvCxnSpPr>
        <p:spPr>
          <a:xfrm flipV="1">
            <a:off x="4638501" y="1731229"/>
            <a:ext cx="16626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8" name="C5-E17 line 456" descr="sci-ppt:o456"/>
          <p:cNvCxnSpPr/>
          <p:nvPr/>
        </p:nvCxnSpPr>
        <p:spPr>
          <a:xfrm flipV="1">
            <a:off x="4655127" y="1731221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9" name="C5-E17 line 457" descr="sci-ppt:o457"/>
          <p:cNvCxnSpPr/>
          <p:nvPr/>
        </p:nvCxnSpPr>
        <p:spPr>
          <a:xfrm flipV="1">
            <a:off x="4671752" y="1731216"/>
            <a:ext cx="16626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0" name="C5-E17 line 458" descr="sci-ppt:o458"/>
          <p:cNvCxnSpPr/>
          <p:nvPr/>
        </p:nvCxnSpPr>
        <p:spPr>
          <a:xfrm flipV="1">
            <a:off x="4688378" y="1731214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1" name="C5-E17 line 459" descr="sci-ppt:o459"/>
          <p:cNvCxnSpPr/>
          <p:nvPr/>
        </p:nvCxnSpPr>
        <p:spPr>
          <a:xfrm>
            <a:off x="4705003" y="1731214"/>
            <a:ext cx="16626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2" name="C5-E17 line 460" descr="sci-ppt:o460"/>
          <p:cNvCxnSpPr/>
          <p:nvPr/>
        </p:nvCxnSpPr>
        <p:spPr>
          <a:xfrm>
            <a:off x="4721629" y="1731218"/>
            <a:ext cx="16625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3" name="C5-E17 line 461" descr="sci-ppt:o461"/>
          <p:cNvCxnSpPr/>
          <p:nvPr/>
        </p:nvCxnSpPr>
        <p:spPr>
          <a:xfrm>
            <a:off x="4738254" y="1731225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4" name="C5-E17 line 462" descr="sci-ppt:o462"/>
          <p:cNvCxnSpPr/>
          <p:nvPr/>
        </p:nvCxnSpPr>
        <p:spPr>
          <a:xfrm>
            <a:off x="4754879" y="1731236"/>
            <a:ext cx="16626" cy="1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5" name="C5-E17 line 463" descr="sci-ppt:o463"/>
          <p:cNvCxnSpPr/>
          <p:nvPr/>
        </p:nvCxnSpPr>
        <p:spPr>
          <a:xfrm>
            <a:off x="4771505" y="1731250"/>
            <a:ext cx="16625" cy="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6" name="C5-E17 line 464" descr="sci-ppt:o464"/>
          <p:cNvCxnSpPr/>
          <p:nvPr/>
        </p:nvCxnSpPr>
        <p:spPr>
          <a:xfrm>
            <a:off x="4788130" y="1731263"/>
            <a:ext cx="16626" cy="1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7" name="C5-E17 line 465" descr="sci-ppt:o465"/>
          <p:cNvCxnSpPr/>
          <p:nvPr/>
        </p:nvCxnSpPr>
        <p:spPr>
          <a:xfrm>
            <a:off x="4804756" y="1731275"/>
            <a:ext cx="16625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8" name="C5-E17 line 466" descr="sci-ppt:o466"/>
          <p:cNvCxnSpPr/>
          <p:nvPr/>
        </p:nvCxnSpPr>
        <p:spPr>
          <a:xfrm>
            <a:off x="4821381" y="1731285"/>
            <a:ext cx="16626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9" name="C5-E17 line 467" descr="sci-ppt:o467"/>
          <p:cNvCxnSpPr/>
          <p:nvPr/>
        </p:nvCxnSpPr>
        <p:spPr>
          <a:xfrm>
            <a:off x="4838007" y="1731291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0" name="C5-E17 line 468" descr="sci-ppt:o468"/>
          <p:cNvCxnSpPr/>
          <p:nvPr/>
        </p:nvCxnSpPr>
        <p:spPr>
          <a:xfrm flipV="1">
            <a:off x="4854632" y="1731289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1" name="C5-E17 line 469" descr="sci-ppt:o469"/>
          <p:cNvCxnSpPr/>
          <p:nvPr/>
        </p:nvCxnSpPr>
        <p:spPr>
          <a:xfrm flipV="1">
            <a:off x="4871258" y="1731281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2" name="C5-E17 line 470" descr="sci-ppt:o470"/>
          <p:cNvCxnSpPr/>
          <p:nvPr/>
        </p:nvCxnSpPr>
        <p:spPr>
          <a:xfrm flipV="1">
            <a:off x="4887883" y="1731271"/>
            <a:ext cx="16626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3" name="C5-E17 line 471" descr="sci-ppt:o471"/>
          <p:cNvCxnSpPr/>
          <p:nvPr/>
        </p:nvCxnSpPr>
        <p:spPr>
          <a:xfrm flipV="1">
            <a:off x="4904509" y="1731260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4" name="C5-E17 line 472" descr="sci-ppt:o472"/>
          <p:cNvCxnSpPr/>
          <p:nvPr/>
        </p:nvCxnSpPr>
        <p:spPr>
          <a:xfrm flipV="1">
            <a:off x="4921134" y="1731249"/>
            <a:ext cx="16626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5" name="C5-E17 line 473" descr="sci-ppt:o473"/>
          <p:cNvCxnSpPr/>
          <p:nvPr/>
        </p:nvCxnSpPr>
        <p:spPr>
          <a:xfrm flipV="1">
            <a:off x="4937760" y="1731239"/>
            <a:ext cx="16625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6" name="C5-E17 line 474" descr="sci-ppt:o474"/>
          <p:cNvCxnSpPr/>
          <p:nvPr/>
        </p:nvCxnSpPr>
        <p:spPr>
          <a:xfrm flipV="1">
            <a:off x="4954385" y="1731232"/>
            <a:ext cx="16625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7" name="C5-E17 line 475" descr="sci-ppt:o475"/>
          <p:cNvCxnSpPr/>
          <p:nvPr/>
        </p:nvCxnSpPr>
        <p:spPr>
          <a:xfrm flipV="1">
            <a:off x="4971010" y="1731229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8" name="C5-E17 line 476" descr="sci-ppt:o476"/>
          <p:cNvCxnSpPr/>
          <p:nvPr/>
        </p:nvCxnSpPr>
        <p:spPr>
          <a:xfrm>
            <a:off x="4987636" y="1731229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9" name="C5-E17 line 477" descr="sci-ppt:o477"/>
          <p:cNvCxnSpPr/>
          <p:nvPr/>
        </p:nvCxnSpPr>
        <p:spPr>
          <a:xfrm>
            <a:off x="5004261" y="1731231"/>
            <a:ext cx="16626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0" name="C5-E17 line 478" descr="sci-ppt:o478"/>
          <p:cNvCxnSpPr/>
          <p:nvPr/>
        </p:nvCxnSpPr>
        <p:spPr>
          <a:xfrm>
            <a:off x="5020887" y="1731236"/>
            <a:ext cx="16625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1" name="C5-E17 line 479" descr="sci-ppt:o479"/>
          <p:cNvCxnSpPr/>
          <p:nvPr/>
        </p:nvCxnSpPr>
        <p:spPr>
          <a:xfrm>
            <a:off x="5037512" y="1731245"/>
            <a:ext cx="16626" cy="1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2" name="C5-E17 line 480" descr="sci-ppt:o480"/>
          <p:cNvCxnSpPr/>
          <p:nvPr/>
        </p:nvCxnSpPr>
        <p:spPr>
          <a:xfrm>
            <a:off x="5054138" y="1731257"/>
            <a:ext cx="16625" cy="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3" name="C5-E17 line 481" descr="sci-ppt:o481"/>
          <p:cNvCxnSpPr/>
          <p:nvPr/>
        </p:nvCxnSpPr>
        <p:spPr>
          <a:xfrm>
            <a:off x="5070763" y="1731270"/>
            <a:ext cx="16626" cy="1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4" name="C5-E17 line 482" descr="sci-ppt:o482"/>
          <p:cNvCxnSpPr/>
          <p:nvPr/>
        </p:nvCxnSpPr>
        <p:spPr>
          <a:xfrm>
            <a:off x="5087389" y="1731282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5" name="C5-E17 line 483" descr="sci-ppt:o483"/>
          <p:cNvCxnSpPr/>
          <p:nvPr/>
        </p:nvCxnSpPr>
        <p:spPr>
          <a:xfrm>
            <a:off x="5104014" y="1731293"/>
            <a:ext cx="16626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6" name="C5-E17 line 484" descr="sci-ppt:o484"/>
          <p:cNvCxnSpPr/>
          <p:nvPr/>
        </p:nvCxnSpPr>
        <p:spPr>
          <a:xfrm>
            <a:off x="5120640" y="1731301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7" name="C5-E17 line 485" descr="sci-ppt:o485"/>
          <p:cNvCxnSpPr/>
          <p:nvPr/>
        </p:nvCxnSpPr>
        <p:spPr>
          <a:xfrm>
            <a:off x="5137265" y="1731306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8" name="C5-E17 line 486" descr="sci-ppt:o486"/>
          <p:cNvCxnSpPr/>
          <p:nvPr/>
        </p:nvCxnSpPr>
        <p:spPr>
          <a:xfrm flipV="1">
            <a:off x="5153890" y="1731306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9" name="C5-E17 line 487" descr="sci-ppt:o487"/>
          <p:cNvCxnSpPr/>
          <p:nvPr/>
        </p:nvCxnSpPr>
        <p:spPr>
          <a:xfrm flipV="1">
            <a:off x="5170516" y="1731301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0" name="C5-E17 line 488" descr="sci-ppt:o488"/>
          <p:cNvCxnSpPr/>
          <p:nvPr/>
        </p:nvCxnSpPr>
        <p:spPr>
          <a:xfrm flipV="1">
            <a:off x="5187141" y="1731294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1" name="C5-E17 line 489" descr="sci-ppt:o489"/>
          <p:cNvCxnSpPr/>
          <p:nvPr/>
        </p:nvCxnSpPr>
        <p:spPr>
          <a:xfrm flipV="1">
            <a:off x="5203767" y="1731286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2" name="C5-E17 line 490" descr="sci-ppt:o490"/>
          <p:cNvCxnSpPr/>
          <p:nvPr/>
        </p:nvCxnSpPr>
        <p:spPr>
          <a:xfrm flipV="1">
            <a:off x="5220392" y="1731279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3" name="C5-E17 line 491" descr="sci-ppt:o491"/>
          <p:cNvCxnSpPr/>
          <p:nvPr/>
        </p:nvCxnSpPr>
        <p:spPr>
          <a:xfrm flipV="1">
            <a:off x="5237018" y="1731273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4" name="C5-E17 line 492" descr="sci-ppt:o492"/>
          <p:cNvCxnSpPr/>
          <p:nvPr/>
        </p:nvCxnSpPr>
        <p:spPr>
          <a:xfrm flipV="1">
            <a:off x="5253643" y="1731269"/>
            <a:ext cx="16626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5" name="C5-E17 line 493" descr="sci-ppt:o493"/>
          <p:cNvCxnSpPr/>
          <p:nvPr/>
        </p:nvCxnSpPr>
        <p:spPr>
          <a:xfrm flipV="1">
            <a:off x="5270269" y="1731268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6" name="C5-E17 line 494" descr="sci-ppt:o494"/>
          <p:cNvCxnSpPr/>
          <p:nvPr/>
        </p:nvCxnSpPr>
        <p:spPr>
          <a:xfrm>
            <a:off x="5286894" y="1731268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7" name="C5-E17 line 495" descr="sci-ppt:o495"/>
          <p:cNvCxnSpPr/>
          <p:nvPr/>
        </p:nvCxnSpPr>
        <p:spPr>
          <a:xfrm>
            <a:off x="5303520" y="1731270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8" name="C5-E17 line 496" descr="sci-ppt:o496"/>
          <p:cNvCxnSpPr/>
          <p:nvPr/>
        </p:nvCxnSpPr>
        <p:spPr>
          <a:xfrm>
            <a:off x="5320145" y="1731276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9" name="C5-E17 line 497" descr="sci-ppt:o497"/>
          <p:cNvCxnSpPr/>
          <p:nvPr/>
        </p:nvCxnSpPr>
        <p:spPr>
          <a:xfrm>
            <a:off x="5336770" y="1731284"/>
            <a:ext cx="16626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0" name="C5-E17 line 498" descr="sci-ppt:o498"/>
          <p:cNvCxnSpPr/>
          <p:nvPr/>
        </p:nvCxnSpPr>
        <p:spPr>
          <a:xfrm>
            <a:off x="5353396" y="1731293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1" name="C5-E17 line 499" descr="sci-ppt:o499"/>
          <p:cNvCxnSpPr/>
          <p:nvPr/>
        </p:nvCxnSpPr>
        <p:spPr>
          <a:xfrm>
            <a:off x="5370021" y="1731304"/>
            <a:ext cx="16626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2" name="C5-E17 line 500" descr="sci-ppt:o500"/>
          <p:cNvCxnSpPr/>
          <p:nvPr/>
        </p:nvCxnSpPr>
        <p:spPr>
          <a:xfrm>
            <a:off x="5386647" y="1731314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3" name="C5-E17 line 501" descr="sci-ppt:o501"/>
          <p:cNvCxnSpPr/>
          <p:nvPr/>
        </p:nvCxnSpPr>
        <p:spPr>
          <a:xfrm>
            <a:off x="5403272" y="1731322"/>
            <a:ext cx="16626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4" name="C5-E17 line 502" descr="sci-ppt:o502"/>
          <p:cNvCxnSpPr/>
          <p:nvPr/>
        </p:nvCxnSpPr>
        <p:spPr>
          <a:xfrm>
            <a:off x="5419898" y="1731328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5" name="C5-E17 line 503" descr="sci-ppt:o503"/>
          <p:cNvCxnSpPr/>
          <p:nvPr/>
        </p:nvCxnSpPr>
        <p:spPr>
          <a:xfrm flipV="1">
            <a:off x="5436523" y="1731330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6" name="C5-E17 line 504" descr="sci-ppt:o504"/>
          <p:cNvCxnSpPr/>
          <p:nvPr/>
        </p:nvCxnSpPr>
        <p:spPr>
          <a:xfrm flipV="1">
            <a:off x="5453149" y="1731326"/>
            <a:ext cx="16625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7" name="C5-E17 line 505" descr="sci-ppt:o505"/>
          <p:cNvCxnSpPr/>
          <p:nvPr/>
        </p:nvCxnSpPr>
        <p:spPr>
          <a:xfrm flipV="1">
            <a:off x="5469774" y="1731320"/>
            <a:ext cx="16626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8" name="C5-E17 line 506" descr="sci-ppt:o506"/>
          <p:cNvCxnSpPr/>
          <p:nvPr/>
        </p:nvCxnSpPr>
        <p:spPr>
          <a:xfrm flipV="1">
            <a:off x="5486400" y="1731313"/>
            <a:ext cx="16625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9" name="C5-E17 line 507" descr="sci-ppt:o507"/>
          <p:cNvCxnSpPr/>
          <p:nvPr/>
        </p:nvCxnSpPr>
        <p:spPr>
          <a:xfrm flipV="1">
            <a:off x="5503025" y="1731304"/>
            <a:ext cx="16625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0" name="C5-E17 line 508" descr="sci-ppt:o508"/>
          <p:cNvCxnSpPr/>
          <p:nvPr/>
        </p:nvCxnSpPr>
        <p:spPr>
          <a:xfrm flipV="1">
            <a:off x="5519650" y="1731297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1" name="C5-E17 line 509" descr="sci-ppt:o509"/>
          <p:cNvCxnSpPr/>
          <p:nvPr/>
        </p:nvCxnSpPr>
        <p:spPr>
          <a:xfrm flipV="1">
            <a:off x="5536276" y="1731291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2" name="C5-E17 line 510" descr="sci-ppt:o510"/>
          <p:cNvCxnSpPr/>
          <p:nvPr/>
        </p:nvCxnSpPr>
        <p:spPr>
          <a:xfrm flipV="1">
            <a:off x="5552901" y="1731288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3" name="C5-E17 line 511" descr="sci-ppt:o511"/>
          <p:cNvCxnSpPr/>
          <p:nvPr/>
        </p:nvCxnSpPr>
        <p:spPr>
          <a:xfrm>
            <a:off x="5569527" y="1731288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4" name="C5-E17 line 512" descr="sci-ppt:o512"/>
          <p:cNvCxnSpPr/>
          <p:nvPr/>
        </p:nvCxnSpPr>
        <p:spPr>
          <a:xfrm>
            <a:off x="5586152" y="1731288"/>
            <a:ext cx="16626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5" name="C5-E17 line 513" descr="sci-ppt:o513"/>
          <p:cNvCxnSpPr/>
          <p:nvPr/>
        </p:nvCxnSpPr>
        <p:spPr>
          <a:xfrm>
            <a:off x="5602778" y="1731292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6" name="C5-E17 line 514" descr="sci-ppt:o514"/>
          <p:cNvCxnSpPr/>
          <p:nvPr/>
        </p:nvCxnSpPr>
        <p:spPr>
          <a:xfrm>
            <a:off x="5619403" y="1731297"/>
            <a:ext cx="16626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7" name="C5-E17 line 515" descr="sci-ppt:o515"/>
          <p:cNvCxnSpPr/>
          <p:nvPr/>
        </p:nvCxnSpPr>
        <p:spPr>
          <a:xfrm>
            <a:off x="5636029" y="1731305"/>
            <a:ext cx="16625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8" name="C5-E17 line 516" descr="sci-ppt:o516"/>
          <p:cNvCxnSpPr/>
          <p:nvPr/>
        </p:nvCxnSpPr>
        <p:spPr>
          <a:xfrm>
            <a:off x="5652654" y="1731315"/>
            <a:ext cx="16626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9" name="C5-E17 line 517" descr="sci-ppt:o517"/>
          <p:cNvCxnSpPr/>
          <p:nvPr/>
        </p:nvCxnSpPr>
        <p:spPr>
          <a:xfrm>
            <a:off x="5669280" y="1731324"/>
            <a:ext cx="16625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0" name="C5-E17 line 518" descr="sci-ppt:o518"/>
          <p:cNvCxnSpPr/>
          <p:nvPr/>
        </p:nvCxnSpPr>
        <p:spPr>
          <a:xfrm>
            <a:off x="5685905" y="1731333"/>
            <a:ext cx="16625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1" name="C5-E17 line 519" descr="sci-ppt:o519"/>
          <p:cNvCxnSpPr/>
          <p:nvPr/>
        </p:nvCxnSpPr>
        <p:spPr>
          <a:xfrm>
            <a:off x="5702530" y="1731340"/>
            <a:ext cx="16626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2" name="C5-E17 line 520" descr="sci-ppt:o520"/>
          <p:cNvCxnSpPr/>
          <p:nvPr/>
        </p:nvCxnSpPr>
        <p:spPr>
          <a:xfrm>
            <a:off x="5719156" y="1731345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3" name="C5-E17 line 521" descr="sci-ppt:o521"/>
          <p:cNvCxnSpPr/>
          <p:nvPr/>
        </p:nvCxnSpPr>
        <p:spPr>
          <a:xfrm flipV="1">
            <a:off x="5735781" y="1731346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4" name="C5-E17 line 522" descr="sci-ppt:o522"/>
          <p:cNvCxnSpPr/>
          <p:nvPr/>
        </p:nvCxnSpPr>
        <p:spPr>
          <a:xfrm flipV="1">
            <a:off x="5752407" y="1731343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5" name="C5-E17 line 523" descr="sci-ppt:o523"/>
          <p:cNvCxnSpPr/>
          <p:nvPr/>
        </p:nvCxnSpPr>
        <p:spPr>
          <a:xfrm flipV="1">
            <a:off x="5769032" y="1731338"/>
            <a:ext cx="16626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6" name="C5-E17 line 524" descr="sci-ppt:o524"/>
          <p:cNvCxnSpPr/>
          <p:nvPr/>
        </p:nvCxnSpPr>
        <p:spPr>
          <a:xfrm flipV="1">
            <a:off x="5785658" y="1731332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7" name="C5-E17 line 525" descr="sci-ppt:o525"/>
          <p:cNvCxnSpPr/>
          <p:nvPr/>
        </p:nvCxnSpPr>
        <p:spPr>
          <a:xfrm flipV="1">
            <a:off x="5802283" y="1731327"/>
            <a:ext cx="16626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8" name="C5-E17 line 526" descr="sci-ppt:o526"/>
          <p:cNvCxnSpPr/>
          <p:nvPr/>
        </p:nvCxnSpPr>
        <p:spPr>
          <a:xfrm flipV="1">
            <a:off x="5818909" y="1731322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9" name="C5-E17 line 527" descr="sci-ppt:o527"/>
          <p:cNvCxnSpPr/>
          <p:nvPr/>
        </p:nvCxnSpPr>
        <p:spPr>
          <a:xfrm flipV="1">
            <a:off x="5835534" y="1731319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0" name="C5-E17 line 528" descr="sci-ppt:o528"/>
          <p:cNvCxnSpPr/>
          <p:nvPr/>
        </p:nvCxnSpPr>
        <p:spPr>
          <a:xfrm flipV="1">
            <a:off x="5852160" y="1731318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1" name="C5-E17 line 529" descr="sci-ppt:o529"/>
          <p:cNvCxnSpPr/>
          <p:nvPr/>
        </p:nvCxnSpPr>
        <p:spPr>
          <a:xfrm>
            <a:off x="5868785" y="1731318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2" name="C5-E17 line 530" descr="sci-ppt:o530"/>
          <p:cNvCxnSpPr/>
          <p:nvPr/>
        </p:nvCxnSpPr>
        <p:spPr>
          <a:xfrm>
            <a:off x="5885410" y="1731320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3" name="C5-E17 line 531" descr="sci-ppt:o531"/>
          <p:cNvCxnSpPr/>
          <p:nvPr/>
        </p:nvCxnSpPr>
        <p:spPr>
          <a:xfrm>
            <a:off x="5902036" y="1731323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4" name="C5-E17 line 532" descr="sci-ppt:o532"/>
          <p:cNvCxnSpPr/>
          <p:nvPr/>
        </p:nvCxnSpPr>
        <p:spPr>
          <a:xfrm>
            <a:off x="5918661" y="1731328"/>
            <a:ext cx="16626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5" name="C5-E17 line 533" descr="sci-ppt:o533"/>
          <p:cNvCxnSpPr/>
          <p:nvPr/>
        </p:nvCxnSpPr>
        <p:spPr>
          <a:xfrm>
            <a:off x="5935287" y="1731334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6" name="C5-E17 line 534" descr="sci-ppt:o534"/>
          <p:cNvCxnSpPr/>
          <p:nvPr/>
        </p:nvCxnSpPr>
        <p:spPr>
          <a:xfrm>
            <a:off x="5951912" y="1731340"/>
            <a:ext cx="16626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7" name="C5-E17 line 535" descr="sci-ppt:o535"/>
          <p:cNvCxnSpPr/>
          <p:nvPr/>
        </p:nvCxnSpPr>
        <p:spPr>
          <a:xfrm>
            <a:off x="5968538" y="1731345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8" name="C5-E17 line 536" descr="sci-ppt:o536"/>
          <p:cNvCxnSpPr/>
          <p:nvPr/>
        </p:nvCxnSpPr>
        <p:spPr>
          <a:xfrm>
            <a:off x="5985163" y="1731350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9" name="C5-E17 line 537" descr="sci-ppt:o537"/>
          <p:cNvCxnSpPr/>
          <p:nvPr/>
        </p:nvCxnSpPr>
        <p:spPr>
          <a:xfrm>
            <a:off x="6001789" y="1731353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0" name="C5-E17 line 538" descr="sci-ppt:o538"/>
          <p:cNvCxnSpPr/>
          <p:nvPr/>
        </p:nvCxnSpPr>
        <p:spPr>
          <a:xfrm>
            <a:off x="6018414" y="1731354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1" name="C5-E17 line 539" descr="sci-ppt:o539"/>
          <p:cNvCxnSpPr/>
          <p:nvPr/>
        </p:nvCxnSpPr>
        <p:spPr>
          <a:xfrm flipV="1">
            <a:off x="6035040" y="1731353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2" name="C5-E17 line 540" descr="sci-ppt:o540"/>
          <p:cNvCxnSpPr/>
          <p:nvPr/>
        </p:nvCxnSpPr>
        <p:spPr>
          <a:xfrm flipV="1">
            <a:off x="6051665" y="1731350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3" name="C5-E17 line 541" descr="sci-ppt:o541"/>
          <p:cNvCxnSpPr/>
          <p:nvPr/>
        </p:nvCxnSpPr>
        <p:spPr>
          <a:xfrm flipV="1">
            <a:off x="6068290" y="1731348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4" name="C5-E17 line 542" descr="sci-ppt:o542"/>
          <p:cNvCxnSpPr/>
          <p:nvPr/>
        </p:nvCxnSpPr>
        <p:spPr>
          <a:xfrm flipV="1">
            <a:off x="6084916" y="1731346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5" name="C5-E17 line 543" descr="sci-ppt:o543"/>
          <p:cNvCxnSpPr/>
          <p:nvPr/>
        </p:nvCxnSpPr>
        <p:spPr>
          <a:xfrm flipV="1">
            <a:off x="6101541" y="1731345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6" name="C5-E17 line 544" descr="sci-ppt:o544"/>
          <p:cNvCxnSpPr/>
          <p:nvPr/>
        </p:nvCxnSpPr>
        <p:spPr>
          <a:xfrm>
            <a:off x="6118167" y="1731345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7" name="C5-E17 line 545" descr="sci-ppt:o545"/>
          <p:cNvCxnSpPr/>
          <p:nvPr/>
        </p:nvCxnSpPr>
        <p:spPr>
          <a:xfrm>
            <a:off x="6134792" y="1731345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8" name="C5-E17 line 546" descr="sci-ppt:o546"/>
          <p:cNvCxnSpPr/>
          <p:nvPr/>
        </p:nvCxnSpPr>
        <p:spPr>
          <a:xfrm>
            <a:off x="6151418" y="1731346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9" name="C5-E17 line 547" descr="sci-ppt:o547"/>
          <p:cNvCxnSpPr/>
          <p:nvPr/>
        </p:nvCxnSpPr>
        <p:spPr>
          <a:xfrm>
            <a:off x="6168043" y="1731348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0" name="C5-E17 line 548" descr="sci-ppt:o548"/>
          <p:cNvCxnSpPr/>
          <p:nvPr/>
        </p:nvCxnSpPr>
        <p:spPr>
          <a:xfrm>
            <a:off x="6184669" y="1731351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1" name="C5-E17 line 549" descr="sci-ppt:o549"/>
          <p:cNvCxnSpPr/>
          <p:nvPr/>
        </p:nvCxnSpPr>
        <p:spPr>
          <a:xfrm>
            <a:off x="6201294" y="1731354"/>
            <a:ext cx="16626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2" name="C5-E17 line 550" descr="sci-ppt:o550"/>
          <p:cNvCxnSpPr/>
          <p:nvPr/>
        </p:nvCxnSpPr>
        <p:spPr>
          <a:xfrm>
            <a:off x="6217920" y="1731358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3" name="C5-E17 line 551" descr="sci-ppt:o551"/>
          <p:cNvCxnSpPr/>
          <p:nvPr/>
        </p:nvCxnSpPr>
        <p:spPr>
          <a:xfrm>
            <a:off x="6234545" y="1731361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4" name="C5-E17 line 552" descr="sci-ppt:o552"/>
          <p:cNvCxnSpPr/>
          <p:nvPr/>
        </p:nvCxnSpPr>
        <p:spPr>
          <a:xfrm>
            <a:off x="6251170" y="1731364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5" name="C5-E17 line 553" descr="sci-ppt:o553"/>
          <p:cNvCxnSpPr/>
          <p:nvPr/>
        </p:nvCxnSpPr>
        <p:spPr>
          <a:xfrm>
            <a:off x="6267796" y="1731366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6" name="C5-E17 line 554" descr="sci-ppt:o554"/>
          <p:cNvCxnSpPr/>
          <p:nvPr/>
        </p:nvCxnSpPr>
        <p:spPr>
          <a:xfrm>
            <a:off x="6284421" y="1731367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7" name="C5-E17 line 555" descr="sci-ppt:o555"/>
          <p:cNvCxnSpPr/>
          <p:nvPr/>
        </p:nvCxnSpPr>
        <p:spPr>
          <a:xfrm flipV="1">
            <a:off x="6301047" y="1731366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8" name="C5-E17 line 556" descr="sci-ppt:o556"/>
          <p:cNvCxnSpPr/>
          <p:nvPr/>
        </p:nvCxnSpPr>
        <p:spPr>
          <a:xfrm flipV="1">
            <a:off x="6317672" y="1731365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9" name="C5-E17 line 557" descr="sci-ppt:o557"/>
          <p:cNvCxnSpPr/>
          <p:nvPr/>
        </p:nvCxnSpPr>
        <p:spPr>
          <a:xfrm flipV="1">
            <a:off x="6334298" y="1731364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0" name="C5-E17 line 558" descr="sci-ppt:o558"/>
          <p:cNvCxnSpPr/>
          <p:nvPr/>
        </p:nvCxnSpPr>
        <p:spPr>
          <a:xfrm flipV="1">
            <a:off x="6350923" y="1731363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1" name="C5-E17 line 559" descr="sci-ppt:o559"/>
          <p:cNvCxnSpPr/>
          <p:nvPr/>
        </p:nvCxnSpPr>
        <p:spPr>
          <a:xfrm>
            <a:off x="6367549" y="1731363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2" name="C5-E17 line 560" descr="sci-ppt:o560"/>
          <p:cNvCxnSpPr/>
          <p:nvPr/>
        </p:nvCxnSpPr>
        <p:spPr>
          <a:xfrm>
            <a:off x="6384174" y="1731363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3" name="C5-E17 line 561" descr="sci-ppt:o561"/>
          <p:cNvCxnSpPr/>
          <p:nvPr/>
        </p:nvCxnSpPr>
        <p:spPr>
          <a:xfrm>
            <a:off x="6400800" y="1731364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4" name="C5-E17 line 562" descr="sci-ppt:o562"/>
          <p:cNvCxnSpPr/>
          <p:nvPr/>
        </p:nvCxnSpPr>
        <p:spPr>
          <a:xfrm>
            <a:off x="6417425" y="1731365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5" name="C5-E17 line 563" descr="sci-ppt:o563"/>
          <p:cNvCxnSpPr/>
          <p:nvPr/>
        </p:nvCxnSpPr>
        <p:spPr>
          <a:xfrm>
            <a:off x="6434050" y="1731368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6" name="C5-E17 line 564" descr="sci-ppt:o564"/>
          <p:cNvCxnSpPr/>
          <p:nvPr/>
        </p:nvCxnSpPr>
        <p:spPr>
          <a:xfrm>
            <a:off x="6450676" y="1731371"/>
            <a:ext cx="16625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7" name="C5-E17 line 565" descr="sci-ppt:o565"/>
          <p:cNvCxnSpPr/>
          <p:nvPr/>
        </p:nvCxnSpPr>
        <p:spPr>
          <a:xfrm>
            <a:off x="6467301" y="1731375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8" name="C5-E17 line 566" descr="sci-ppt:o566"/>
          <p:cNvCxnSpPr/>
          <p:nvPr/>
        </p:nvCxnSpPr>
        <p:spPr>
          <a:xfrm>
            <a:off x="6483927" y="1731378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9" name="C5-E17 line 567" descr="sci-ppt:o567"/>
          <p:cNvCxnSpPr/>
          <p:nvPr/>
        </p:nvCxnSpPr>
        <p:spPr>
          <a:xfrm>
            <a:off x="6500552" y="1731381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0" name="C5-E17 line 568" descr="sci-ppt:o568"/>
          <p:cNvCxnSpPr/>
          <p:nvPr/>
        </p:nvCxnSpPr>
        <p:spPr>
          <a:xfrm>
            <a:off x="6517178" y="1731383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1" name="C5-E17 line 569" descr="sci-ppt:o569"/>
          <p:cNvCxnSpPr/>
          <p:nvPr/>
        </p:nvCxnSpPr>
        <p:spPr>
          <a:xfrm>
            <a:off x="6533803" y="1731385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2" name="C5-E17 line 570" descr="sci-ppt:o570"/>
          <p:cNvCxnSpPr/>
          <p:nvPr/>
        </p:nvCxnSpPr>
        <p:spPr>
          <a:xfrm flipV="1">
            <a:off x="6550429" y="1731383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3" name="C5-E17 line 571" descr="sci-ppt:o571"/>
          <p:cNvCxnSpPr/>
          <p:nvPr/>
        </p:nvCxnSpPr>
        <p:spPr>
          <a:xfrm flipV="1">
            <a:off x="6567054" y="1731381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4" name="C5-E17 line 572" descr="sci-ppt:o572"/>
          <p:cNvCxnSpPr/>
          <p:nvPr/>
        </p:nvCxnSpPr>
        <p:spPr>
          <a:xfrm flipV="1">
            <a:off x="6583679" y="1731378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5" name="C5-E17 line 573" descr="sci-ppt:o573"/>
          <p:cNvCxnSpPr/>
          <p:nvPr/>
        </p:nvCxnSpPr>
        <p:spPr>
          <a:xfrm flipV="1">
            <a:off x="6600305" y="1731375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6" name="C5-E17 line 574" descr="sci-ppt:o574"/>
          <p:cNvCxnSpPr/>
          <p:nvPr/>
        </p:nvCxnSpPr>
        <p:spPr>
          <a:xfrm flipV="1">
            <a:off x="6616930" y="1731373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7" name="C5-E17 line 575" descr="sci-ppt:o575"/>
          <p:cNvCxnSpPr/>
          <p:nvPr/>
        </p:nvCxnSpPr>
        <p:spPr>
          <a:xfrm flipV="1">
            <a:off x="6633556" y="1731370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8" name="C5-E17 line 576" descr="sci-ppt:o576"/>
          <p:cNvCxnSpPr/>
          <p:nvPr/>
        </p:nvCxnSpPr>
        <p:spPr>
          <a:xfrm flipV="1">
            <a:off x="6650181" y="1731369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9" name="C5-E17 line 577" descr="sci-ppt:o577"/>
          <p:cNvCxnSpPr/>
          <p:nvPr/>
        </p:nvCxnSpPr>
        <p:spPr>
          <a:xfrm flipV="1">
            <a:off x="6666807" y="1731368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0" name="C5-E17 line 578" descr="sci-ppt:o578"/>
          <p:cNvCxnSpPr/>
          <p:nvPr/>
        </p:nvCxnSpPr>
        <p:spPr>
          <a:xfrm>
            <a:off x="6683432" y="1731368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1" name="C5-E17 line 579" descr="sci-ppt:o579"/>
          <p:cNvCxnSpPr/>
          <p:nvPr/>
        </p:nvCxnSpPr>
        <p:spPr>
          <a:xfrm>
            <a:off x="6700058" y="1731369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2" name="C5-E17 line 580" descr="sci-ppt:o580"/>
          <p:cNvCxnSpPr/>
          <p:nvPr/>
        </p:nvCxnSpPr>
        <p:spPr>
          <a:xfrm>
            <a:off x="6716683" y="1731371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3" name="C5-E17 line 581" descr="sci-ppt:o581"/>
          <p:cNvCxnSpPr/>
          <p:nvPr/>
        </p:nvCxnSpPr>
        <p:spPr>
          <a:xfrm>
            <a:off x="6733309" y="1731374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4" name="C5-E17 line 582" descr="sci-ppt:o582"/>
          <p:cNvCxnSpPr/>
          <p:nvPr/>
        </p:nvCxnSpPr>
        <p:spPr>
          <a:xfrm>
            <a:off x="6749934" y="1731377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5" name="C5-E17 line 583" descr="sci-ppt:o583"/>
          <p:cNvCxnSpPr/>
          <p:nvPr/>
        </p:nvCxnSpPr>
        <p:spPr>
          <a:xfrm>
            <a:off x="6766560" y="1731380"/>
            <a:ext cx="16625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6" name="C5-E17 line 584" descr="sci-ppt:o584"/>
          <p:cNvCxnSpPr/>
          <p:nvPr/>
        </p:nvCxnSpPr>
        <p:spPr>
          <a:xfrm>
            <a:off x="6783185" y="1731384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7" name="C5-E17 line 585" descr="sci-ppt:o585"/>
          <p:cNvCxnSpPr/>
          <p:nvPr/>
        </p:nvCxnSpPr>
        <p:spPr>
          <a:xfrm>
            <a:off x="6799810" y="1731387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8" name="C5-E17 line 586" descr="sci-ppt:o586"/>
          <p:cNvCxnSpPr/>
          <p:nvPr/>
        </p:nvCxnSpPr>
        <p:spPr>
          <a:xfrm>
            <a:off x="6816436" y="1731390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9" name="C5-E17 line 587" descr="sci-ppt:o587"/>
          <p:cNvCxnSpPr/>
          <p:nvPr/>
        </p:nvCxnSpPr>
        <p:spPr>
          <a:xfrm>
            <a:off x="6833061" y="1731392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0" name="C5-E17 line 588" descr="sci-ppt:o588"/>
          <p:cNvCxnSpPr/>
          <p:nvPr/>
        </p:nvCxnSpPr>
        <p:spPr>
          <a:xfrm>
            <a:off x="6849687" y="1731393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1" name="C5-E17 line 589" descr="sci-ppt:o589"/>
          <p:cNvCxnSpPr/>
          <p:nvPr/>
        </p:nvCxnSpPr>
        <p:spPr>
          <a:xfrm>
            <a:off x="6866312" y="1731393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2" name="C5-E17 line 590" descr="sci-ppt:o590"/>
          <p:cNvCxnSpPr/>
          <p:nvPr/>
        </p:nvCxnSpPr>
        <p:spPr>
          <a:xfrm flipV="1">
            <a:off x="6882938" y="1731393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3" name="C5-E17 line 591" descr="sci-ppt:o591"/>
          <p:cNvCxnSpPr/>
          <p:nvPr/>
        </p:nvCxnSpPr>
        <p:spPr>
          <a:xfrm>
            <a:off x="6899563" y="1731393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4" name="C5-E17 line 592" descr="sci-ppt:o592"/>
          <p:cNvCxnSpPr/>
          <p:nvPr/>
        </p:nvCxnSpPr>
        <p:spPr>
          <a:xfrm>
            <a:off x="6916189" y="1731393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5" name="C5-E17 line 593" descr="sci-ppt:o593"/>
          <p:cNvCxnSpPr/>
          <p:nvPr/>
        </p:nvCxnSpPr>
        <p:spPr>
          <a:xfrm>
            <a:off x="6932814" y="1731393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6" name="C5-E17 line 594" descr="sci-ppt:o594"/>
          <p:cNvCxnSpPr/>
          <p:nvPr/>
        </p:nvCxnSpPr>
        <p:spPr>
          <a:xfrm>
            <a:off x="6949440" y="1731393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7" name="C5-E17 line 595" descr="sci-ppt:o595"/>
          <p:cNvCxnSpPr/>
          <p:nvPr/>
        </p:nvCxnSpPr>
        <p:spPr>
          <a:xfrm>
            <a:off x="6966065" y="1731393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8" name="C5-E17 line 596" descr="sci-ppt:o596"/>
          <p:cNvCxnSpPr/>
          <p:nvPr/>
        </p:nvCxnSpPr>
        <p:spPr>
          <a:xfrm>
            <a:off x="6982690" y="1731395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9" name="C5-E17 line 597" descr="sci-ppt:o597"/>
          <p:cNvCxnSpPr/>
          <p:nvPr/>
        </p:nvCxnSpPr>
        <p:spPr>
          <a:xfrm>
            <a:off x="6999316" y="1731396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0" name="C5-E17 line 598" descr="sci-ppt:o598"/>
          <p:cNvCxnSpPr/>
          <p:nvPr/>
        </p:nvCxnSpPr>
        <p:spPr>
          <a:xfrm>
            <a:off x="7015941" y="1731398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1" name="C5-E17 line 599" descr="sci-ppt:o599"/>
          <p:cNvCxnSpPr/>
          <p:nvPr/>
        </p:nvCxnSpPr>
        <p:spPr>
          <a:xfrm>
            <a:off x="7032567" y="1731400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2" name="C5-E17 line 600" descr="sci-ppt:o600"/>
          <p:cNvCxnSpPr/>
          <p:nvPr/>
        </p:nvCxnSpPr>
        <p:spPr>
          <a:xfrm>
            <a:off x="7049192" y="1731401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3" name="C5-E17 line 601" descr="sci-ppt:o601"/>
          <p:cNvCxnSpPr/>
          <p:nvPr/>
        </p:nvCxnSpPr>
        <p:spPr>
          <a:xfrm>
            <a:off x="7065818" y="1731403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4" name="C5-E17 line 602" descr="sci-ppt:o602"/>
          <p:cNvCxnSpPr/>
          <p:nvPr/>
        </p:nvCxnSpPr>
        <p:spPr>
          <a:xfrm>
            <a:off x="7082443" y="1731404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5" name="C5-E17 line 603" descr="sci-ppt:o603"/>
          <p:cNvCxnSpPr/>
          <p:nvPr/>
        </p:nvCxnSpPr>
        <p:spPr>
          <a:xfrm>
            <a:off x="7099069" y="1731405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6" name="C5-E17 line 604" descr="sci-ppt:o604"/>
          <p:cNvCxnSpPr/>
          <p:nvPr/>
        </p:nvCxnSpPr>
        <p:spPr>
          <a:xfrm>
            <a:off x="7115694" y="1731405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7" name="C5-E17 line 605" descr="sci-ppt:o605"/>
          <p:cNvCxnSpPr/>
          <p:nvPr/>
        </p:nvCxnSpPr>
        <p:spPr>
          <a:xfrm flipV="1">
            <a:off x="7132320" y="1731404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8" name="C5-E17 line 606" descr="sci-ppt:o606"/>
          <p:cNvCxnSpPr/>
          <p:nvPr/>
        </p:nvCxnSpPr>
        <p:spPr>
          <a:xfrm flipV="1">
            <a:off x="7148945" y="1731403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9" name="C5-E17 line 607" descr="sci-ppt:o607"/>
          <p:cNvCxnSpPr/>
          <p:nvPr/>
        </p:nvCxnSpPr>
        <p:spPr>
          <a:xfrm flipV="1">
            <a:off x="7165570" y="1731402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0" name="C5-E17 line 608" descr="sci-ppt:o608"/>
          <p:cNvCxnSpPr/>
          <p:nvPr/>
        </p:nvCxnSpPr>
        <p:spPr>
          <a:xfrm flipV="1">
            <a:off x="7182196" y="1731401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1" name="C5-E17 line 609" descr="sci-ppt:o609"/>
          <p:cNvCxnSpPr/>
          <p:nvPr/>
        </p:nvCxnSpPr>
        <p:spPr>
          <a:xfrm>
            <a:off x="7198821" y="1731401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2" name="C5-E17 line 610" descr="sci-ppt:o610"/>
          <p:cNvCxnSpPr/>
          <p:nvPr/>
        </p:nvCxnSpPr>
        <p:spPr>
          <a:xfrm>
            <a:off x="7215447" y="1731401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3" name="C5-E17 line 611" descr="sci-ppt:o611"/>
          <p:cNvCxnSpPr/>
          <p:nvPr/>
        </p:nvCxnSpPr>
        <p:spPr>
          <a:xfrm>
            <a:off x="7232072" y="1731401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4" name="C5-E17 line 612" descr="sci-ppt:o612"/>
          <p:cNvCxnSpPr/>
          <p:nvPr/>
        </p:nvCxnSpPr>
        <p:spPr>
          <a:xfrm>
            <a:off x="7248698" y="1731401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5" name="C5-E17 line 613" descr="sci-ppt:o613"/>
          <p:cNvCxnSpPr/>
          <p:nvPr/>
        </p:nvCxnSpPr>
        <p:spPr>
          <a:xfrm>
            <a:off x="7265323" y="1731402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6" name="C5-E17 line 614" descr="sci-ppt:o614"/>
          <p:cNvCxnSpPr/>
          <p:nvPr/>
        </p:nvCxnSpPr>
        <p:spPr>
          <a:xfrm>
            <a:off x="7281949" y="1731404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7" name="C5-E17 line 615" descr="sci-ppt:o615"/>
          <p:cNvCxnSpPr/>
          <p:nvPr/>
        </p:nvCxnSpPr>
        <p:spPr>
          <a:xfrm>
            <a:off x="7298574" y="1731406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8" name="C5-E17 line 616" descr="sci-ppt:o616"/>
          <p:cNvCxnSpPr/>
          <p:nvPr/>
        </p:nvCxnSpPr>
        <p:spPr>
          <a:xfrm>
            <a:off x="7315200" y="1731407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9" name="C5-E17 line 617" descr="sci-ppt:o617"/>
          <p:cNvCxnSpPr/>
          <p:nvPr/>
        </p:nvCxnSpPr>
        <p:spPr>
          <a:xfrm>
            <a:off x="7331825" y="1731409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0" name="C5-E17 line 618" descr="sci-ppt:o618"/>
          <p:cNvCxnSpPr/>
          <p:nvPr/>
        </p:nvCxnSpPr>
        <p:spPr>
          <a:xfrm>
            <a:off x="7348450" y="1731411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1" name="C5-E17 line 619" descr="sci-ppt:o619"/>
          <p:cNvCxnSpPr/>
          <p:nvPr/>
        </p:nvCxnSpPr>
        <p:spPr>
          <a:xfrm>
            <a:off x="7365076" y="1731412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2" name="C5-E17 line 620" descr="sci-ppt:o620"/>
          <p:cNvCxnSpPr/>
          <p:nvPr/>
        </p:nvCxnSpPr>
        <p:spPr>
          <a:xfrm>
            <a:off x="7381701" y="1731413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3" name="C5-E17 line 621" descr="sci-ppt:o621"/>
          <p:cNvCxnSpPr/>
          <p:nvPr/>
        </p:nvCxnSpPr>
        <p:spPr>
          <a:xfrm>
            <a:off x="7398327" y="1731414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4" name="C5-E17 line 622" descr="sci-ppt:o622"/>
          <p:cNvCxnSpPr/>
          <p:nvPr/>
        </p:nvCxnSpPr>
        <p:spPr>
          <a:xfrm>
            <a:off x="7414952" y="1731414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5" name="C5-E17 line 623" descr="sci-ppt:o623"/>
          <p:cNvCxnSpPr/>
          <p:nvPr/>
        </p:nvCxnSpPr>
        <p:spPr>
          <a:xfrm>
            <a:off x="7431578" y="1731414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6" name="C5-E17 line 624" descr="sci-ppt:o624"/>
          <p:cNvCxnSpPr/>
          <p:nvPr/>
        </p:nvCxnSpPr>
        <p:spPr>
          <a:xfrm>
            <a:off x="7448203" y="1731414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7" name="C5-E17 line 625" descr="sci-ppt:o625"/>
          <p:cNvCxnSpPr/>
          <p:nvPr/>
        </p:nvCxnSpPr>
        <p:spPr>
          <a:xfrm>
            <a:off x="7464829" y="1731414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8" name="C5-E17 line 626" descr="sci-ppt:o626"/>
          <p:cNvCxnSpPr/>
          <p:nvPr/>
        </p:nvCxnSpPr>
        <p:spPr>
          <a:xfrm>
            <a:off x="7481454" y="1731414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9" name="C5-E17 line 627" descr="sci-ppt:o627"/>
          <p:cNvCxnSpPr/>
          <p:nvPr/>
        </p:nvCxnSpPr>
        <p:spPr>
          <a:xfrm>
            <a:off x="7498080" y="1731414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0" name="C5-E17 line 628" descr="sci-ppt:o628"/>
          <p:cNvCxnSpPr/>
          <p:nvPr/>
        </p:nvCxnSpPr>
        <p:spPr>
          <a:xfrm>
            <a:off x="7514705" y="1731414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1" name="C5-E17 line 629" descr="sci-ppt:o629"/>
          <p:cNvCxnSpPr/>
          <p:nvPr/>
        </p:nvCxnSpPr>
        <p:spPr>
          <a:xfrm>
            <a:off x="7531330" y="1731415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2" name="C5-E17 line 630" descr="sci-ppt:o630"/>
          <p:cNvCxnSpPr/>
          <p:nvPr/>
        </p:nvCxnSpPr>
        <p:spPr>
          <a:xfrm>
            <a:off x="7547956" y="1731416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3" name="C5-E17 line 631" descr="sci-ppt:o631"/>
          <p:cNvCxnSpPr/>
          <p:nvPr/>
        </p:nvCxnSpPr>
        <p:spPr>
          <a:xfrm>
            <a:off x="7564581" y="1731417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4" name="C5-E17 line 632" descr="sci-ppt:o632"/>
          <p:cNvCxnSpPr/>
          <p:nvPr/>
        </p:nvCxnSpPr>
        <p:spPr>
          <a:xfrm>
            <a:off x="7581207" y="1731418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5" name="C5-E17 line 633" descr="sci-ppt:o633"/>
          <p:cNvCxnSpPr/>
          <p:nvPr/>
        </p:nvCxnSpPr>
        <p:spPr>
          <a:xfrm>
            <a:off x="7597832" y="1731420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6" name="C5-E17 line 634" descr="sci-ppt:o634"/>
          <p:cNvCxnSpPr/>
          <p:nvPr/>
        </p:nvCxnSpPr>
        <p:spPr>
          <a:xfrm>
            <a:off x="7614458" y="1731420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7" name="C5-E17 line 635" descr="sci-ppt:o635"/>
          <p:cNvCxnSpPr/>
          <p:nvPr/>
        </p:nvCxnSpPr>
        <p:spPr>
          <a:xfrm>
            <a:off x="7631083" y="1731421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8" name="C5-E17 line 636" descr="sci-ppt:o636"/>
          <p:cNvCxnSpPr/>
          <p:nvPr/>
        </p:nvCxnSpPr>
        <p:spPr>
          <a:xfrm>
            <a:off x="7647709" y="1731421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9" name="C5-E17 line 637" descr="sci-ppt:o637"/>
          <p:cNvCxnSpPr/>
          <p:nvPr/>
        </p:nvCxnSpPr>
        <p:spPr>
          <a:xfrm flipV="1">
            <a:off x="7664334" y="1731420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0" name="C5-E17 line 638" descr="sci-ppt:o638"/>
          <p:cNvCxnSpPr/>
          <p:nvPr/>
        </p:nvCxnSpPr>
        <p:spPr>
          <a:xfrm flipV="1">
            <a:off x="7680960" y="1731418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1" name="C5-E17 line 639" descr="sci-ppt:o639"/>
          <p:cNvCxnSpPr/>
          <p:nvPr/>
        </p:nvCxnSpPr>
        <p:spPr>
          <a:xfrm flipV="1">
            <a:off x="7697585" y="1731417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2" name="C5-E17 line 640" descr="sci-ppt:o640"/>
          <p:cNvCxnSpPr/>
          <p:nvPr/>
        </p:nvCxnSpPr>
        <p:spPr>
          <a:xfrm flipV="1">
            <a:off x="7714210" y="1731414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3" name="C5-E17 line 641" descr="sci-ppt:o641"/>
          <p:cNvCxnSpPr/>
          <p:nvPr/>
        </p:nvCxnSpPr>
        <p:spPr>
          <a:xfrm flipV="1">
            <a:off x="7730836" y="1731412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4" name="C5-E17 line 642" descr="sci-ppt:o642"/>
          <p:cNvCxnSpPr/>
          <p:nvPr/>
        </p:nvCxnSpPr>
        <p:spPr>
          <a:xfrm flipV="1">
            <a:off x="7747461" y="1731410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5" name="C5-E17 line 643" descr="sci-ppt:o643"/>
          <p:cNvCxnSpPr/>
          <p:nvPr/>
        </p:nvCxnSpPr>
        <p:spPr>
          <a:xfrm flipV="1">
            <a:off x="7764087" y="1731407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6" name="C5-E17 line 644" descr="sci-ppt:o644"/>
          <p:cNvCxnSpPr/>
          <p:nvPr/>
        </p:nvCxnSpPr>
        <p:spPr>
          <a:xfrm flipV="1">
            <a:off x="7780712" y="1731404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7" name="C5-E17 line 645" descr="sci-ppt:o645"/>
          <p:cNvCxnSpPr/>
          <p:nvPr/>
        </p:nvCxnSpPr>
        <p:spPr>
          <a:xfrm flipV="1">
            <a:off x="7797338" y="1731401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8" name="C5-E17 line 646" descr="sci-ppt:o646"/>
          <p:cNvCxnSpPr/>
          <p:nvPr/>
        </p:nvCxnSpPr>
        <p:spPr>
          <a:xfrm flipV="1">
            <a:off x="7813963" y="1731398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9" name="C5-E17 line 647" descr="sci-ppt:o647"/>
          <p:cNvCxnSpPr/>
          <p:nvPr/>
        </p:nvCxnSpPr>
        <p:spPr>
          <a:xfrm flipV="1">
            <a:off x="7830589" y="1731395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0" name="C5-E17 line 648" descr="sci-ppt:o648"/>
          <p:cNvCxnSpPr/>
          <p:nvPr/>
        </p:nvCxnSpPr>
        <p:spPr>
          <a:xfrm flipV="1">
            <a:off x="7847214" y="1731391"/>
            <a:ext cx="16626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1" name="C5-E17 line 649" descr="sci-ppt:o649"/>
          <p:cNvCxnSpPr/>
          <p:nvPr/>
        </p:nvCxnSpPr>
        <p:spPr>
          <a:xfrm flipV="1">
            <a:off x="7863840" y="1731387"/>
            <a:ext cx="16625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2" name="C5-E17 line 650" descr="sci-ppt:o650"/>
          <p:cNvCxnSpPr/>
          <p:nvPr/>
        </p:nvCxnSpPr>
        <p:spPr>
          <a:xfrm flipV="1">
            <a:off x="7880465" y="1731382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3" name="C5-E17 line 651" descr="sci-ppt:o651"/>
          <p:cNvCxnSpPr/>
          <p:nvPr/>
        </p:nvCxnSpPr>
        <p:spPr>
          <a:xfrm flipV="1">
            <a:off x="7897090" y="1731376"/>
            <a:ext cx="16626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4" name="C5-E17 line 652" descr="sci-ppt:o652"/>
          <p:cNvCxnSpPr/>
          <p:nvPr/>
        </p:nvCxnSpPr>
        <p:spPr>
          <a:xfrm flipV="1">
            <a:off x="7913716" y="1731371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5" name="C5-E17 line 653" descr="sci-ppt:o653"/>
          <p:cNvCxnSpPr/>
          <p:nvPr/>
        </p:nvCxnSpPr>
        <p:spPr>
          <a:xfrm flipV="1">
            <a:off x="7930341" y="1731366"/>
            <a:ext cx="16626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6" name="C5-E17 line 654" descr="sci-ppt:o654"/>
          <p:cNvCxnSpPr/>
          <p:nvPr/>
        </p:nvCxnSpPr>
        <p:spPr>
          <a:xfrm flipV="1">
            <a:off x="7946967" y="1731362"/>
            <a:ext cx="16625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7" name="C5-E17 line 655" descr="sci-ppt:o655"/>
          <p:cNvCxnSpPr/>
          <p:nvPr/>
        </p:nvCxnSpPr>
        <p:spPr>
          <a:xfrm flipV="1">
            <a:off x="7963592" y="1731360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8" name="C5-E17 line 656" descr="sci-ppt:o656"/>
          <p:cNvCxnSpPr/>
          <p:nvPr/>
        </p:nvCxnSpPr>
        <p:spPr>
          <a:xfrm flipV="1">
            <a:off x="7980218" y="1731359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9" name="C5-E17 line 657" descr="sci-ppt:o657"/>
          <p:cNvCxnSpPr/>
          <p:nvPr/>
        </p:nvCxnSpPr>
        <p:spPr>
          <a:xfrm>
            <a:off x="7996843" y="1731359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0" name="C5-E17 line 658" descr="sci-ppt:o658"/>
          <p:cNvCxnSpPr/>
          <p:nvPr/>
        </p:nvCxnSpPr>
        <p:spPr>
          <a:xfrm>
            <a:off x="8013469" y="1731362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1" name="C5-E17 line 659" descr="sci-ppt:o659"/>
          <p:cNvCxnSpPr/>
          <p:nvPr/>
        </p:nvCxnSpPr>
        <p:spPr>
          <a:xfrm>
            <a:off x="8030094" y="1731368"/>
            <a:ext cx="16626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2" name="C5-E17 line 660" descr="sci-ppt:o660"/>
          <p:cNvCxnSpPr/>
          <p:nvPr/>
        </p:nvCxnSpPr>
        <p:spPr>
          <a:xfrm>
            <a:off x="8046720" y="1731378"/>
            <a:ext cx="16625" cy="1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3" name="C5-E17 line 661" descr="sci-ppt:o661"/>
          <p:cNvCxnSpPr/>
          <p:nvPr/>
        </p:nvCxnSpPr>
        <p:spPr>
          <a:xfrm>
            <a:off x="8063345" y="1731393"/>
            <a:ext cx="16625" cy="2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4" name="C5-E17 line 662" descr="sci-ppt:o662"/>
          <p:cNvCxnSpPr/>
          <p:nvPr/>
        </p:nvCxnSpPr>
        <p:spPr>
          <a:xfrm>
            <a:off x="8079970" y="1731413"/>
            <a:ext cx="16626" cy="2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5" name="C5-E17 line 663" descr="sci-ppt:o663"/>
          <p:cNvCxnSpPr/>
          <p:nvPr/>
        </p:nvCxnSpPr>
        <p:spPr>
          <a:xfrm>
            <a:off x="8096596" y="1731439"/>
            <a:ext cx="16625" cy="2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6" name="C5-E17 line 664" descr="sci-ppt:o664"/>
          <p:cNvCxnSpPr/>
          <p:nvPr/>
        </p:nvCxnSpPr>
        <p:spPr>
          <a:xfrm>
            <a:off x="8113221" y="1731468"/>
            <a:ext cx="16626" cy="3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7" name="C5-E17 line 665" descr="sci-ppt:o665"/>
          <p:cNvCxnSpPr/>
          <p:nvPr/>
        </p:nvCxnSpPr>
        <p:spPr>
          <a:xfrm>
            <a:off x="8129847" y="1731502"/>
            <a:ext cx="16625" cy="3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8" name="C5-E17 line 666" descr="sci-ppt:o666"/>
          <p:cNvCxnSpPr/>
          <p:nvPr/>
        </p:nvCxnSpPr>
        <p:spPr>
          <a:xfrm>
            <a:off x="8146472" y="1731538"/>
            <a:ext cx="16626" cy="3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9" name="C5-E17 line 667" descr="sci-ppt:o667"/>
          <p:cNvCxnSpPr/>
          <p:nvPr/>
        </p:nvCxnSpPr>
        <p:spPr>
          <a:xfrm>
            <a:off x="8163098" y="1731575"/>
            <a:ext cx="16625" cy="3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0" name="C5-E17 line 668" descr="sci-ppt:o668"/>
          <p:cNvCxnSpPr/>
          <p:nvPr/>
        </p:nvCxnSpPr>
        <p:spPr>
          <a:xfrm>
            <a:off x="8179723" y="1731611"/>
            <a:ext cx="16626" cy="3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1" name="C5-E17 line 669" descr="sci-ppt:o669"/>
          <p:cNvCxnSpPr/>
          <p:nvPr/>
        </p:nvCxnSpPr>
        <p:spPr>
          <a:xfrm>
            <a:off x="8196349" y="1731646"/>
            <a:ext cx="16625" cy="3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2" name="C5-E17 line 670" descr="sci-ppt:o670"/>
          <p:cNvCxnSpPr/>
          <p:nvPr/>
        </p:nvCxnSpPr>
        <p:spPr>
          <a:xfrm>
            <a:off x="8212974" y="1731677"/>
            <a:ext cx="16625" cy="2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3" name="C5-E17 line 671" descr="sci-ppt:o671"/>
          <p:cNvCxnSpPr/>
          <p:nvPr/>
        </p:nvCxnSpPr>
        <p:spPr>
          <a:xfrm>
            <a:off x="8229599" y="1731704"/>
            <a:ext cx="16626" cy="2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4" name="C5-E17 line 672" descr="sci-ppt:o672"/>
          <p:cNvCxnSpPr/>
          <p:nvPr/>
        </p:nvCxnSpPr>
        <p:spPr>
          <a:xfrm>
            <a:off x="8246225" y="1731724"/>
            <a:ext cx="16625" cy="1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5" name="C5-E17 line 673" descr="sci-ppt:o673"/>
          <p:cNvCxnSpPr/>
          <p:nvPr/>
        </p:nvCxnSpPr>
        <p:spPr>
          <a:xfrm>
            <a:off x="8262850" y="1731738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6" name="C5-E17 line 674" descr="sci-ppt:o674"/>
          <p:cNvCxnSpPr/>
          <p:nvPr/>
        </p:nvCxnSpPr>
        <p:spPr>
          <a:xfrm flipV="1">
            <a:off x="8279476" y="1731744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7" name="C5-E17 line 675" descr="sci-ppt:o675"/>
          <p:cNvCxnSpPr/>
          <p:nvPr/>
        </p:nvCxnSpPr>
        <p:spPr>
          <a:xfrm flipV="1">
            <a:off x="8296101" y="1731737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8" name="C5-E17 line 676" descr="sci-ppt:o676"/>
          <p:cNvCxnSpPr/>
          <p:nvPr/>
        </p:nvCxnSpPr>
        <p:spPr>
          <a:xfrm flipV="1">
            <a:off x="8312727" y="1731723"/>
            <a:ext cx="16625" cy="1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9" name="C5-E17 line 677" descr="sci-ppt:o677"/>
          <p:cNvCxnSpPr/>
          <p:nvPr/>
        </p:nvCxnSpPr>
        <p:spPr>
          <a:xfrm flipV="1">
            <a:off x="8329352" y="1731706"/>
            <a:ext cx="16626" cy="1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0" name="C5-E17 line 678" descr="sci-ppt:o678"/>
          <p:cNvCxnSpPr/>
          <p:nvPr/>
        </p:nvCxnSpPr>
        <p:spPr>
          <a:xfrm flipV="1">
            <a:off x="8345978" y="1731685"/>
            <a:ext cx="16625" cy="2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1" name="C5-E17 line 679" descr="sci-ppt:o679"/>
          <p:cNvCxnSpPr/>
          <p:nvPr/>
        </p:nvCxnSpPr>
        <p:spPr>
          <a:xfrm flipV="1">
            <a:off x="8362603" y="1731665"/>
            <a:ext cx="16626" cy="2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2" name="C5-E17 line 680" descr="sci-ppt:o680"/>
          <p:cNvCxnSpPr/>
          <p:nvPr/>
        </p:nvCxnSpPr>
        <p:spPr>
          <a:xfrm flipV="1">
            <a:off x="8379229" y="1731646"/>
            <a:ext cx="16625" cy="1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3" name="C5-E17 line 681" descr="sci-ppt:o681"/>
          <p:cNvCxnSpPr/>
          <p:nvPr/>
        </p:nvCxnSpPr>
        <p:spPr>
          <a:xfrm flipV="1">
            <a:off x="8395854" y="1731633"/>
            <a:ext cx="16626" cy="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4" name="C5-E17 line 682" descr="sci-ppt:o682"/>
          <p:cNvCxnSpPr/>
          <p:nvPr/>
        </p:nvCxnSpPr>
        <p:spPr>
          <a:xfrm flipV="1">
            <a:off x="8412480" y="1731626"/>
            <a:ext cx="16625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5" name="C5-E17 line 683" descr="sci-ppt:o683"/>
          <p:cNvCxnSpPr/>
          <p:nvPr/>
        </p:nvCxnSpPr>
        <p:spPr>
          <a:xfrm>
            <a:off x="8429105" y="1731626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6" name="C5-E17 line 684" descr="sci-ppt:o684"/>
          <p:cNvCxnSpPr/>
          <p:nvPr/>
        </p:nvCxnSpPr>
        <p:spPr>
          <a:xfrm>
            <a:off x="8445730" y="1731628"/>
            <a:ext cx="16626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7" name="C5-E17 line 685" descr="sci-ppt:o685"/>
          <p:cNvCxnSpPr/>
          <p:nvPr/>
        </p:nvCxnSpPr>
        <p:spPr>
          <a:xfrm>
            <a:off x="8462356" y="1731638"/>
            <a:ext cx="16625" cy="2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8" name="C5-E17 line 686" descr="sci-ppt:o686"/>
          <p:cNvCxnSpPr/>
          <p:nvPr/>
        </p:nvCxnSpPr>
        <p:spPr>
          <a:xfrm>
            <a:off x="8478981" y="1731659"/>
            <a:ext cx="16626" cy="2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9" name="C5-E17 line 687" descr="sci-ppt:o687"/>
          <p:cNvCxnSpPr/>
          <p:nvPr/>
        </p:nvCxnSpPr>
        <p:spPr>
          <a:xfrm>
            <a:off x="8495607" y="1731688"/>
            <a:ext cx="16625" cy="3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90" name="C5-E17 line 688" descr="sci-ppt:o688"/>
          <p:cNvCxnSpPr/>
          <p:nvPr/>
        </p:nvCxnSpPr>
        <p:spPr>
          <a:xfrm>
            <a:off x="8512232" y="1731727"/>
            <a:ext cx="16626" cy="4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91" name="C5-E17 line 689" descr="sci-ppt:o689"/>
          <p:cNvCxnSpPr/>
          <p:nvPr/>
        </p:nvCxnSpPr>
        <p:spPr>
          <a:xfrm>
            <a:off x="8528858" y="1731771"/>
            <a:ext cx="16625" cy="4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92" name="C5-E17 line 690" descr="sci-ppt:o690"/>
          <p:cNvCxnSpPr/>
          <p:nvPr/>
        </p:nvCxnSpPr>
        <p:spPr>
          <a:xfrm>
            <a:off x="8545483" y="1731820"/>
            <a:ext cx="16626" cy="5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93" name="C5-E17 line 691" descr="sci-ppt:o691"/>
          <p:cNvCxnSpPr/>
          <p:nvPr/>
        </p:nvCxnSpPr>
        <p:spPr>
          <a:xfrm>
            <a:off x="8562109" y="1731870"/>
            <a:ext cx="16625" cy="4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94" name="C5-E17 line 692" descr="sci-ppt:o692"/>
          <p:cNvCxnSpPr/>
          <p:nvPr/>
        </p:nvCxnSpPr>
        <p:spPr>
          <a:xfrm>
            <a:off x="8578734" y="1731919"/>
            <a:ext cx="16626" cy="4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sp>
        <p:nvSpPr>
          <p:cNvPr id="695" name="C5-E17 text 693" descr="sci-ppt:o693"/>
          <p:cNvSpPr txBox="1"/>
          <p:nvPr/>
        </p:nvSpPr>
        <p:spPr>
          <a:xfrm>
            <a:off x="8961120" y="1280160"/>
            <a:ext cx="30175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Window 0.2 to 2.0 ns</a:t>
            </a:r>
          </a:p>
        </p:txBody>
      </p:sp>
      <p:cxnSp>
        <p:nvCxnSpPr>
          <p:cNvPr id="696" name="C5-E17 line 694" descr="sci-ppt:o694"/>
          <p:cNvCxnSpPr/>
          <p:nvPr/>
        </p:nvCxnSpPr>
        <p:spPr>
          <a:xfrm>
            <a:off x="8961120" y="1920240"/>
            <a:ext cx="548640" cy="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sp>
        <p:nvSpPr>
          <p:cNvPr id="697" name="C5-E17 text 695" descr="sci-ppt:o695"/>
          <p:cNvSpPr txBox="1"/>
          <p:nvPr/>
        </p:nvSpPr>
        <p:spPr>
          <a:xfrm>
            <a:off x="9601200" y="1783080"/>
            <a:ext cx="237744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C++ finite volume</a:t>
            </a:r>
          </a:p>
        </p:txBody>
      </p:sp>
      <p:cxnSp>
        <p:nvCxnSpPr>
          <p:cNvPr id="698" name="C5-E17 line 696" descr="sci-ppt:o696"/>
          <p:cNvCxnSpPr/>
          <p:nvPr/>
        </p:nvCxnSpPr>
        <p:spPr>
          <a:xfrm>
            <a:off x="8961120" y="2331720"/>
            <a:ext cx="548640" cy="0"/>
          </a:xfrm>
          <a:prstGeom prst="line">
            <a:avLst/>
          </a:prstGeom>
          <a:ln w="25400">
            <a:solidFill>
              <a:srgbClr val="FFFFFF"/>
            </a:solidFill>
            <a:prstDash val="dash"/>
          </a:ln>
          <a:effectLst/>
        </p:spPr>
      </p:cxnSp>
      <p:sp>
        <p:nvSpPr>
          <p:cNvPr id="699" name="C5-E17 text 697" descr="sci-ppt:o697"/>
          <p:cNvSpPr txBox="1"/>
          <p:nvPr/>
        </p:nvSpPr>
        <p:spPr>
          <a:xfrm>
            <a:off x="9601200" y="2194560"/>
            <a:ext cx="237744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COMSOL</a:t>
            </a:r>
          </a:p>
        </p:txBody>
      </p:sp>
      <p:sp>
        <p:nvSpPr>
          <p:cNvPr id="700" name="C5-E17 text 698" descr="sci-ppt:o698"/>
          <p:cNvSpPr txBox="1"/>
          <p:nvPr/>
        </p:nvSpPr>
        <p:spPr>
          <a:xfrm>
            <a:off x="8961120" y="2880360"/>
            <a:ext cx="31089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361 common samples</a:t>
            </a:r>
          </a:p>
        </p:txBody>
      </p:sp>
      <p:sp>
        <p:nvSpPr>
          <p:cNvPr id="701" name="C5-E17 text 699" descr="sci-ppt:o699"/>
          <p:cNvSpPr txBox="1"/>
          <p:nvPr/>
        </p:nvSpPr>
        <p:spPr>
          <a:xfrm>
            <a:off x="8961120" y="3246120"/>
            <a:ext cx="31089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EDBD4"/>
                </a:solidFill>
                <a:latin typeface="Arial"/>
              </a:rPr>
              <a:t>δ₂ = 0.034%</a:t>
            </a:r>
          </a:p>
        </p:txBody>
      </p:sp>
      <p:sp>
        <p:nvSpPr>
          <p:cNvPr id="702" name="C5-E17 text 700" descr="sci-ppt:o700"/>
          <p:cNvSpPr txBox="1"/>
          <p:nvPr/>
        </p:nvSpPr>
        <p:spPr>
          <a:xfrm>
            <a:off x="8961120" y="3611880"/>
            <a:ext cx="31089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EDBD4"/>
                </a:solidFill>
                <a:latin typeface="Arial"/>
              </a:rPr>
              <a:t>δ∞ = 0.096%</a:t>
            </a:r>
          </a:p>
        </p:txBody>
      </p:sp>
      <p:sp>
        <p:nvSpPr>
          <p:cNvPr id="703" name="C5-E17 text 701" descr="sci-ppt:o701"/>
          <p:cNvSpPr txBox="1"/>
          <p:nvPr/>
        </p:nvSpPr>
        <p:spPr>
          <a:xfrm>
            <a:off x="8961120" y="3977639"/>
            <a:ext cx="31089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Plateau 174.205 vs 174.148 MPa</a:t>
            </a:r>
          </a:p>
        </p:txBody>
      </p:sp>
      <p:sp>
        <p:nvSpPr>
          <p:cNvPr id="704" name="C5-E17 text 702" descr="sci-ppt:o702"/>
          <p:cNvSpPr txBox="1"/>
          <p:nvPr/>
        </p:nvSpPr>
        <p:spPr>
          <a:xfrm>
            <a:off x="8961120" y="4343400"/>
            <a:ext cx="31089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Difference 0.032%</a:t>
            </a:r>
          </a:p>
        </p:txBody>
      </p:sp>
      <p:sp>
        <p:nvSpPr>
          <p:cNvPr id="705" name="C5-E17 text 703" descr="sci-ppt:o703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Both curves from sources/rigid_wall_ch5: SL_history.csv and cpp1d_SL.csv.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8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C5-E18 · Scaling collapse and spread of the finite-area factor</a:t>
            </a:r>
          </a:p>
        </p:txBody>
      </p:sp>
      <p:cxnSp>
        <p:nvCxnSpPr>
          <p:cNvPr id="3" name="C5-E18 line 1" descr="sci-ppt:o001"/>
          <p:cNvCxnSpPr/>
          <p:nvPr/>
        </p:nvCxnSpPr>
        <p:spPr>
          <a:xfrm>
            <a:off x="1188720" y="5120640"/>
            <a:ext cx="54864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18 line 2" descr="sci-ppt:o002"/>
          <p:cNvCxnSpPr/>
          <p:nvPr/>
        </p:nvCxnSpPr>
        <p:spPr>
          <a:xfrm>
            <a:off x="1188720" y="1188720"/>
            <a:ext cx="0" cy="39319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5-E18 line 3" descr="sci-ppt:o003"/>
          <p:cNvCxnSpPr/>
          <p:nvPr/>
        </p:nvCxnSpPr>
        <p:spPr>
          <a:xfrm>
            <a:off x="1188720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6" name="C5-E18 text 4" descr="sci-ppt:o004"/>
          <p:cNvSpPr txBox="1"/>
          <p:nvPr/>
        </p:nvSpPr>
        <p:spPr>
          <a:xfrm>
            <a:off x="731520" y="519379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7" name="C5-E18 line 5" descr="sci-ppt:o005"/>
          <p:cNvCxnSpPr/>
          <p:nvPr/>
        </p:nvCxnSpPr>
        <p:spPr>
          <a:xfrm>
            <a:off x="2308393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8" name="C5-E18 text 6" descr="sci-ppt:o006"/>
          <p:cNvSpPr txBox="1"/>
          <p:nvPr/>
        </p:nvSpPr>
        <p:spPr>
          <a:xfrm>
            <a:off x="1851193" y="519379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9" name="C5-E18 line 7" descr="sci-ppt:o007"/>
          <p:cNvCxnSpPr/>
          <p:nvPr/>
        </p:nvCxnSpPr>
        <p:spPr>
          <a:xfrm>
            <a:off x="3428066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0" name="C5-E18 text 8" descr="sci-ppt:o008"/>
          <p:cNvSpPr txBox="1"/>
          <p:nvPr/>
        </p:nvSpPr>
        <p:spPr>
          <a:xfrm>
            <a:off x="2970866" y="519379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0.2</a:t>
            </a:r>
          </a:p>
        </p:txBody>
      </p:sp>
      <p:cxnSp>
        <p:nvCxnSpPr>
          <p:cNvPr id="11" name="C5-E18 line 9" descr="sci-ppt:o009"/>
          <p:cNvCxnSpPr/>
          <p:nvPr/>
        </p:nvCxnSpPr>
        <p:spPr>
          <a:xfrm>
            <a:off x="4547740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2" name="C5-E18 text 10" descr="sci-ppt:o010"/>
          <p:cNvSpPr txBox="1"/>
          <p:nvPr/>
        </p:nvSpPr>
        <p:spPr>
          <a:xfrm>
            <a:off x="4090540" y="519379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0.3</a:t>
            </a:r>
          </a:p>
        </p:txBody>
      </p:sp>
      <p:cxnSp>
        <p:nvCxnSpPr>
          <p:cNvPr id="13" name="C5-E18 line 11" descr="sci-ppt:o011"/>
          <p:cNvCxnSpPr/>
          <p:nvPr/>
        </p:nvCxnSpPr>
        <p:spPr>
          <a:xfrm>
            <a:off x="5667413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4" name="C5-E18 text 12" descr="sci-ppt:o012"/>
          <p:cNvSpPr txBox="1"/>
          <p:nvPr/>
        </p:nvSpPr>
        <p:spPr>
          <a:xfrm>
            <a:off x="5210213" y="519379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0.4</a:t>
            </a:r>
          </a:p>
        </p:txBody>
      </p:sp>
      <p:cxnSp>
        <p:nvCxnSpPr>
          <p:cNvPr id="15" name="C5-E18 line 13" descr="sci-ppt:o013"/>
          <p:cNvCxnSpPr/>
          <p:nvPr/>
        </p:nvCxnSpPr>
        <p:spPr>
          <a:xfrm>
            <a:off x="1124712" y="51206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5-E18 line 14" descr="sci-ppt:o014"/>
          <p:cNvCxnSpPr/>
          <p:nvPr/>
        </p:nvCxnSpPr>
        <p:spPr>
          <a:xfrm>
            <a:off x="1188720" y="5120640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C5-E18 text 15" descr="sci-ppt:o015"/>
          <p:cNvSpPr txBox="1"/>
          <p:nvPr/>
        </p:nvSpPr>
        <p:spPr>
          <a:xfrm>
            <a:off x="411480" y="499262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18" name="C5-E18 line 16" descr="sci-ppt:o016"/>
          <p:cNvCxnSpPr/>
          <p:nvPr/>
        </p:nvCxnSpPr>
        <p:spPr>
          <a:xfrm>
            <a:off x="1124712" y="413765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5-E18 line 17" descr="sci-ppt:o017"/>
          <p:cNvCxnSpPr/>
          <p:nvPr/>
        </p:nvCxnSpPr>
        <p:spPr>
          <a:xfrm>
            <a:off x="1188720" y="4137659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5-E18 text 18" descr="sci-ppt:o018"/>
          <p:cNvSpPr txBox="1"/>
          <p:nvPr/>
        </p:nvSpPr>
        <p:spPr>
          <a:xfrm>
            <a:off x="411480" y="400964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21" name="C5-E18 line 19" descr="sci-ppt:o019"/>
          <p:cNvCxnSpPr/>
          <p:nvPr/>
        </p:nvCxnSpPr>
        <p:spPr>
          <a:xfrm>
            <a:off x="1124712" y="315467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5-E18 line 20" descr="sci-ppt:o020"/>
          <p:cNvCxnSpPr/>
          <p:nvPr/>
        </p:nvCxnSpPr>
        <p:spPr>
          <a:xfrm>
            <a:off x="1188720" y="3154679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5-E18 text 21" descr="sci-ppt:o021"/>
          <p:cNvSpPr txBox="1"/>
          <p:nvPr/>
        </p:nvSpPr>
        <p:spPr>
          <a:xfrm>
            <a:off x="411480" y="302666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24" name="C5-E18 line 22" descr="sci-ppt:o022"/>
          <p:cNvCxnSpPr/>
          <p:nvPr/>
        </p:nvCxnSpPr>
        <p:spPr>
          <a:xfrm>
            <a:off x="1124712" y="21717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5-E18 line 23" descr="sci-ppt:o023"/>
          <p:cNvCxnSpPr/>
          <p:nvPr/>
        </p:nvCxnSpPr>
        <p:spPr>
          <a:xfrm>
            <a:off x="1188720" y="2171700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5-E18 text 24" descr="sci-ppt:o024"/>
          <p:cNvSpPr txBox="1"/>
          <p:nvPr/>
        </p:nvSpPr>
        <p:spPr>
          <a:xfrm>
            <a:off x="411480" y="204368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27" name="C5-E18 line 25" descr="sci-ppt:o025"/>
          <p:cNvCxnSpPr/>
          <p:nvPr/>
        </p:nvCxnSpPr>
        <p:spPr>
          <a:xfrm>
            <a:off x="1124712" y="118871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5-E18 line 26" descr="sci-ppt:o026"/>
          <p:cNvCxnSpPr/>
          <p:nvPr/>
        </p:nvCxnSpPr>
        <p:spPr>
          <a:xfrm>
            <a:off x="1188720" y="1188719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5-E18 text 27" descr="sci-ppt:o027"/>
          <p:cNvSpPr txBox="1"/>
          <p:nvPr/>
        </p:nvSpPr>
        <p:spPr>
          <a:xfrm>
            <a:off x="411480" y="10607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30" name="C5-E18 text 28" descr="sci-ppt:o028"/>
          <p:cNvSpPr txBox="1"/>
          <p:nvPr/>
        </p:nvSpPr>
        <p:spPr>
          <a:xfrm>
            <a:off x="1188720" y="5468112"/>
            <a:ext cx="5486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τ = c_0 t / a</a:t>
            </a:r>
          </a:p>
        </p:txBody>
      </p:sp>
      <p:sp>
        <p:nvSpPr>
          <p:cNvPr id="31" name="C5-E18 text 29" descr="sci-ppt:o029"/>
          <p:cNvSpPr txBox="1"/>
          <p:nvPr/>
        </p:nvSpPr>
        <p:spPr>
          <a:xfrm>
            <a:off x="320040" y="804672"/>
            <a:ext cx="3108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p̄_a / p_H</a:t>
            </a:r>
          </a:p>
        </p:txBody>
      </p:sp>
      <p:cxnSp>
        <p:nvCxnSpPr>
          <p:cNvPr id="32" name="C5-E18 line 30" descr="sci-ppt:o030"/>
          <p:cNvCxnSpPr/>
          <p:nvPr/>
        </p:nvCxnSpPr>
        <p:spPr>
          <a:xfrm flipV="1">
            <a:off x="1188720" y="4503184"/>
            <a:ext cx="36421" cy="61092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33" name="C5-E18 line 31" descr="sci-ppt:o031"/>
          <p:cNvCxnSpPr/>
          <p:nvPr/>
        </p:nvCxnSpPr>
        <p:spPr>
          <a:xfrm flipV="1">
            <a:off x="1225141" y="3918884"/>
            <a:ext cx="36422" cy="58430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34" name="C5-E18 line 32" descr="sci-ppt:o032"/>
          <p:cNvCxnSpPr/>
          <p:nvPr/>
        </p:nvCxnSpPr>
        <p:spPr>
          <a:xfrm flipV="1">
            <a:off x="1261563" y="3389914"/>
            <a:ext cx="36422" cy="52897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35" name="C5-E18 line 33" descr="sci-ppt:o033"/>
          <p:cNvCxnSpPr/>
          <p:nvPr/>
        </p:nvCxnSpPr>
        <p:spPr>
          <a:xfrm flipV="1">
            <a:off x="1297985" y="2932884"/>
            <a:ext cx="36422" cy="45703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36" name="C5-E18 line 34" descr="sci-ppt:o034"/>
          <p:cNvCxnSpPr/>
          <p:nvPr/>
        </p:nvCxnSpPr>
        <p:spPr>
          <a:xfrm flipV="1">
            <a:off x="1334407" y="2551402"/>
            <a:ext cx="36421" cy="38148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37" name="C5-E18 line 35" descr="sci-ppt:o035"/>
          <p:cNvCxnSpPr/>
          <p:nvPr/>
        </p:nvCxnSpPr>
        <p:spPr>
          <a:xfrm flipV="1">
            <a:off x="1370828" y="2244512"/>
            <a:ext cx="36422" cy="30689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38" name="C5-E18 line 36" descr="sci-ppt:o036"/>
          <p:cNvCxnSpPr/>
          <p:nvPr/>
        </p:nvCxnSpPr>
        <p:spPr>
          <a:xfrm flipV="1">
            <a:off x="1407250" y="2006025"/>
            <a:ext cx="36422" cy="23848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39" name="C5-E18 line 37" descr="sci-ppt:o037"/>
          <p:cNvCxnSpPr/>
          <p:nvPr/>
        </p:nvCxnSpPr>
        <p:spPr>
          <a:xfrm flipV="1">
            <a:off x="1443672" y="1826681"/>
            <a:ext cx="36422" cy="17934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0" name="C5-E18 line 38" descr="sci-ppt:o038"/>
          <p:cNvCxnSpPr/>
          <p:nvPr/>
        </p:nvCxnSpPr>
        <p:spPr>
          <a:xfrm flipV="1">
            <a:off x="1480094" y="1696043"/>
            <a:ext cx="36422" cy="13063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1" name="C5-E18 line 39" descr="sci-ppt:o039"/>
          <p:cNvCxnSpPr/>
          <p:nvPr/>
        </p:nvCxnSpPr>
        <p:spPr>
          <a:xfrm flipV="1">
            <a:off x="1516516" y="1603957"/>
            <a:ext cx="36421" cy="92086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2" name="C5-E18 line 40" descr="sci-ppt:o040"/>
          <p:cNvCxnSpPr/>
          <p:nvPr/>
        </p:nvCxnSpPr>
        <p:spPr>
          <a:xfrm flipV="1">
            <a:off x="1552937" y="1541429"/>
            <a:ext cx="36422" cy="6252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3" name="C5-E18 line 41" descr="sci-ppt:o041"/>
          <p:cNvCxnSpPr/>
          <p:nvPr/>
        </p:nvCxnSpPr>
        <p:spPr>
          <a:xfrm flipV="1">
            <a:off x="1589359" y="1501011"/>
            <a:ext cx="36422" cy="4041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4" name="C5-E18 line 42" descr="sci-ppt:o042"/>
          <p:cNvCxnSpPr/>
          <p:nvPr/>
        </p:nvCxnSpPr>
        <p:spPr>
          <a:xfrm flipV="1">
            <a:off x="1625781" y="1476822"/>
            <a:ext cx="36422" cy="2418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5" name="C5-E18 line 43" descr="sci-ppt:o043"/>
          <p:cNvCxnSpPr/>
          <p:nvPr/>
        </p:nvCxnSpPr>
        <p:spPr>
          <a:xfrm flipV="1">
            <a:off x="1662203" y="1464378"/>
            <a:ext cx="36422" cy="1244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6" name="C5-E18 line 44" descr="sci-ppt:o044"/>
          <p:cNvCxnSpPr/>
          <p:nvPr/>
        </p:nvCxnSpPr>
        <p:spPr>
          <a:xfrm flipV="1">
            <a:off x="1698625" y="1460344"/>
            <a:ext cx="36421" cy="403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7" name="C5-E18 line 45" descr="sci-ppt:o045"/>
          <p:cNvCxnSpPr/>
          <p:nvPr/>
        </p:nvCxnSpPr>
        <p:spPr>
          <a:xfrm>
            <a:off x="1735046" y="1460344"/>
            <a:ext cx="36422" cy="194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8" name="C5-E18 line 46" descr="sci-ppt:o046"/>
          <p:cNvCxnSpPr/>
          <p:nvPr/>
        </p:nvCxnSpPr>
        <p:spPr>
          <a:xfrm>
            <a:off x="1771468" y="1462287"/>
            <a:ext cx="36422" cy="616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9" name="C5-E18 line 47" descr="sci-ppt:o047"/>
          <p:cNvCxnSpPr/>
          <p:nvPr/>
        </p:nvCxnSpPr>
        <p:spPr>
          <a:xfrm>
            <a:off x="1807890" y="1468455"/>
            <a:ext cx="36422" cy="914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0" name="C5-E18 line 48" descr="sci-ppt:o048"/>
          <p:cNvCxnSpPr/>
          <p:nvPr/>
        </p:nvCxnSpPr>
        <p:spPr>
          <a:xfrm>
            <a:off x="1844312" y="1477600"/>
            <a:ext cx="36421" cy="11236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1" name="C5-E18 line 49" descr="sci-ppt:o049"/>
          <p:cNvCxnSpPr/>
          <p:nvPr/>
        </p:nvCxnSpPr>
        <p:spPr>
          <a:xfrm>
            <a:off x="1880733" y="1488836"/>
            <a:ext cx="36422" cy="1269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2" name="C5-E18 line 50" descr="sci-ppt:o050"/>
          <p:cNvCxnSpPr/>
          <p:nvPr/>
        </p:nvCxnSpPr>
        <p:spPr>
          <a:xfrm>
            <a:off x="1917155" y="1501529"/>
            <a:ext cx="36422" cy="1371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3" name="C5-E18 line 51" descr="sci-ppt:o051"/>
          <p:cNvCxnSpPr/>
          <p:nvPr/>
        </p:nvCxnSpPr>
        <p:spPr>
          <a:xfrm>
            <a:off x="1953577" y="1515248"/>
            <a:ext cx="36422" cy="1443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4" name="C5-E18 line 52" descr="sci-ppt:o052"/>
          <p:cNvCxnSpPr/>
          <p:nvPr/>
        </p:nvCxnSpPr>
        <p:spPr>
          <a:xfrm>
            <a:off x="1989999" y="1529678"/>
            <a:ext cx="36422" cy="1491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5" name="C5-E18 line 53" descr="sci-ppt:o053"/>
          <p:cNvCxnSpPr/>
          <p:nvPr/>
        </p:nvCxnSpPr>
        <p:spPr>
          <a:xfrm>
            <a:off x="2026421" y="1544597"/>
            <a:ext cx="36421" cy="1525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6" name="C5-E18 line 54" descr="sci-ppt:o054"/>
          <p:cNvCxnSpPr/>
          <p:nvPr/>
        </p:nvCxnSpPr>
        <p:spPr>
          <a:xfrm>
            <a:off x="2062842" y="1559848"/>
            <a:ext cx="36422" cy="1546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7" name="C5-E18 line 55" descr="sci-ppt:o055"/>
          <p:cNvCxnSpPr/>
          <p:nvPr/>
        </p:nvCxnSpPr>
        <p:spPr>
          <a:xfrm>
            <a:off x="2099264" y="1575317"/>
            <a:ext cx="36422" cy="1560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8" name="C5-E18 line 56" descr="sci-ppt:o056"/>
          <p:cNvCxnSpPr/>
          <p:nvPr/>
        </p:nvCxnSpPr>
        <p:spPr>
          <a:xfrm>
            <a:off x="2135686" y="1590925"/>
            <a:ext cx="36422" cy="1569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9" name="C5-E18 line 57" descr="sci-ppt:o057"/>
          <p:cNvCxnSpPr/>
          <p:nvPr/>
        </p:nvCxnSpPr>
        <p:spPr>
          <a:xfrm>
            <a:off x="2172108" y="1606615"/>
            <a:ext cx="36422" cy="1573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0" name="C5-E18 line 58" descr="sci-ppt:o058"/>
          <p:cNvCxnSpPr/>
          <p:nvPr/>
        </p:nvCxnSpPr>
        <p:spPr>
          <a:xfrm>
            <a:off x="2208530" y="1622347"/>
            <a:ext cx="36421" cy="1574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1" name="C5-E18 line 59" descr="sci-ppt:o059"/>
          <p:cNvCxnSpPr/>
          <p:nvPr/>
        </p:nvCxnSpPr>
        <p:spPr>
          <a:xfrm>
            <a:off x="2244951" y="1638091"/>
            <a:ext cx="36422" cy="1574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2" name="C5-E18 line 60" descr="sci-ppt:o060"/>
          <p:cNvCxnSpPr/>
          <p:nvPr/>
        </p:nvCxnSpPr>
        <p:spPr>
          <a:xfrm>
            <a:off x="2281373" y="1653832"/>
            <a:ext cx="36422" cy="1572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3" name="C5-E18 line 61" descr="sci-ppt:o061"/>
          <p:cNvCxnSpPr/>
          <p:nvPr/>
        </p:nvCxnSpPr>
        <p:spPr>
          <a:xfrm>
            <a:off x="2317795" y="1669556"/>
            <a:ext cx="36422" cy="1570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4" name="C5-E18 line 62" descr="sci-ppt:o062"/>
          <p:cNvCxnSpPr/>
          <p:nvPr/>
        </p:nvCxnSpPr>
        <p:spPr>
          <a:xfrm>
            <a:off x="2354217" y="1685259"/>
            <a:ext cx="36421" cy="1568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5" name="C5-E18 line 63" descr="sci-ppt:o063"/>
          <p:cNvCxnSpPr/>
          <p:nvPr/>
        </p:nvCxnSpPr>
        <p:spPr>
          <a:xfrm>
            <a:off x="2390638" y="1700939"/>
            <a:ext cx="36422" cy="1565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6" name="C5-E18 line 64" descr="sci-ppt:o064"/>
          <p:cNvCxnSpPr/>
          <p:nvPr/>
        </p:nvCxnSpPr>
        <p:spPr>
          <a:xfrm>
            <a:off x="2427060" y="1716594"/>
            <a:ext cx="36422" cy="1563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7" name="C5-E18 line 65" descr="sci-ppt:o065"/>
          <p:cNvCxnSpPr/>
          <p:nvPr/>
        </p:nvCxnSpPr>
        <p:spPr>
          <a:xfrm>
            <a:off x="2463482" y="1732226"/>
            <a:ext cx="36422" cy="1560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8" name="C5-E18 line 66" descr="sci-ppt:o066"/>
          <p:cNvCxnSpPr/>
          <p:nvPr/>
        </p:nvCxnSpPr>
        <p:spPr>
          <a:xfrm>
            <a:off x="2499904" y="1747834"/>
            <a:ext cx="36422" cy="15586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9" name="C5-E18 line 67" descr="sci-ppt:o067"/>
          <p:cNvCxnSpPr/>
          <p:nvPr/>
        </p:nvCxnSpPr>
        <p:spPr>
          <a:xfrm>
            <a:off x="2536326" y="1763420"/>
            <a:ext cx="36421" cy="1556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0" name="C5-E18 line 68" descr="sci-ppt:o068"/>
          <p:cNvCxnSpPr/>
          <p:nvPr/>
        </p:nvCxnSpPr>
        <p:spPr>
          <a:xfrm>
            <a:off x="2572747" y="1778982"/>
            <a:ext cx="36422" cy="1553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1" name="C5-E18 line 69" descr="sci-ppt:o069"/>
          <p:cNvCxnSpPr/>
          <p:nvPr/>
        </p:nvCxnSpPr>
        <p:spPr>
          <a:xfrm>
            <a:off x="2609169" y="1794521"/>
            <a:ext cx="36422" cy="1551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2" name="C5-E18 line 70" descr="sci-ppt:o070"/>
          <p:cNvCxnSpPr/>
          <p:nvPr/>
        </p:nvCxnSpPr>
        <p:spPr>
          <a:xfrm>
            <a:off x="2645591" y="1810034"/>
            <a:ext cx="36422" cy="1548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3" name="C5-E18 line 71" descr="sci-ppt:o071"/>
          <p:cNvCxnSpPr/>
          <p:nvPr/>
        </p:nvCxnSpPr>
        <p:spPr>
          <a:xfrm>
            <a:off x="2682013" y="1825521"/>
            <a:ext cx="36422" cy="1546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4" name="C5-E18 line 72" descr="sci-ppt:o072"/>
          <p:cNvCxnSpPr/>
          <p:nvPr/>
        </p:nvCxnSpPr>
        <p:spPr>
          <a:xfrm>
            <a:off x="2718435" y="1840983"/>
            <a:ext cx="36421" cy="1543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5" name="C5-E18 line 73" descr="sci-ppt:o073"/>
          <p:cNvCxnSpPr/>
          <p:nvPr/>
        </p:nvCxnSpPr>
        <p:spPr>
          <a:xfrm>
            <a:off x="2754856" y="1856417"/>
            <a:ext cx="36422" cy="1540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6" name="C5-E18 line 74" descr="sci-ppt:o074"/>
          <p:cNvCxnSpPr/>
          <p:nvPr/>
        </p:nvCxnSpPr>
        <p:spPr>
          <a:xfrm>
            <a:off x="2791278" y="1871825"/>
            <a:ext cx="36422" cy="1538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7" name="C5-E18 line 75" descr="sci-ppt:o075"/>
          <p:cNvCxnSpPr/>
          <p:nvPr/>
        </p:nvCxnSpPr>
        <p:spPr>
          <a:xfrm>
            <a:off x="2827700" y="1887206"/>
            <a:ext cx="36422" cy="1535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8" name="C5-E18 line 76" descr="sci-ppt:o076"/>
          <p:cNvCxnSpPr/>
          <p:nvPr/>
        </p:nvCxnSpPr>
        <p:spPr>
          <a:xfrm>
            <a:off x="2864122" y="1902561"/>
            <a:ext cx="36421" cy="1532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9" name="C5-E18 line 77" descr="sci-ppt:o077"/>
          <p:cNvCxnSpPr/>
          <p:nvPr/>
        </p:nvCxnSpPr>
        <p:spPr>
          <a:xfrm>
            <a:off x="2900543" y="1917889"/>
            <a:ext cx="36422" cy="1530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0" name="C5-E18 line 78" descr="sci-ppt:o078"/>
          <p:cNvCxnSpPr/>
          <p:nvPr/>
        </p:nvCxnSpPr>
        <p:spPr>
          <a:xfrm>
            <a:off x="2936965" y="1933191"/>
            <a:ext cx="36422" cy="1527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1" name="C5-E18 line 79" descr="sci-ppt:o079"/>
          <p:cNvCxnSpPr/>
          <p:nvPr/>
        </p:nvCxnSpPr>
        <p:spPr>
          <a:xfrm>
            <a:off x="2973387" y="1948468"/>
            <a:ext cx="36422" cy="1525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2" name="C5-E18 line 80" descr="sci-ppt:o080"/>
          <p:cNvCxnSpPr/>
          <p:nvPr/>
        </p:nvCxnSpPr>
        <p:spPr>
          <a:xfrm>
            <a:off x="3009809" y="1963720"/>
            <a:ext cx="36422" cy="1522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3" name="C5-E18 line 81" descr="sci-ppt:o081"/>
          <p:cNvCxnSpPr/>
          <p:nvPr/>
        </p:nvCxnSpPr>
        <p:spPr>
          <a:xfrm>
            <a:off x="3046231" y="1978948"/>
            <a:ext cx="36421" cy="1520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4" name="C5-E18 line 82" descr="sci-ppt:o082"/>
          <p:cNvCxnSpPr/>
          <p:nvPr/>
        </p:nvCxnSpPr>
        <p:spPr>
          <a:xfrm>
            <a:off x="3082652" y="1994152"/>
            <a:ext cx="36422" cy="1518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5" name="C5-E18 line 83" descr="sci-ppt:o083"/>
          <p:cNvCxnSpPr/>
          <p:nvPr/>
        </p:nvCxnSpPr>
        <p:spPr>
          <a:xfrm>
            <a:off x="3119074" y="2009332"/>
            <a:ext cx="36422" cy="1515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6" name="C5-E18 line 84" descr="sci-ppt:o084"/>
          <p:cNvCxnSpPr/>
          <p:nvPr/>
        </p:nvCxnSpPr>
        <p:spPr>
          <a:xfrm>
            <a:off x="3155496" y="2024489"/>
            <a:ext cx="36422" cy="1513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7" name="C5-E18 line 85" descr="sci-ppt:o085"/>
          <p:cNvCxnSpPr/>
          <p:nvPr/>
        </p:nvCxnSpPr>
        <p:spPr>
          <a:xfrm>
            <a:off x="3191918" y="2039623"/>
            <a:ext cx="36422" cy="1510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8" name="C5-E18 line 86" descr="sci-ppt:o086"/>
          <p:cNvCxnSpPr/>
          <p:nvPr/>
        </p:nvCxnSpPr>
        <p:spPr>
          <a:xfrm>
            <a:off x="3228340" y="2054732"/>
            <a:ext cx="36421" cy="1508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9" name="C5-E18 line 87" descr="sci-ppt:o087"/>
          <p:cNvCxnSpPr/>
          <p:nvPr/>
        </p:nvCxnSpPr>
        <p:spPr>
          <a:xfrm>
            <a:off x="3264761" y="2069816"/>
            <a:ext cx="36422" cy="1505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0" name="C5-E18 line 88" descr="sci-ppt:o088"/>
          <p:cNvCxnSpPr/>
          <p:nvPr/>
        </p:nvCxnSpPr>
        <p:spPr>
          <a:xfrm>
            <a:off x="3301183" y="2084875"/>
            <a:ext cx="36422" cy="1503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1" name="C5-E18 line 89" descr="sci-ppt:o089"/>
          <p:cNvCxnSpPr/>
          <p:nvPr/>
        </p:nvCxnSpPr>
        <p:spPr>
          <a:xfrm>
            <a:off x="3337605" y="2099908"/>
            <a:ext cx="36422" cy="1500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2" name="C5-E18 line 90" descr="sci-ppt:o090"/>
          <p:cNvCxnSpPr/>
          <p:nvPr/>
        </p:nvCxnSpPr>
        <p:spPr>
          <a:xfrm>
            <a:off x="3374027" y="2114913"/>
            <a:ext cx="36421" cy="1497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3" name="C5-E18 line 91" descr="sci-ppt:o091"/>
          <p:cNvCxnSpPr/>
          <p:nvPr/>
        </p:nvCxnSpPr>
        <p:spPr>
          <a:xfrm>
            <a:off x="3410448" y="2129890"/>
            <a:ext cx="36422" cy="1494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4" name="C5-E18 line 92" descr="sci-ppt:o092"/>
          <p:cNvCxnSpPr/>
          <p:nvPr/>
        </p:nvCxnSpPr>
        <p:spPr>
          <a:xfrm>
            <a:off x="3446870" y="2144838"/>
            <a:ext cx="36422" cy="1491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5" name="C5-E18 line 93" descr="sci-ppt:o093"/>
          <p:cNvCxnSpPr/>
          <p:nvPr/>
        </p:nvCxnSpPr>
        <p:spPr>
          <a:xfrm>
            <a:off x="3483292" y="2159757"/>
            <a:ext cx="36422" cy="1489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6" name="C5-E18 line 94" descr="sci-ppt:o094"/>
          <p:cNvCxnSpPr/>
          <p:nvPr/>
        </p:nvCxnSpPr>
        <p:spPr>
          <a:xfrm>
            <a:off x="3519714" y="2174648"/>
            <a:ext cx="36422" cy="1486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7" name="C5-E18 line 95" descr="sci-ppt:o095"/>
          <p:cNvCxnSpPr/>
          <p:nvPr/>
        </p:nvCxnSpPr>
        <p:spPr>
          <a:xfrm>
            <a:off x="3556136" y="2189512"/>
            <a:ext cx="36421" cy="1483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8" name="C5-E18 line 96" descr="sci-ppt:o096"/>
          <p:cNvCxnSpPr/>
          <p:nvPr/>
        </p:nvCxnSpPr>
        <p:spPr>
          <a:xfrm>
            <a:off x="3592557" y="2204349"/>
            <a:ext cx="36422" cy="1481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9" name="C5-E18 line 97" descr="sci-ppt:o097"/>
          <p:cNvCxnSpPr/>
          <p:nvPr/>
        </p:nvCxnSpPr>
        <p:spPr>
          <a:xfrm>
            <a:off x="3628979" y="2219162"/>
            <a:ext cx="36422" cy="1478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0" name="C5-E18 line 98" descr="sci-ppt:o098"/>
          <p:cNvCxnSpPr/>
          <p:nvPr/>
        </p:nvCxnSpPr>
        <p:spPr>
          <a:xfrm>
            <a:off x="3665401" y="2233949"/>
            <a:ext cx="36422" cy="1476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1" name="C5-E18 line 99" descr="sci-ppt:o099"/>
          <p:cNvCxnSpPr/>
          <p:nvPr/>
        </p:nvCxnSpPr>
        <p:spPr>
          <a:xfrm>
            <a:off x="3701823" y="2248714"/>
            <a:ext cx="36422" cy="1474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2" name="C5-E18 line 100" descr="sci-ppt:o100"/>
          <p:cNvCxnSpPr/>
          <p:nvPr/>
        </p:nvCxnSpPr>
        <p:spPr>
          <a:xfrm>
            <a:off x="3738245" y="2263456"/>
            <a:ext cx="36421" cy="1472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3" name="C5-E18 line 101" descr="sci-ppt:o101"/>
          <p:cNvCxnSpPr/>
          <p:nvPr/>
        </p:nvCxnSpPr>
        <p:spPr>
          <a:xfrm>
            <a:off x="3774666" y="2278176"/>
            <a:ext cx="36422" cy="1469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4" name="C5-E18 line 102" descr="sci-ppt:o102"/>
          <p:cNvCxnSpPr/>
          <p:nvPr/>
        </p:nvCxnSpPr>
        <p:spPr>
          <a:xfrm>
            <a:off x="3811088" y="2292873"/>
            <a:ext cx="36422" cy="1467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5" name="C5-E18 line 103" descr="sci-ppt:o103"/>
          <p:cNvCxnSpPr/>
          <p:nvPr/>
        </p:nvCxnSpPr>
        <p:spPr>
          <a:xfrm>
            <a:off x="3847510" y="2307548"/>
            <a:ext cx="36422" cy="1465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6" name="C5-E18 line 104" descr="sci-ppt:o104"/>
          <p:cNvCxnSpPr/>
          <p:nvPr/>
        </p:nvCxnSpPr>
        <p:spPr>
          <a:xfrm>
            <a:off x="3883932" y="2322199"/>
            <a:ext cx="36421" cy="1462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7" name="C5-E18 line 105" descr="sci-ppt:o105"/>
          <p:cNvCxnSpPr/>
          <p:nvPr/>
        </p:nvCxnSpPr>
        <p:spPr>
          <a:xfrm>
            <a:off x="3920353" y="2336827"/>
            <a:ext cx="36422" cy="1460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8" name="C5-E18 line 106" descr="sci-ppt:o106"/>
          <p:cNvCxnSpPr/>
          <p:nvPr/>
        </p:nvCxnSpPr>
        <p:spPr>
          <a:xfrm>
            <a:off x="3956775" y="2351429"/>
            <a:ext cx="36422" cy="1457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9" name="C5-E18 line 107" descr="sci-ppt:o107"/>
          <p:cNvCxnSpPr/>
          <p:nvPr/>
        </p:nvCxnSpPr>
        <p:spPr>
          <a:xfrm>
            <a:off x="3993197" y="2366006"/>
            <a:ext cx="36422" cy="1454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0" name="C5-E18 line 108" descr="sci-ppt:o108"/>
          <p:cNvCxnSpPr/>
          <p:nvPr/>
        </p:nvCxnSpPr>
        <p:spPr>
          <a:xfrm>
            <a:off x="4029619" y="2380555"/>
            <a:ext cx="36422" cy="1452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1" name="C5-E18 line 109" descr="sci-ppt:o109"/>
          <p:cNvCxnSpPr/>
          <p:nvPr/>
        </p:nvCxnSpPr>
        <p:spPr>
          <a:xfrm>
            <a:off x="4066041" y="2395076"/>
            <a:ext cx="36421" cy="1449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2" name="C5-E18 line 110" descr="sci-ppt:o110"/>
          <p:cNvCxnSpPr/>
          <p:nvPr/>
        </p:nvCxnSpPr>
        <p:spPr>
          <a:xfrm>
            <a:off x="4102462" y="2409569"/>
            <a:ext cx="36422" cy="1446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3" name="C5-E18 line 111" descr="sci-ppt:o111"/>
          <p:cNvCxnSpPr/>
          <p:nvPr/>
        </p:nvCxnSpPr>
        <p:spPr>
          <a:xfrm>
            <a:off x="4138884" y="2424032"/>
            <a:ext cx="36422" cy="1443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4" name="C5-E18 line 112" descr="sci-ppt:o112"/>
          <p:cNvCxnSpPr/>
          <p:nvPr/>
        </p:nvCxnSpPr>
        <p:spPr>
          <a:xfrm>
            <a:off x="4175306" y="2438465"/>
            <a:ext cx="36422" cy="1440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5" name="C5-E18 line 113" descr="sci-ppt:o113"/>
          <p:cNvCxnSpPr/>
          <p:nvPr/>
        </p:nvCxnSpPr>
        <p:spPr>
          <a:xfrm>
            <a:off x="4211728" y="2452869"/>
            <a:ext cx="36422" cy="1437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6" name="C5-E18 line 114" descr="sci-ppt:o114"/>
          <p:cNvCxnSpPr/>
          <p:nvPr/>
        </p:nvCxnSpPr>
        <p:spPr>
          <a:xfrm>
            <a:off x="4248150" y="2467244"/>
            <a:ext cx="36421" cy="14346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7" name="C5-E18 line 115" descr="sci-ppt:o115"/>
          <p:cNvCxnSpPr/>
          <p:nvPr/>
        </p:nvCxnSpPr>
        <p:spPr>
          <a:xfrm>
            <a:off x="4284571" y="2481590"/>
            <a:ext cx="36422" cy="1431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8" name="C5-E18 line 116" descr="sci-ppt:o116"/>
          <p:cNvCxnSpPr/>
          <p:nvPr/>
        </p:nvCxnSpPr>
        <p:spPr>
          <a:xfrm>
            <a:off x="4320993" y="2495907"/>
            <a:ext cx="36422" cy="1429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9" name="C5-E18 line 117" descr="sci-ppt:o117"/>
          <p:cNvCxnSpPr/>
          <p:nvPr/>
        </p:nvCxnSpPr>
        <p:spPr>
          <a:xfrm>
            <a:off x="4357415" y="2510197"/>
            <a:ext cx="36422" cy="1426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0" name="C5-E18 line 118" descr="sci-ppt:o118"/>
          <p:cNvCxnSpPr/>
          <p:nvPr/>
        </p:nvCxnSpPr>
        <p:spPr>
          <a:xfrm>
            <a:off x="4393837" y="2524461"/>
            <a:ext cx="36421" cy="1423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1" name="C5-E18 line 119" descr="sci-ppt:o119"/>
          <p:cNvCxnSpPr/>
          <p:nvPr/>
        </p:nvCxnSpPr>
        <p:spPr>
          <a:xfrm>
            <a:off x="4430258" y="2538700"/>
            <a:ext cx="36422" cy="1421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2" name="C5-E18 line 120" descr="sci-ppt:o120"/>
          <p:cNvCxnSpPr/>
          <p:nvPr/>
        </p:nvCxnSpPr>
        <p:spPr>
          <a:xfrm>
            <a:off x="4466680" y="2552915"/>
            <a:ext cx="36422" cy="1419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3" name="C5-E18 line 121" descr="sci-ppt:o121"/>
          <p:cNvCxnSpPr/>
          <p:nvPr/>
        </p:nvCxnSpPr>
        <p:spPr>
          <a:xfrm>
            <a:off x="4503102" y="2567108"/>
            <a:ext cx="36422" cy="1417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4" name="C5-E18 line 122" descr="sci-ppt:o122"/>
          <p:cNvCxnSpPr/>
          <p:nvPr/>
        </p:nvCxnSpPr>
        <p:spPr>
          <a:xfrm>
            <a:off x="4539524" y="2581282"/>
            <a:ext cx="36422" cy="1415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5" name="C5-E18 line 123" descr="sci-ppt:o123"/>
          <p:cNvCxnSpPr/>
          <p:nvPr/>
        </p:nvCxnSpPr>
        <p:spPr>
          <a:xfrm>
            <a:off x="4575946" y="2595441"/>
            <a:ext cx="36421" cy="1414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6" name="C5-E18 line 124" descr="sci-ppt:o124"/>
          <p:cNvCxnSpPr/>
          <p:nvPr/>
        </p:nvCxnSpPr>
        <p:spPr>
          <a:xfrm>
            <a:off x="4612367" y="2609586"/>
            <a:ext cx="36422" cy="1414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7" name="C5-E18 line 125" descr="sci-ppt:o125"/>
          <p:cNvCxnSpPr/>
          <p:nvPr/>
        </p:nvCxnSpPr>
        <p:spPr>
          <a:xfrm>
            <a:off x="4648789" y="2623728"/>
            <a:ext cx="36422" cy="1414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8" name="C5-E18 line 126" descr="sci-ppt:o126"/>
          <p:cNvCxnSpPr/>
          <p:nvPr/>
        </p:nvCxnSpPr>
        <p:spPr>
          <a:xfrm>
            <a:off x="4685211" y="2637871"/>
            <a:ext cx="36422" cy="1415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9" name="C5-E18 line 127" descr="sci-ppt:o127"/>
          <p:cNvCxnSpPr/>
          <p:nvPr/>
        </p:nvCxnSpPr>
        <p:spPr>
          <a:xfrm>
            <a:off x="4721633" y="2652025"/>
            <a:ext cx="36422" cy="1417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0" name="C5-E18 line 128" descr="sci-ppt:o128"/>
          <p:cNvCxnSpPr/>
          <p:nvPr/>
        </p:nvCxnSpPr>
        <p:spPr>
          <a:xfrm>
            <a:off x="4758055" y="2666203"/>
            <a:ext cx="36421" cy="1420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1" name="C5-E18 line 129" descr="sci-ppt:o129"/>
          <p:cNvCxnSpPr/>
          <p:nvPr/>
        </p:nvCxnSpPr>
        <p:spPr>
          <a:xfrm>
            <a:off x="4794476" y="2680410"/>
            <a:ext cx="36422" cy="1426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2" name="C5-E18 line 130" descr="sci-ppt:o130"/>
          <p:cNvCxnSpPr/>
          <p:nvPr/>
        </p:nvCxnSpPr>
        <p:spPr>
          <a:xfrm>
            <a:off x="4830898" y="2694671"/>
            <a:ext cx="36422" cy="1431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3" name="C5-E18 line 131" descr="sci-ppt:o131"/>
          <p:cNvCxnSpPr/>
          <p:nvPr/>
        </p:nvCxnSpPr>
        <p:spPr>
          <a:xfrm>
            <a:off x="4867320" y="2708984"/>
            <a:ext cx="36422" cy="14386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4" name="C5-E18 line 132" descr="sci-ppt:o132"/>
          <p:cNvCxnSpPr/>
          <p:nvPr/>
        </p:nvCxnSpPr>
        <p:spPr>
          <a:xfrm>
            <a:off x="4903742" y="2723370"/>
            <a:ext cx="36421" cy="1446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5" name="C5-E18 line 133" descr="sci-ppt:o133"/>
          <p:cNvCxnSpPr/>
          <p:nvPr/>
        </p:nvCxnSpPr>
        <p:spPr>
          <a:xfrm>
            <a:off x="4940163" y="2737830"/>
            <a:ext cx="36422" cy="1454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6" name="C5-E18 line 134" descr="sci-ppt:o134"/>
          <p:cNvCxnSpPr/>
          <p:nvPr/>
        </p:nvCxnSpPr>
        <p:spPr>
          <a:xfrm>
            <a:off x="4976585" y="2752373"/>
            <a:ext cx="36422" cy="1461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7" name="C5-E18 line 135" descr="sci-ppt:o135"/>
          <p:cNvCxnSpPr/>
          <p:nvPr/>
        </p:nvCxnSpPr>
        <p:spPr>
          <a:xfrm>
            <a:off x="5013007" y="2766992"/>
            <a:ext cx="36422" cy="1469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8" name="C5-E18 line 136" descr="sci-ppt:o136"/>
          <p:cNvCxnSpPr/>
          <p:nvPr/>
        </p:nvCxnSpPr>
        <p:spPr>
          <a:xfrm>
            <a:off x="5049429" y="2781686"/>
            <a:ext cx="36422" cy="1474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9" name="C5-E18 line 137" descr="sci-ppt:o137"/>
          <p:cNvCxnSpPr/>
          <p:nvPr/>
        </p:nvCxnSpPr>
        <p:spPr>
          <a:xfrm>
            <a:off x="5085851" y="2796428"/>
            <a:ext cx="36421" cy="1478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0" name="C5-E18 line 138" descr="sci-ppt:o138"/>
          <p:cNvCxnSpPr/>
          <p:nvPr/>
        </p:nvCxnSpPr>
        <p:spPr>
          <a:xfrm>
            <a:off x="5122272" y="2811213"/>
            <a:ext cx="36422" cy="1478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1" name="C5-E18 line 139" descr="sci-ppt:o139"/>
          <p:cNvCxnSpPr/>
          <p:nvPr/>
        </p:nvCxnSpPr>
        <p:spPr>
          <a:xfrm>
            <a:off x="5158694" y="2825997"/>
            <a:ext cx="36422" cy="1475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2" name="C5-E18 line 140" descr="sci-ppt:o140"/>
          <p:cNvCxnSpPr/>
          <p:nvPr/>
        </p:nvCxnSpPr>
        <p:spPr>
          <a:xfrm>
            <a:off x="5195116" y="2840756"/>
            <a:ext cx="36422" cy="1470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3" name="C5-E18 line 141" descr="sci-ppt:o141"/>
          <p:cNvCxnSpPr/>
          <p:nvPr/>
        </p:nvCxnSpPr>
        <p:spPr>
          <a:xfrm>
            <a:off x="5231538" y="2855457"/>
            <a:ext cx="36422" cy="1455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4" name="C5-E18 line 142" descr="sci-ppt:o142"/>
          <p:cNvCxnSpPr/>
          <p:nvPr/>
        </p:nvCxnSpPr>
        <p:spPr>
          <a:xfrm>
            <a:off x="5267960" y="2870011"/>
            <a:ext cx="36421" cy="1440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5" name="C5-E18 line 143" descr="sci-ppt:o143"/>
          <p:cNvCxnSpPr/>
          <p:nvPr/>
        </p:nvCxnSpPr>
        <p:spPr>
          <a:xfrm>
            <a:off x="5304381" y="2884418"/>
            <a:ext cx="36422" cy="1427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6" name="C5-E18 line 144" descr="sci-ppt:o144"/>
          <p:cNvCxnSpPr/>
          <p:nvPr/>
        </p:nvCxnSpPr>
        <p:spPr>
          <a:xfrm>
            <a:off x="5340803" y="2898690"/>
            <a:ext cx="36422" cy="1411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7" name="C5-E18 line 145" descr="sci-ppt:o145"/>
          <p:cNvCxnSpPr/>
          <p:nvPr/>
        </p:nvCxnSpPr>
        <p:spPr>
          <a:xfrm>
            <a:off x="5377225" y="2912804"/>
            <a:ext cx="36422" cy="13926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8" name="C5-E18 line 146" descr="sci-ppt:o146"/>
          <p:cNvCxnSpPr/>
          <p:nvPr/>
        </p:nvCxnSpPr>
        <p:spPr>
          <a:xfrm>
            <a:off x="5413647" y="2926730"/>
            <a:ext cx="36421" cy="1376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9" name="C5-E18 line 147" descr="sci-ppt:o147"/>
          <p:cNvCxnSpPr/>
          <p:nvPr/>
        </p:nvCxnSpPr>
        <p:spPr>
          <a:xfrm>
            <a:off x="5450068" y="2940493"/>
            <a:ext cx="36422" cy="1360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0" name="C5-E18 line 148" descr="sci-ppt:o148"/>
          <p:cNvCxnSpPr/>
          <p:nvPr/>
        </p:nvCxnSpPr>
        <p:spPr>
          <a:xfrm>
            <a:off x="5486490" y="2954094"/>
            <a:ext cx="36422" cy="13446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1" name="C5-E18 line 149" descr="sci-ppt:o149"/>
          <p:cNvCxnSpPr/>
          <p:nvPr/>
        </p:nvCxnSpPr>
        <p:spPr>
          <a:xfrm>
            <a:off x="5522912" y="2967540"/>
            <a:ext cx="36422" cy="1328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2" name="C5-E18 line 150" descr="sci-ppt:o150"/>
          <p:cNvCxnSpPr/>
          <p:nvPr/>
        </p:nvCxnSpPr>
        <p:spPr>
          <a:xfrm>
            <a:off x="5559334" y="2980827"/>
            <a:ext cx="36422" cy="1314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3" name="C5-E18 line 151" descr="sci-ppt:o151"/>
          <p:cNvCxnSpPr/>
          <p:nvPr/>
        </p:nvCxnSpPr>
        <p:spPr>
          <a:xfrm>
            <a:off x="5595756" y="2993970"/>
            <a:ext cx="36421" cy="13096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4" name="C5-E18 line 152" descr="sci-ppt:o152"/>
          <p:cNvCxnSpPr/>
          <p:nvPr/>
        </p:nvCxnSpPr>
        <p:spPr>
          <a:xfrm>
            <a:off x="5632177" y="3007066"/>
            <a:ext cx="36422" cy="1299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5" name="C5-E18 line 153" descr="sci-ppt:o153"/>
          <p:cNvCxnSpPr/>
          <p:nvPr/>
        </p:nvCxnSpPr>
        <p:spPr>
          <a:xfrm>
            <a:off x="5668599" y="3020060"/>
            <a:ext cx="36422" cy="1289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6" name="C5-E18 line 154" descr="sci-ppt:o154"/>
          <p:cNvCxnSpPr/>
          <p:nvPr/>
        </p:nvCxnSpPr>
        <p:spPr>
          <a:xfrm>
            <a:off x="5705021" y="3032958"/>
            <a:ext cx="36422" cy="1294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7" name="C5-E18 line 155" descr="sci-ppt:o155"/>
          <p:cNvCxnSpPr/>
          <p:nvPr/>
        </p:nvCxnSpPr>
        <p:spPr>
          <a:xfrm>
            <a:off x="5741443" y="3045900"/>
            <a:ext cx="36422" cy="1291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8" name="C5-E18 line 156" descr="sci-ppt:o156"/>
          <p:cNvCxnSpPr/>
          <p:nvPr/>
        </p:nvCxnSpPr>
        <p:spPr>
          <a:xfrm>
            <a:off x="5777865" y="3058812"/>
            <a:ext cx="36421" cy="1288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9" name="C5-E18 line 157" descr="sci-ppt:o157"/>
          <p:cNvCxnSpPr/>
          <p:nvPr/>
        </p:nvCxnSpPr>
        <p:spPr>
          <a:xfrm>
            <a:off x="5814286" y="3071694"/>
            <a:ext cx="36422" cy="1294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0" name="C5-E18 line 158" descr="sci-ppt:o158"/>
          <p:cNvCxnSpPr/>
          <p:nvPr/>
        </p:nvCxnSpPr>
        <p:spPr>
          <a:xfrm>
            <a:off x="5850708" y="3084635"/>
            <a:ext cx="36422" cy="1296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1" name="C5-E18 line 159" descr="sci-ppt:o159"/>
          <p:cNvCxnSpPr/>
          <p:nvPr/>
        </p:nvCxnSpPr>
        <p:spPr>
          <a:xfrm>
            <a:off x="5887130" y="3097597"/>
            <a:ext cx="36422" cy="1297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2" name="C5-E18 line 160" descr="sci-ppt:o160"/>
          <p:cNvCxnSpPr/>
          <p:nvPr/>
        </p:nvCxnSpPr>
        <p:spPr>
          <a:xfrm>
            <a:off x="5923552" y="3110575"/>
            <a:ext cx="36421" cy="1300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3" name="C5-E18 line 161" descr="sci-ppt:o161"/>
          <p:cNvCxnSpPr/>
          <p:nvPr/>
        </p:nvCxnSpPr>
        <p:spPr>
          <a:xfrm>
            <a:off x="5959973" y="3123576"/>
            <a:ext cx="36422" cy="1302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4" name="C5-E18 line 162" descr="sci-ppt:o162"/>
          <p:cNvCxnSpPr/>
          <p:nvPr/>
        </p:nvCxnSpPr>
        <p:spPr>
          <a:xfrm>
            <a:off x="5996395" y="3136599"/>
            <a:ext cx="36422" cy="1304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5" name="C5-E18 line 163" descr="sci-ppt:o163"/>
          <p:cNvCxnSpPr/>
          <p:nvPr/>
        </p:nvCxnSpPr>
        <p:spPr>
          <a:xfrm>
            <a:off x="6032817" y="3149641"/>
            <a:ext cx="36422" cy="1302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6" name="C5-E18 line 164" descr="sci-ppt:o164"/>
          <p:cNvCxnSpPr/>
          <p:nvPr/>
        </p:nvCxnSpPr>
        <p:spPr>
          <a:xfrm>
            <a:off x="6069239" y="3162668"/>
            <a:ext cx="36422" cy="1300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7" name="C5-E18 line 165" descr="sci-ppt:o165"/>
          <p:cNvCxnSpPr/>
          <p:nvPr/>
        </p:nvCxnSpPr>
        <p:spPr>
          <a:xfrm>
            <a:off x="6105661" y="3175676"/>
            <a:ext cx="36421" cy="1300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8" name="C5-E18 line 166" descr="sci-ppt:o166"/>
          <p:cNvCxnSpPr/>
          <p:nvPr/>
        </p:nvCxnSpPr>
        <p:spPr>
          <a:xfrm>
            <a:off x="6142082" y="3188677"/>
            <a:ext cx="36422" cy="1296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9" name="C5-E18 line 167" descr="sci-ppt:o167"/>
          <p:cNvCxnSpPr/>
          <p:nvPr/>
        </p:nvCxnSpPr>
        <p:spPr>
          <a:xfrm>
            <a:off x="6178504" y="3201639"/>
            <a:ext cx="36422" cy="1290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0" name="C5-E18 line 168" descr="sci-ppt:o168"/>
          <p:cNvCxnSpPr/>
          <p:nvPr/>
        </p:nvCxnSpPr>
        <p:spPr>
          <a:xfrm>
            <a:off x="6214926" y="3214548"/>
            <a:ext cx="36422" cy="1287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1" name="C5-E18 line 169" descr="sci-ppt:o169"/>
          <p:cNvCxnSpPr/>
          <p:nvPr/>
        </p:nvCxnSpPr>
        <p:spPr>
          <a:xfrm>
            <a:off x="6251348" y="3227422"/>
            <a:ext cx="36422" cy="1283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2" name="C5-E18 line 170" descr="sci-ppt:o170"/>
          <p:cNvCxnSpPr/>
          <p:nvPr/>
        </p:nvCxnSpPr>
        <p:spPr>
          <a:xfrm>
            <a:off x="6287770" y="3240252"/>
            <a:ext cx="36421" cy="1278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3" name="C5-E18 line 171" descr="sci-ppt:o171"/>
          <p:cNvCxnSpPr/>
          <p:nvPr/>
        </p:nvCxnSpPr>
        <p:spPr>
          <a:xfrm>
            <a:off x="6324191" y="3253033"/>
            <a:ext cx="36422" cy="1273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4" name="C5-E18 line 172" descr="sci-ppt:o172"/>
          <p:cNvCxnSpPr/>
          <p:nvPr/>
        </p:nvCxnSpPr>
        <p:spPr>
          <a:xfrm>
            <a:off x="6360613" y="3265770"/>
            <a:ext cx="36422" cy="1270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5" name="C5-E18 line 173" descr="sci-ppt:o173"/>
          <p:cNvCxnSpPr/>
          <p:nvPr/>
        </p:nvCxnSpPr>
        <p:spPr>
          <a:xfrm>
            <a:off x="6397035" y="3278474"/>
            <a:ext cx="36422" cy="1269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6" name="C5-E18 line 174" descr="sci-ppt:o174"/>
          <p:cNvCxnSpPr/>
          <p:nvPr/>
        </p:nvCxnSpPr>
        <p:spPr>
          <a:xfrm>
            <a:off x="6433457" y="3291164"/>
            <a:ext cx="36421" cy="1266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7" name="C5-E18 line 175" descr="sci-ppt:o175"/>
          <p:cNvCxnSpPr/>
          <p:nvPr/>
        </p:nvCxnSpPr>
        <p:spPr>
          <a:xfrm>
            <a:off x="6469878" y="3303829"/>
            <a:ext cx="36422" cy="1264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8" name="C5-E18 line 176" descr="sci-ppt:o176"/>
          <p:cNvCxnSpPr/>
          <p:nvPr/>
        </p:nvCxnSpPr>
        <p:spPr>
          <a:xfrm>
            <a:off x="6506300" y="3316478"/>
            <a:ext cx="36422" cy="1267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9" name="C5-E18 line 177" descr="sci-ppt:o177"/>
          <p:cNvCxnSpPr/>
          <p:nvPr/>
        </p:nvCxnSpPr>
        <p:spPr>
          <a:xfrm>
            <a:off x="6542722" y="3329155"/>
            <a:ext cx="36422" cy="1267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80" name="C5-E18 line 178" descr="sci-ppt:o178"/>
          <p:cNvCxnSpPr/>
          <p:nvPr/>
        </p:nvCxnSpPr>
        <p:spPr>
          <a:xfrm>
            <a:off x="6579144" y="3341834"/>
            <a:ext cx="36422" cy="1268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81" name="C5-E18 line 179" descr="sci-ppt:o179"/>
          <p:cNvCxnSpPr/>
          <p:nvPr/>
        </p:nvCxnSpPr>
        <p:spPr>
          <a:xfrm>
            <a:off x="6615566" y="3354518"/>
            <a:ext cx="36421" cy="12726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82" name="C5-E18 line 180" descr="sci-ppt:o180"/>
          <p:cNvCxnSpPr/>
          <p:nvPr/>
        </p:nvCxnSpPr>
        <p:spPr>
          <a:xfrm flipV="1">
            <a:off x="1188720" y="4521890"/>
            <a:ext cx="36421" cy="59471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83" name="C5-E18 line 181" descr="sci-ppt:o181"/>
          <p:cNvCxnSpPr/>
          <p:nvPr/>
        </p:nvCxnSpPr>
        <p:spPr>
          <a:xfrm flipV="1">
            <a:off x="1225141" y="3939690"/>
            <a:ext cx="36422" cy="58220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84" name="C5-E18 line 182" descr="sci-ppt:o182"/>
          <p:cNvCxnSpPr/>
          <p:nvPr/>
        </p:nvCxnSpPr>
        <p:spPr>
          <a:xfrm flipV="1">
            <a:off x="1261563" y="3402941"/>
            <a:ext cx="36422" cy="53674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85" name="C5-E18 line 183" descr="sci-ppt:o183"/>
          <p:cNvCxnSpPr/>
          <p:nvPr/>
        </p:nvCxnSpPr>
        <p:spPr>
          <a:xfrm flipV="1">
            <a:off x="1297985" y="2934851"/>
            <a:ext cx="36422" cy="46809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86" name="C5-E18 line 184" descr="sci-ppt:o184"/>
          <p:cNvCxnSpPr/>
          <p:nvPr/>
        </p:nvCxnSpPr>
        <p:spPr>
          <a:xfrm flipV="1">
            <a:off x="1334407" y="2542411"/>
            <a:ext cx="36421" cy="39244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87" name="C5-E18 line 185" descr="sci-ppt:o185"/>
          <p:cNvCxnSpPr/>
          <p:nvPr/>
        </p:nvCxnSpPr>
        <p:spPr>
          <a:xfrm flipV="1">
            <a:off x="1370828" y="2227228"/>
            <a:ext cx="36422" cy="31518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88" name="C5-E18 line 186" descr="sci-ppt:o186"/>
          <p:cNvCxnSpPr/>
          <p:nvPr/>
        </p:nvCxnSpPr>
        <p:spPr>
          <a:xfrm flipV="1">
            <a:off x="1407250" y="1984129"/>
            <a:ext cx="36422" cy="24309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89" name="C5-E18 line 187" descr="sci-ppt:o187"/>
          <p:cNvCxnSpPr/>
          <p:nvPr/>
        </p:nvCxnSpPr>
        <p:spPr>
          <a:xfrm flipV="1">
            <a:off x="1443672" y="1803673"/>
            <a:ext cx="36422" cy="18045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0" name="C5-E18 line 188" descr="sci-ppt:o188"/>
          <p:cNvCxnSpPr/>
          <p:nvPr/>
        </p:nvCxnSpPr>
        <p:spPr>
          <a:xfrm flipV="1">
            <a:off x="1480094" y="1674594"/>
            <a:ext cx="36422" cy="12907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1" name="C5-E18 line 189" descr="sci-ppt:o189"/>
          <p:cNvCxnSpPr/>
          <p:nvPr/>
        </p:nvCxnSpPr>
        <p:spPr>
          <a:xfrm flipV="1">
            <a:off x="1516516" y="1585725"/>
            <a:ext cx="36421" cy="8886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2" name="C5-E18 line 190" descr="sci-ppt:o190"/>
          <p:cNvCxnSpPr/>
          <p:nvPr/>
        </p:nvCxnSpPr>
        <p:spPr>
          <a:xfrm flipV="1">
            <a:off x="1552937" y="1527180"/>
            <a:ext cx="36422" cy="5854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3" name="C5-E18 line 191" descr="sci-ppt:o191"/>
          <p:cNvCxnSpPr/>
          <p:nvPr/>
        </p:nvCxnSpPr>
        <p:spPr>
          <a:xfrm flipV="1">
            <a:off x="1589359" y="1490855"/>
            <a:ext cx="36422" cy="3632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4" name="C5-E18 line 192" descr="sci-ppt:o192"/>
          <p:cNvCxnSpPr/>
          <p:nvPr/>
        </p:nvCxnSpPr>
        <p:spPr>
          <a:xfrm flipV="1">
            <a:off x="1625781" y="1470467"/>
            <a:ext cx="36422" cy="2038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5" name="C5-E18 line 193" descr="sci-ppt:o193"/>
          <p:cNvCxnSpPr/>
          <p:nvPr/>
        </p:nvCxnSpPr>
        <p:spPr>
          <a:xfrm flipV="1">
            <a:off x="1662203" y="1461333"/>
            <a:ext cx="36422" cy="913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6" name="C5-E18 line 194" descr="sci-ppt:o194"/>
          <p:cNvCxnSpPr/>
          <p:nvPr/>
        </p:nvCxnSpPr>
        <p:spPr>
          <a:xfrm flipV="1">
            <a:off x="1698625" y="1460059"/>
            <a:ext cx="36421" cy="127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7" name="C5-E18 line 195" descr="sci-ppt:o195"/>
          <p:cNvCxnSpPr/>
          <p:nvPr/>
        </p:nvCxnSpPr>
        <p:spPr>
          <a:xfrm>
            <a:off x="1735046" y="1460059"/>
            <a:ext cx="36422" cy="417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8" name="C5-E18 line 196" descr="sci-ppt:o196"/>
          <p:cNvCxnSpPr/>
          <p:nvPr/>
        </p:nvCxnSpPr>
        <p:spPr>
          <a:xfrm>
            <a:off x="1771468" y="1464235"/>
            <a:ext cx="36422" cy="793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9" name="C5-E18 line 197" descr="sci-ppt:o197"/>
          <p:cNvCxnSpPr/>
          <p:nvPr/>
        </p:nvCxnSpPr>
        <p:spPr>
          <a:xfrm>
            <a:off x="1807890" y="1472173"/>
            <a:ext cx="36422" cy="1052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0" name="C5-E18 line 198" descr="sci-ppt:o198"/>
          <p:cNvCxnSpPr/>
          <p:nvPr/>
        </p:nvCxnSpPr>
        <p:spPr>
          <a:xfrm>
            <a:off x="1844312" y="1482698"/>
            <a:ext cx="36421" cy="1230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1" name="C5-E18 line 199" descr="sci-ppt:o199"/>
          <p:cNvCxnSpPr/>
          <p:nvPr/>
        </p:nvCxnSpPr>
        <p:spPr>
          <a:xfrm>
            <a:off x="1880733" y="1494998"/>
            <a:ext cx="36422" cy="1351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2" name="C5-E18 line 200" descr="sci-ppt:o200"/>
          <p:cNvCxnSpPr/>
          <p:nvPr/>
        </p:nvCxnSpPr>
        <p:spPr>
          <a:xfrm>
            <a:off x="1917155" y="1508511"/>
            <a:ext cx="36422" cy="1433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3" name="C5-E18 line 201" descr="sci-ppt:o201"/>
          <p:cNvCxnSpPr/>
          <p:nvPr/>
        </p:nvCxnSpPr>
        <p:spPr>
          <a:xfrm>
            <a:off x="1953577" y="1522850"/>
            <a:ext cx="36422" cy="1489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4" name="C5-E18 line 202" descr="sci-ppt:o202"/>
          <p:cNvCxnSpPr/>
          <p:nvPr/>
        </p:nvCxnSpPr>
        <p:spPr>
          <a:xfrm>
            <a:off x="1989999" y="1537746"/>
            <a:ext cx="36422" cy="1526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5" name="C5-E18 line 203" descr="sci-ppt:o203"/>
          <p:cNvCxnSpPr/>
          <p:nvPr/>
        </p:nvCxnSpPr>
        <p:spPr>
          <a:xfrm>
            <a:off x="2026421" y="1553013"/>
            <a:ext cx="36421" cy="1550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6" name="C5-E18 line 204" descr="sci-ppt:o204"/>
          <p:cNvCxnSpPr/>
          <p:nvPr/>
        </p:nvCxnSpPr>
        <p:spPr>
          <a:xfrm>
            <a:off x="2062842" y="1568522"/>
            <a:ext cx="36422" cy="1566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7" name="C5-E18 line 205" descr="sci-ppt:o205"/>
          <p:cNvCxnSpPr/>
          <p:nvPr/>
        </p:nvCxnSpPr>
        <p:spPr>
          <a:xfrm>
            <a:off x="2099264" y="1584183"/>
            <a:ext cx="36422" cy="1574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8" name="C5-E18 line 206" descr="sci-ppt:o206"/>
          <p:cNvCxnSpPr/>
          <p:nvPr/>
        </p:nvCxnSpPr>
        <p:spPr>
          <a:xfrm>
            <a:off x="2135686" y="1599931"/>
            <a:ext cx="36422" cy="1579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9" name="C5-E18 line 207" descr="sci-ppt:o207"/>
          <p:cNvCxnSpPr/>
          <p:nvPr/>
        </p:nvCxnSpPr>
        <p:spPr>
          <a:xfrm>
            <a:off x="2172108" y="1615721"/>
            <a:ext cx="36422" cy="1580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0" name="C5-E18 line 208" descr="sci-ppt:o208"/>
          <p:cNvCxnSpPr/>
          <p:nvPr/>
        </p:nvCxnSpPr>
        <p:spPr>
          <a:xfrm>
            <a:off x="2208530" y="1631522"/>
            <a:ext cx="36421" cy="1579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1" name="C5-E18 line 209" descr="sci-ppt:o209"/>
          <p:cNvCxnSpPr/>
          <p:nvPr/>
        </p:nvCxnSpPr>
        <p:spPr>
          <a:xfrm>
            <a:off x="2244951" y="1647314"/>
            <a:ext cx="36422" cy="1577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2" name="C5-E18 line 210" descr="sci-ppt:o210"/>
          <p:cNvCxnSpPr/>
          <p:nvPr/>
        </p:nvCxnSpPr>
        <p:spPr>
          <a:xfrm>
            <a:off x="2281373" y="1663084"/>
            <a:ext cx="36422" cy="1574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3" name="C5-E18 line 211" descr="sci-ppt:o211"/>
          <p:cNvCxnSpPr/>
          <p:nvPr/>
        </p:nvCxnSpPr>
        <p:spPr>
          <a:xfrm>
            <a:off x="2317795" y="1678827"/>
            <a:ext cx="36422" cy="1571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4" name="C5-E18 line 212" descr="sci-ppt:o212"/>
          <p:cNvCxnSpPr/>
          <p:nvPr/>
        </p:nvCxnSpPr>
        <p:spPr>
          <a:xfrm>
            <a:off x="2354217" y="1694540"/>
            <a:ext cx="36421" cy="1568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5" name="C5-E18 line 213" descr="sci-ppt:o213"/>
          <p:cNvCxnSpPr/>
          <p:nvPr/>
        </p:nvCxnSpPr>
        <p:spPr>
          <a:xfrm>
            <a:off x="2390638" y="1710225"/>
            <a:ext cx="36422" cy="1565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6" name="C5-E18 line 214" descr="sci-ppt:o214"/>
          <p:cNvCxnSpPr/>
          <p:nvPr/>
        </p:nvCxnSpPr>
        <p:spPr>
          <a:xfrm>
            <a:off x="2427060" y="1725883"/>
            <a:ext cx="36422" cy="1563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7" name="C5-E18 line 215" descr="sci-ppt:o215"/>
          <p:cNvCxnSpPr/>
          <p:nvPr/>
        </p:nvCxnSpPr>
        <p:spPr>
          <a:xfrm>
            <a:off x="2463482" y="1741518"/>
            <a:ext cx="36422" cy="1561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8" name="C5-E18 line 216" descr="sci-ppt:o216"/>
          <p:cNvCxnSpPr/>
          <p:nvPr/>
        </p:nvCxnSpPr>
        <p:spPr>
          <a:xfrm>
            <a:off x="2499904" y="1757128"/>
            <a:ext cx="36422" cy="1558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9" name="C5-E18 line 217" descr="sci-ppt:o217"/>
          <p:cNvCxnSpPr/>
          <p:nvPr/>
        </p:nvCxnSpPr>
        <p:spPr>
          <a:xfrm>
            <a:off x="2536326" y="1772715"/>
            <a:ext cx="36421" cy="1556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0" name="C5-E18 line 218" descr="sci-ppt:o218"/>
          <p:cNvCxnSpPr/>
          <p:nvPr/>
        </p:nvCxnSpPr>
        <p:spPr>
          <a:xfrm>
            <a:off x="2572747" y="1788279"/>
            <a:ext cx="36422" cy="1553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1" name="C5-E18 line 219" descr="sci-ppt:o219"/>
          <p:cNvCxnSpPr/>
          <p:nvPr/>
        </p:nvCxnSpPr>
        <p:spPr>
          <a:xfrm>
            <a:off x="2609169" y="1803817"/>
            <a:ext cx="36422" cy="1551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2" name="C5-E18 line 220" descr="sci-ppt:o220"/>
          <p:cNvCxnSpPr/>
          <p:nvPr/>
        </p:nvCxnSpPr>
        <p:spPr>
          <a:xfrm>
            <a:off x="2645591" y="1819329"/>
            <a:ext cx="36422" cy="1548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3" name="C5-E18 line 221" descr="sci-ppt:o221"/>
          <p:cNvCxnSpPr/>
          <p:nvPr/>
        </p:nvCxnSpPr>
        <p:spPr>
          <a:xfrm>
            <a:off x="2682013" y="1834815"/>
            <a:ext cx="36422" cy="1545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4" name="C5-E18 line 222" descr="sci-ppt:o222"/>
          <p:cNvCxnSpPr/>
          <p:nvPr/>
        </p:nvCxnSpPr>
        <p:spPr>
          <a:xfrm>
            <a:off x="2718435" y="1850273"/>
            <a:ext cx="36421" cy="1543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5" name="C5-E18 line 223" descr="sci-ppt:o223"/>
          <p:cNvCxnSpPr/>
          <p:nvPr/>
        </p:nvCxnSpPr>
        <p:spPr>
          <a:xfrm>
            <a:off x="2754856" y="1865704"/>
            <a:ext cx="36422" cy="1540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6" name="C5-E18 line 224" descr="sci-ppt:o224"/>
          <p:cNvCxnSpPr/>
          <p:nvPr/>
        </p:nvCxnSpPr>
        <p:spPr>
          <a:xfrm>
            <a:off x="2791278" y="1881107"/>
            <a:ext cx="36422" cy="1537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7" name="C5-E18 line 225" descr="sci-ppt:o225"/>
          <p:cNvCxnSpPr/>
          <p:nvPr/>
        </p:nvCxnSpPr>
        <p:spPr>
          <a:xfrm>
            <a:off x="2827700" y="1896483"/>
            <a:ext cx="36422" cy="1534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8" name="C5-E18 line 226" descr="sci-ppt:o226"/>
          <p:cNvCxnSpPr/>
          <p:nvPr/>
        </p:nvCxnSpPr>
        <p:spPr>
          <a:xfrm>
            <a:off x="2864122" y="1911831"/>
            <a:ext cx="36421" cy="1532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9" name="C5-E18 line 227" descr="sci-ppt:o227"/>
          <p:cNvCxnSpPr/>
          <p:nvPr/>
        </p:nvCxnSpPr>
        <p:spPr>
          <a:xfrm>
            <a:off x="2900543" y="1927153"/>
            <a:ext cx="36422" cy="1529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0" name="C5-E18 line 228" descr="sci-ppt:o228"/>
          <p:cNvCxnSpPr/>
          <p:nvPr/>
        </p:nvCxnSpPr>
        <p:spPr>
          <a:xfrm>
            <a:off x="2936965" y="1942449"/>
            <a:ext cx="36422" cy="1527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1" name="C5-E18 line 229" descr="sci-ppt:o229"/>
          <p:cNvCxnSpPr/>
          <p:nvPr/>
        </p:nvCxnSpPr>
        <p:spPr>
          <a:xfrm>
            <a:off x="2973387" y="1957719"/>
            <a:ext cx="36422" cy="1524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2" name="C5-E18 line 230" descr="sci-ppt:o230"/>
          <p:cNvCxnSpPr/>
          <p:nvPr/>
        </p:nvCxnSpPr>
        <p:spPr>
          <a:xfrm>
            <a:off x="3009809" y="1972966"/>
            <a:ext cx="36422" cy="1522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3" name="C5-E18 line 231" descr="sci-ppt:o231"/>
          <p:cNvCxnSpPr/>
          <p:nvPr/>
        </p:nvCxnSpPr>
        <p:spPr>
          <a:xfrm>
            <a:off x="3046231" y="1988188"/>
            <a:ext cx="36421" cy="1519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4" name="C5-E18 line 232" descr="sci-ppt:o232"/>
          <p:cNvCxnSpPr/>
          <p:nvPr/>
        </p:nvCxnSpPr>
        <p:spPr>
          <a:xfrm>
            <a:off x="3082652" y="2003387"/>
            <a:ext cx="36422" cy="1517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5" name="C5-E18 line 233" descr="sci-ppt:o233"/>
          <p:cNvCxnSpPr/>
          <p:nvPr/>
        </p:nvCxnSpPr>
        <p:spPr>
          <a:xfrm>
            <a:off x="3119074" y="2018563"/>
            <a:ext cx="36422" cy="1515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6" name="C5-E18 line 234" descr="sci-ppt:o234"/>
          <p:cNvCxnSpPr/>
          <p:nvPr/>
        </p:nvCxnSpPr>
        <p:spPr>
          <a:xfrm>
            <a:off x="3155496" y="2033715"/>
            <a:ext cx="36422" cy="1512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7" name="C5-E18 line 235" descr="sci-ppt:o235"/>
          <p:cNvCxnSpPr/>
          <p:nvPr/>
        </p:nvCxnSpPr>
        <p:spPr>
          <a:xfrm>
            <a:off x="3191918" y="2048843"/>
            <a:ext cx="36422" cy="1510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8" name="C5-E18 line 236" descr="sci-ppt:o236"/>
          <p:cNvCxnSpPr/>
          <p:nvPr/>
        </p:nvCxnSpPr>
        <p:spPr>
          <a:xfrm>
            <a:off x="3228340" y="2063946"/>
            <a:ext cx="36421" cy="1507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9" name="C5-E18 line 237" descr="sci-ppt:o237"/>
          <p:cNvCxnSpPr/>
          <p:nvPr/>
        </p:nvCxnSpPr>
        <p:spPr>
          <a:xfrm>
            <a:off x="3264761" y="2079023"/>
            <a:ext cx="36422" cy="1505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0" name="C5-E18 line 238" descr="sci-ppt:o238"/>
          <p:cNvCxnSpPr/>
          <p:nvPr/>
        </p:nvCxnSpPr>
        <p:spPr>
          <a:xfrm>
            <a:off x="3301183" y="2094073"/>
            <a:ext cx="36422" cy="1502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1" name="C5-E18 line 239" descr="sci-ppt:o239"/>
          <p:cNvCxnSpPr/>
          <p:nvPr/>
        </p:nvCxnSpPr>
        <p:spPr>
          <a:xfrm>
            <a:off x="3337605" y="2109094"/>
            <a:ext cx="36422" cy="1499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2" name="C5-E18 line 240" descr="sci-ppt:o240"/>
          <p:cNvCxnSpPr/>
          <p:nvPr/>
        </p:nvCxnSpPr>
        <p:spPr>
          <a:xfrm>
            <a:off x="3374027" y="2124086"/>
            <a:ext cx="36421" cy="1496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3" name="C5-E18 line 241" descr="sci-ppt:o241"/>
          <p:cNvCxnSpPr/>
          <p:nvPr/>
        </p:nvCxnSpPr>
        <p:spPr>
          <a:xfrm>
            <a:off x="3410448" y="2139047"/>
            <a:ext cx="36422" cy="1493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4" name="C5-E18 line 242" descr="sci-ppt:o242"/>
          <p:cNvCxnSpPr/>
          <p:nvPr/>
        </p:nvCxnSpPr>
        <p:spPr>
          <a:xfrm>
            <a:off x="3446870" y="2153978"/>
            <a:ext cx="36422" cy="1490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5" name="C5-E18 line 243" descr="sci-ppt:o243"/>
          <p:cNvCxnSpPr/>
          <p:nvPr/>
        </p:nvCxnSpPr>
        <p:spPr>
          <a:xfrm>
            <a:off x="3483292" y="2168879"/>
            <a:ext cx="36422" cy="1487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6" name="C5-E18 line 244" descr="sci-ppt:o244"/>
          <p:cNvCxnSpPr/>
          <p:nvPr/>
        </p:nvCxnSpPr>
        <p:spPr>
          <a:xfrm>
            <a:off x="3519714" y="2183752"/>
            <a:ext cx="36422" cy="1484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7" name="C5-E18 line 245" descr="sci-ppt:o245"/>
          <p:cNvCxnSpPr/>
          <p:nvPr/>
        </p:nvCxnSpPr>
        <p:spPr>
          <a:xfrm>
            <a:off x="3556136" y="2198598"/>
            <a:ext cx="36421" cy="1482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8" name="C5-E18 line 246" descr="sci-ppt:o246"/>
          <p:cNvCxnSpPr/>
          <p:nvPr/>
        </p:nvCxnSpPr>
        <p:spPr>
          <a:xfrm>
            <a:off x="3592557" y="2213420"/>
            <a:ext cx="36422" cy="1480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9" name="C5-E18 line 247" descr="sci-ppt:o247"/>
          <p:cNvCxnSpPr/>
          <p:nvPr/>
        </p:nvCxnSpPr>
        <p:spPr>
          <a:xfrm>
            <a:off x="3628979" y="2228220"/>
            <a:ext cx="36422" cy="1477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0" name="C5-E18 line 248" descr="sci-ppt:o248"/>
          <p:cNvCxnSpPr/>
          <p:nvPr/>
        </p:nvCxnSpPr>
        <p:spPr>
          <a:xfrm>
            <a:off x="3665401" y="2242998"/>
            <a:ext cx="36422" cy="1475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1" name="C5-E18 line 249" descr="sci-ppt:o249"/>
          <p:cNvCxnSpPr/>
          <p:nvPr/>
        </p:nvCxnSpPr>
        <p:spPr>
          <a:xfrm>
            <a:off x="3701823" y="2257756"/>
            <a:ext cx="36422" cy="1473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2" name="C5-E18 line 250" descr="sci-ppt:o250"/>
          <p:cNvCxnSpPr/>
          <p:nvPr/>
        </p:nvCxnSpPr>
        <p:spPr>
          <a:xfrm>
            <a:off x="3738245" y="2272494"/>
            <a:ext cx="36421" cy="1471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3" name="C5-E18 line 251" descr="sci-ppt:o251"/>
          <p:cNvCxnSpPr/>
          <p:nvPr/>
        </p:nvCxnSpPr>
        <p:spPr>
          <a:xfrm>
            <a:off x="3774666" y="2287211"/>
            <a:ext cx="36422" cy="1469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4" name="C5-E18 line 252" descr="sci-ppt:o252"/>
          <p:cNvCxnSpPr/>
          <p:nvPr/>
        </p:nvCxnSpPr>
        <p:spPr>
          <a:xfrm>
            <a:off x="3811088" y="2301906"/>
            <a:ext cx="36422" cy="1467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5" name="C5-E18 line 253" descr="sci-ppt:o253"/>
          <p:cNvCxnSpPr/>
          <p:nvPr/>
        </p:nvCxnSpPr>
        <p:spPr>
          <a:xfrm>
            <a:off x="3847510" y="2316576"/>
            <a:ext cx="36422" cy="1464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6" name="C5-E18 line 254" descr="sci-ppt:o254"/>
          <p:cNvCxnSpPr/>
          <p:nvPr/>
        </p:nvCxnSpPr>
        <p:spPr>
          <a:xfrm>
            <a:off x="3883932" y="2331221"/>
            <a:ext cx="36421" cy="1461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7" name="C5-E18 line 255" descr="sci-ppt:o255"/>
          <p:cNvCxnSpPr/>
          <p:nvPr/>
        </p:nvCxnSpPr>
        <p:spPr>
          <a:xfrm>
            <a:off x="3920353" y="2345839"/>
            <a:ext cx="36422" cy="1459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8" name="C5-E18 line 256" descr="sci-ppt:o256"/>
          <p:cNvCxnSpPr/>
          <p:nvPr/>
        </p:nvCxnSpPr>
        <p:spPr>
          <a:xfrm>
            <a:off x="3956775" y="2360430"/>
            <a:ext cx="36422" cy="1456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9" name="C5-E18 line 257" descr="sci-ppt:o257"/>
          <p:cNvCxnSpPr/>
          <p:nvPr/>
        </p:nvCxnSpPr>
        <p:spPr>
          <a:xfrm>
            <a:off x="3993197" y="2374991"/>
            <a:ext cx="36422" cy="1453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0" name="C5-E18 line 258" descr="sci-ppt:o258"/>
          <p:cNvCxnSpPr/>
          <p:nvPr/>
        </p:nvCxnSpPr>
        <p:spPr>
          <a:xfrm>
            <a:off x="4029619" y="2389522"/>
            <a:ext cx="36422" cy="1450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1" name="C5-E18 line 259" descr="sci-ppt:o259"/>
          <p:cNvCxnSpPr/>
          <p:nvPr/>
        </p:nvCxnSpPr>
        <p:spPr>
          <a:xfrm>
            <a:off x="4066041" y="2404023"/>
            <a:ext cx="36421" cy="1447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2" name="C5-E18 line 260" descr="sci-ppt:o260"/>
          <p:cNvCxnSpPr/>
          <p:nvPr/>
        </p:nvCxnSpPr>
        <p:spPr>
          <a:xfrm>
            <a:off x="4102462" y="2418493"/>
            <a:ext cx="36422" cy="1444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3" name="C5-E18 line 261" descr="sci-ppt:o261"/>
          <p:cNvCxnSpPr/>
          <p:nvPr/>
        </p:nvCxnSpPr>
        <p:spPr>
          <a:xfrm>
            <a:off x="4138884" y="2432933"/>
            <a:ext cx="36422" cy="1441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4" name="C5-E18 line 262" descr="sci-ppt:o262"/>
          <p:cNvCxnSpPr/>
          <p:nvPr/>
        </p:nvCxnSpPr>
        <p:spPr>
          <a:xfrm>
            <a:off x="4175306" y="2447344"/>
            <a:ext cx="36422" cy="1438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5" name="C5-E18 line 263" descr="sci-ppt:o263"/>
          <p:cNvCxnSpPr/>
          <p:nvPr/>
        </p:nvCxnSpPr>
        <p:spPr>
          <a:xfrm>
            <a:off x="4211728" y="2461727"/>
            <a:ext cx="36422" cy="1435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6" name="C5-E18 line 264" descr="sci-ppt:o264"/>
          <p:cNvCxnSpPr/>
          <p:nvPr/>
        </p:nvCxnSpPr>
        <p:spPr>
          <a:xfrm>
            <a:off x="4248150" y="2476084"/>
            <a:ext cx="36421" cy="1433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7" name="C5-E18 line 265" descr="sci-ppt:o265"/>
          <p:cNvCxnSpPr/>
          <p:nvPr/>
        </p:nvCxnSpPr>
        <p:spPr>
          <a:xfrm>
            <a:off x="4284571" y="2490415"/>
            <a:ext cx="36422" cy="1431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8" name="C5-E18 line 266" descr="sci-ppt:o266"/>
          <p:cNvCxnSpPr/>
          <p:nvPr/>
        </p:nvCxnSpPr>
        <p:spPr>
          <a:xfrm>
            <a:off x="4320993" y="2504726"/>
            <a:ext cx="36422" cy="1428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9" name="C5-E18 line 267" descr="sci-ppt:o267"/>
          <p:cNvCxnSpPr/>
          <p:nvPr/>
        </p:nvCxnSpPr>
        <p:spPr>
          <a:xfrm>
            <a:off x="4357415" y="2519015"/>
            <a:ext cx="36422" cy="1427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0" name="C5-E18 line 268" descr="sci-ppt:o268"/>
          <p:cNvCxnSpPr/>
          <p:nvPr/>
        </p:nvCxnSpPr>
        <p:spPr>
          <a:xfrm>
            <a:off x="4393837" y="2533288"/>
            <a:ext cx="36421" cy="1425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1" name="C5-E18 line 269" descr="sci-ppt:o269"/>
          <p:cNvCxnSpPr/>
          <p:nvPr/>
        </p:nvCxnSpPr>
        <p:spPr>
          <a:xfrm>
            <a:off x="4430258" y="2547544"/>
            <a:ext cx="36422" cy="1424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2" name="C5-E18 line 270" descr="sci-ppt:o270"/>
          <p:cNvCxnSpPr/>
          <p:nvPr/>
        </p:nvCxnSpPr>
        <p:spPr>
          <a:xfrm>
            <a:off x="4466680" y="2561788"/>
            <a:ext cx="36422" cy="1423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3" name="C5-E18 line 271" descr="sci-ppt:o271"/>
          <p:cNvCxnSpPr/>
          <p:nvPr/>
        </p:nvCxnSpPr>
        <p:spPr>
          <a:xfrm>
            <a:off x="4503102" y="2576024"/>
            <a:ext cx="36422" cy="1422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4" name="C5-E18 line 272" descr="sci-ppt:o272"/>
          <p:cNvCxnSpPr/>
          <p:nvPr/>
        </p:nvCxnSpPr>
        <p:spPr>
          <a:xfrm>
            <a:off x="4539524" y="2590253"/>
            <a:ext cx="36422" cy="1423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5" name="C5-E18 line 273" descr="sci-ppt:o273"/>
          <p:cNvCxnSpPr/>
          <p:nvPr/>
        </p:nvCxnSpPr>
        <p:spPr>
          <a:xfrm>
            <a:off x="4575946" y="2604488"/>
            <a:ext cx="36421" cy="1424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6" name="C5-E18 line 274" descr="sci-ppt:o274"/>
          <p:cNvCxnSpPr/>
          <p:nvPr/>
        </p:nvCxnSpPr>
        <p:spPr>
          <a:xfrm>
            <a:off x="4612367" y="2618730"/>
            <a:ext cx="36422" cy="1426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7" name="C5-E18 line 275" descr="sci-ppt:o275"/>
          <p:cNvCxnSpPr/>
          <p:nvPr/>
        </p:nvCxnSpPr>
        <p:spPr>
          <a:xfrm>
            <a:off x="4648789" y="2632999"/>
            <a:ext cx="36422" cy="1429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8" name="C5-E18 line 276" descr="sci-ppt:o276"/>
          <p:cNvCxnSpPr/>
          <p:nvPr/>
        </p:nvCxnSpPr>
        <p:spPr>
          <a:xfrm>
            <a:off x="4685211" y="2647297"/>
            <a:ext cx="36422" cy="1435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9" name="C5-E18 line 277" descr="sci-ppt:o277"/>
          <p:cNvCxnSpPr/>
          <p:nvPr/>
        </p:nvCxnSpPr>
        <p:spPr>
          <a:xfrm>
            <a:off x="4721633" y="2661649"/>
            <a:ext cx="36422" cy="1441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0" name="C5-E18 line 278" descr="sci-ppt:o278"/>
          <p:cNvCxnSpPr/>
          <p:nvPr/>
        </p:nvCxnSpPr>
        <p:spPr>
          <a:xfrm>
            <a:off x="4758055" y="2676061"/>
            <a:ext cx="36421" cy="1449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1" name="C5-E18 line 279" descr="sci-ppt:o279"/>
          <p:cNvCxnSpPr/>
          <p:nvPr/>
        </p:nvCxnSpPr>
        <p:spPr>
          <a:xfrm>
            <a:off x="4794476" y="2690553"/>
            <a:ext cx="36422" cy="1458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2" name="C5-E18 line 280" descr="sci-ppt:o280"/>
          <p:cNvCxnSpPr/>
          <p:nvPr/>
        </p:nvCxnSpPr>
        <p:spPr>
          <a:xfrm>
            <a:off x="4830898" y="2705138"/>
            <a:ext cx="36422" cy="1468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3" name="C5-E18 line 281" descr="sci-ppt:o281"/>
          <p:cNvCxnSpPr/>
          <p:nvPr/>
        </p:nvCxnSpPr>
        <p:spPr>
          <a:xfrm>
            <a:off x="4867320" y="2719820"/>
            <a:ext cx="36422" cy="1478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4" name="C5-E18 line 282" descr="sci-ppt:o282"/>
          <p:cNvCxnSpPr/>
          <p:nvPr/>
        </p:nvCxnSpPr>
        <p:spPr>
          <a:xfrm>
            <a:off x="4903742" y="2734606"/>
            <a:ext cx="36421" cy="1488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5" name="C5-E18 line 283" descr="sci-ppt:o283"/>
          <p:cNvCxnSpPr/>
          <p:nvPr/>
        </p:nvCxnSpPr>
        <p:spPr>
          <a:xfrm>
            <a:off x="4940163" y="2749491"/>
            <a:ext cx="36422" cy="1496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6" name="C5-E18 line 284" descr="sci-ppt:o284"/>
          <p:cNvCxnSpPr/>
          <p:nvPr/>
        </p:nvCxnSpPr>
        <p:spPr>
          <a:xfrm>
            <a:off x="4976585" y="2764455"/>
            <a:ext cx="36422" cy="1503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7" name="C5-E18 line 285" descr="sci-ppt:o285"/>
          <p:cNvCxnSpPr/>
          <p:nvPr/>
        </p:nvCxnSpPr>
        <p:spPr>
          <a:xfrm>
            <a:off x="5013007" y="2779485"/>
            <a:ext cx="36422" cy="1505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8" name="C5-E18 line 286" descr="sci-ppt:o286"/>
          <p:cNvCxnSpPr/>
          <p:nvPr/>
        </p:nvCxnSpPr>
        <p:spPr>
          <a:xfrm>
            <a:off x="5049429" y="2794539"/>
            <a:ext cx="36422" cy="1504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9" name="C5-E18 line 287" descr="sci-ppt:o287"/>
          <p:cNvCxnSpPr/>
          <p:nvPr/>
        </p:nvCxnSpPr>
        <p:spPr>
          <a:xfrm>
            <a:off x="5085851" y="2809582"/>
            <a:ext cx="36421" cy="1499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0" name="C5-E18 line 288" descr="sci-ppt:o288"/>
          <p:cNvCxnSpPr/>
          <p:nvPr/>
        </p:nvCxnSpPr>
        <p:spPr>
          <a:xfrm>
            <a:off x="5122272" y="2824574"/>
            <a:ext cx="36422" cy="1487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1" name="C5-E18 line 289" descr="sci-ppt:o289"/>
          <p:cNvCxnSpPr/>
          <p:nvPr/>
        </p:nvCxnSpPr>
        <p:spPr>
          <a:xfrm>
            <a:off x="5158694" y="2839447"/>
            <a:ext cx="36422" cy="1474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2" name="C5-E18 line 290" descr="sci-ppt:o290"/>
          <p:cNvCxnSpPr/>
          <p:nvPr/>
        </p:nvCxnSpPr>
        <p:spPr>
          <a:xfrm>
            <a:off x="5195116" y="2854191"/>
            <a:ext cx="36422" cy="1452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3" name="C5-E18 line 291" descr="sci-ppt:o291"/>
          <p:cNvCxnSpPr/>
          <p:nvPr/>
        </p:nvCxnSpPr>
        <p:spPr>
          <a:xfrm>
            <a:off x="5231538" y="2868713"/>
            <a:ext cx="36422" cy="1432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4" name="C5-E18 line 292" descr="sci-ppt:o292"/>
          <p:cNvCxnSpPr/>
          <p:nvPr/>
        </p:nvCxnSpPr>
        <p:spPr>
          <a:xfrm>
            <a:off x="5267960" y="2883033"/>
            <a:ext cx="36421" cy="1406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5" name="C5-E18 line 293" descr="sci-ppt:o293"/>
          <p:cNvCxnSpPr/>
          <p:nvPr/>
        </p:nvCxnSpPr>
        <p:spPr>
          <a:xfrm>
            <a:off x="5304381" y="2897095"/>
            <a:ext cx="36422" cy="1382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6" name="C5-E18 line 294" descr="sci-ppt:o294"/>
          <p:cNvCxnSpPr/>
          <p:nvPr/>
        </p:nvCxnSpPr>
        <p:spPr>
          <a:xfrm>
            <a:off x="5340803" y="2910916"/>
            <a:ext cx="36422" cy="1357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7" name="C5-E18 line 295" descr="sci-ppt:o295"/>
          <p:cNvCxnSpPr/>
          <p:nvPr/>
        </p:nvCxnSpPr>
        <p:spPr>
          <a:xfrm>
            <a:off x="5377225" y="2924492"/>
            <a:ext cx="36422" cy="1336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8" name="C5-E18 line 296" descr="sci-ppt:o296"/>
          <p:cNvCxnSpPr/>
          <p:nvPr/>
        </p:nvCxnSpPr>
        <p:spPr>
          <a:xfrm>
            <a:off x="5413647" y="2937861"/>
            <a:ext cx="36421" cy="1317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9" name="C5-E18 line 297" descr="sci-ppt:o297"/>
          <p:cNvCxnSpPr/>
          <p:nvPr/>
        </p:nvCxnSpPr>
        <p:spPr>
          <a:xfrm>
            <a:off x="5450068" y="2951040"/>
            <a:ext cx="36422" cy="1306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0" name="C5-E18 line 298" descr="sci-ppt:o298"/>
          <p:cNvCxnSpPr/>
          <p:nvPr/>
        </p:nvCxnSpPr>
        <p:spPr>
          <a:xfrm>
            <a:off x="5486490" y="2964109"/>
            <a:ext cx="36422" cy="1296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1" name="C5-E18 line 299" descr="sci-ppt:o299"/>
          <p:cNvCxnSpPr/>
          <p:nvPr/>
        </p:nvCxnSpPr>
        <p:spPr>
          <a:xfrm>
            <a:off x="5522912" y="2977072"/>
            <a:ext cx="36422" cy="1296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2" name="C5-E18 line 300" descr="sci-ppt:o300"/>
          <p:cNvCxnSpPr/>
          <p:nvPr/>
        </p:nvCxnSpPr>
        <p:spPr>
          <a:xfrm>
            <a:off x="5559334" y="2990037"/>
            <a:ext cx="36422" cy="1295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3" name="C5-E18 line 301" descr="sci-ppt:o301"/>
          <p:cNvCxnSpPr/>
          <p:nvPr/>
        </p:nvCxnSpPr>
        <p:spPr>
          <a:xfrm>
            <a:off x="5595756" y="3002993"/>
            <a:ext cx="36421" cy="1302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4" name="C5-E18 line 302" descr="sci-ppt:o302"/>
          <p:cNvCxnSpPr/>
          <p:nvPr/>
        </p:nvCxnSpPr>
        <p:spPr>
          <a:xfrm>
            <a:off x="5632177" y="3016018"/>
            <a:ext cx="36422" cy="1308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5" name="C5-E18 line 303" descr="sci-ppt:o303"/>
          <p:cNvCxnSpPr/>
          <p:nvPr/>
        </p:nvCxnSpPr>
        <p:spPr>
          <a:xfrm>
            <a:off x="5668599" y="3029106"/>
            <a:ext cx="36422" cy="1317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6" name="C5-E18 line 304" descr="sci-ppt:o304"/>
          <p:cNvCxnSpPr/>
          <p:nvPr/>
        </p:nvCxnSpPr>
        <p:spPr>
          <a:xfrm>
            <a:off x="5705021" y="3042284"/>
            <a:ext cx="36422" cy="1324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7" name="C5-E18 line 305" descr="sci-ppt:o305"/>
          <p:cNvCxnSpPr/>
          <p:nvPr/>
        </p:nvCxnSpPr>
        <p:spPr>
          <a:xfrm>
            <a:off x="5741443" y="3055529"/>
            <a:ext cx="36422" cy="1331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8" name="C5-E18 line 306" descr="sci-ppt:o306"/>
          <p:cNvCxnSpPr/>
          <p:nvPr/>
        </p:nvCxnSpPr>
        <p:spPr>
          <a:xfrm>
            <a:off x="5777865" y="3068839"/>
            <a:ext cx="36421" cy="1331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9" name="C5-E18 line 307" descr="sci-ppt:o307"/>
          <p:cNvCxnSpPr/>
          <p:nvPr/>
        </p:nvCxnSpPr>
        <p:spPr>
          <a:xfrm>
            <a:off x="5814286" y="3082149"/>
            <a:ext cx="36422" cy="1331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0" name="C5-E18 line 308" descr="sci-ppt:o308"/>
          <p:cNvCxnSpPr/>
          <p:nvPr/>
        </p:nvCxnSpPr>
        <p:spPr>
          <a:xfrm>
            <a:off x="5850708" y="3095460"/>
            <a:ext cx="36422" cy="1322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1" name="C5-E18 line 309" descr="sci-ppt:o309"/>
          <p:cNvCxnSpPr/>
          <p:nvPr/>
        </p:nvCxnSpPr>
        <p:spPr>
          <a:xfrm>
            <a:off x="5887130" y="3108682"/>
            <a:ext cx="36422" cy="1313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2" name="C5-E18 line 310" descr="sci-ppt:o310"/>
          <p:cNvCxnSpPr/>
          <p:nvPr/>
        </p:nvCxnSpPr>
        <p:spPr>
          <a:xfrm>
            <a:off x="5923552" y="3121816"/>
            <a:ext cx="36421" cy="1297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3" name="C5-E18 line 311" descr="sci-ppt:o311"/>
          <p:cNvCxnSpPr/>
          <p:nvPr/>
        </p:nvCxnSpPr>
        <p:spPr>
          <a:xfrm>
            <a:off x="5959973" y="3134794"/>
            <a:ext cx="36422" cy="1281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4" name="C5-E18 line 312" descr="sci-ppt:o312"/>
          <p:cNvCxnSpPr/>
          <p:nvPr/>
        </p:nvCxnSpPr>
        <p:spPr>
          <a:xfrm>
            <a:off x="5996395" y="3147611"/>
            <a:ext cx="36422" cy="1263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5" name="C5-E18 line 313" descr="sci-ppt:o313"/>
          <p:cNvCxnSpPr/>
          <p:nvPr/>
        </p:nvCxnSpPr>
        <p:spPr>
          <a:xfrm>
            <a:off x="6032817" y="3160242"/>
            <a:ext cx="36422" cy="1245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6" name="C5-E18 line 314" descr="sci-ppt:o314"/>
          <p:cNvCxnSpPr/>
          <p:nvPr/>
        </p:nvCxnSpPr>
        <p:spPr>
          <a:xfrm>
            <a:off x="6069239" y="3172696"/>
            <a:ext cx="36422" cy="1227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7" name="C5-E18 line 315" descr="sci-ppt:o315"/>
          <p:cNvCxnSpPr/>
          <p:nvPr/>
        </p:nvCxnSpPr>
        <p:spPr>
          <a:xfrm>
            <a:off x="6105661" y="3184973"/>
            <a:ext cx="36421" cy="1215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8" name="C5-E18 line 316" descr="sci-ppt:o316"/>
          <p:cNvCxnSpPr/>
          <p:nvPr/>
        </p:nvCxnSpPr>
        <p:spPr>
          <a:xfrm>
            <a:off x="6142082" y="3197131"/>
            <a:ext cx="36422" cy="1203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9" name="C5-E18 line 317" descr="sci-ppt:o317"/>
          <p:cNvCxnSpPr/>
          <p:nvPr/>
        </p:nvCxnSpPr>
        <p:spPr>
          <a:xfrm>
            <a:off x="6178504" y="3209167"/>
            <a:ext cx="36422" cy="1199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0" name="C5-E18 line 318" descr="sci-ppt:o318"/>
          <p:cNvCxnSpPr/>
          <p:nvPr/>
        </p:nvCxnSpPr>
        <p:spPr>
          <a:xfrm>
            <a:off x="6214926" y="3221165"/>
            <a:ext cx="36422" cy="1197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1" name="C5-E18 line 319" descr="sci-ppt:o319"/>
          <p:cNvCxnSpPr/>
          <p:nvPr/>
        </p:nvCxnSpPr>
        <p:spPr>
          <a:xfrm>
            <a:off x="6251348" y="3233135"/>
            <a:ext cx="36422" cy="1201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2" name="C5-E18 line 320" descr="sci-ppt:o320"/>
          <p:cNvCxnSpPr/>
          <p:nvPr/>
        </p:nvCxnSpPr>
        <p:spPr>
          <a:xfrm>
            <a:off x="6287770" y="3245146"/>
            <a:ext cx="36421" cy="1207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3" name="C5-E18 line 321" descr="sci-ppt:o321"/>
          <p:cNvCxnSpPr/>
          <p:nvPr/>
        </p:nvCxnSpPr>
        <p:spPr>
          <a:xfrm>
            <a:off x="6324191" y="3257223"/>
            <a:ext cx="36422" cy="1217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4" name="C5-E18 line 322" descr="sci-ppt:o322"/>
          <p:cNvCxnSpPr/>
          <p:nvPr/>
        </p:nvCxnSpPr>
        <p:spPr>
          <a:xfrm>
            <a:off x="6360613" y="3269397"/>
            <a:ext cx="36422" cy="1229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5" name="C5-E18 line 323" descr="sci-ppt:o323"/>
          <p:cNvCxnSpPr/>
          <p:nvPr/>
        </p:nvCxnSpPr>
        <p:spPr>
          <a:xfrm>
            <a:off x="6397035" y="3281694"/>
            <a:ext cx="36422" cy="1242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6" name="C5-E18 line 324" descr="sci-ppt:o324"/>
          <p:cNvCxnSpPr/>
          <p:nvPr/>
        </p:nvCxnSpPr>
        <p:spPr>
          <a:xfrm>
            <a:off x="6433457" y="3294116"/>
            <a:ext cx="36421" cy="1254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7" name="C5-E18 line 325" descr="sci-ppt:o325"/>
          <p:cNvCxnSpPr/>
          <p:nvPr/>
        </p:nvCxnSpPr>
        <p:spPr>
          <a:xfrm>
            <a:off x="6469878" y="3306660"/>
            <a:ext cx="36422" cy="1266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8" name="C5-E18 line 326" descr="sci-ppt:o326"/>
          <p:cNvCxnSpPr/>
          <p:nvPr/>
        </p:nvCxnSpPr>
        <p:spPr>
          <a:xfrm>
            <a:off x="6506300" y="3319320"/>
            <a:ext cx="36422" cy="1274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9" name="C5-E18 line 327" descr="sci-ppt:o327"/>
          <p:cNvCxnSpPr/>
          <p:nvPr/>
        </p:nvCxnSpPr>
        <p:spPr>
          <a:xfrm>
            <a:off x="6542722" y="3332065"/>
            <a:ext cx="36422" cy="1281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30" name="C5-E18 line 328" descr="sci-ppt:o328"/>
          <p:cNvCxnSpPr/>
          <p:nvPr/>
        </p:nvCxnSpPr>
        <p:spPr>
          <a:xfrm>
            <a:off x="6579144" y="3344882"/>
            <a:ext cx="36422" cy="1285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31" name="C5-E18 line 329" descr="sci-ppt:o329"/>
          <p:cNvCxnSpPr/>
          <p:nvPr/>
        </p:nvCxnSpPr>
        <p:spPr>
          <a:xfrm>
            <a:off x="6615566" y="3357737"/>
            <a:ext cx="36421" cy="1286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32" name="C5-E18 line 330" descr="sci-ppt:o330"/>
          <p:cNvCxnSpPr/>
          <p:nvPr/>
        </p:nvCxnSpPr>
        <p:spPr>
          <a:xfrm flipV="1">
            <a:off x="1188720" y="4539264"/>
            <a:ext cx="36421" cy="57824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33" name="C5-E18 line 331" descr="sci-ppt:o331"/>
          <p:cNvCxnSpPr/>
          <p:nvPr/>
        </p:nvCxnSpPr>
        <p:spPr>
          <a:xfrm flipV="1">
            <a:off x="1225141" y="3959190"/>
            <a:ext cx="36422" cy="580074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34" name="C5-E18 line 332" descr="sci-ppt:o332"/>
          <p:cNvCxnSpPr/>
          <p:nvPr/>
        </p:nvCxnSpPr>
        <p:spPr>
          <a:xfrm flipV="1">
            <a:off x="1261563" y="3413781"/>
            <a:ext cx="36422" cy="54540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35" name="C5-E18 line 333" descr="sci-ppt:o333"/>
          <p:cNvCxnSpPr/>
          <p:nvPr/>
        </p:nvCxnSpPr>
        <p:spPr>
          <a:xfrm flipV="1">
            <a:off x="1297985" y="2933236"/>
            <a:ext cx="36422" cy="48054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36" name="C5-E18 line 334" descr="sci-ppt:o334"/>
          <p:cNvCxnSpPr/>
          <p:nvPr/>
        </p:nvCxnSpPr>
        <p:spPr>
          <a:xfrm flipV="1">
            <a:off x="1334407" y="2530931"/>
            <a:ext cx="36421" cy="40230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37" name="C5-E18 line 335" descr="sci-ppt:o335"/>
          <p:cNvCxnSpPr/>
          <p:nvPr/>
        </p:nvCxnSpPr>
        <p:spPr>
          <a:xfrm flipV="1">
            <a:off x="1370828" y="2208756"/>
            <a:ext cx="36422" cy="32217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38" name="C5-E18 line 336" descr="sci-ppt:o336"/>
          <p:cNvCxnSpPr/>
          <p:nvPr/>
        </p:nvCxnSpPr>
        <p:spPr>
          <a:xfrm flipV="1">
            <a:off x="1407250" y="1962575"/>
            <a:ext cx="36422" cy="24618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39" name="C5-E18 line 337" descr="sci-ppt:o337"/>
          <p:cNvCxnSpPr/>
          <p:nvPr/>
        </p:nvCxnSpPr>
        <p:spPr>
          <a:xfrm flipV="1">
            <a:off x="1443672" y="1782496"/>
            <a:ext cx="36422" cy="18007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0" name="C5-E18 line 338" descr="sci-ppt:o338"/>
          <p:cNvCxnSpPr/>
          <p:nvPr/>
        </p:nvCxnSpPr>
        <p:spPr>
          <a:xfrm flipV="1">
            <a:off x="1480094" y="1656207"/>
            <a:ext cx="36422" cy="12628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1" name="C5-E18 line 339" descr="sci-ppt:o339"/>
          <p:cNvCxnSpPr/>
          <p:nvPr/>
        </p:nvCxnSpPr>
        <p:spPr>
          <a:xfrm flipV="1">
            <a:off x="1516516" y="1571421"/>
            <a:ext cx="36421" cy="8478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2" name="C5-E18 line 340" descr="sci-ppt:o340"/>
          <p:cNvCxnSpPr/>
          <p:nvPr/>
        </p:nvCxnSpPr>
        <p:spPr>
          <a:xfrm flipV="1">
            <a:off x="1552937" y="1517356"/>
            <a:ext cx="36422" cy="5406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3" name="C5-E18 line 341" descr="sci-ppt:o341"/>
          <p:cNvCxnSpPr/>
          <p:nvPr/>
        </p:nvCxnSpPr>
        <p:spPr>
          <a:xfrm flipV="1">
            <a:off x="1589359" y="1485320"/>
            <a:ext cx="36422" cy="3203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4" name="C5-E18 line 342" descr="sci-ppt:o342"/>
          <p:cNvCxnSpPr/>
          <p:nvPr/>
        </p:nvCxnSpPr>
        <p:spPr>
          <a:xfrm flipV="1">
            <a:off x="1625781" y="1468719"/>
            <a:ext cx="36422" cy="1660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5" name="C5-E18 line 343" descr="sci-ppt:o343"/>
          <p:cNvCxnSpPr/>
          <p:nvPr/>
        </p:nvCxnSpPr>
        <p:spPr>
          <a:xfrm flipV="1">
            <a:off x="1662203" y="1462753"/>
            <a:ext cx="36422" cy="596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6" name="C5-E18 line 344" descr="sci-ppt:o344"/>
          <p:cNvCxnSpPr/>
          <p:nvPr/>
        </p:nvCxnSpPr>
        <p:spPr>
          <a:xfrm>
            <a:off x="1698625" y="1462753"/>
            <a:ext cx="36421" cy="128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7" name="C5-E18 line 345" descr="sci-ppt:o345"/>
          <p:cNvCxnSpPr/>
          <p:nvPr/>
        </p:nvCxnSpPr>
        <p:spPr>
          <a:xfrm>
            <a:off x="1735046" y="1464036"/>
            <a:ext cx="36422" cy="618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8" name="C5-E18 line 346" descr="sci-ppt:o346"/>
          <p:cNvCxnSpPr/>
          <p:nvPr/>
        </p:nvCxnSpPr>
        <p:spPr>
          <a:xfrm>
            <a:off x="1771468" y="1470223"/>
            <a:ext cx="36422" cy="948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9" name="C5-E18 line 347" descr="sci-ppt:o347"/>
          <p:cNvCxnSpPr/>
          <p:nvPr/>
        </p:nvCxnSpPr>
        <p:spPr>
          <a:xfrm>
            <a:off x="1807890" y="1479711"/>
            <a:ext cx="36422" cy="1170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0" name="C5-E18 line 348" descr="sci-ppt:o348"/>
          <p:cNvCxnSpPr/>
          <p:nvPr/>
        </p:nvCxnSpPr>
        <p:spPr>
          <a:xfrm>
            <a:off x="1844312" y="1491414"/>
            <a:ext cx="36421" cy="1318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1" name="C5-E18 line 349" descr="sci-ppt:o349"/>
          <p:cNvCxnSpPr/>
          <p:nvPr/>
        </p:nvCxnSpPr>
        <p:spPr>
          <a:xfrm>
            <a:off x="1880733" y="1504600"/>
            <a:ext cx="36422" cy="1417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2" name="C5-E18 line 350" descr="sci-ppt:o350"/>
          <p:cNvCxnSpPr/>
          <p:nvPr/>
        </p:nvCxnSpPr>
        <p:spPr>
          <a:xfrm>
            <a:off x="1917155" y="1518775"/>
            <a:ext cx="36422" cy="1483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3" name="C5-E18 line 351" descr="sci-ppt:o351"/>
          <p:cNvCxnSpPr/>
          <p:nvPr/>
        </p:nvCxnSpPr>
        <p:spPr>
          <a:xfrm>
            <a:off x="1953577" y="1533605"/>
            <a:ext cx="36422" cy="1525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4" name="C5-E18 line 352" descr="sci-ppt:o352"/>
          <p:cNvCxnSpPr/>
          <p:nvPr/>
        </p:nvCxnSpPr>
        <p:spPr>
          <a:xfrm>
            <a:off x="1989999" y="1548864"/>
            <a:ext cx="36422" cy="1553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5" name="C5-E18 line 353" descr="sci-ppt:o353"/>
          <p:cNvCxnSpPr/>
          <p:nvPr/>
        </p:nvCxnSpPr>
        <p:spPr>
          <a:xfrm>
            <a:off x="2026421" y="1564400"/>
            <a:ext cx="36421" cy="1570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6" name="C5-E18 line 354" descr="sci-ppt:o354"/>
          <p:cNvCxnSpPr/>
          <p:nvPr/>
        </p:nvCxnSpPr>
        <p:spPr>
          <a:xfrm>
            <a:off x="2062842" y="1580107"/>
            <a:ext cx="36422" cy="1580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7" name="C5-E18 line 355" descr="sci-ppt:o355"/>
          <p:cNvCxnSpPr/>
          <p:nvPr/>
        </p:nvCxnSpPr>
        <p:spPr>
          <a:xfrm>
            <a:off x="2099264" y="1595912"/>
            <a:ext cx="36422" cy="1585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8" name="C5-E18 line 356" descr="sci-ppt:o356"/>
          <p:cNvCxnSpPr/>
          <p:nvPr/>
        </p:nvCxnSpPr>
        <p:spPr>
          <a:xfrm>
            <a:off x="2135686" y="1611767"/>
            <a:ext cx="36422" cy="1586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9" name="C5-E18 line 357" descr="sci-ppt:o357"/>
          <p:cNvCxnSpPr/>
          <p:nvPr/>
        </p:nvCxnSpPr>
        <p:spPr>
          <a:xfrm>
            <a:off x="2172108" y="1627634"/>
            <a:ext cx="36422" cy="1585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0" name="C5-E18 line 358" descr="sci-ppt:o358"/>
          <p:cNvCxnSpPr/>
          <p:nvPr/>
        </p:nvCxnSpPr>
        <p:spPr>
          <a:xfrm>
            <a:off x="2208530" y="1643491"/>
            <a:ext cx="36421" cy="1583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1" name="C5-E18 line 359" descr="sci-ppt:o359"/>
          <p:cNvCxnSpPr/>
          <p:nvPr/>
        </p:nvCxnSpPr>
        <p:spPr>
          <a:xfrm>
            <a:off x="2244951" y="1659322"/>
            <a:ext cx="36422" cy="1579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2" name="C5-E18 line 360" descr="sci-ppt:o360"/>
          <p:cNvCxnSpPr/>
          <p:nvPr/>
        </p:nvCxnSpPr>
        <p:spPr>
          <a:xfrm>
            <a:off x="2281373" y="1675121"/>
            <a:ext cx="36422" cy="1576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3" name="C5-E18 line 361" descr="sci-ppt:o361"/>
          <p:cNvCxnSpPr/>
          <p:nvPr/>
        </p:nvCxnSpPr>
        <p:spPr>
          <a:xfrm>
            <a:off x="2317795" y="1690886"/>
            <a:ext cx="36422" cy="1573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4" name="C5-E18 line 362" descr="sci-ppt:o362"/>
          <p:cNvCxnSpPr/>
          <p:nvPr/>
        </p:nvCxnSpPr>
        <p:spPr>
          <a:xfrm>
            <a:off x="2354217" y="1706619"/>
            <a:ext cx="36421" cy="1570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5" name="C5-E18 line 363" descr="sci-ppt:o363"/>
          <p:cNvCxnSpPr/>
          <p:nvPr/>
        </p:nvCxnSpPr>
        <p:spPr>
          <a:xfrm>
            <a:off x="2390638" y="1722324"/>
            <a:ext cx="36422" cy="1568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6" name="C5-E18 line 364" descr="sci-ppt:o364"/>
          <p:cNvCxnSpPr/>
          <p:nvPr/>
        </p:nvCxnSpPr>
        <p:spPr>
          <a:xfrm>
            <a:off x="2427060" y="1738005"/>
            <a:ext cx="36422" cy="1565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7" name="C5-E18 line 365" descr="sci-ppt:o365"/>
          <p:cNvCxnSpPr/>
          <p:nvPr/>
        </p:nvCxnSpPr>
        <p:spPr>
          <a:xfrm>
            <a:off x="2463482" y="1753662"/>
            <a:ext cx="36422" cy="1563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8" name="C5-E18 line 366" descr="sci-ppt:o366"/>
          <p:cNvCxnSpPr/>
          <p:nvPr/>
        </p:nvCxnSpPr>
        <p:spPr>
          <a:xfrm>
            <a:off x="2499904" y="1769298"/>
            <a:ext cx="36422" cy="1561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9" name="C5-E18 line 367" descr="sci-ppt:o367"/>
          <p:cNvCxnSpPr/>
          <p:nvPr/>
        </p:nvCxnSpPr>
        <p:spPr>
          <a:xfrm>
            <a:off x="2536326" y="1784911"/>
            <a:ext cx="36421" cy="1558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0" name="C5-E18 line 368" descr="sci-ppt:o368"/>
          <p:cNvCxnSpPr/>
          <p:nvPr/>
        </p:nvCxnSpPr>
        <p:spPr>
          <a:xfrm>
            <a:off x="2572747" y="1800500"/>
            <a:ext cx="36422" cy="15564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1" name="C5-E18 line 369" descr="sci-ppt:o369"/>
          <p:cNvCxnSpPr/>
          <p:nvPr/>
        </p:nvCxnSpPr>
        <p:spPr>
          <a:xfrm>
            <a:off x="2609169" y="1816064"/>
            <a:ext cx="36422" cy="1553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2" name="C5-E18 line 370" descr="sci-ppt:o370"/>
          <p:cNvCxnSpPr/>
          <p:nvPr/>
        </p:nvCxnSpPr>
        <p:spPr>
          <a:xfrm>
            <a:off x="2645591" y="1831602"/>
            <a:ext cx="36422" cy="1551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3" name="C5-E18 line 371" descr="sci-ppt:o371"/>
          <p:cNvCxnSpPr/>
          <p:nvPr/>
        </p:nvCxnSpPr>
        <p:spPr>
          <a:xfrm>
            <a:off x="2682013" y="1847112"/>
            <a:ext cx="36422" cy="1548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4" name="C5-E18 line 372" descr="sci-ppt:o372"/>
          <p:cNvCxnSpPr/>
          <p:nvPr/>
        </p:nvCxnSpPr>
        <p:spPr>
          <a:xfrm>
            <a:off x="2718435" y="1862594"/>
            <a:ext cx="36421" cy="15454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5" name="C5-E18 line 373" descr="sci-ppt:o373"/>
          <p:cNvCxnSpPr/>
          <p:nvPr/>
        </p:nvCxnSpPr>
        <p:spPr>
          <a:xfrm>
            <a:off x="2754856" y="1878048"/>
            <a:ext cx="36422" cy="1542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6" name="C5-E18 line 374" descr="sci-ppt:o374"/>
          <p:cNvCxnSpPr/>
          <p:nvPr/>
        </p:nvCxnSpPr>
        <p:spPr>
          <a:xfrm>
            <a:off x="2791278" y="1893475"/>
            <a:ext cx="36422" cy="1539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7" name="C5-E18 line 375" descr="sci-ppt:o375"/>
          <p:cNvCxnSpPr/>
          <p:nvPr/>
        </p:nvCxnSpPr>
        <p:spPr>
          <a:xfrm>
            <a:off x="2827700" y="1908874"/>
            <a:ext cx="36422" cy="1537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8" name="C5-E18 line 376" descr="sci-ppt:o376"/>
          <p:cNvCxnSpPr/>
          <p:nvPr/>
        </p:nvCxnSpPr>
        <p:spPr>
          <a:xfrm>
            <a:off x="2864122" y="1924246"/>
            <a:ext cx="36421" cy="1534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9" name="C5-E18 line 377" descr="sci-ppt:o377"/>
          <p:cNvCxnSpPr/>
          <p:nvPr/>
        </p:nvCxnSpPr>
        <p:spPr>
          <a:xfrm>
            <a:off x="2900543" y="1939592"/>
            <a:ext cx="36422" cy="1532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0" name="C5-E18 line 378" descr="sci-ppt:o378"/>
          <p:cNvCxnSpPr/>
          <p:nvPr/>
        </p:nvCxnSpPr>
        <p:spPr>
          <a:xfrm>
            <a:off x="2936965" y="1954914"/>
            <a:ext cx="36422" cy="1529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1" name="C5-E18 line 379" descr="sci-ppt:o379"/>
          <p:cNvCxnSpPr/>
          <p:nvPr/>
        </p:nvCxnSpPr>
        <p:spPr>
          <a:xfrm>
            <a:off x="2973387" y="1970212"/>
            <a:ext cx="36422" cy="1527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2" name="C5-E18 line 380" descr="sci-ppt:o380"/>
          <p:cNvCxnSpPr/>
          <p:nvPr/>
        </p:nvCxnSpPr>
        <p:spPr>
          <a:xfrm>
            <a:off x="3009809" y="1985487"/>
            <a:ext cx="36422" cy="1525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3" name="C5-E18 line 381" descr="sci-ppt:o381"/>
          <p:cNvCxnSpPr/>
          <p:nvPr/>
        </p:nvCxnSpPr>
        <p:spPr>
          <a:xfrm>
            <a:off x="3046231" y="2000739"/>
            <a:ext cx="36421" cy="1522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4" name="C5-E18 line 382" descr="sci-ppt:o382"/>
          <p:cNvCxnSpPr/>
          <p:nvPr/>
        </p:nvCxnSpPr>
        <p:spPr>
          <a:xfrm>
            <a:off x="3082652" y="2015968"/>
            <a:ext cx="36422" cy="1520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5" name="C5-E18 line 383" descr="sci-ppt:o383"/>
          <p:cNvCxnSpPr/>
          <p:nvPr/>
        </p:nvCxnSpPr>
        <p:spPr>
          <a:xfrm>
            <a:off x="3119074" y="2031174"/>
            <a:ext cx="36422" cy="1518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6" name="C5-E18 line 384" descr="sci-ppt:o384"/>
          <p:cNvCxnSpPr/>
          <p:nvPr/>
        </p:nvCxnSpPr>
        <p:spPr>
          <a:xfrm>
            <a:off x="3155496" y="2046356"/>
            <a:ext cx="36422" cy="1515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7" name="C5-E18 line 385" descr="sci-ppt:o385"/>
          <p:cNvCxnSpPr/>
          <p:nvPr/>
        </p:nvCxnSpPr>
        <p:spPr>
          <a:xfrm>
            <a:off x="3191918" y="2061513"/>
            <a:ext cx="36422" cy="1513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8" name="C5-E18 line 386" descr="sci-ppt:o386"/>
          <p:cNvCxnSpPr/>
          <p:nvPr/>
        </p:nvCxnSpPr>
        <p:spPr>
          <a:xfrm>
            <a:off x="3228340" y="2076643"/>
            <a:ext cx="36421" cy="1510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9" name="C5-E18 line 387" descr="sci-ppt:o387"/>
          <p:cNvCxnSpPr/>
          <p:nvPr/>
        </p:nvCxnSpPr>
        <p:spPr>
          <a:xfrm>
            <a:off x="3264761" y="2091745"/>
            <a:ext cx="36422" cy="1507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0" name="C5-E18 line 388" descr="sci-ppt:o388"/>
          <p:cNvCxnSpPr/>
          <p:nvPr/>
        </p:nvCxnSpPr>
        <p:spPr>
          <a:xfrm>
            <a:off x="3301183" y="2106818"/>
            <a:ext cx="36422" cy="1504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1" name="C5-E18 line 389" descr="sci-ppt:o389"/>
          <p:cNvCxnSpPr/>
          <p:nvPr/>
        </p:nvCxnSpPr>
        <p:spPr>
          <a:xfrm>
            <a:off x="3337605" y="2121860"/>
            <a:ext cx="36422" cy="1501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2" name="C5-E18 line 390" descr="sci-ppt:o390"/>
          <p:cNvCxnSpPr/>
          <p:nvPr/>
        </p:nvCxnSpPr>
        <p:spPr>
          <a:xfrm>
            <a:off x="3374027" y="2136870"/>
            <a:ext cx="36421" cy="1497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3" name="C5-E18 line 391" descr="sci-ppt:o391"/>
          <p:cNvCxnSpPr/>
          <p:nvPr/>
        </p:nvCxnSpPr>
        <p:spPr>
          <a:xfrm>
            <a:off x="3410448" y="2151848"/>
            <a:ext cx="36422" cy="1494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4" name="C5-E18 line 392" descr="sci-ppt:o392"/>
          <p:cNvCxnSpPr/>
          <p:nvPr/>
        </p:nvCxnSpPr>
        <p:spPr>
          <a:xfrm>
            <a:off x="3446870" y="2166795"/>
            <a:ext cx="36422" cy="1491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5" name="C5-E18 line 393" descr="sci-ppt:o393"/>
          <p:cNvCxnSpPr/>
          <p:nvPr/>
        </p:nvCxnSpPr>
        <p:spPr>
          <a:xfrm>
            <a:off x="3483292" y="2181713"/>
            <a:ext cx="36422" cy="1489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6" name="C5-E18 line 394" descr="sci-ppt:o394"/>
          <p:cNvCxnSpPr/>
          <p:nvPr/>
        </p:nvCxnSpPr>
        <p:spPr>
          <a:xfrm>
            <a:off x="3519714" y="2196606"/>
            <a:ext cx="36422" cy="1487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7" name="C5-E18 line 395" descr="sci-ppt:o395"/>
          <p:cNvCxnSpPr/>
          <p:nvPr/>
        </p:nvCxnSpPr>
        <p:spPr>
          <a:xfrm>
            <a:off x="3556136" y="2211476"/>
            <a:ext cx="36421" cy="1484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8" name="C5-E18 line 396" descr="sci-ppt:o396"/>
          <p:cNvCxnSpPr/>
          <p:nvPr/>
        </p:nvCxnSpPr>
        <p:spPr>
          <a:xfrm>
            <a:off x="3592557" y="2226325"/>
            <a:ext cx="36422" cy="1483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9" name="C5-E18 line 397" descr="sci-ppt:o397"/>
          <p:cNvCxnSpPr/>
          <p:nvPr/>
        </p:nvCxnSpPr>
        <p:spPr>
          <a:xfrm>
            <a:off x="3628979" y="2241156"/>
            <a:ext cx="36422" cy="1481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0" name="C5-E18 line 398" descr="sci-ppt:o398"/>
          <p:cNvCxnSpPr/>
          <p:nvPr/>
        </p:nvCxnSpPr>
        <p:spPr>
          <a:xfrm>
            <a:off x="3665401" y="2255969"/>
            <a:ext cx="36422" cy="14794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1" name="C5-E18 line 399" descr="sci-ppt:o399"/>
          <p:cNvCxnSpPr/>
          <p:nvPr/>
        </p:nvCxnSpPr>
        <p:spPr>
          <a:xfrm>
            <a:off x="3701823" y="2270763"/>
            <a:ext cx="36422" cy="14774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2" name="C5-E18 line 400" descr="sci-ppt:o400"/>
          <p:cNvCxnSpPr/>
          <p:nvPr/>
        </p:nvCxnSpPr>
        <p:spPr>
          <a:xfrm>
            <a:off x="3738245" y="2285537"/>
            <a:ext cx="36421" cy="1475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3" name="C5-E18 line 401" descr="sci-ppt:o401"/>
          <p:cNvCxnSpPr/>
          <p:nvPr/>
        </p:nvCxnSpPr>
        <p:spPr>
          <a:xfrm>
            <a:off x="3774666" y="2300289"/>
            <a:ext cx="36422" cy="1472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4" name="C5-E18 line 402" descr="sci-ppt:o402"/>
          <p:cNvCxnSpPr/>
          <p:nvPr/>
        </p:nvCxnSpPr>
        <p:spPr>
          <a:xfrm>
            <a:off x="3811088" y="2315016"/>
            <a:ext cx="36422" cy="1470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5" name="C5-E18 line 403" descr="sci-ppt:o403"/>
          <p:cNvCxnSpPr/>
          <p:nvPr/>
        </p:nvCxnSpPr>
        <p:spPr>
          <a:xfrm>
            <a:off x="3847510" y="2329716"/>
            <a:ext cx="36422" cy="1467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6" name="C5-E18 line 404" descr="sci-ppt:o404"/>
          <p:cNvCxnSpPr/>
          <p:nvPr/>
        </p:nvCxnSpPr>
        <p:spPr>
          <a:xfrm>
            <a:off x="3883932" y="2344387"/>
            <a:ext cx="36421" cy="1464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7" name="C5-E18 line 405" descr="sci-ppt:o405"/>
          <p:cNvCxnSpPr/>
          <p:nvPr/>
        </p:nvCxnSpPr>
        <p:spPr>
          <a:xfrm>
            <a:off x="3920353" y="2359028"/>
            <a:ext cx="36422" cy="1461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8" name="C5-E18 line 406" descr="sci-ppt:o406"/>
          <p:cNvCxnSpPr/>
          <p:nvPr/>
        </p:nvCxnSpPr>
        <p:spPr>
          <a:xfrm>
            <a:off x="3956775" y="2373638"/>
            <a:ext cx="36422" cy="1457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9" name="C5-E18 line 407" descr="sci-ppt:o407"/>
          <p:cNvCxnSpPr/>
          <p:nvPr/>
        </p:nvCxnSpPr>
        <p:spPr>
          <a:xfrm>
            <a:off x="3993197" y="2388216"/>
            <a:ext cx="36422" cy="1454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0" name="C5-E18 line 408" descr="sci-ppt:o408"/>
          <p:cNvCxnSpPr/>
          <p:nvPr/>
        </p:nvCxnSpPr>
        <p:spPr>
          <a:xfrm>
            <a:off x="4029619" y="2402761"/>
            <a:ext cx="36422" cy="1451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1" name="C5-E18 line 409" descr="sci-ppt:o409"/>
          <p:cNvCxnSpPr/>
          <p:nvPr/>
        </p:nvCxnSpPr>
        <p:spPr>
          <a:xfrm>
            <a:off x="4066041" y="2417273"/>
            <a:ext cx="36421" cy="1448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2" name="C5-E18 line 410" descr="sci-ppt:o410"/>
          <p:cNvCxnSpPr/>
          <p:nvPr/>
        </p:nvCxnSpPr>
        <p:spPr>
          <a:xfrm>
            <a:off x="4102462" y="2431756"/>
            <a:ext cx="36422" cy="1445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3" name="C5-E18 line 411" descr="sci-ppt:o411"/>
          <p:cNvCxnSpPr/>
          <p:nvPr/>
        </p:nvCxnSpPr>
        <p:spPr>
          <a:xfrm>
            <a:off x="4138884" y="2446211"/>
            <a:ext cx="36422" cy="1443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4" name="C5-E18 line 412" descr="sci-ppt:o412"/>
          <p:cNvCxnSpPr/>
          <p:nvPr/>
        </p:nvCxnSpPr>
        <p:spPr>
          <a:xfrm>
            <a:off x="4175306" y="2460644"/>
            <a:ext cx="36422" cy="1441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5" name="C5-E18 line 413" descr="sci-ppt:o413"/>
          <p:cNvCxnSpPr/>
          <p:nvPr/>
        </p:nvCxnSpPr>
        <p:spPr>
          <a:xfrm>
            <a:off x="4211728" y="2475059"/>
            <a:ext cx="36422" cy="1440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6" name="C5-E18 line 414" descr="sci-ppt:o414"/>
          <p:cNvCxnSpPr/>
          <p:nvPr/>
        </p:nvCxnSpPr>
        <p:spPr>
          <a:xfrm>
            <a:off x="4248150" y="2489459"/>
            <a:ext cx="36421" cy="1438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7" name="C5-E18 line 415" descr="sci-ppt:o415"/>
          <p:cNvCxnSpPr/>
          <p:nvPr/>
        </p:nvCxnSpPr>
        <p:spPr>
          <a:xfrm>
            <a:off x="4284571" y="2503847"/>
            <a:ext cx="36422" cy="1438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8" name="C5-E18 line 416" descr="sci-ppt:o416"/>
          <p:cNvCxnSpPr/>
          <p:nvPr/>
        </p:nvCxnSpPr>
        <p:spPr>
          <a:xfrm>
            <a:off x="4320993" y="2518228"/>
            <a:ext cx="36422" cy="14374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9" name="C5-E18 line 417" descr="sci-ppt:o417"/>
          <p:cNvCxnSpPr/>
          <p:nvPr/>
        </p:nvCxnSpPr>
        <p:spPr>
          <a:xfrm>
            <a:off x="4357415" y="2532602"/>
            <a:ext cx="36422" cy="1437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0" name="C5-E18 line 418" descr="sci-ppt:o418"/>
          <p:cNvCxnSpPr/>
          <p:nvPr/>
        </p:nvCxnSpPr>
        <p:spPr>
          <a:xfrm>
            <a:off x="4393837" y="2546978"/>
            <a:ext cx="36421" cy="1437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1" name="C5-E18 line 419" descr="sci-ppt:o419"/>
          <p:cNvCxnSpPr/>
          <p:nvPr/>
        </p:nvCxnSpPr>
        <p:spPr>
          <a:xfrm>
            <a:off x="4430258" y="2561353"/>
            <a:ext cx="36422" cy="1438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2" name="C5-E18 line 420" descr="sci-ppt:o420"/>
          <p:cNvCxnSpPr/>
          <p:nvPr/>
        </p:nvCxnSpPr>
        <p:spPr>
          <a:xfrm>
            <a:off x="4466680" y="2575740"/>
            <a:ext cx="36422" cy="1440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3" name="C5-E18 line 421" descr="sci-ppt:o421"/>
          <p:cNvCxnSpPr/>
          <p:nvPr/>
        </p:nvCxnSpPr>
        <p:spPr>
          <a:xfrm>
            <a:off x="4503102" y="2590141"/>
            <a:ext cx="36422" cy="1443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4" name="C5-E18 line 422" descr="sci-ppt:o422"/>
          <p:cNvCxnSpPr/>
          <p:nvPr/>
        </p:nvCxnSpPr>
        <p:spPr>
          <a:xfrm>
            <a:off x="4539524" y="2604571"/>
            <a:ext cx="36422" cy="1446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5" name="C5-E18 line 423" descr="sci-ppt:o423"/>
          <p:cNvCxnSpPr/>
          <p:nvPr/>
        </p:nvCxnSpPr>
        <p:spPr>
          <a:xfrm>
            <a:off x="4575946" y="2619039"/>
            <a:ext cx="36421" cy="1452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6" name="C5-E18 line 424" descr="sci-ppt:o424"/>
          <p:cNvCxnSpPr/>
          <p:nvPr/>
        </p:nvCxnSpPr>
        <p:spPr>
          <a:xfrm>
            <a:off x="4612367" y="2633564"/>
            <a:ext cx="36422" cy="1459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7" name="C5-E18 line 425" descr="sci-ppt:o425"/>
          <p:cNvCxnSpPr/>
          <p:nvPr/>
        </p:nvCxnSpPr>
        <p:spPr>
          <a:xfrm>
            <a:off x="4648789" y="2648162"/>
            <a:ext cx="36422" cy="1468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8" name="C5-E18 line 426" descr="sci-ppt:o426"/>
          <p:cNvCxnSpPr/>
          <p:nvPr/>
        </p:nvCxnSpPr>
        <p:spPr>
          <a:xfrm>
            <a:off x="4685211" y="2662844"/>
            <a:ext cx="36422" cy="1479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9" name="C5-E18 line 427" descr="sci-ppt:o427"/>
          <p:cNvCxnSpPr/>
          <p:nvPr/>
        </p:nvCxnSpPr>
        <p:spPr>
          <a:xfrm>
            <a:off x="4721633" y="2677634"/>
            <a:ext cx="36422" cy="1489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0" name="C5-E18 line 428" descr="sci-ppt:o428"/>
          <p:cNvCxnSpPr/>
          <p:nvPr/>
        </p:nvCxnSpPr>
        <p:spPr>
          <a:xfrm>
            <a:off x="4758055" y="2692532"/>
            <a:ext cx="36421" cy="1501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1" name="C5-E18 line 429" descr="sci-ppt:o429"/>
          <p:cNvCxnSpPr/>
          <p:nvPr/>
        </p:nvCxnSpPr>
        <p:spPr>
          <a:xfrm>
            <a:off x="4794476" y="2707550"/>
            <a:ext cx="36422" cy="1512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2" name="C5-E18 line 430" descr="sci-ppt:o430"/>
          <p:cNvCxnSpPr/>
          <p:nvPr/>
        </p:nvCxnSpPr>
        <p:spPr>
          <a:xfrm>
            <a:off x="4830898" y="2722679"/>
            <a:ext cx="36422" cy="1522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3" name="C5-E18 line 431" descr="sci-ppt:o431"/>
          <p:cNvCxnSpPr/>
          <p:nvPr/>
        </p:nvCxnSpPr>
        <p:spPr>
          <a:xfrm>
            <a:off x="4867320" y="2737899"/>
            <a:ext cx="36422" cy="1529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4" name="C5-E18 line 432" descr="sci-ppt:o432"/>
          <p:cNvCxnSpPr/>
          <p:nvPr/>
        </p:nvCxnSpPr>
        <p:spPr>
          <a:xfrm>
            <a:off x="4903742" y="2753197"/>
            <a:ext cx="36421" cy="1532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5" name="C5-E18 line 433" descr="sci-ppt:o433"/>
          <p:cNvCxnSpPr/>
          <p:nvPr/>
        </p:nvCxnSpPr>
        <p:spPr>
          <a:xfrm>
            <a:off x="4940163" y="2768523"/>
            <a:ext cx="36422" cy="1531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6" name="C5-E18 line 434" descr="sci-ppt:o434"/>
          <p:cNvCxnSpPr/>
          <p:nvPr/>
        </p:nvCxnSpPr>
        <p:spPr>
          <a:xfrm>
            <a:off x="4976585" y="2783842"/>
            <a:ext cx="36422" cy="1525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7" name="C5-E18 line 435" descr="sci-ppt:o435"/>
          <p:cNvCxnSpPr/>
          <p:nvPr/>
        </p:nvCxnSpPr>
        <p:spPr>
          <a:xfrm>
            <a:off x="5013007" y="2799100"/>
            <a:ext cx="36422" cy="1513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8" name="C5-E18 line 436" descr="sci-ppt:o436"/>
          <p:cNvCxnSpPr/>
          <p:nvPr/>
        </p:nvCxnSpPr>
        <p:spPr>
          <a:xfrm>
            <a:off x="5049429" y="2814233"/>
            <a:ext cx="36422" cy="1497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9" name="C5-E18 line 437" descr="sci-ppt:o437"/>
          <p:cNvCxnSpPr/>
          <p:nvPr/>
        </p:nvCxnSpPr>
        <p:spPr>
          <a:xfrm>
            <a:off x="5085851" y="2829212"/>
            <a:ext cx="36421" cy="1473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0" name="C5-E18 line 438" descr="sci-ppt:o438"/>
          <p:cNvCxnSpPr/>
          <p:nvPr/>
        </p:nvCxnSpPr>
        <p:spPr>
          <a:xfrm>
            <a:off x="5122272" y="2843950"/>
            <a:ext cx="36422" cy="1450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1" name="C5-E18 line 439" descr="sci-ppt:o439"/>
          <p:cNvCxnSpPr/>
          <p:nvPr/>
        </p:nvCxnSpPr>
        <p:spPr>
          <a:xfrm>
            <a:off x="5158694" y="2858456"/>
            <a:ext cx="36422" cy="1421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2" name="C5-E18 line 440" descr="sci-ppt:o440"/>
          <p:cNvCxnSpPr/>
          <p:nvPr/>
        </p:nvCxnSpPr>
        <p:spPr>
          <a:xfrm>
            <a:off x="5195116" y="2872668"/>
            <a:ext cx="36422" cy="1394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3" name="C5-E18 line 441" descr="sci-ppt:o441"/>
          <p:cNvCxnSpPr/>
          <p:nvPr/>
        </p:nvCxnSpPr>
        <p:spPr>
          <a:xfrm>
            <a:off x="5231538" y="2886608"/>
            <a:ext cx="36422" cy="1367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4" name="C5-E18 line 442" descr="sci-ppt:o442"/>
          <p:cNvCxnSpPr/>
          <p:nvPr/>
        </p:nvCxnSpPr>
        <p:spPr>
          <a:xfrm>
            <a:off x="5267960" y="2900279"/>
            <a:ext cx="36421" cy="1342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5" name="C5-E18 line 443" descr="sci-ppt:o443"/>
          <p:cNvCxnSpPr/>
          <p:nvPr/>
        </p:nvCxnSpPr>
        <p:spPr>
          <a:xfrm>
            <a:off x="5304381" y="2913707"/>
            <a:ext cx="36422" cy="1323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6" name="C5-E18 line 444" descr="sci-ppt:o444"/>
          <p:cNvCxnSpPr/>
          <p:nvPr/>
        </p:nvCxnSpPr>
        <p:spPr>
          <a:xfrm>
            <a:off x="5340803" y="2926943"/>
            <a:ext cx="36422" cy="1309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7" name="C5-E18 line 445" descr="sci-ppt:o445"/>
          <p:cNvCxnSpPr/>
          <p:nvPr/>
        </p:nvCxnSpPr>
        <p:spPr>
          <a:xfrm>
            <a:off x="5377225" y="2940036"/>
            <a:ext cx="36422" cy="1300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8" name="C5-E18 line 446" descr="sci-ppt:o446"/>
          <p:cNvCxnSpPr/>
          <p:nvPr/>
        </p:nvCxnSpPr>
        <p:spPr>
          <a:xfrm>
            <a:off x="5413647" y="2953036"/>
            <a:ext cx="36421" cy="1298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9" name="C5-E18 line 447" descr="sci-ppt:o447"/>
          <p:cNvCxnSpPr/>
          <p:nvPr/>
        </p:nvCxnSpPr>
        <p:spPr>
          <a:xfrm>
            <a:off x="5450068" y="2966018"/>
            <a:ext cx="36422" cy="1298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0" name="C5-E18 line 448" descr="sci-ppt:o448"/>
          <p:cNvCxnSpPr/>
          <p:nvPr/>
        </p:nvCxnSpPr>
        <p:spPr>
          <a:xfrm>
            <a:off x="5486490" y="2978998"/>
            <a:ext cx="36422" cy="1305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1" name="C5-E18 line 449" descr="sci-ppt:o449"/>
          <p:cNvCxnSpPr/>
          <p:nvPr/>
        </p:nvCxnSpPr>
        <p:spPr>
          <a:xfrm>
            <a:off x="5522912" y="2992050"/>
            <a:ext cx="36422" cy="1310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2" name="C5-E18 line 450" descr="sci-ppt:o450"/>
          <p:cNvCxnSpPr/>
          <p:nvPr/>
        </p:nvCxnSpPr>
        <p:spPr>
          <a:xfrm>
            <a:off x="5559334" y="3005158"/>
            <a:ext cx="36422" cy="13184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3" name="C5-E18 line 451" descr="sci-ppt:o451"/>
          <p:cNvCxnSpPr/>
          <p:nvPr/>
        </p:nvCxnSpPr>
        <p:spPr>
          <a:xfrm>
            <a:off x="5595756" y="3018342"/>
            <a:ext cx="36421" cy="1324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4" name="C5-E18 line 452" descr="sci-ppt:o452"/>
          <p:cNvCxnSpPr/>
          <p:nvPr/>
        </p:nvCxnSpPr>
        <p:spPr>
          <a:xfrm>
            <a:off x="5632177" y="3031583"/>
            <a:ext cx="36422" cy="1326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5" name="C5-E18 line 453" descr="sci-ppt:o453"/>
          <p:cNvCxnSpPr/>
          <p:nvPr/>
        </p:nvCxnSpPr>
        <p:spPr>
          <a:xfrm>
            <a:off x="5668599" y="3044844"/>
            <a:ext cx="36422" cy="1325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6" name="C5-E18 line 454" descr="sci-ppt:o454"/>
          <p:cNvCxnSpPr/>
          <p:nvPr/>
        </p:nvCxnSpPr>
        <p:spPr>
          <a:xfrm>
            <a:off x="5705021" y="3058099"/>
            <a:ext cx="36422" cy="1319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7" name="C5-E18 line 455" descr="sci-ppt:o455"/>
          <p:cNvCxnSpPr/>
          <p:nvPr/>
        </p:nvCxnSpPr>
        <p:spPr>
          <a:xfrm>
            <a:off x="5741443" y="3071294"/>
            <a:ext cx="36422" cy="1309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8" name="C5-E18 line 456" descr="sci-ppt:o456"/>
          <p:cNvCxnSpPr/>
          <p:nvPr/>
        </p:nvCxnSpPr>
        <p:spPr>
          <a:xfrm>
            <a:off x="5777865" y="3084391"/>
            <a:ext cx="36421" cy="1296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9" name="C5-E18 line 457" descr="sci-ppt:o457"/>
          <p:cNvCxnSpPr/>
          <p:nvPr/>
        </p:nvCxnSpPr>
        <p:spPr>
          <a:xfrm>
            <a:off x="5814286" y="3097358"/>
            <a:ext cx="36422" cy="12804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0" name="C5-E18 line 458" descr="sci-ppt:o458"/>
          <p:cNvCxnSpPr/>
          <p:nvPr/>
        </p:nvCxnSpPr>
        <p:spPr>
          <a:xfrm>
            <a:off x="5850708" y="3110162"/>
            <a:ext cx="36422" cy="1264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1" name="C5-E18 line 459" descr="sci-ppt:o459"/>
          <p:cNvCxnSpPr/>
          <p:nvPr/>
        </p:nvCxnSpPr>
        <p:spPr>
          <a:xfrm>
            <a:off x="5887130" y="3122802"/>
            <a:ext cx="36422" cy="1248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2" name="C5-E18 line 460" descr="sci-ppt:o460"/>
          <p:cNvCxnSpPr/>
          <p:nvPr/>
        </p:nvCxnSpPr>
        <p:spPr>
          <a:xfrm>
            <a:off x="5923552" y="3135289"/>
            <a:ext cx="36421" cy="1234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3" name="C5-E18 line 461" descr="sci-ppt:o461"/>
          <p:cNvCxnSpPr/>
          <p:nvPr/>
        </p:nvCxnSpPr>
        <p:spPr>
          <a:xfrm>
            <a:off x="5959973" y="3147631"/>
            <a:ext cx="36422" cy="1226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4" name="C5-E18 line 462" descr="sci-ppt:o462"/>
          <p:cNvCxnSpPr/>
          <p:nvPr/>
        </p:nvCxnSpPr>
        <p:spPr>
          <a:xfrm>
            <a:off x="5996395" y="3159893"/>
            <a:ext cx="36422" cy="1219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5" name="C5-E18 line 463" descr="sci-ppt:o463"/>
          <p:cNvCxnSpPr/>
          <p:nvPr/>
        </p:nvCxnSpPr>
        <p:spPr>
          <a:xfrm>
            <a:off x="6032817" y="3172086"/>
            <a:ext cx="36422" cy="1221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6" name="C5-E18 line 464" descr="sci-ppt:o464"/>
          <p:cNvCxnSpPr/>
          <p:nvPr/>
        </p:nvCxnSpPr>
        <p:spPr>
          <a:xfrm>
            <a:off x="6069239" y="3184297"/>
            <a:ext cx="36422" cy="1225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7" name="C5-E18 line 465" descr="sci-ppt:o465"/>
          <p:cNvCxnSpPr/>
          <p:nvPr/>
        </p:nvCxnSpPr>
        <p:spPr>
          <a:xfrm>
            <a:off x="6105661" y="3196550"/>
            <a:ext cx="36421" cy="1235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8" name="C5-E18 line 466" descr="sci-ppt:o466"/>
          <p:cNvCxnSpPr/>
          <p:nvPr/>
        </p:nvCxnSpPr>
        <p:spPr>
          <a:xfrm>
            <a:off x="6142082" y="3208906"/>
            <a:ext cx="36422" cy="1249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9" name="C5-E18 line 467" descr="sci-ppt:o467"/>
          <p:cNvCxnSpPr/>
          <p:nvPr/>
        </p:nvCxnSpPr>
        <p:spPr>
          <a:xfrm>
            <a:off x="6178504" y="3221397"/>
            <a:ext cx="36422" cy="1264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0" name="C5-E18 line 468" descr="sci-ppt:o468"/>
          <p:cNvCxnSpPr/>
          <p:nvPr/>
        </p:nvCxnSpPr>
        <p:spPr>
          <a:xfrm>
            <a:off x="6214926" y="3234044"/>
            <a:ext cx="36422" cy="1281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1" name="C5-E18 line 469" descr="sci-ppt:o469"/>
          <p:cNvCxnSpPr/>
          <p:nvPr/>
        </p:nvCxnSpPr>
        <p:spPr>
          <a:xfrm>
            <a:off x="6251348" y="3246859"/>
            <a:ext cx="36422" cy="1297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2" name="C5-E18 line 470" descr="sci-ppt:o470"/>
          <p:cNvCxnSpPr/>
          <p:nvPr/>
        </p:nvCxnSpPr>
        <p:spPr>
          <a:xfrm>
            <a:off x="6287770" y="3259837"/>
            <a:ext cx="36421" cy="1310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3" name="C5-E18 line 471" descr="sci-ppt:o471"/>
          <p:cNvCxnSpPr/>
          <p:nvPr/>
        </p:nvCxnSpPr>
        <p:spPr>
          <a:xfrm>
            <a:off x="6324191" y="3272940"/>
            <a:ext cx="36422" cy="1322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4" name="C5-E18 line 472" descr="sci-ppt:o472"/>
          <p:cNvCxnSpPr/>
          <p:nvPr/>
        </p:nvCxnSpPr>
        <p:spPr>
          <a:xfrm>
            <a:off x="6360613" y="3286163"/>
            <a:ext cx="36422" cy="1326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5" name="C5-E18 line 473" descr="sci-ppt:o473"/>
          <p:cNvCxnSpPr/>
          <p:nvPr/>
        </p:nvCxnSpPr>
        <p:spPr>
          <a:xfrm>
            <a:off x="6397035" y="3299430"/>
            <a:ext cx="36422" cy="1329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6" name="C5-E18 line 474" descr="sci-ppt:o474"/>
          <p:cNvCxnSpPr/>
          <p:nvPr/>
        </p:nvCxnSpPr>
        <p:spPr>
          <a:xfrm>
            <a:off x="6433457" y="3312729"/>
            <a:ext cx="36421" cy="1325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7" name="C5-E18 line 475" descr="sci-ppt:o475"/>
          <p:cNvCxnSpPr/>
          <p:nvPr/>
        </p:nvCxnSpPr>
        <p:spPr>
          <a:xfrm>
            <a:off x="6469878" y="3325985"/>
            <a:ext cx="36422" cy="1318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8" name="C5-E18 line 476" descr="sci-ppt:o476"/>
          <p:cNvCxnSpPr/>
          <p:nvPr/>
        </p:nvCxnSpPr>
        <p:spPr>
          <a:xfrm>
            <a:off x="6506300" y="3339172"/>
            <a:ext cx="36422" cy="1307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9" name="C5-E18 line 477" descr="sci-ppt:o477"/>
          <p:cNvCxnSpPr/>
          <p:nvPr/>
        </p:nvCxnSpPr>
        <p:spPr>
          <a:xfrm>
            <a:off x="6542722" y="3352245"/>
            <a:ext cx="36422" cy="1292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80" name="C5-E18 line 478" descr="sci-ppt:o478"/>
          <p:cNvCxnSpPr/>
          <p:nvPr/>
        </p:nvCxnSpPr>
        <p:spPr>
          <a:xfrm>
            <a:off x="6579144" y="3365172"/>
            <a:ext cx="36422" cy="1276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81" name="C5-E18 line 479" descr="sci-ppt:o479"/>
          <p:cNvCxnSpPr/>
          <p:nvPr/>
        </p:nvCxnSpPr>
        <p:spPr>
          <a:xfrm>
            <a:off x="6615566" y="3377941"/>
            <a:ext cx="36421" cy="1259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82" name="C5-E18 line 480" descr="sci-ppt:o480"/>
          <p:cNvCxnSpPr/>
          <p:nvPr/>
        </p:nvCxnSpPr>
        <p:spPr>
          <a:xfrm flipV="1">
            <a:off x="1188720" y="4523520"/>
            <a:ext cx="36421" cy="59308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83" name="C5-E18 line 481" descr="sci-ppt:o481"/>
          <p:cNvCxnSpPr/>
          <p:nvPr/>
        </p:nvCxnSpPr>
        <p:spPr>
          <a:xfrm flipV="1">
            <a:off x="1225141" y="3949465"/>
            <a:ext cx="36422" cy="57405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84" name="C5-E18 line 482" descr="sci-ppt:o482"/>
          <p:cNvCxnSpPr/>
          <p:nvPr/>
        </p:nvCxnSpPr>
        <p:spPr>
          <a:xfrm flipV="1">
            <a:off x="1261563" y="3423632"/>
            <a:ext cx="36422" cy="52583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85" name="C5-E18 line 483" descr="sci-ppt:o483"/>
          <p:cNvCxnSpPr/>
          <p:nvPr/>
        </p:nvCxnSpPr>
        <p:spPr>
          <a:xfrm flipV="1">
            <a:off x="1297985" y="2965616"/>
            <a:ext cx="36422" cy="45801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86" name="C5-E18 line 484" descr="sci-ppt:o484"/>
          <p:cNvCxnSpPr/>
          <p:nvPr/>
        </p:nvCxnSpPr>
        <p:spPr>
          <a:xfrm flipV="1">
            <a:off x="1334407" y="2581032"/>
            <a:ext cx="36421" cy="38458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87" name="C5-E18 line 485" descr="sci-ppt:o485"/>
          <p:cNvCxnSpPr/>
          <p:nvPr/>
        </p:nvCxnSpPr>
        <p:spPr>
          <a:xfrm flipV="1">
            <a:off x="1370828" y="2269084"/>
            <a:ext cx="36422" cy="31194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88" name="C5-E18 line 486" descr="sci-ppt:o486"/>
          <p:cNvCxnSpPr/>
          <p:nvPr/>
        </p:nvCxnSpPr>
        <p:spPr>
          <a:xfrm flipV="1">
            <a:off x="1407250" y="2025177"/>
            <a:ext cx="36422" cy="24390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89" name="C5-E18 line 487" descr="sci-ppt:o487"/>
          <p:cNvCxnSpPr/>
          <p:nvPr/>
        </p:nvCxnSpPr>
        <p:spPr>
          <a:xfrm flipV="1">
            <a:off x="1443672" y="1840936"/>
            <a:ext cx="36422" cy="18424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0" name="C5-E18 line 488" descr="sci-ppt:o488"/>
          <p:cNvCxnSpPr/>
          <p:nvPr/>
        </p:nvCxnSpPr>
        <p:spPr>
          <a:xfrm flipV="1">
            <a:off x="1480094" y="1706331"/>
            <a:ext cx="36422" cy="13460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1" name="C5-E18 line 489" descr="sci-ppt:o489"/>
          <p:cNvCxnSpPr/>
          <p:nvPr/>
        </p:nvCxnSpPr>
        <p:spPr>
          <a:xfrm flipV="1">
            <a:off x="1516516" y="1611286"/>
            <a:ext cx="36421" cy="9504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2" name="C5-E18 line 490" descr="sci-ppt:o490"/>
          <p:cNvCxnSpPr/>
          <p:nvPr/>
        </p:nvCxnSpPr>
        <p:spPr>
          <a:xfrm flipV="1">
            <a:off x="1552937" y="1546712"/>
            <a:ext cx="36422" cy="6457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3" name="C5-E18 line 491" descr="sci-ppt:o491"/>
          <p:cNvCxnSpPr/>
          <p:nvPr/>
        </p:nvCxnSpPr>
        <p:spPr>
          <a:xfrm flipV="1">
            <a:off x="1589359" y="1504571"/>
            <a:ext cx="36422" cy="4214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4" name="C5-E18 line 492" descr="sci-ppt:o492"/>
          <p:cNvCxnSpPr/>
          <p:nvPr/>
        </p:nvCxnSpPr>
        <p:spPr>
          <a:xfrm flipV="1">
            <a:off x="1625781" y="1479499"/>
            <a:ext cx="36422" cy="2507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5" name="C5-E18 line 493" descr="sci-ppt:o493"/>
          <p:cNvCxnSpPr/>
          <p:nvPr/>
        </p:nvCxnSpPr>
        <p:spPr>
          <a:xfrm flipV="1">
            <a:off x="1662203" y="1466734"/>
            <a:ext cx="36422" cy="1276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6" name="C5-E18 line 494" descr="sci-ppt:o494"/>
          <p:cNvCxnSpPr/>
          <p:nvPr/>
        </p:nvCxnSpPr>
        <p:spPr>
          <a:xfrm flipV="1">
            <a:off x="1698625" y="1462706"/>
            <a:ext cx="36421" cy="402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7" name="C5-E18 line 495" descr="sci-ppt:o495"/>
          <p:cNvCxnSpPr/>
          <p:nvPr/>
        </p:nvCxnSpPr>
        <p:spPr>
          <a:xfrm>
            <a:off x="1735046" y="1462706"/>
            <a:ext cx="36422" cy="211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8" name="C5-E18 line 496" descr="sci-ppt:o496"/>
          <p:cNvCxnSpPr/>
          <p:nvPr/>
        </p:nvCxnSpPr>
        <p:spPr>
          <a:xfrm>
            <a:off x="1771468" y="1464819"/>
            <a:ext cx="36422" cy="640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9" name="C5-E18 line 497" descr="sci-ppt:o497"/>
          <p:cNvCxnSpPr/>
          <p:nvPr/>
        </p:nvCxnSpPr>
        <p:spPr>
          <a:xfrm>
            <a:off x="1807890" y="1471219"/>
            <a:ext cx="36422" cy="938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0" name="C5-E18 line 498" descr="sci-ppt:o498"/>
          <p:cNvCxnSpPr/>
          <p:nvPr/>
        </p:nvCxnSpPr>
        <p:spPr>
          <a:xfrm>
            <a:off x="1844312" y="1480602"/>
            <a:ext cx="36421" cy="1145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1" name="C5-E18 line 499" descr="sci-ppt:o499"/>
          <p:cNvCxnSpPr/>
          <p:nvPr/>
        </p:nvCxnSpPr>
        <p:spPr>
          <a:xfrm>
            <a:off x="1880733" y="1492053"/>
            <a:ext cx="36422" cy="1287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2" name="C5-E18 line 500" descr="sci-ppt:o500"/>
          <p:cNvCxnSpPr/>
          <p:nvPr/>
        </p:nvCxnSpPr>
        <p:spPr>
          <a:xfrm>
            <a:off x="1917155" y="1504930"/>
            <a:ext cx="36422" cy="1385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3" name="C5-E18 line 501" descr="sci-ppt:o501"/>
          <p:cNvCxnSpPr/>
          <p:nvPr/>
        </p:nvCxnSpPr>
        <p:spPr>
          <a:xfrm>
            <a:off x="1953577" y="1518781"/>
            <a:ext cx="36422" cy="1454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4" name="C5-E18 line 502" descr="sci-ppt:o502"/>
          <p:cNvCxnSpPr/>
          <p:nvPr/>
        </p:nvCxnSpPr>
        <p:spPr>
          <a:xfrm>
            <a:off x="1989999" y="1533327"/>
            <a:ext cx="36422" cy="1501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5" name="C5-E18 line 503" descr="sci-ppt:o503"/>
          <p:cNvCxnSpPr/>
          <p:nvPr/>
        </p:nvCxnSpPr>
        <p:spPr>
          <a:xfrm>
            <a:off x="2026421" y="1548340"/>
            <a:ext cx="36421" cy="1532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6" name="C5-E18 line 504" descr="sci-ppt:o504"/>
          <p:cNvCxnSpPr/>
          <p:nvPr/>
        </p:nvCxnSpPr>
        <p:spPr>
          <a:xfrm>
            <a:off x="2062842" y="1563664"/>
            <a:ext cx="36422" cy="1552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7" name="C5-E18 line 505" descr="sci-ppt:o505"/>
          <p:cNvCxnSpPr/>
          <p:nvPr/>
        </p:nvCxnSpPr>
        <p:spPr>
          <a:xfrm>
            <a:off x="2099264" y="1579189"/>
            <a:ext cx="36422" cy="1564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8" name="C5-E18 line 506" descr="sci-ppt:o506"/>
          <p:cNvCxnSpPr/>
          <p:nvPr/>
        </p:nvCxnSpPr>
        <p:spPr>
          <a:xfrm>
            <a:off x="2135686" y="1594837"/>
            <a:ext cx="36422" cy="1571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9" name="C5-E18 line 507" descr="sci-ppt:o507"/>
          <p:cNvCxnSpPr/>
          <p:nvPr/>
        </p:nvCxnSpPr>
        <p:spPr>
          <a:xfrm>
            <a:off x="2172108" y="1610555"/>
            <a:ext cx="36422" cy="1575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0" name="C5-E18 line 508" descr="sci-ppt:o508"/>
          <p:cNvCxnSpPr/>
          <p:nvPr/>
        </p:nvCxnSpPr>
        <p:spPr>
          <a:xfrm>
            <a:off x="2208530" y="1626305"/>
            <a:ext cx="36421" cy="1575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1" name="C5-E18 line 509" descr="sci-ppt:o509"/>
          <p:cNvCxnSpPr/>
          <p:nvPr/>
        </p:nvCxnSpPr>
        <p:spPr>
          <a:xfrm>
            <a:off x="2244951" y="1642064"/>
            <a:ext cx="36422" cy="1575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2" name="C5-E18 line 510" descr="sci-ppt:o510"/>
          <p:cNvCxnSpPr/>
          <p:nvPr/>
        </p:nvCxnSpPr>
        <p:spPr>
          <a:xfrm>
            <a:off x="2281373" y="1657815"/>
            <a:ext cx="36422" cy="1573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3" name="C5-E18 line 511" descr="sci-ppt:o511"/>
          <p:cNvCxnSpPr/>
          <p:nvPr/>
        </p:nvCxnSpPr>
        <p:spPr>
          <a:xfrm>
            <a:off x="2317795" y="1673550"/>
            <a:ext cx="36422" cy="1571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4" name="C5-E18 line 512" descr="sci-ppt:o512"/>
          <p:cNvCxnSpPr/>
          <p:nvPr/>
        </p:nvCxnSpPr>
        <p:spPr>
          <a:xfrm>
            <a:off x="2354217" y="1689263"/>
            <a:ext cx="36421" cy="1568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5" name="C5-E18 line 513" descr="sci-ppt:o513"/>
          <p:cNvCxnSpPr/>
          <p:nvPr/>
        </p:nvCxnSpPr>
        <p:spPr>
          <a:xfrm>
            <a:off x="2390638" y="1704951"/>
            <a:ext cx="36422" cy="1566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6" name="C5-E18 line 514" descr="sci-ppt:o514"/>
          <p:cNvCxnSpPr/>
          <p:nvPr/>
        </p:nvCxnSpPr>
        <p:spPr>
          <a:xfrm>
            <a:off x="2427060" y="1720615"/>
            <a:ext cx="36422" cy="1563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7" name="C5-E18 line 515" descr="sci-ppt:o515"/>
          <p:cNvCxnSpPr/>
          <p:nvPr/>
        </p:nvCxnSpPr>
        <p:spPr>
          <a:xfrm>
            <a:off x="2463482" y="1736254"/>
            <a:ext cx="36422" cy="1561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8" name="C5-E18 line 516" descr="sci-ppt:o516"/>
          <p:cNvCxnSpPr/>
          <p:nvPr/>
        </p:nvCxnSpPr>
        <p:spPr>
          <a:xfrm>
            <a:off x="2499904" y="1751868"/>
            <a:ext cx="36422" cy="1559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9" name="C5-E18 line 517" descr="sci-ppt:o517"/>
          <p:cNvCxnSpPr/>
          <p:nvPr/>
        </p:nvCxnSpPr>
        <p:spPr>
          <a:xfrm>
            <a:off x="2536326" y="1767458"/>
            <a:ext cx="36421" cy="1556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0" name="C5-E18 line 518" descr="sci-ppt:o518"/>
          <p:cNvCxnSpPr/>
          <p:nvPr/>
        </p:nvCxnSpPr>
        <p:spPr>
          <a:xfrm>
            <a:off x="2572747" y="1783024"/>
            <a:ext cx="36422" cy="1554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1" name="C5-E18 line 519" descr="sci-ppt:o519"/>
          <p:cNvCxnSpPr/>
          <p:nvPr/>
        </p:nvCxnSpPr>
        <p:spPr>
          <a:xfrm>
            <a:off x="2609169" y="1798564"/>
            <a:ext cx="36422" cy="1551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2" name="C5-E18 line 520" descr="sci-ppt:o520"/>
          <p:cNvCxnSpPr/>
          <p:nvPr/>
        </p:nvCxnSpPr>
        <p:spPr>
          <a:xfrm>
            <a:off x="2645591" y="1814079"/>
            <a:ext cx="36422" cy="1548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3" name="C5-E18 line 521" descr="sci-ppt:o521"/>
          <p:cNvCxnSpPr/>
          <p:nvPr/>
        </p:nvCxnSpPr>
        <p:spPr>
          <a:xfrm>
            <a:off x="2682013" y="1829568"/>
            <a:ext cx="36422" cy="1546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4" name="C5-E18 line 522" descr="sci-ppt:o522"/>
          <p:cNvCxnSpPr/>
          <p:nvPr/>
        </p:nvCxnSpPr>
        <p:spPr>
          <a:xfrm>
            <a:off x="2718435" y="1845032"/>
            <a:ext cx="36421" cy="1543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5" name="C5-E18 line 523" descr="sci-ppt:o523"/>
          <p:cNvCxnSpPr/>
          <p:nvPr/>
        </p:nvCxnSpPr>
        <p:spPr>
          <a:xfrm>
            <a:off x="2754856" y="1860468"/>
            <a:ext cx="36422" cy="1541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6" name="C5-E18 line 524" descr="sci-ppt:o524"/>
          <p:cNvCxnSpPr/>
          <p:nvPr/>
        </p:nvCxnSpPr>
        <p:spPr>
          <a:xfrm>
            <a:off x="2791278" y="1875879"/>
            <a:ext cx="36422" cy="1538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7" name="C5-E18 line 525" descr="sci-ppt:o525"/>
          <p:cNvCxnSpPr/>
          <p:nvPr/>
        </p:nvCxnSpPr>
        <p:spPr>
          <a:xfrm>
            <a:off x="2827700" y="1891262"/>
            <a:ext cx="36422" cy="1535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8" name="C5-E18 line 526" descr="sci-ppt:o526"/>
          <p:cNvCxnSpPr/>
          <p:nvPr/>
        </p:nvCxnSpPr>
        <p:spPr>
          <a:xfrm>
            <a:off x="2864122" y="1906620"/>
            <a:ext cx="36421" cy="1533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9" name="C5-E18 line 527" descr="sci-ppt:o527"/>
          <p:cNvCxnSpPr/>
          <p:nvPr/>
        </p:nvCxnSpPr>
        <p:spPr>
          <a:xfrm>
            <a:off x="2900543" y="1921952"/>
            <a:ext cx="36422" cy="1530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0" name="C5-E18 line 528" descr="sci-ppt:o528"/>
          <p:cNvCxnSpPr/>
          <p:nvPr/>
        </p:nvCxnSpPr>
        <p:spPr>
          <a:xfrm>
            <a:off x="2936965" y="1937257"/>
            <a:ext cx="36422" cy="1528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1" name="C5-E18 line 529" descr="sci-ppt:o529"/>
          <p:cNvCxnSpPr/>
          <p:nvPr/>
        </p:nvCxnSpPr>
        <p:spPr>
          <a:xfrm>
            <a:off x="2973387" y="1952537"/>
            <a:ext cx="36422" cy="1525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2" name="C5-E18 line 530" descr="sci-ppt:o530"/>
          <p:cNvCxnSpPr/>
          <p:nvPr/>
        </p:nvCxnSpPr>
        <p:spPr>
          <a:xfrm>
            <a:off x="3009809" y="1967793"/>
            <a:ext cx="36422" cy="1523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3" name="C5-E18 line 531" descr="sci-ppt:o531"/>
          <p:cNvCxnSpPr/>
          <p:nvPr/>
        </p:nvCxnSpPr>
        <p:spPr>
          <a:xfrm>
            <a:off x="3046231" y="1983023"/>
            <a:ext cx="36421" cy="1520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4" name="C5-E18 line 532" descr="sci-ppt:o532"/>
          <p:cNvCxnSpPr/>
          <p:nvPr/>
        </p:nvCxnSpPr>
        <p:spPr>
          <a:xfrm>
            <a:off x="3082652" y="1998228"/>
            <a:ext cx="36422" cy="1518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5" name="C5-E18 line 533" descr="sci-ppt:o533"/>
          <p:cNvCxnSpPr/>
          <p:nvPr/>
        </p:nvCxnSpPr>
        <p:spPr>
          <a:xfrm>
            <a:off x="3119074" y="2013409"/>
            <a:ext cx="36422" cy="1515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6" name="C5-E18 line 534" descr="sci-ppt:o534"/>
          <p:cNvCxnSpPr/>
          <p:nvPr/>
        </p:nvCxnSpPr>
        <p:spPr>
          <a:xfrm>
            <a:off x="3155496" y="2028564"/>
            <a:ext cx="36422" cy="1513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7" name="C5-E18 line 535" descr="sci-ppt:o535"/>
          <p:cNvCxnSpPr/>
          <p:nvPr/>
        </p:nvCxnSpPr>
        <p:spPr>
          <a:xfrm>
            <a:off x="3191918" y="2043694"/>
            <a:ext cx="36422" cy="1510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8" name="C5-E18 line 536" descr="sci-ppt:o536"/>
          <p:cNvCxnSpPr/>
          <p:nvPr/>
        </p:nvCxnSpPr>
        <p:spPr>
          <a:xfrm>
            <a:off x="3228340" y="2058798"/>
            <a:ext cx="36421" cy="1507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9" name="C5-E18 line 537" descr="sci-ppt:o537"/>
          <p:cNvCxnSpPr/>
          <p:nvPr/>
        </p:nvCxnSpPr>
        <p:spPr>
          <a:xfrm>
            <a:off x="3264761" y="2073876"/>
            <a:ext cx="36422" cy="1505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0" name="C5-E18 line 538" descr="sci-ppt:o538"/>
          <p:cNvCxnSpPr/>
          <p:nvPr/>
        </p:nvCxnSpPr>
        <p:spPr>
          <a:xfrm>
            <a:off x="3301183" y="2088927"/>
            <a:ext cx="36422" cy="1502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1" name="C5-E18 line 539" descr="sci-ppt:o539"/>
          <p:cNvCxnSpPr/>
          <p:nvPr/>
        </p:nvCxnSpPr>
        <p:spPr>
          <a:xfrm>
            <a:off x="3337605" y="2103950"/>
            <a:ext cx="36422" cy="1499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2" name="C5-E18 line 540" descr="sci-ppt:o540"/>
          <p:cNvCxnSpPr/>
          <p:nvPr/>
        </p:nvCxnSpPr>
        <p:spPr>
          <a:xfrm>
            <a:off x="3374027" y="2118946"/>
            <a:ext cx="36421" cy="1496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3" name="C5-E18 line 541" descr="sci-ppt:o541"/>
          <p:cNvCxnSpPr/>
          <p:nvPr/>
        </p:nvCxnSpPr>
        <p:spPr>
          <a:xfrm>
            <a:off x="3410448" y="2133913"/>
            <a:ext cx="36422" cy="1493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4" name="C5-E18 line 542" descr="sci-ppt:o542"/>
          <p:cNvCxnSpPr/>
          <p:nvPr/>
        </p:nvCxnSpPr>
        <p:spPr>
          <a:xfrm>
            <a:off x="3446870" y="2148852"/>
            <a:ext cx="36422" cy="1491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5" name="C5-E18 line 543" descr="sci-ppt:o543"/>
          <p:cNvCxnSpPr/>
          <p:nvPr/>
        </p:nvCxnSpPr>
        <p:spPr>
          <a:xfrm>
            <a:off x="3483292" y="2163764"/>
            <a:ext cx="36422" cy="1488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6" name="C5-E18 line 544" descr="sci-ppt:o544"/>
          <p:cNvCxnSpPr/>
          <p:nvPr/>
        </p:nvCxnSpPr>
        <p:spPr>
          <a:xfrm>
            <a:off x="3519714" y="2178648"/>
            <a:ext cx="36422" cy="1485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7" name="C5-E18 line 545" descr="sci-ppt:o545"/>
          <p:cNvCxnSpPr/>
          <p:nvPr/>
        </p:nvCxnSpPr>
        <p:spPr>
          <a:xfrm>
            <a:off x="3556136" y="2193506"/>
            <a:ext cx="36421" cy="1483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8" name="C5-E18 line 546" descr="sci-ppt:o546"/>
          <p:cNvCxnSpPr/>
          <p:nvPr/>
        </p:nvCxnSpPr>
        <p:spPr>
          <a:xfrm>
            <a:off x="3592557" y="2208337"/>
            <a:ext cx="36422" cy="1480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9" name="C5-E18 line 547" descr="sci-ppt:o547"/>
          <p:cNvCxnSpPr/>
          <p:nvPr/>
        </p:nvCxnSpPr>
        <p:spPr>
          <a:xfrm>
            <a:off x="3628979" y="2223143"/>
            <a:ext cx="36422" cy="1478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0" name="C5-E18 line 548" descr="sci-ppt:o548"/>
          <p:cNvCxnSpPr/>
          <p:nvPr/>
        </p:nvCxnSpPr>
        <p:spPr>
          <a:xfrm>
            <a:off x="3665401" y="2237924"/>
            <a:ext cx="36422" cy="1475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1" name="C5-E18 line 549" descr="sci-ppt:o549"/>
          <p:cNvCxnSpPr/>
          <p:nvPr/>
        </p:nvCxnSpPr>
        <p:spPr>
          <a:xfrm>
            <a:off x="3701823" y="2252680"/>
            <a:ext cx="36422" cy="1473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2" name="C5-E18 line 550" descr="sci-ppt:o550"/>
          <p:cNvCxnSpPr/>
          <p:nvPr/>
        </p:nvCxnSpPr>
        <p:spPr>
          <a:xfrm>
            <a:off x="3738245" y="2267412"/>
            <a:ext cx="36421" cy="1470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3" name="C5-E18 line 551" descr="sci-ppt:o551"/>
          <p:cNvCxnSpPr/>
          <p:nvPr/>
        </p:nvCxnSpPr>
        <p:spPr>
          <a:xfrm>
            <a:off x="3774666" y="2282117"/>
            <a:ext cx="36422" cy="1468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4" name="C5-E18 line 552" descr="sci-ppt:o552"/>
          <p:cNvCxnSpPr/>
          <p:nvPr/>
        </p:nvCxnSpPr>
        <p:spPr>
          <a:xfrm>
            <a:off x="3811088" y="2296797"/>
            <a:ext cx="36422" cy="1465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5" name="C5-E18 line 553" descr="sci-ppt:o553"/>
          <p:cNvCxnSpPr/>
          <p:nvPr/>
        </p:nvCxnSpPr>
        <p:spPr>
          <a:xfrm>
            <a:off x="3847510" y="2311447"/>
            <a:ext cx="36422" cy="1462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6" name="C5-E18 line 554" descr="sci-ppt:o554"/>
          <p:cNvCxnSpPr/>
          <p:nvPr/>
        </p:nvCxnSpPr>
        <p:spPr>
          <a:xfrm>
            <a:off x="3883932" y="2326069"/>
            <a:ext cx="36421" cy="1459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7" name="C5-E18 line 555" descr="sci-ppt:o555"/>
          <p:cNvCxnSpPr/>
          <p:nvPr/>
        </p:nvCxnSpPr>
        <p:spPr>
          <a:xfrm>
            <a:off x="3920353" y="2340660"/>
            <a:ext cx="36422" cy="1456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8" name="C5-E18 line 556" descr="sci-ppt:o556"/>
          <p:cNvCxnSpPr/>
          <p:nvPr/>
        </p:nvCxnSpPr>
        <p:spPr>
          <a:xfrm>
            <a:off x="3956775" y="2355221"/>
            <a:ext cx="36422" cy="1452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9" name="C5-E18 line 557" descr="sci-ppt:o557"/>
          <p:cNvCxnSpPr/>
          <p:nvPr/>
        </p:nvCxnSpPr>
        <p:spPr>
          <a:xfrm>
            <a:off x="3993197" y="2369747"/>
            <a:ext cx="36422" cy="1449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0" name="C5-E18 line 558" descr="sci-ppt:o558"/>
          <p:cNvCxnSpPr/>
          <p:nvPr/>
        </p:nvCxnSpPr>
        <p:spPr>
          <a:xfrm>
            <a:off x="4029619" y="2384239"/>
            <a:ext cx="36422" cy="1445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1" name="C5-E18 line 559" descr="sci-ppt:o559"/>
          <p:cNvCxnSpPr/>
          <p:nvPr/>
        </p:nvCxnSpPr>
        <p:spPr>
          <a:xfrm>
            <a:off x="4066041" y="2398694"/>
            <a:ext cx="36421" cy="1441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2" name="C5-E18 line 560" descr="sci-ppt:o560"/>
          <p:cNvCxnSpPr/>
          <p:nvPr/>
        </p:nvCxnSpPr>
        <p:spPr>
          <a:xfrm>
            <a:off x="4102462" y="2413111"/>
            <a:ext cx="36422" cy="1437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3" name="C5-E18 line 561" descr="sci-ppt:o561"/>
          <p:cNvCxnSpPr/>
          <p:nvPr/>
        </p:nvCxnSpPr>
        <p:spPr>
          <a:xfrm>
            <a:off x="4138884" y="2427490"/>
            <a:ext cx="36422" cy="1433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4" name="C5-E18 line 562" descr="sci-ppt:o562"/>
          <p:cNvCxnSpPr/>
          <p:nvPr/>
        </p:nvCxnSpPr>
        <p:spPr>
          <a:xfrm>
            <a:off x="4175306" y="2441829"/>
            <a:ext cx="36422" cy="1429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5" name="C5-E18 line 563" descr="sci-ppt:o563"/>
          <p:cNvCxnSpPr/>
          <p:nvPr/>
        </p:nvCxnSpPr>
        <p:spPr>
          <a:xfrm>
            <a:off x="4211728" y="2456128"/>
            <a:ext cx="36422" cy="1425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6" name="C5-E18 line 564" descr="sci-ppt:o564"/>
          <p:cNvCxnSpPr/>
          <p:nvPr/>
        </p:nvCxnSpPr>
        <p:spPr>
          <a:xfrm>
            <a:off x="4248150" y="2470386"/>
            <a:ext cx="36421" cy="1421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7" name="C5-E18 line 565" descr="sci-ppt:o565"/>
          <p:cNvCxnSpPr/>
          <p:nvPr/>
        </p:nvCxnSpPr>
        <p:spPr>
          <a:xfrm>
            <a:off x="4284571" y="2484603"/>
            <a:ext cx="36422" cy="1417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8" name="C5-E18 line 566" descr="sci-ppt:o566"/>
          <p:cNvCxnSpPr/>
          <p:nvPr/>
        </p:nvCxnSpPr>
        <p:spPr>
          <a:xfrm>
            <a:off x="4320993" y="2498781"/>
            <a:ext cx="36422" cy="1414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9" name="C5-E18 line 567" descr="sci-ppt:o567"/>
          <p:cNvCxnSpPr/>
          <p:nvPr/>
        </p:nvCxnSpPr>
        <p:spPr>
          <a:xfrm>
            <a:off x="4357415" y="2512922"/>
            <a:ext cx="36422" cy="1410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0" name="C5-E18 line 568" descr="sci-ppt:o568"/>
          <p:cNvCxnSpPr/>
          <p:nvPr/>
        </p:nvCxnSpPr>
        <p:spPr>
          <a:xfrm>
            <a:off x="4393837" y="2527027"/>
            <a:ext cx="36421" cy="1407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1" name="C5-E18 line 569" descr="sci-ppt:o569"/>
          <p:cNvCxnSpPr/>
          <p:nvPr/>
        </p:nvCxnSpPr>
        <p:spPr>
          <a:xfrm>
            <a:off x="4430258" y="2541104"/>
            <a:ext cx="36422" cy="1405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2" name="C5-E18 line 570" descr="sci-ppt:o570"/>
          <p:cNvCxnSpPr/>
          <p:nvPr/>
        </p:nvCxnSpPr>
        <p:spPr>
          <a:xfrm>
            <a:off x="4466680" y="2555156"/>
            <a:ext cx="36422" cy="1403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3" name="C5-E18 line 571" descr="sci-ppt:o571"/>
          <p:cNvCxnSpPr/>
          <p:nvPr/>
        </p:nvCxnSpPr>
        <p:spPr>
          <a:xfrm>
            <a:off x="4503102" y="2569193"/>
            <a:ext cx="36422" cy="1403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4" name="C5-E18 line 572" descr="sci-ppt:o572"/>
          <p:cNvCxnSpPr/>
          <p:nvPr/>
        </p:nvCxnSpPr>
        <p:spPr>
          <a:xfrm>
            <a:off x="4539524" y="2583223"/>
            <a:ext cx="36422" cy="1403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5" name="C5-E18 line 573" descr="sci-ppt:o573"/>
          <p:cNvCxnSpPr/>
          <p:nvPr/>
        </p:nvCxnSpPr>
        <p:spPr>
          <a:xfrm>
            <a:off x="4575946" y="2597257"/>
            <a:ext cx="36421" cy="1405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6" name="C5-E18 line 574" descr="sci-ppt:o574"/>
          <p:cNvCxnSpPr/>
          <p:nvPr/>
        </p:nvCxnSpPr>
        <p:spPr>
          <a:xfrm>
            <a:off x="4612367" y="2611308"/>
            <a:ext cx="36422" cy="1407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7" name="C5-E18 line 575" descr="sci-ppt:o575"/>
          <p:cNvCxnSpPr/>
          <p:nvPr/>
        </p:nvCxnSpPr>
        <p:spPr>
          <a:xfrm>
            <a:off x="4648789" y="2625387"/>
            <a:ext cx="36422" cy="1412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8" name="C5-E18 line 576" descr="sci-ppt:o576"/>
          <p:cNvCxnSpPr/>
          <p:nvPr/>
        </p:nvCxnSpPr>
        <p:spPr>
          <a:xfrm>
            <a:off x="4685211" y="2639510"/>
            <a:ext cx="36422" cy="1417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9" name="C5-E18 line 577" descr="sci-ppt:o577"/>
          <p:cNvCxnSpPr/>
          <p:nvPr/>
        </p:nvCxnSpPr>
        <p:spPr>
          <a:xfrm>
            <a:off x="4721633" y="2653684"/>
            <a:ext cx="36422" cy="1424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0" name="C5-E18 line 578" descr="sci-ppt:o578"/>
          <p:cNvCxnSpPr/>
          <p:nvPr/>
        </p:nvCxnSpPr>
        <p:spPr>
          <a:xfrm>
            <a:off x="4758055" y="2667926"/>
            <a:ext cx="36421" cy="1431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1" name="C5-E18 line 579" descr="sci-ppt:o579"/>
          <p:cNvCxnSpPr/>
          <p:nvPr/>
        </p:nvCxnSpPr>
        <p:spPr>
          <a:xfrm>
            <a:off x="4794476" y="2682236"/>
            <a:ext cx="36422" cy="1439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2" name="C5-E18 line 580" descr="sci-ppt:o580"/>
          <p:cNvCxnSpPr/>
          <p:nvPr/>
        </p:nvCxnSpPr>
        <p:spPr>
          <a:xfrm>
            <a:off x="4830898" y="2696627"/>
            <a:ext cx="36422" cy="1446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3" name="C5-E18 line 581" descr="sci-ppt:o581"/>
          <p:cNvCxnSpPr/>
          <p:nvPr/>
        </p:nvCxnSpPr>
        <p:spPr>
          <a:xfrm>
            <a:off x="4867320" y="2711092"/>
            <a:ext cx="36422" cy="1454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4" name="C5-E18 line 582" descr="sci-ppt:o582"/>
          <p:cNvCxnSpPr/>
          <p:nvPr/>
        </p:nvCxnSpPr>
        <p:spPr>
          <a:xfrm>
            <a:off x="4903742" y="2725633"/>
            <a:ext cx="36421" cy="1460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5" name="C5-E18 line 583" descr="sci-ppt:o583"/>
          <p:cNvCxnSpPr/>
          <p:nvPr/>
        </p:nvCxnSpPr>
        <p:spPr>
          <a:xfrm>
            <a:off x="4940163" y="2740239"/>
            <a:ext cx="36422" cy="1465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6" name="C5-E18 line 584" descr="sci-ppt:o584"/>
          <p:cNvCxnSpPr/>
          <p:nvPr/>
        </p:nvCxnSpPr>
        <p:spPr>
          <a:xfrm>
            <a:off x="4976585" y="2754895"/>
            <a:ext cx="36422" cy="1469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7" name="C5-E18 line 585" descr="sci-ppt:o585"/>
          <p:cNvCxnSpPr/>
          <p:nvPr/>
        </p:nvCxnSpPr>
        <p:spPr>
          <a:xfrm>
            <a:off x="5013007" y="2769590"/>
            <a:ext cx="36422" cy="1470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8" name="C5-E18 line 586" descr="sci-ppt:o586"/>
          <p:cNvCxnSpPr/>
          <p:nvPr/>
        </p:nvCxnSpPr>
        <p:spPr>
          <a:xfrm>
            <a:off x="5049429" y="2784293"/>
            <a:ext cx="36422" cy="1470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9" name="C5-E18 line 587" descr="sci-ppt:o587"/>
          <p:cNvCxnSpPr/>
          <p:nvPr/>
        </p:nvCxnSpPr>
        <p:spPr>
          <a:xfrm>
            <a:off x="5085851" y="2798997"/>
            <a:ext cx="36421" cy="1466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0" name="C5-E18 line 588" descr="sci-ppt:o588"/>
          <p:cNvCxnSpPr/>
          <p:nvPr/>
        </p:nvCxnSpPr>
        <p:spPr>
          <a:xfrm>
            <a:off x="5122272" y="2813658"/>
            <a:ext cx="36422" cy="1461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1" name="C5-E18 line 589" descr="sci-ppt:o589"/>
          <p:cNvCxnSpPr/>
          <p:nvPr/>
        </p:nvCxnSpPr>
        <p:spPr>
          <a:xfrm>
            <a:off x="5158694" y="2828276"/>
            <a:ext cx="36422" cy="1452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2" name="C5-E18 line 590" descr="sci-ppt:o590"/>
          <p:cNvCxnSpPr/>
          <p:nvPr/>
        </p:nvCxnSpPr>
        <p:spPr>
          <a:xfrm>
            <a:off x="5195116" y="2842805"/>
            <a:ext cx="36422" cy="1444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3" name="C5-E18 line 591" descr="sci-ppt:o591"/>
          <p:cNvCxnSpPr/>
          <p:nvPr/>
        </p:nvCxnSpPr>
        <p:spPr>
          <a:xfrm>
            <a:off x="5231538" y="2857253"/>
            <a:ext cx="36422" cy="1433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4" name="C5-E18 line 592" descr="sci-ppt:o592"/>
          <p:cNvCxnSpPr/>
          <p:nvPr/>
        </p:nvCxnSpPr>
        <p:spPr>
          <a:xfrm>
            <a:off x="5267960" y="2871583"/>
            <a:ext cx="36421" cy="1422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5" name="C5-E18 line 593" descr="sci-ppt:o593"/>
          <p:cNvCxnSpPr/>
          <p:nvPr/>
        </p:nvCxnSpPr>
        <p:spPr>
          <a:xfrm>
            <a:off x="5304381" y="2885805"/>
            <a:ext cx="36422" cy="1409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6" name="C5-E18 line 594" descr="sci-ppt:o594"/>
          <p:cNvCxnSpPr/>
          <p:nvPr/>
        </p:nvCxnSpPr>
        <p:spPr>
          <a:xfrm>
            <a:off x="5340803" y="2899903"/>
            <a:ext cx="36422" cy="1398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7" name="C5-E18 line 595" descr="sci-ppt:o595"/>
          <p:cNvCxnSpPr/>
          <p:nvPr/>
        </p:nvCxnSpPr>
        <p:spPr>
          <a:xfrm>
            <a:off x="5377225" y="2913886"/>
            <a:ext cx="36422" cy="1387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8" name="C5-E18 line 596" descr="sci-ppt:o596"/>
          <p:cNvCxnSpPr/>
          <p:nvPr/>
        </p:nvCxnSpPr>
        <p:spPr>
          <a:xfrm>
            <a:off x="5413647" y="2927760"/>
            <a:ext cx="36421" cy="1377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9" name="C5-E18 line 597" descr="sci-ppt:o597"/>
          <p:cNvCxnSpPr/>
          <p:nvPr/>
        </p:nvCxnSpPr>
        <p:spPr>
          <a:xfrm>
            <a:off x="5450068" y="2941530"/>
            <a:ext cx="36422" cy="1369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0" name="C5-E18 line 598" descr="sci-ppt:o598"/>
          <p:cNvCxnSpPr/>
          <p:nvPr/>
        </p:nvCxnSpPr>
        <p:spPr>
          <a:xfrm>
            <a:off x="5486490" y="2955224"/>
            <a:ext cx="36422" cy="1361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1" name="C5-E18 line 599" descr="sci-ppt:o599"/>
          <p:cNvCxnSpPr/>
          <p:nvPr/>
        </p:nvCxnSpPr>
        <p:spPr>
          <a:xfrm>
            <a:off x="5522912" y="2968836"/>
            <a:ext cx="36422" cy="1356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2" name="C5-E18 line 600" descr="sci-ppt:o600"/>
          <p:cNvCxnSpPr/>
          <p:nvPr/>
        </p:nvCxnSpPr>
        <p:spPr>
          <a:xfrm>
            <a:off x="5559334" y="2982405"/>
            <a:ext cx="36422" cy="1351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3" name="C5-E18 line 601" descr="sci-ppt:o601"/>
          <p:cNvCxnSpPr/>
          <p:nvPr/>
        </p:nvCxnSpPr>
        <p:spPr>
          <a:xfrm>
            <a:off x="5595756" y="2995922"/>
            <a:ext cx="36421" cy="1349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4" name="C5-E18 line 602" descr="sci-ppt:o602"/>
          <p:cNvCxnSpPr/>
          <p:nvPr/>
        </p:nvCxnSpPr>
        <p:spPr>
          <a:xfrm>
            <a:off x="5632177" y="3009420"/>
            <a:ext cx="36422" cy="1346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5" name="C5-E18 line 603" descr="sci-ppt:o603"/>
          <p:cNvCxnSpPr/>
          <p:nvPr/>
        </p:nvCxnSpPr>
        <p:spPr>
          <a:xfrm>
            <a:off x="5668599" y="3022889"/>
            <a:ext cx="36422" cy="1345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6" name="C5-E18 line 604" descr="sci-ppt:o604"/>
          <p:cNvCxnSpPr/>
          <p:nvPr/>
        </p:nvCxnSpPr>
        <p:spPr>
          <a:xfrm>
            <a:off x="5705021" y="3036347"/>
            <a:ext cx="36422" cy="1344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7" name="C5-E18 line 605" descr="sci-ppt:o605"/>
          <p:cNvCxnSpPr/>
          <p:nvPr/>
        </p:nvCxnSpPr>
        <p:spPr>
          <a:xfrm>
            <a:off x="5741443" y="3049787"/>
            <a:ext cx="36422" cy="1342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8" name="C5-E18 line 606" descr="sci-ppt:o606"/>
          <p:cNvCxnSpPr/>
          <p:nvPr/>
        </p:nvCxnSpPr>
        <p:spPr>
          <a:xfrm>
            <a:off x="5777865" y="3063208"/>
            <a:ext cx="36421" cy="1340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9" name="C5-E18 line 607" descr="sci-ppt:o607"/>
          <p:cNvCxnSpPr/>
          <p:nvPr/>
        </p:nvCxnSpPr>
        <p:spPr>
          <a:xfrm>
            <a:off x="5814286" y="3076608"/>
            <a:ext cx="36422" cy="1336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0" name="C5-E18 line 608" descr="sci-ppt:o608"/>
          <p:cNvCxnSpPr/>
          <p:nvPr/>
        </p:nvCxnSpPr>
        <p:spPr>
          <a:xfrm>
            <a:off x="5850708" y="3089968"/>
            <a:ext cx="36422" cy="1332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1" name="C5-E18 line 609" descr="sci-ppt:o609"/>
          <p:cNvCxnSpPr/>
          <p:nvPr/>
        </p:nvCxnSpPr>
        <p:spPr>
          <a:xfrm>
            <a:off x="5887130" y="3103293"/>
            <a:ext cx="36422" cy="1326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2" name="C5-E18 line 610" descr="sci-ppt:o610"/>
          <p:cNvCxnSpPr/>
          <p:nvPr/>
        </p:nvCxnSpPr>
        <p:spPr>
          <a:xfrm>
            <a:off x="5923552" y="3116555"/>
            <a:ext cx="36421" cy="1320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3" name="C5-E18 line 611" descr="sci-ppt:o611"/>
          <p:cNvCxnSpPr/>
          <p:nvPr/>
        </p:nvCxnSpPr>
        <p:spPr>
          <a:xfrm>
            <a:off x="5959973" y="3129763"/>
            <a:ext cx="36422" cy="1313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4" name="C5-E18 line 612" descr="sci-ppt:o612"/>
          <p:cNvCxnSpPr/>
          <p:nvPr/>
        </p:nvCxnSpPr>
        <p:spPr>
          <a:xfrm>
            <a:off x="5996395" y="3142893"/>
            <a:ext cx="36422" cy="1306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5" name="C5-E18 line 613" descr="sci-ppt:o613"/>
          <p:cNvCxnSpPr/>
          <p:nvPr/>
        </p:nvCxnSpPr>
        <p:spPr>
          <a:xfrm>
            <a:off x="6032817" y="3155953"/>
            <a:ext cx="36422" cy="1297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6" name="C5-E18 line 614" descr="sci-ppt:o614"/>
          <p:cNvCxnSpPr/>
          <p:nvPr/>
        </p:nvCxnSpPr>
        <p:spPr>
          <a:xfrm>
            <a:off x="6069239" y="3168932"/>
            <a:ext cx="36422" cy="1290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7" name="C5-E18 line 615" descr="sci-ppt:o615"/>
          <p:cNvCxnSpPr/>
          <p:nvPr/>
        </p:nvCxnSpPr>
        <p:spPr>
          <a:xfrm>
            <a:off x="6105661" y="3181833"/>
            <a:ext cx="36421" cy="1283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8" name="C5-E18 line 616" descr="sci-ppt:o616"/>
          <p:cNvCxnSpPr/>
          <p:nvPr/>
        </p:nvCxnSpPr>
        <p:spPr>
          <a:xfrm>
            <a:off x="6142082" y="3194664"/>
            <a:ext cx="36422" cy="1275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9" name="C5-E18 line 617" descr="sci-ppt:o617"/>
          <p:cNvCxnSpPr/>
          <p:nvPr/>
        </p:nvCxnSpPr>
        <p:spPr>
          <a:xfrm>
            <a:off x="6178504" y="3207423"/>
            <a:ext cx="36422" cy="1270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0" name="C5-E18 line 618" descr="sci-ppt:o618"/>
          <p:cNvCxnSpPr/>
          <p:nvPr/>
        </p:nvCxnSpPr>
        <p:spPr>
          <a:xfrm>
            <a:off x="6214926" y="3220131"/>
            <a:ext cx="36422" cy="1265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1" name="C5-E18 line 619" descr="sci-ppt:o619"/>
          <p:cNvCxnSpPr/>
          <p:nvPr/>
        </p:nvCxnSpPr>
        <p:spPr>
          <a:xfrm>
            <a:off x="6251348" y="3232783"/>
            <a:ext cx="36422" cy="1262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2" name="C5-E18 line 620" descr="sci-ppt:o620"/>
          <p:cNvCxnSpPr/>
          <p:nvPr/>
        </p:nvCxnSpPr>
        <p:spPr>
          <a:xfrm>
            <a:off x="6287770" y="3245406"/>
            <a:ext cx="36421" cy="1258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3" name="C5-E18 line 621" descr="sci-ppt:o621"/>
          <p:cNvCxnSpPr/>
          <p:nvPr/>
        </p:nvCxnSpPr>
        <p:spPr>
          <a:xfrm>
            <a:off x="6324191" y="3257994"/>
            <a:ext cx="36422" cy="1257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4" name="C5-E18 line 622" descr="sci-ppt:o622"/>
          <p:cNvCxnSpPr/>
          <p:nvPr/>
        </p:nvCxnSpPr>
        <p:spPr>
          <a:xfrm>
            <a:off x="6360613" y="3270571"/>
            <a:ext cx="36422" cy="1256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5" name="C5-E18 line 623" descr="sci-ppt:o623"/>
          <p:cNvCxnSpPr/>
          <p:nvPr/>
        </p:nvCxnSpPr>
        <p:spPr>
          <a:xfrm>
            <a:off x="6397035" y="3283134"/>
            <a:ext cx="36422" cy="1256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6" name="C5-E18 line 624" descr="sci-ppt:o624"/>
          <p:cNvCxnSpPr/>
          <p:nvPr/>
        </p:nvCxnSpPr>
        <p:spPr>
          <a:xfrm>
            <a:off x="6433457" y="3295696"/>
            <a:ext cx="36421" cy="1256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7" name="C5-E18 line 625" descr="sci-ppt:o625"/>
          <p:cNvCxnSpPr/>
          <p:nvPr/>
        </p:nvCxnSpPr>
        <p:spPr>
          <a:xfrm>
            <a:off x="6469878" y="3308256"/>
            <a:ext cx="36422" cy="1256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8" name="C5-E18 line 626" descr="sci-ppt:o626"/>
          <p:cNvCxnSpPr/>
          <p:nvPr/>
        </p:nvCxnSpPr>
        <p:spPr>
          <a:xfrm>
            <a:off x="6506300" y="3320818"/>
            <a:ext cx="36422" cy="1256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9" name="C5-E18 line 627" descr="sci-ppt:o627"/>
          <p:cNvCxnSpPr/>
          <p:nvPr/>
        </p:nvCxnSpPr>
        <p:spPr>
          <a:xfrm>
            <a:off x="6542722" y="3333382"/>
            <a:ext cx="36422" cy="1256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30" name="C5-E18 line 628" descr="sci-ppt:o628"/>
          <p:cNvCxnSpPr/>
          <p:nvPr/>
        </p:nvCxnSpPr>
        <p:spPr>
          <a:xfrm>
            <a:off x="6579144" y="3345943"/>
            <a:ext cx="36422" cy="1255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31" name="C5-E18 line 629" descr="sci-ppt:o629"/>
          <p:cNvCxnSpPr/>
          <p:nvPr/>
        </p:nvCxnSpPr>
        <p:spPr>
          <a:xfrm>
            <a:off x="6615566" y="3358500"/>
            <a:ext cx="36421" cy="1254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32" name="C5-E18 line 630" descr="sci-ppt:o630"/>
          <p:cNvCxnSpPr/>
          <p:nvPr/>
        </p:nvCxnSpPr>
        <p:spPr>
          <a:xfrm flipV="1">
            <a:off x="1188720" y="4521629"/>
            <a:ext cx="36421" cy="59497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33" name="C5-E18 line 631" descr="sci-ppt:o631"/>
          <p:cNvCxnSpPr/>
          <p:nvPr/>
        </p:nvCxnSpPr>
        <p:spPr>
          <a:xfrm flipV="1">
            <a:off x="1225141" y="3935904"/>
            <a:ext cx="36422" cy="58572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34" name="C5-E18 line 632" descr="sci-ppt:o632"/>
          <p:cNvCxnSpPr/>
          <p:nvPr/>
        </p:nvCxnSpPr>
        <p:spPr>
          <a:xfrm flipV="1">
            <a:off x="1261563" y="3394971"/>
            <a:ext cx="36422" cy="54093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35" name="C5-E18 line 633" descr="sci-ppt:o633"/>
          <p:cNvCxnSpPr/>
          <p:nvPr/>
        </p:nvCxnSpPr>
        <p:spPr>
          <a:xfrm flipV="1">
            <a:off x="1297985" y="2921430"/>
            <a:ext cx="36422" cy="47354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36" name="C5-E18 line 634" descr="sci-ppt:o634"/>
          <p:cNvCxnSpPr/>
          <p:nvPr/>
        </p:nvCxnSpPr>
        <p:spPr>
          <a:xfrm flipV="1">
            <a:off x="1334407" y="2524620"/>
            <a:ext cx="36421" cy="39681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37" name="C5-E18 line 635" descr="sci-ppt:o635"/>
          <p:cNvCxnSpPr/>
          <p:nvPr/>
        </p:nvCxnSpPr>
        <p:spPr>
          <a:xfrm flipV="1">
            <a:off x="1370828" y="2207393"/>
            <a:ext cx="36422" cy="31722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38" name="C5-E18 line 636" descr="sci-ppt:o636"/>
          <p:cNvCxnSpPr/>
          <p:nvPr/>
        </p:nvCxnSpPr>
        <p:spPr>
          <a:xfrm flipV="1">
            <a:off x="1407250" y="1964652"/>
            <a:ext cx="36422" cy="24274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39" name="C5-E18 line 637" descr="sci-ppt:o637"/>
          <p:cNvCxnSpPr/>
          <p:nvPr/>
        </p:nvCxnSpPr>
        <p:spPr>
          <a:xfrm flipV="1">
            <a:off x="1443672" y="1785970"/>
            <a:ext cx="36422" cy="17868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0" name="C5-E18 line 638" descr="sci-ppt:o638"/>
          <p:cNvCxnSpPr/>
          <p:nvPr/>
        </p:nvCxnSpPr>
        <p:spPr>
          <a:xfrm flipV="1">
            <a:off x="1480094" y="1659651"/>
            <a:ext cx="36422" cy="12631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1" name="C5-E18 line 639" descr="sci-ppt:o639"/>
          <p:cNvCxnSpPr/>
          <p:nvPr/>
        </p:nvCxnSpPr>
        <p:spPr>
          <a:xfrm flipV="1">
            <a:off x="1516516" y="1573926"/>
            <a:ext cx="36421" cy="8572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2" name="C5-E18 line 640" descr="sci-ppt:o640"/>
          <p:cNvCxnSpPr/>
          <p:nvPr/>
        </p:nvCxnSpPr>
        <p:spPr>
          <a:xfrm flipV="1">
            <a:off x="1552937" y="1518450"/>
            <a:ext cx="36422" cy="5547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3" name="C5-E18 line 641" descr="sci-ppt:o641"/>
          <p:cNvCxnSpPr/>
          <p:nvPr/>
        </p:nvCxnSpPr>
        <p:spPr>
          <a:xfrm flipV="1">
            <a:off x="1589359" y="1484840"/>
            <a:ext cx="36422" cy="3361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4" name="C5-E18 line 642" descr="sci-ppt:o642"/>
          <p:cNvCxnSpPr/>
          <p:nvPr/>
        </p:nvCxnSpPr>
        <p:spPr>
          <a:xfrm flipV="1">
            <a:off x="1625781" y="1466698"/>
            <a:ext cx="36422" cy="1814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5" name="C5-E18 line 643" descr="sci-ppt:o643"/>
          <p:cNvCxnSpPr/>
          <p:nvPr/>
        </p:nvCxnSpPr>
        <p:spPr>
          <a:xfrm flipV="1">
            <a:off x="1662203" y="1459336"/>
            <a:ext cx="36422" cy="736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6" name="C5-E18 line 644" descr="sci-ppt:o644"/>
          <p:cNvCxnSpPr/>
          <p:nvPr/>
        </p:nvCxnSpPr>
        <p:spPr>
          <a:xfrm>
            <a:off x="1698625" y="1459336"/>
            <a:ext cx="36421" cy="8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7" name="C5-E18 line 645" descr="sci-ppt:o645"/>
          <p:cNvCxnSpPr/>
          <p:nvPr/>
        </p:nvCxnSpPr>
        <p:spPr>
          <a:xfrm>
            <a:off x="1735046" y="1459424"/>
            <a:ext cx="36422" cy="520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8" name="C5-E18 line 646" descr="sci-ppt:o646"/>
          <p:cNvCxnSpPr/>
          <p:nvPr/>
        </p:nvCxnSpPr>
        <p:spPr>
          <a:xfrm>
            <a:off x="1771468" y="1464632"/>
            <a:ext cx="36422" cy="867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9" name="C5-E18 line 647" descr="sci-ppt:o647"/>
          <p:cNvCxnSpPr/>
          <p:nvPr/>
        </p:nvCxnSpPr>
        <p:spPr>
          <a:xfrm>
            <a:off x="1807890" y="1473302"/>
            <a:ext cx="36422" cy="1108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0" name="C5-E18 line 648" descr="sci-ppt:o648"/>
          <p:cNvCxnSpPr/>
          <p:nvPr/>
        </p:nvCxnSpPr>
        <p:spPr>
          <a:xfrm>
            <a:off x="1844312" y="1484388"/>
            <a:ext cx="36421" cy="1272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1" name="C5-E18 line 649" descr="sci-ppt:o649"/>
          <p:cNvCxnSpPr/>
          <p:nvPr/>
        </p:nvCxnSpPr>
        <p:spPr>
          <a:xfrm>
            <a:off x="1880733" y="1497117"/>
            <a:ext cx="36422" cy="1383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2" name="C5-E18 line 650" descr="sci-ppt:o650"/>
          <p:cNvCxnSpPr/>
          <p:nvPr/>
        </p:nvCxnSpPr>
        <p:spPr>
          <a:xfrm>
            <a:off x="1917155" y="1510952"/>
            <a:ext cx="36422" cy="1457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3" name="C5-E18 line 651" descr="sci-ppt:o651"/>
          <p:cNvCxnSpPr/>
          <p:nvPr/>
        </p:nvCxnSpPr>
        <p:spPr>
          <a:xfrm>
            <a:off x="1953577" y="1525522"/>
            <a:ext cx="36422" cy="1505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4" name="C5-E18 line 652" descr="sci-ppt:o652"/>
          <p:cNvCxnSpPr/>
          <p:nvPr/>
        </p:nvCxnSpPr>
        <p:spPr>
          <a:xfrm>
            <a:off x="1989999" y="1540577"/>
            <a:ext cx="36422" cy="1537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5" name="C5-E18 line 653" descr="sci-ppt:o653"/>
          <p:cNvCxnSpPr/>
          <p:nvPr/>
        </p:nvCxnSpPr>
        <p:spPr>
          <a:xfrm>
            <a:off x="2026421" y="1555950"/>
            <a:ext cx="36421" cy="1557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6" name="C5-E18 line 654" descr="sci-ppt:o654"/>
          <p:cNvCxnSpPr/>
          <p:nvPr/>
        </p:nvCxnSpPr>
        <p:spPr>
          <a:xfrm>
            <a:off x="2062842" y="1571526"/>
            <a:ext cx="36422" cy="1570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7" name="C5-E18 line 655" descr="sci-ppt:o655"/>
          <p:cNvCxnSpPr/>
          <p:nvPr/>
        </p:nvCxnSpPr>
        <p:spPr>
          <a:xfrm>
            <a:off x="2099264" y="1587231"/>
            <a:ext cx="36422" cy="1577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8" name="C5-E18 line 656" descr="sci-ppt:o656"/>
          <p:cNvCxnSpPr/>
          <p:nvPr/>
        </p:nvCxnSpPr>
        <p:spPr>
          <a:xfrm>
            <a:off x="2135686" y="1603009"/>
            <a:ext cx="36422" cy="1581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9" name="C5-E18 line 657" descr="sci-ppt:o657"/>
          <p:cNvCxnSpPr/>
          <p:nvPr/>
        </p:nvCxnSpPr>
        <p:spPr>
          <a:xfrm>
            <a:off x="2172108" y="1618825"/>
            <a:ext cx="36422" cy="1582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0" name="C5-E18 line 658" descr="sci-ppt:o658"/>
          <p:cNvCxnSpPr/>
          <p:nvPr/>
        </p:nvCxnSpPr>
        <p:spPr>
          <a:xfrm>
            <a:off x="2208530" y="1634650"/>
            <a:ext cx="36421" cy="1581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1" name="C5-E18 line 659" descr="sci-ppt:o659"/>
          <p:cNvCxnSpPr/>
          <p:nvPr/>
        </p:nvCxnSpPr>
        <p:spPr>
          <a:xfrm>
            <a:off x="2244951" y="1650464"/>
            <a:ext cx="36422" cy="1578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2" name="C5-E18 line 660" descr="sci-ppt:o660"/>
          <p:cNvCxnSpPr/>
          <p:nvPr/>
        </p:nvCxnSpPr>
        <p:spPr>
          <a:xfrm>
            <a:off x="2281373" y="1666252"/>
            <a:ext cx="36422" cy="1575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3" name="C5-E18 line 661" descr="sci-ppt:o661"/>
          <p:cNvCxnSpPr/>
          <p:nvPr/>
        </p:nvCxnSpPr>
        <p:spPr>
          <a:xfrm>
            <a:off x="2317795" y="1682006"/>
            <a:ext cx="36422" cy="1571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4" name="C5-E18 line 662" descr="sci-ppt:o662"/>
          <p:cNvCxnSpPr/>
          <p:nvPr/>
        </p:nvCxnSpPr>
        <p:spPr>
          <a:xfrm>
            <a:off x="2354217" y="1697723"/>
            <a:ext cx="36421" cy="1568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5" name="C5-E18 line 663" descr="sci-ppt:o663"/>
          <p:cNvCxnSpPr/>
          <p:nvPr/>
        </p:nvCxnSpPr>
        <p:spPr>
          <a:xfrm>
            <a:off x="2390638" y="1713406"/>
            <a:ext cx="36422" cy="1565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6" name="C5-E18 line 664" descr="sci-ppt:o664"/>
          <p:cNvCxnSpPr/>
          <p:nvPr/>
        </p:nvCxnSpPr>
        <p:spPr>
          <a:xfrm>
            <a:off x="2427060" y="1729060"/>
            <a:ext cx="36422" cy="1562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7" name="C5-E18 line 665" descr="sci-ppt:o665"/>
          <p:cNvCxnSpPr/>
          <p:nvPr/>
        </p:nvCxnSpPr>
        <p:spPr>
          <a:xfrm>
            <a:off x="2463482" y="1744687"/>
            <a:ext cx="36422" cy="1560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8" name="C5-E18 line 666" descr="sci-ppt:o666"/>
          <p:cNvCxnSpPr/>
          <p:nvPr/>
        </p:nvCxnSpPr>
        <p:spPr>
          <a:xfrm>
            <a:off x="2499904" y="1760292"/>
            <a:ext cx="36422" cy="1558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9" name="C5-E18 line 667" descr="sci-ppt:o667"/>
          <p:cNvCxnSpPr/>
          <p:nvPr/>
        </p:nvCxnSpPr>
        <p:spPr>
          <a:xfrm>
            <a:off x="2536326" y="1775877"/>
            <a:ext cx="36421" cy="1556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0" name="C5-E18 line 668" descr="sci-ppt:o668"/>
          <p:cNvCxnSpPr/>
          <p:nvPr/>
        </p:nvCxnSpPr>
        <p:spPr>
          <a:xfrm>
            <a:off x="2572747" y="1791439"/>
            <a:ext cx="36422" cy="1553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1" name="C5-E18 line 669" descr="sci-ppt:o669"/>
          <p:cNvCxnSpPr/>
          <p:nvPr/>
        </p:nvCxnSpPr>
        <p:spPr>
          <a:xfrm>
            <a:off x="2609169" y="1806978"/>
            <a:ext cx="36422" cy="1551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2" name="C5-E18 line 670" descr="sci-ppt:o670"/>
          <p:cNvCxnSpPr/>
          <p:nvPr/>
        </p:nvCxnSpPr>
        <p:spPr>
          <a:xfrm>
            <a:off x="2645591" y="1822491"/>
            <a:ext cx="36422" cy="1548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3" name="C5-E18 line 671" descr="sci-ppt:o671"/>
          <p:cNvCxnSpPr/>
          <p:nvPr/>
        </p:nvCxnSpPr>
        <p:spPr>
          <a:xfrm>
            <a:off x="2682013" y="1837978"/>
            <a:ext cx="36422" cy="1545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4" name="C5-E18 line 672" descr="sci-ppt:o672"/>
          <p:cNvCxnSpPr/>
          <p:nvPr/>
        </p:nvCxnSpPr>
        <p:spPr>
          <a:xfrm>
            <a:off x="2718435" y="1853436"/>
            <a:ext cx="36421" cy="1542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5" name="C5-E18 line 673" descr="sci-ppt:o673"/>
          <p:cNvCxnSpPr/>
          <p:nvPr/>
        </p:nvCxnSpPr>
        <p:spPr>
          <a:xfrm>
            <a:off x="2754856" y="1868865"/>
            <a:ext cx="36422" cy="1540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6" name="C5-E18 line 674" descr="sci-ppt:o674"/>
          <p:cNvCxnSpPr/>
          <p:nvPr/>
        </p:nvCxnSpPr>
        <p:spPr>
          <a:xfrm>
            <a:off x="2791278" y="1884265"/>
            <a:ext cx="36422" cy="1537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7" name="C5-E18 line 675" descr="sci-ppt:o675"/>
          <p:cNvCxnSpPr/>
          <p:nvPr/>
        </p:nvCxnSpPr>
        <p:spPr>
          <a:xfrm>
            <a:off x="2827700" y="1899636"/>
            <a:ext cx="36422" cy="1534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8" name="C5-E18 line 676" descr="sci-ppt:o676"/>
          <p:cNvCxnSpPr/>
          <p:nvPr/>
        </p:nvCxnSpPr>
        <p:spPr>
          <a:xfrm>
            <a:off x="2864122" y="1914978"/>
            <a:ext cx="36421" cy="1531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9" name="C5-E18 line 677" descr="sci-ppt:o677"/>
          <p:cNvCxnSpPr/>
          <p:nvPr/>
        </p:nvCxnSpPr>
        <p:spPr>
          <a:xfrm>
            <a:off x="2900543" y="1930292"/>
            <a:ext cx="36422" cy="1528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0" name="C5-E18 line 678" descr="sci-ppt:o678"/>
          <p:cNvCxnSpPr/>
          <p:nvPr/>
        </p:nvCxnSpPr>
        <p:spPr>
          <a:xfrm>
            <a:off x="2936965" y="1945579"/>
            <a:ext cx="36422" cy="1526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1" name="C5-E18 line 679" descr="sci-ppt:o679"/>
          <p:cNvCxnSpPr/>
          <p:nvPr/>
        </p:nvCxnSpPr>
        <p:spPr>
          <a:xfrm>
            <a:off x="2973387" y="1960842"/>
            <a:ext cx="36422" cy="1523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2" name="C5-E18 line 680" descr="sci-ppt:o680"/>
          <p:cNvCxnSpPr/>
          <p:nvPr/>
        </p:nvCxnSpPr>
        <p:spPr>
          <a:xfrm>
            <a:off x="3009809" y="1976080"/>
            <a:ext cx="36422" cy="1521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3" name="C5-E18 line 681" descr="sci-ppt:o681"/>
          <p:cNvCxnSpPr/>
          <p:nvPr/>
        </p:nvCxnSpPr>
        <p:spPr>
          <a:xfrm>
            <a:off x="3046231" y="1991296"/>
            <a:ext cx="36421" cy="1519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4" name="C5-E18 line 682" descr="sci-ppt:o682"/>
          <p:cNvCxnSpPr/>
          <p:nvPr/>
        </p:nvCxnSpPr>
        <p:spPr>
          <a:xfrm>
            <a:off x="3082652" y="2006489"/>
            <a:ext cx="36422" cy="1517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5" name="C5-E18 line 683" descr="sci-ppt:o683"/>
          <p:cNvCxnSpPr/>
          <p:nvPr/>
        </p:nvCxnSpPr>
        <p:spPr>
          <a:xfrm>
            <a:off x="3119074" y="2021659"/>
            <a:ext cx="36422" cy="1514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6" name="C5-E18 line 684" descr="sci-ppt:o684"/>
          <p:cNvCxnSpPr/>
          <p:nvPr/>
        </p:nvCxnSpPr>
        <p:spPr>
          <a:xfrm>
            <a:off x="3155496" y="2036806"/>
            <a:ext cx="36422" cy="1512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7" name="C5-E18 line 685" descr="sci-ppt:o685"/>
          <p:cNvCxnSpPr/>
          <p:nvPr/>
        </p:nvCxnSpPr>
        <p:spPr>
          <a:xfrm>
            <a:off x="3191918" y="2051928"/>
            <a:ext cx="36422" cy="1509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8" name="C5-E18 line 686" descr="sci-ppt:o686"/>
          <p:cNvCxnSpPr/>
          <p:nvPr/>
        </p:nvCxnSpPr>
        <p:spPr>
          <a:xfrm>
            <a:off x="3228340" y="2067026"/>
            <a:ext cx="36421" cy="1507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9" name="C5-E18 line 687" descr="sci-ppt:o687"/>
          <p:cNvCxnSpPr/>
          <p:nvPr/>
        </p:nvCxnSpPr>
        <p:spPr>
          <a:xfrm>
            <a:off x="3264761" y="2082098"/>
            <a:ext cx="36422" cy="1504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0" name="C5-E18 line 688" descr="sci-ppt:o688"/>
          <p:cNvCxnSpPr/>
          <p:nvPr/>
        </p:nvCxnSpPr>
        <p:spPr>
          <a:xfrm>
            <a:off x="3301183" y="2097144"/>
            <a:ext cx="36422" cy="1502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1" name="C5-E18 line 689" descr="sci-ppt:o689"/>
          <p:cNvCxnSpPr/>
          <p:nvPr/>
        </p:nvCxnSpPr>
        <p:spPr>
          <a:xfrm>
            <a:off x="3337605" y="2112164"/>
            <a:ext cx="36422" cy="1499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2" name="C5-E18 line 690" descr="sci-ppt:o690"/>
          <p:cNvCxnSpPr/>
          <p:nvPr/>
        </p:nvCxnSpPr>
        <p:spPr>
          <a:xfrm>
            <a:off x="3374027" y="2127155"/>
            <a:ext cx="36421" cy="1496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3" name="C5-E18 line 691" descr="sci-ppt:o691"/>
          <p:cNvCxnSpPr/>
          <p:nvPr/>
        </p:nvCxnSpPr>
        <p:spPr>
          <a:xfrm>
            <a:off x="3410448" y="2142116"/>
            <a:ext cx="36422" cy="1493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4" name="C5-E18 line 692" descr="sci-ppt:o692"/>
          <p:cNvCxnSpPr/>
          <p:nvPr/>
        </p:nvCxnSpPr>
        <p:spPr>
          <a:xfrm>
            <a:off x="3446870" y="2157046"/>
            <a:ext cx="36422" cy="1490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5" name="C5-E18 line 693" descr="sci-ppt:o693"/>
          <p:cNvCxnSpPr/>
          <p:nvPr/>
        </p:nvCxnSpPr>
        <p:spPr>
          <a:xfrm>
            <a:off x="3483292" y="2171946"/>
            <a:ext cx="36422" cy="1487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6" name="C5-E18 line 694" descr="sci-ppt:o694"/>
          <p:cNvCxnSpPr/>
          <p:nvPr/>
        </p:nvCxnSpPr>
        <p:spPr>
          <a:xfrm>
            <a:off x="3519714" y="2186816"/>
            <a:ext cx="36422" cy="1484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7" name="C5-E18 line 695" descr="sci-ppt:o695"/>
          <p:cNvCxnSpPr/>
          <p:nvPr/>
        </p:nvCxnSpPr>
        <p:spPr>
          <a:xfrm>
            <a:off x="3556136" y="2201659"/>
            <a:ext cx="36421" cy="1481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8" name="C5-E18 line 696" descr="sci-ppt:o696"/>
          <p:cNvCxnSpPr/>
          <p:nvPr/>
        </p:nvCxnSpPr>
        <p:spPr>
          <a:xfrm>
            <a:off x="3592557" y="2216477"/>
            <a:ext cx="36422" cy="1479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9" name="C5-E18 line 697" descr="sci-ppt:o697"/>
          <p:cNvCxnSpPr/>
          <p:nvPr/>
        </p:nvCxnSpPr>
        <p:spPr>
          <a:xfrm>
            <a:off x="3628979" y="2231275"/>
            <a:ext cx="36422" cy="1477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0" name="C5-E18 line 698" descr="sci-ppt:o698"/>
          <p:cNvCxnSpPr/>
          <p:nvPr/>
        </p:nvCxnSpPr>
        <p:spPr>
          <a:xfrm>
            <a:off x="3665401" y="2246054"/>
            <a:ext cx="36422" cy="1476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1" name="C5-E18 line 699" descr="sci-ppt:o699"/>
          <p:cNvCxnSpPr/>
          <p:nvPr/>
        </p:nvCxnSpPr>
        <p:spPr>
          <a:xfrm>
            <a:off x="3701823" y="2260817"/>
            <a:ext cx="36422" cy="1474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2" name="C5-E18 line 700" descr="sci-ppt:o700"/>
          <p:cNvCxnSpPr/>
          <p:nvPr/>
        </p:nvCxnSpPr>
        <p:spPr>
          <a:xfrm>
            <a:off x="3738245" y="2275563"/>
            <a:ext cx="36421" cy="1472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3" name="C5-E18 line 701" descr="sci-ppt:o701"/>
          <p:cNvCxnSpPr/>
          <p:nvPr/>
        </p:nvCxnSpPr>
        <p:spPr>
          <a:xfrm>
            <a:off x="3774666" y="2290292"/>
            <a:ext cx="36422" cy="1470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4" name="C5-E18 line 702" descr="sci-ppt:o702"/>
          <p:cNvCxnSpPr/>
          <p:nvPr/>
        </p:nvCxnSpPr>
        <p:spPr>
          <a:xfrm>
            <a:off x="3811088" y="2305001"/>
            <a:ext cx="36422" cy="1468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5" name="C5-E18 line 703" descr="sci-ppt:o703"/>
          <p:cNvCxnSpPr/>
          <p:nvPr/>
        </p:nvCxnSpPr>
        <p:spPr>
          <a:xfrm>
            <a:off x="3847510" y="2319690"/>
            <a:ext cx="36422" cy="1466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6" name="C5-E18 line 704" descr="sci-ppt:o704"/>
          <p:cNvCxnSpPr/>
          <p:nvPr/>
        </p:nvCxnSpPr>
        <p:spPr>
          <a:xfrm>
            <a:off x="3883932" y="2334357"/>
            <a:ext cx="36421" cy="1464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7" name="C5-E18 line 705" descr="sci-ppt:o705"/>
          <p:cNvCxnSpPr/>
          <p:nvPr/>
        </p:nvCxnSpPr>
        <p:spPr>
          <a:xfrm>
            <a:off x="3920353" y="2349003"/>
            <a:ext cx="36422" cy="1462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8" name="C5-E18 line 706" descr="sci-ppt:o706"/>
          <p:cNvCxnSpPr/>
          <p:nvPr/>
        </p:nvCxnSpPr>
        <p:spPr>
          <a:xfrm>
            <a:off x="3956775" y="2363627"/>
            <a:ext cx="36422" cy="1460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9" name="C5-E18 line 707" descr="sci-ppt:o707"/>
          <p:cNvCxnSpPr/>
          <p:nvPr/>
        </p:nvCxnSpPr>
        <p:spPr>
          <a:xfrm>
            <a:off x="3993197" y="2378230"/>
            <a:ext cx="36422" cy="1458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0" name="C5-E18 line 708" descr="sci-ppt:o708"/>
          <p:cNvCxnSpPr/>
          <p:nvPr/>
        </p:nvCxnSpPr>
        <p:spPr>
          <a:xfrm>
            <a:off x="4029619" y="2392813"/>
            <a:ext cx="36422" cy="1456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1" name="C5-E18 line 709" descr="sci-ppt:o709"/>
          <p:cNvCxnSpPr/>
          <p:nvPr/>
        </p:nvCxnSpPr>
        <p:spPr>
          <a:xfrm>
            <a:off x="4066041" y="2407373"/>
            <a:ext cx="36421" cy="1453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2" name="C5-E18 line 710" descr="sci-ppt:o710"/>
          <p:cNvCxnSpPr/>
          <p:nvPr/>
        </p:nvCxnSpPr>
        <p:spPr>
          <a:xfrm>
            <a:off x="4102462" y="2421912"/>
            <a:ext cx="36422" cy="1451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3" name="C5-E18 line 711" descr="sci-ppt:o711"/>
          <p:cNvCxnSpPr/>
          <p:nvPr/>
        </p:nvCxnSpPr>
        <p:spPr>
          <a:xfrm>
            <a:off x="4138884" y="2436427"/>
            <a:ext cx="36422" cy="1449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4" name="C5-E18 line 712" descr="sci-ppt:o712"/>
          <p:cNvCxnSpPr/>
          <p:nvPr/>
        </p:nvCxnSpPr>
        <p:spPr>
          <a:xfrm>
            <a:off x="4175306" y="2450919"/>
            <a:ext cx="36422" cy="1446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5" name="C5-E18 line 713" descr="sci-ppt:o713"/>
          <p:cNvCxnSpPr/>
          <p:nvPr/>
        </p:nvCxnSpPr>
        <p:spPr>
          <a:xfrm>
            <a:off x="4211728" y="2465388"/>
            <a:ext cx="36422" cy="1444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6" name="C5-E18 line 714" descr="sci-ppt:o714"/>
          <p:cNvCxnSpPr/>
          <p:nvPr/>
        </p:nvCxnSpPr>
        <p:spPr>
          <a:xfrm>
            <a:off x="4248150" y="2479837"/>
            <a:ext cx="36421" cy="1443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7" name="C5-E18 line 715" descr="sci-ppt:o715"/>
          <p:cNvCxnSpPr/>
          <p:nvPr/>
        </p:nvCxnSpPr>
        <p:spPr>
          <a:xfrm>
            <a:off x="4284571" y="2494272"/>
            <a:ext cx="36422" cy="1442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8" name="C5-E18 line 716" descr="sci-ppt:o716"/>
          <p:cNvCxnSpPr/>
          <p:nvPr/>
        </p:nvCxnSpPr>
        <p:spPr>
          <a:xfrm>
            <a:off x="4320993" y="2508697"/>
            <a:ext cx="36422" cy="1443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9" name="C5-E18 line 717" descr="sci-ppt:o717"/>
          <p:cNvCxnSpPr/>
          <p:nvPr/>
        </p:nvCxnSpPr>
        <p:spPr>
          <a:xfrm>
            <a:off x="4357415" y="2523127"/>
            <a:ext cx="36422" cy="1444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0" name="C5-E18 line 718" descr="sci-ppt:o718"/>
          <p:cNvCxnSpPr/>
          <p:nvPr/>
        </p:nvCxnSpPr>
        <p:spPr>
          <a:xfrm>
            <a:off x="4393837" y="2537567"/>
            <a:ext cx="36421" cy="1446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1" name="C5-E18 line 719" descr="sci-ppt:o719"/>
          <p:cNvCxnSpPr/>
          <p:nvPr/>
        </p:nvCxnSpPr>
        <p:spPr>
          <a:xfrm>
            <a:off x="4430258" y="2552027"/>
            <a:ext cx="36422" cy="1448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2" name="C5-E18 line 720" descr="sci-ppt:o720"/>
          <p:cNvCxnSpPr/>
          <p:nvPr/>
        </p:nvCxnSpPr>
        <p:spPr>
          <a:xfrm>
            <a:off x="4466680" y="2566514"/>
            <a:ext cx="36422" cy="1451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3" name="C5-E18 line 721" descr="sci-ppt:o721"/>
          <p:cNvCxnSpPr/>
          <p:nvPr/>
        </p:nvCxnSpPr>
        <p:spPr>
          <a:xfrm>
            <a:off x="4503102" y="2581029"/>
            <a:ext cx="36422" cy="1454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4" name="C5-E18 line 722" descr="sci-ppt:o722"/>
          <p:cNvCxnSpPr/>
          <p:nvPr/>
        </p:nvCxnSpPr>
        <p:spPr>
          <a:xfrm>
            <a:off x="4539524" y="2595570"/>
            <a:ext cx="36422" cy="1455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5" name="C5-E18 line 723" descr="sci-ppt:o723"/>
          <p:cNvCxnSpPr/>
          <p:nvPr/>
        </p:nvCxnSpPr>
        <p:spPr>
          <a:xfrm>
            <a:off x="4575946" y="2610127"/>
            <a:ext cx="36421" cy="1456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6" name="C5-E18 line 724" descr="sci-ppt:o724"/>
          <p:cNvCxnSpPr/>
          <p:nvPr/>
        </p:nvCxnSpPr>
        <p:spPr>
          <a:xfrm>
            <a:off x="4612367" y="2624694"/>
            <a:ext cx="36422" cy="1454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7" name="C5-E18 line 725" descr="sci-ppt:o725"/>
          <p:cNvCxnSpPr/>
          <p:nvPr/>
        </p:nvCxnSpPr>
        <p:spPr>
          <a:xfrm>
            <a:off x="4648789" y="2639243"/>
            <a:ext cx="36422" cy="1453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8" name="C5-E18 line 726" descr="sci-ppt:o726"/>
          <p:cNvCxnSpPr/>
          <p:nvPr/>
        </p:nvCxnSpPr>
        <p:spPr>
          <a:xfrm>
            <a:off x="4685211" y="2653774"/>
            <a:ext cx="36422" cy="1449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9" name="C5-E18 line 727" descr="sci-ppt:o727"/>
          <p:cNvCxnSpPr/>
          <p:nvPr/>
        </p:nvCxnSpPr>
        <p:spPr>
          <a:xfrm>
            <a:off x="4721633" y="2668266"/>
            <a:ext cx="36422" cy="1445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0" name="C5-E18 line 728" descr="sci-ppt:o728"/>
          <p:cNvCxnSpPr/>
          <p:nvPr/>
        </p:nvCxnSpPr>
        <p:spPr>
          <a:xfrm>
            <a:off x="4758055" y="2682718"/>
            <a:ext cx="36421" cy="1441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1" name="C5-E18 line 729" descr="sci-ppt:o729"/>
          <p:cNvCxnSpPr/>
          <p:nvPr/>
        </p:nvCxnSpPr>
        <p:spPr>
          <a:xfrm>
            <a:off x="4794476" y="2697129"/>
            <a:ext cx="36422" cy="1438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2" name="C5-E18 line 730" descr="sci-ppt:o730"/>
          <p:cNvCxnSpPr/>
          <p:nvPr/>
        </p:nvCxnSpPr>
        <p:spPr>
          <a:xfrm>
            <a:off x="4830898" y="2711515"/>
            <a:ext cx="36422" cy="1437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3" name="C5-E18 line 731" descr="sci-ppt:o731"/>
          <p:cNvCxnSpPr/>
          <p:nvPr/>
        </p:nvCxnSpPr>
        <p:spPr>
          <a:xfrm>
            <a:off x="4867320" y="2725889"/>
            <a:ext cx="36422" cy="1438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4" name="C5-E18 line 732" descr="sci-ppt:o732"/>
          <p:cNvCxnSpPr/>
          <p:nvPr/>
        </p:nvCxnSpPr>
        <p:spPr>
          <a:xfrm>
            <a:off x="4903742" y="2740276"/>
            <a:ext cx="36421" cy="1443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5" name="C5-E18 line 733" descr="sci-ppt:o733"/>
          <p:cNvCxnSpPr/>
          <p:nvPr/>
        </p:nvCxnSpPr>
        <p:spPr>
          <a:xfrm>
            <a:off x="4940163" y="2754711"/>
            <a:ext cx="36422" cy="1449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6" name="C5-E18 line 734" descr="sci-ppt:o734"/>
          <p:cNvCxnSpPr/>
          <p:nvPr/>
        </p:nvCxnSpPr>
        <p:spPr>
          <a:xfrm>
            <a:off x="4976585" y="2769203"/>
            <a:ext cx="36422" cy="1458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7" name="C5-E18 line 735" descr="sci-ppt:o735"/>
          <p:cNvCxnSpPr/>
          <p:nvPr/>
        </p:nvCxnSpPr>
        <p:spPr>
          <a:xfrm>
            <a:off x="5013007" y="2783784"/>
            <a:ext cx="36422" cy="1466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8" name="C5-E18 line 736" descr="sci-ppt:o736"/>
          <p:cNvCxnSpPr/>
          <p:nvPr/>
        </p:nvCxnSpPr>
        <p:spPr>
          <a:xfrm>
            <a:off x="5049429" y="2798444"/>
            <a:ext cx="36422" cy="1474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9" name="C5-E18 line 737" descr="sci-ppt:o737"/>
          <p:cNvCxnSpPr/>
          <p:nvPr/>
        </p:nvCxnSpPr>
        <p:spPr>
          <a:xfrm>
            <a:off x="5085851" y="2813187"/>
            <a:ext cx="36421" cy="1477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0" name="C5-E18 line 738" descr="sci-ppt:o738"/>
          <p:cNvCxnSpPr/>
          <p:nvPr/>
        </p:nvCxnSpPr>
        <p:spPr>
          <a:xfrm>
            <a:off x="5122272" y="2827961"/>
            <a:ext cx="36422" cy="1478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1" name="C5-E18 line 739" descr="sci-ppt:o739"/>
          <p:cNvCxnSpPr/>
          <p:nvPr/>
        </p:nvCxnSpPr>
        <p:spPr>
          <a:xfrm>
            <a:off x="5158694" y="2842749"/>
            <a:ext cx="36422" cy="1472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2" name="C5-E18 line 740" descr="sci-ppt:o740"/>
          <p:cNvCxnSpPr/>
          <p:nvPr/>
        </p:nvCxnSpPr>
        <p:spPr>
          <a:xfrm>
            <a:off x="5195116" y="2857478"/>
            <a:ext cx="36422" cy="1460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3" name="C5-E18 line 741" descr="sci-ppt:o741"/>
          <p:cNvCxnSpPr/>
          <p:nvPr/>
        </p:nvCxnSpPr>
        <p:spPr>
          <a:xfrm>
            <a:off x="5231538" y="2872081"/>
            <a:ext cx="36422" cy="1443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4" name="C5-E18 line 742" descr="sci-ppt:o742"/>
          <p:cNvCxnSpPr/>
          <p:nvPr/>
        </p:nvCxnSpPr>
        <p:spPr>
          <a:xfrm>
            <a:off x="5267960" y="2886519"/>
            <a:ext cx="36421" cy="1417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5" name="C5-E18 line 743" descr="sci-ppt:o743"/>
          <p:cNvCxnSpPr/>
          <p:nvPr/>
        </p:nvCxnSpPr>
        <p:spPr>
          <a:xfrm>
            <a:off x="5304381" y="2900697"/>
            <a:ext cx="36422" cy="1391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6" name="C5-E18 line 744" descr="sci-ppt:o744"/>
          <p:cNvCxnSpPr/>
          <p:nvPr/>
        </p:nvCxnSpPr>
        <p:spPr>
          <a:xfrm>
            <a:off x="5340803" y="2914614"/>
            <a:ext cx="36422" cy="1361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7" name="C5-E18 line 745" descr="sci-ppt:o745"/>
          <p:cNvCxnSpPr/>
          <p:nvPr/>
        </p:nvCxnSpPr>
        <p:spPr>
          <a:xfrm>
            <a:off x="5377225" y="2928227"/>
            <a:ext cx="36422" cy="1332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8" name="C5-E18 line 746" descr="sci-ppt:o746"/>
          <p:cNvCxnSpPr/>
          <p:nvPr/>
        </p:nvCxnSpPr>
        <p:spPr>
          <a:xfrm>
            <a:off x="5413647" y="2941553"/>
            <a:ext cx="36421" cy="1305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9" name="C5-E18 line 747" descr="sci-ppt:o747"/>
          <p:cNvCxnSpPr/>
          <p:nvPr/>
        </p:nvCxnSpPr>
        <p:spPr>
          <a:xfrm>
            <a:off x="5450068" y="2954607"/>
            <a:ext cx="36422" cy="1284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0" name="C5-E18 line 748" descr="sci-ppt:o748"/>
          <p:cNvCxnSpPr/>
          <p:nvPr/>
        </p:nvCxnSpPr>
        <p:spPr>
          <a:xfrm>
            <a:off x="5486490" y="2967454"/>
            <a:ext cx="36422" cy="1269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1" name="C5-E18 line 749" descr="sci-ppt:o749"/>
          <p:cNvCxnSpPr/>
          <p:nvPr/>
        </p:nvCxnSpPr>
        <p:spPr>
          <a:xfrm>
            <a:off x="5522912" y="2980153"/>
            <a:ext cx="36422" cy="1260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2" name="C5-E18 line 750" descr="sci-ppt:o750"/>
          <p:cNvCxnSpPr/>
          <p:nvPr/>
        </p:nvCxnSpPr>
        <p:spPr>
          <a:xfrm>
            <a:off x="5559334" y="2992760"/>
            <a:ext cx="36422" cy="1264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3" name="C5-E18 line 751" descr="sci-ppt:o751"/>
          <p:cNvCxnSpPr/>
          <p:nvPr/>
        </p:nvCxnSpPr>
        <p:spPr>
          <a:xfrm>
            <a:off x="5595756" y="3005408"/>
            <a:ext cx="36421" cy="1269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4" name="C5-E18 line 752" descr="sci-ppt:o752"/>
          <p:cNvCxnSpPr/>
          <p:nvPr/>
        </p:nvCxnSpPr>
        <p:spPr>
          <a:xfrm>
            <a:off x="5632177" y="3018102"/>
            <a:ext cx="36422" cy="1283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5" name="C5-E18 line 753" descr="sci-ppt:o753"/>
          <p:cNvCxnSpPr/>
          <p:nvPr/>
        </p:nvCxnSpPr>
        <p:spPr>
          <a:xfrm>
            <a:off x="5668599" y="3030932"/>
            <a:ext cx="36422" cy="1298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6" name="C5-E18 line 754" descr="sci-ppt:o754"/>
          <p:cNvCxnSpPr/>
          <p:nvPr/>
        </p:nvCxnSpPr>
        <p:spPr>
          <a:xfrm>
            <a:off x="5705021" y="3043916"/>
            <a:ext cx="36422" cy="1314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7" name="C5-E18 line 755" descr="sci-ppt:o755"/>
          <p:cNvCxnSpPr/>
          <p:nvPr/>
        </p:nvCxnSpPr>
        <p:spPr>
          <a:xfrm>
            <a:off x="5741443" y="3057061"/>
            <a:ext cx="36422" cy="1327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8" name="C5-E18 line 756" descr="sci-ppt:o756"/>
          <p:cNvCxnSpPr/>
          <p:nvPr/>
        </p:nvCxnSpPr>
        <p:spPr>
          <a:xfrm>
            <a:off x="5777865" y="3070340"/>
            <a:ext cx="36421" cy="1337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9" name="C5-E18 line 757" descr="sci-ppt:o757"/>
          <p:cNvCxnSpPr/>
          <p:nvPr/>
        </p:nvCxnSpPr>
        <p:spPr>
          <a:xfrm>
            <a:off x="5814286" y="3083710"/>
            <a:ext cx="36422" cy="1340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0" name="C5-E18 line 758" descr="sci-ppt:o758"/>
          <p:cNvCxnSpPr/>
          <p:nvPr/>
        </p:nvCxnSpPr>
        <p:spPr>
          <a:xfrm>
            <a:off x="5850708" y="3097118"/>
            <a:ext cx="36422" cy="1332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1" name="C5-E18 line 759" descr="sci-ppt:o759"/>
          <p:cNvCxnSpPr/>
          <p:nvPr/>
        </p:nvCxnSpPr>
        <p:spPr>
          <a:xfrm>
            <a:off x="5887130" y="3110443"/>
            <a:ext cx="36422" cy="1322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2" name="C5-E18 line 760" descr="sci-ppt:o760"/>
          <p:cNvCxnSpPr/>
          <p:nvPr/>
        </p:nvCxnSpPr>
        <p:spPr>
          <a:xfrm>
            <a:off x="5923552" y="3123666"/>
            <a:ext cx="36421" cy="1300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3" name="C5-E18 line 761" descr="sci-ppt:o761"/>
          <p:cNvCxnSpPr/>
          <p:nvPr/>
        </p:nvCxnSpPr>
        <p:spPr>
          <a:xfrm>
            <a:off x="5959973" y="3136669"/>
            <a:ext cx="36422" cy="1275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4" name="C5-E18 line 762" descr="sci-ppt:o762"/>
          <p:cNvCxnSpPr/>
          <p:nvPr/>
        </p:nvCxnSpPr>
        <p:spPr>
          <a:xfrm>
            <a:off x="5996395" y="3149425"/>
            <a:ext cx="36422" cy="1247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5" name="C5-E18 line 763" descr="sci-ppt:o763"/>
          <p:cNvCxnSpPr/>
          <p:nvPr/>
        </p:nvCxnSpPr>
        <p:spPr>
          <a:xfrm>
            <a:off x="6032817" y="3161898"/>
            <a:ext cx="36422" cy="1218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6" name="C5-E18 line 764" descr="sci-ppt:o764"/>
          <p:cNvCxnSpPr/>
          <p:nvPr/>
        </p:nvCxnSpPr>
        <p:spPr>
          <a:xfrm>
            <a:off x="6069239" y="3174086"/>
            <a:ext cx="36422" cy="1193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7" name="C5-E18 line 765" descr="sci-ppt:o765"/>
          <p:cNvCxnSpPr/>
          <p:nvPr/>
        </p:nvCxnSpPr>
        <p:spPr>
          <a:xfrm>
            <a:off x="6105661" y="3186019"/>
            <a:ext cx="36421" cy="1173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8" name="C5-E18 line 766" descr="sci-ppt:o766"/>
          <p:cNvCxnSpPr/>
          <p:nvPr/>
        </p:nvCxnSpPr>
        <p:spPr>
          <a:xfrm>
            <a:off x="6142082" y="3197749"/>
            <a:ext cx="36422" cy="1162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9" name="C5-E18 line 767" descr="sci-ppt:o767"/>
          <p:cNvCxnSpPr/>
          <p:nvPr/>
        </p:nvCxnSpPr>
        <p:spPr>
          <a:xfrm>
            <a:off x="6178504" y="3209377"/>
            <a:ext cx="36422" cy="1157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0" name="C5-E18 line 768" descr="sci-ppt:o768"/>
          <p:cNvCxnSpPr/>
          <p:nvPr/>
        </p:nvCxnSpPr>
        <p:spPr>
          <a:xfrm>
            <a:off x="6214926" y="3220948"/>
            <a:ext cx="36422" cy="1167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1" name="C5-E18 line 769" descr="sci-ppt:o769"/>
          <p:cNvCxnSpPr/>
          <p:nvPr/>
        </p:nvCxnSpPr>
        <p:spPr>
          <a:xfrm>
            <a:off x="6251348" y="3232618"/>
            <a:ext cx="36422" cy="1180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2" name="C5-E18 line 770" descr="sci-ppt:o770"/>
          <p:cNvCxnSpPr/>
          <p:nvPr/>
        </p:nvCxnSpPr>
        <p:spPr>
          <a:xfrm>
            <a:off x="6287770" y="3244424"/>
            <a:ext cx="36421" cy="1203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3" name="C5-E18 line 771" descr="sci-ppt:o771"/>
          <p:cNvCxnSpPr/>
          <p:nvPr/>
        </p:nvCxnSpPr>
        <p:spPr>
          <a:xfrm>
            <a:off x="6324191" y="3256455"/>
            <a:ext cx="36422" cy="1232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4" name="C5-E18 line 772" descr="sci-ppt:o772"/>
          <p:cNvCxnSpPr/>
          <p:nvPr/>
        </p:nvCxnSpPr>
        <p:spPr>
          <a:xfrm>
            <a:off x="6360613" y="3268782"/>
            <a:ext cx="36422" cy="1261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5" name="C5-E18 line 773" descr="sci-ppt:o773"/>
          <p:cNvCxnSpPr/>
          <p:nvPr/>
        </p:nvCxnSpPr>
        <p:spPr>
          <a:xfrm>
            <a:off x="6397035" y="3281397"/>
            <a:ext cx="36422" cy="1291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6" name="C5-E18 line 774" descr="sci-ppt:o774"/>
          <p:cNvCxnSpPr/>
          <p:nvPr/>
        </p:nvCxnSpPr>
        <p:spPr>
          <a:xfrm>
            <a:off x="6433457" y="3294316"/>
            <a:ext cx="36421" cy="1317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7" name="C5-E18 line 775" descr="sci-ppt:o775"/>
          <p:cNvCxnSpPr/>
          <p:nvPr/>
        </p:nvCxnSpPr>
        <p:spPr>
          <a:xfrm>
            <a:off x="6469878" y="3307492"/>
            <a:ext cx="36422" cy="1340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8" name="C5-E18 line 776" descr="sci-ppt:o776"/>
          <p:cNvCxnSpPr/>
          <p:nvPr/>
        </p:nvCxnSpPr>
        <p:spPr>
          <a:xfrm>
            <a:off x="6506300" y="3320899"/>
            <a:ext cx="36422" cy="1352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9" name="C5-E18 line 777" descr="sci-ppt:o777"/>
          <p:cNvCxnSpPr/>
          <p:nvPr/>
        </p:nvCxnSpPr>
        <p:spPr>
          <a:xfrm>
            <a:off x="6542722" y="3334423"/>
            <a:ext cx="36422" cy="1361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80" name="C5-E18 line 778" descr="sci-ppt:o778"/>
          <p:cNvCxnSpPr/>
          <p:nvPr/>
        </p:nvCxnSpPr>
        <p:spPr>
          <a:xfrm>
            <a:off x="6579144" y="3348037"/>
            <a:ext cx="36422" cy="1360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81" name="C5-E18 line 779" descr="sci-ppt:o779"/>
          <p:cNvCxnSpPr/>
          <p:nvPr/>
        </p:nvCxnSpPr>
        <p:spPr>
          <a:xfrm>
            <a:off x="6615566" y="3361645"/>
            <a:ext cx="36421" cy="1352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sp>
        <p:nvSpPr>
          <p:cNvPr id="782" name="C5-E18 text 780" descr="sci-ppt:o780"/>
          <p:cNvSpPr txBox="1"/>
          <p:nvPr/>
        </p:nvSpPr>
        <p:spPr>
          <a:xfrm>
            <a:off x="7680960" y="914400"/>
            <a:ext cx="40233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E7F0F3"/>
                </a:solidFill>
                <a:latin typeface="Arial"/>
              </a:rPr>
              <a:t>Peak factor Λ of each case</a:t>
            </a:r>
          </a:p>
        </p:txBody>
      </p:sp>
      <p:cxnSp>
        <p:nvCxnSpPr>
          <p:cNvPr id="783" name="C5-E18 line 781" descr="sci-ppt:o781"/>
          <p:cNvCxnSpPr/>
          <p:nvPr/>
        </p:nvCxnSpPr>
        <p:spPr>
          <a:xfrm>
            <a:off x="7680960" y="4754880"/>
            <a:ext cx="4023360" cy="0"/>
          </a:xfrm>
          <a:prstGeom prst="line">
            <a:avLst/>
          </a:prstGeom>
          <a:ln w="17780">
            <a:solidFill>
              <a:srgbClr val="B4C7D2"/>
            </a:solidFill>
          </a:ln>
          <a:effectLst/>
        </p:spPr>
      </p:cxnSp>
      <p:cxnSp>
        <p:nvCxnSpPr>
          <p:cNvPr id="784" name="C5-E18 line 782" descr="sci-ppt:o782"/>
          <p:cNvCxnSpPr/>
          <p:nvPr/>
        </p:nvCxnSpPr>
        <p:spPr>
          <a:xfrm>
            <a:off x="8083296" y="47548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85" name="C5-E18 text 783" descr="sci-ppt:o783"/>
          <p:cNvSpPr txBox="1"/>
          <p:nvPr/>
        </p:nvSpPr>
        <p:spPr>
          <a:xfrm>
            <a:off x="7671816" y="4846320"/>
            <a:ext cx="82296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0.926</a:t>
            </a:r>
          </a:p>
        </p:txBody>
      </p:sp>
      <p:cxnSp>
        <p:nvCxnSpPr>
          <p:cNvPr id="786" name="C5-E18 line 784" descr="sci-ppt:o784"/>
          <p:cNvCxnSpPr/>
          <p:nvPr/>
        </p:nvCxnSpPr>
        <p:spPr>
          <a:xfrm>
            <a:off x="8887968" y="47548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87" name="C5-E18 text 785" descr="sci-ppt:o785"/>
          <p:cNvSpPr txBox="1"/>
          <p:nvPr/>
        </p:nvSpPr>
        <p:spPr>
          <a:xfrm>
            <a:off x="8476488" y="4846320"/>
            <a:ext cx="82296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0.928</a:t>
            </a:r>
          </a:p>
        </p:txBody>
      </p:sp>
      <p:cxnSp>
        <p:nvCxnSpPr>
          <p:cNvPr id="788" name="C5-E18 line 786" descr="sci-ppt:o786"/>
          <p:cNvCxnSpPr/>
          <p:nvPr/>
        </p:nvCxnSpPr>
        <p:spPr>
          <a:xfrm>
            <a:off x="9692640" y="47548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89" name="C5-E18 text 787" descr="sci-ppt:o787"/>
          <p:cNvSpPr txBox="1"/>
          <p:nvPr/>
        </p:nvSpPr>
        <p:spPr>
          <a:xfrm>
            <a:off x="9281160" y="4846320"/>
            <a:ext cx="82296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0.930</a:t>
            </a:r>
          </a:p>
        </p:txBody>
      </p:sp>
      <p:cxnSp>
        <p:nvCxnSpPr>
          <p:cNvPr id="790" name="C5-E18 line 788" descr="sci-ppt:o788"/>
          <p:cNvCxnSpPr/>
          <p:nvPr/>
        </p:nvCxnSpPr>
        <p:spPr>
          <a:xfrm>
            <a:off x="10497312" y="47548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91" name="C5-E18 text 789" descr="sci-ppt:o789"/>
          <p:cNvSpPr txBox="1"/>
          <p:nvPr/>
        </p:nvSpPr>
        <p:spPr>
          <a:xfrm>
            <a:off x="10085832" y="4846320"/>
            <a:ext cx="82296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0.932</a:t>
            </a:r>
          </a:p>
        </p:txBody>
      </p:sp>
      <p:cxnSp>
        <p:nvCxnSpPr>
          <p:cNvPr id="792" name="C5-E18 line 790" descr="sci-ppt:o790"/>
          <p:cNvCxnSpPr/>
          <p:nvPr/>
        </p:nvCxnSpPr>
        <p:spPr>
          <a:xfrm>
            <a:off x="11301984" y="47548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93" name="C5-E18 text 791" descr="sci-ppt:o791"/>
          <p:cNvSpPr txBox="1"/>
          <p:nvPr/>
        </p:nvSpPr>
        <p:spPr>
          <a:xfrm>
            <a:off x="10890504" y="4846320"/>
            <a:ext cx="82296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0.934</a:t>
            </a:r>
          </a:p>
        </p:txBody>
      </p:sp>
      <p:cxnSp>
        <p:nvCxnSpPr>
          <p:cNvPr id="794" name="C5-E18 line 792" descr="sci-ppt:o792"/>
          <p:cNvCxnSpPr/>
          <p:nvPr/>
        </p:nvCxnSpPr>
        <p:spPr>
          <a:xfrm>
            <a:off x="7680960" y="1664207"/>
            <a:ext cx="40233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95" name="C5-E18 ellipse 793" descr="sci-ppt:o793"/>
          <p:cNvSpPr/>
          <p:nvPr/>
        </p:nvSpPr>
        <p:spPr>
          <a:xfrm>
            <a:off x="9979755" y="1581911"/>
            <a:ext cx="164592" cy="164592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6" name="C5-E18 text 794" descr="sci-ppt:o794"/>
          <p:cNvSpPr txBox="1"/>
          <p:nvPr/>
        </p:nvSpPr>
        <p:spPr>
          <a:xfrm>
            <a:off x="7680960" y="1280160"/>
            <a:ext cx="21945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U 50 m/s: 0.9309</a:t>
            </a:r>
          </a:p>
        </p:txBody>
      </p:sp>
      <p:cxnSp>
        <p:nvCxnSpPr>
          <p:cNvPr id="797" name="C5-E18 line 795" descr="sci-ppt:o795"/>
          <p:cNvCxnSpPr/>
          <p:nvPr/>
        </p:nvCxnSpPr>
        <p:spPr>
          <a:xfrm>
            <a:off x="7680960" y="2231136"/>
            <a:ext cx="40233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98" name="C5-E18 ellipse 796" descr="sci-ppt:o796"/>
          <p:cNvSpPr/>
          <p:nvPr/>
        </p:nvSpPr>
        <p:spPr>
          <a:xfrm>
            <a:off x="10025072" y="2148840"/>
            <a:ext cx="164592" cy="164592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9" name="C5-E18 text 797" descr="sci-ppt:o797"/>
          <p:cNvSpPr txBox="1"/>
          <p:nvPr/>
        </p:nvSpPr>
        <p:spPr>
          <a:xfrm>
            <a:off x="7680960" y="1847088"/>
            <a:ext cx="21945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U 99.03 m/s: 0.9310</a:t>
            </a:r>
          </a:p>
        </p:txBody>
      </p:sp>
      <p:cxnSp>
        <p:nvCxnSpPr>
          <p:cNvPr id="800" name="C5-E18 line 798" descr="sci-ppt:o798"/>
          <p:cNvCxnSpPr/>
          <p:nvPr/>
        </p:nvCxnSpPr>
        <p:spPr>
          <a:xfrm>
            <a:off x="7680960" y="2798063"/>
            <a:ext cx="40233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801" name="C5-E18 ellipse 799" descr="sci-ppt:o799"/>
          <p:cNvSpPr/>
          <p:nvPr/>
        </p:nvSpPr>
        <p:spPr>
          <a:xfrm>
            <a:off x="9733188" y="2715768"/>
            <a:ext cx="164592" cy="164592"/>
          </a:xfrm>
          <a:prstGeom prst="ellipse">
            <a:avLst/>
          </a:prstGeom>
          <a:solidFill>
            <a:srgbClr val="B4A0F0"/>
          </a:solidFill>
          <a:ln w="12700">
            <a:solidFill>
              <a:srgbClr val="B4A0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2" name="C5-E18 text 800" descr="sci-ppt:o800"/>
          <p:cNvSpPr txBox="1"/>
          <p:nvPr/>
        </p:nvSpPr>
        <p:spPr>
          <a:xfrm>
            <a:off x="7680960" y="2414015"/>
            <a:ext cx="21945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A0F0"/>
                </a:solidFill>
                <a:latin typeface="Arial"/>
              </a:rPr>
              <a:t>U 150 m/s: 0.9303</a:t>
            </a:r>
          </a:p>
        </p:txBody>
      </p:sp>
      <p:cxnSp>
        <p:nvCxnSpPr>
          <p:cNvPr id="803" name="C5-E18 line 801" descr="sci-ppt:o801"/>
          <p:cNvCxnSpPr/>
          <p:nvPr/>
        </p:nvCxnSpPr>
        <p:spPr>
          <a:xfrm>
            <a:off x="7680960" y="3364991"/>
            <a:ext cx="40233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804" name="C5-E18 ellipse 802" descr="sci-ppt:o802"/>
          <p:cNvSpPr/>
          <p:nvPr/>
        </p:nvSpPr>
        <p:spPr>
          <a:xfrm>
            <a:off x="9737993" y="3282696"/>
            <a:ext cx="164592" cy="164592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5" name="C5-E18 text 803" descr="sci-ppt:o803"/>
          <p:cNvSpPr txBox="1"/>
          <p:nvPr/>
        </p:nvSpPr>
        <p:spPr>
          <a:xfrm>
            <a:off x="7680960" y="2980944"/>
            <a:ext cx="21945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FC8F8"/>
                </a:solidFill>
                <a:latin typeface="Arial"/>
              </a:rPr>
              <a:t>a 0.5 µm: 0.9303</a:t>
            </a:r>
          </a:p>
        </p:txBody>
      </p:sp>
      <p:cxnSp>
        <p:nvCxnSpPr>
          <p:cNvPr id="806" name="C5-E18 line 804" descr="sci-ppt:o804"/>
          <p:cNvCxnSpPr/>
          <p:nvPr/>
        </p:nvCxnSpPr>
        <p:spPr>
          <a:xfrm>
            <a:off x="7680960" y="3931920"/>
            <a:ext cx="40233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807" name="C5-E18 ellipse 805" descr="sci-ppt:o805"/>
          <p:cNvSpPr/>
          <p:nvPr/>
        </p:nvSpPr>
        <p:spPr>
          <a:xfrm>
            <a:off x="10157387" y="3849624"/>
            <a:ext cx="164592" cy="164592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8" name="C5-E18 text 806" descr="sci-ppt:o806"/>
          <p:cNvSpPr txBox="1"/>
          <p:nvPr/>
        </p:nvSpPr>
        <p:spPr>
          <a:xfrm>
            <a:off x="7680960" y="3547872"/>
            <a:ext cx="21945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a 2 µm: 0.9314</a:t>
            </a:r>
          </a:p>
        </p:txBody>
      </p:sp>
      <p:sp>
        <p:nvSpPr>
          <p:cNvPr id="809" name="C5-E18 text 807" descr="sci-ppt:o807"/>
          <p:cNvSpPr txBox="1"/>
          <p:nvPr/>
        </p:nvSpPr>
        <p:spPr>
          <a:xfrm>
            <a:off x="7680960" y="5257800"/>
            <a:ext cx="402336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Spread 0.12% of the mean.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Ranges are scenario choices,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not confidence intervals.</a:t>
            </a:r>
          </a:p>
        </p:txBody>
      </p:sp>
      <p:sp>
        <p:nvSpPr>
          <p:cNvPr id="810" name="C5-E18 text 808" descr="sci-ppt:o808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Curves and peaks computed from the five band-run histories.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9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C5-E19 · Delivered rigid-wall relations and link to the Chapter 3 ceiling</a:t>
            </a:r>
          </a:p>
        </p:txBody>
      </p:sp>
      <p:cxnSp>
        <p:nvCxnSpPr>
          <p:cNvPr id="3" name="C5-E19 line 1" descr="sci-ppt:o001"/>
          <p:cNvCxnSpPr/>
          <p:nvPr/>
        </p:nvCxnSpPr>
        <p:spPr>
          <a:xfrm>
            <a:off x="1828800" y="4206240"/>
            <a:ext cx="78638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19 line 2" descr="sci-ppt:o002"/>
          <p:cNvCxnSpPr/>
          <p:nvPr/>
        </p:nvCxnSpPr>
        <p:spPr>
          <a:xfrm>
            <a:off x="1828800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5" name="C5-E19 text 3" descr="sci-ppt:o003"/>
          <p:cNvSpPr txBox="1"/>
          <p:nvPr/>
        </p:nvSpPr>
        <p:spPr>
          <a:xfrm>
            <a:off x="1463040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155</a:t>
            </a:r>
          </a:p>
        </p:txBody>
      </p:sp>
      <p:cxnSp>
        <p:nvCxnSpPr>
          <p:cNvPr id="6" name="C5-E19 line 4" descr="sci-ppt:o004"/>
          <p:cNvCxnSpPr/>
          <p:nvPr/>
        </p:nvCxnSpPr>
        <p:spPr>
          <a:xfrm>
            <a:off x="3401568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" name="C5-E19 text 5" descr="sci-ppt:o005"/>
          <p:cNvSpPr txBox="1"/>
          <p:nvPr/>
        </p:nvSpPr>
        <p:spPr>
          <a:xfrm>
            <a:off x="3035808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160</a:t>
            </a:r>
          </a:p>
        </p:txBody>
      </p:sp>
      <p:cxnSp>
        <p:nvCxnSpPr>
          <p:cNvPr id="8" name="C5-E19 line 6" descr="sci-ppt:o006"/>
          <p:cNvCxnSpPr/>
          <p:nvPr/>
        </p:nvCxnSpPr>
        <p:spPr>
          <a:xfrm>
            <a:off x="4974336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9" name="C5-E19 text 7" descr="sci-ppt:o007"/>
          <p:cNvSpPr txBox="1"/>
          <p:nvPr/>
        </p:nvSpPr>
        <p:spPr>
          <a:xfrm>
            <a:off x="4608575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165</a:t>
            </a:r>
          </a:p>
        </p:txBody>
      </p:sp>
      <p:cxnSp>
        <p:nvCxnSpPr>
          <p:cNvPr id="10" name="C5-E19 line 8" descr="sci-ppt:o008"/>
          <p:cNvCxnSpPr/>
          <p:nvPr/>
        </p:nvCxnSpPr>
        <p:spPr>
          <a:xfrm>
            <a:off x="6547103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1" name="C5-E19 text 9" descr="sci-ppt:o009"/>
          <p:cNvSpPr txBox="1"/>
          <p:nvPr/>
        </p:nvSpPr>
        <p:spPr>
          <a:xfrm>
            <a:off x="6181343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170</a:t>
            </a:r>
          </a:p>
        </p:txBody>
      </p:sp>
      <p:cxnSp>
        <p:nvCxnSpPr>
          <p:cNvPr id="12" name="C5-E19 line 10" descr="sci-ppt:o010"/>
          <p:cNvCxnSpPr/>
          <p:nvPr/>
        </p:nvCxnSpPr>
        <p:spPr>
          <a:xfrm>
            <a:off x="8119871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3" name="C5-E19 text 11" descr="sci-ppt:o011"/>
          <p:cNvSpPr txBox="1"/>
          <p:nvPr/>
        </p:nvSpPr>
        <p:spPr>
          <a:xfrm>
            <a:off x="7754111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175</a:t>
            </a:r>
          </a:p>
        </p:txBody>
      </p:sp>
      <p:cxnSp>
        <p:nvCxnSpPr>
          <p:cNvPr id="14" name="C5-E19 line 12" descr="sci-ppt:o012"/>
          <p:cNvCxnSpPr/>
          <p:nvPr/>
        </p:nvCxnSpPr>
        <p:spPr>
          <a:xfrm>
            <a:off x="9692640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5" name="C5-E19 text 13" descr="sci-ppt:o013"/>
          <p:cNvSpPr txBox="1"/>
          <p:nvPr/>
        </p:nvSpPr>
        <p:spPr>
          <a:xfrm>
            <a:off x="9326880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180</a:t>
            </a:r>
          </a:p>
        </p:txBody>
      </p:sp>
      <p:sp>
        <p:nvSpPr>
          <p:cNvPr id="16" name="C5-E19 text 14" descr="sci-ppt:o014"/>
          <p:cNvSpPr txBox="1"/>
          <p:nvPr/>
        </p:nvSpPr>
        <p:spPr>
          <a:xfrm>
            <a:off x="1828800" y="4617720"/>
            <a:ext cx="786384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Peak absolute wall pressure at U = 99.027 m/s (MPa)</a:t>
            </a:r>
          </a:p>
        </p:txBody>
      </p:sp>
      <p:cxnSp>
        <p:nvCxnSpPr>
          <p:cNvPr id="17" name="C5-E19 line 15" descr="sci-ppt:o015"/>
          <p:cNvCxnSpPr/>
          <p:nvPr/>
        </p:nvCxnSpPr>
        <p:spPr>
          <a:xfrm>
            <a:off x="1828800" y="1645920"/>
            <a:ext cx="1845341" cy="0"/>
          </a:xfrm>
          <a:prstGeom prst="line">
            <a:avLst/>
          </a:prstGeom>
          <a:ln w="50800">
            <a:solidFill>
              <a:srgbClr val="B4C7D2"/>
            </a:solidFill>
          </a:ln>
          <a:effectLst/>
        </p:spPr>
      </p:cxnSp>
      <p:sp>
        <p:nvSpPr>
          <p:cNvPr id="18" name="C5-E19 ellipse 16" descr="sci-ppt:o016"/>
          <p:cNvSpPr/>
          <p:nvPr/>
        </p:nvSpPr>
        <p:spPr>
          <a:xfrm>
            <a:off x="3582701" y="1554480"/>
            <a:ext cx="182880" cy="182880"/>
          </a:xfrm>
          <a:prstGeom prst="ellipse">
            <a:avLst/>
          </a:prstGeom>
          <a:solidFill>
            <a:srgbClr val="B4C7D2"/>
          </a:solidFill>
          <a:ln w="1270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5-E19 text 17" descr="sci-ppt:o017"/>
          <p:cNvSpPr txBox="1"/>
          <p:nvPr/>
        </p:nvSpPr>
        <p:spPr>
          <a:xfrm>
            <a:off x="182880" y="1481328"/>
            <a:ext cx="160020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Linear ceiling p_A</a:t>
            </a:r>
          </a:p>
        </p:txBody>
      </p:sp>
      <p:sp>
        <p:nvSpPr>
          <p:cNvPr id="20" name="C5-E19 text 18" descr="sci-ppt:o018"/>
          <p:cNvSpPr txBox="1"/>
          <p:nvPr/>
        </p:nvSpPr>
        <p:spPr>
          <a:xfrm>
            <a:off x="3857021" y="1389888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160.87 MPa</a:t>
            </a:r>
          </a:p>
        </p:txBody>
      </p:sp>
      <p:sp>
        <p:nvSpPr>
          <p:cNvPr id="21" name="C5-E19 text 19" descr="sci-ppt:o019"/>
          <p:cNvSpPr txBox="1"/>
          <p:nvPr/>
        </p:nvSpPr>
        <p:spPr>
          <a:xfrm>
            <a:off x="3857021" y="1719072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acoustic</a:t>
            </a:r>
          </a:p>
        </p:txBody>
      </p:sp>
      <p:cxnSp>
        <p:nvCxnSpPr>
          <p:cNvPr id="22" name="C5-E19 line 20" descr="sci-ppt:o020"/>
          <p:cNvCxnSpPr/>
          <p:nvPr/>
        </p:nvCxnSpPr>
        <p:spPr>
          <a:xfrm>
            <a:off x="1828800" y="2606039"/>
            <a:ext cx="2384094" cy="0"/>
          </a:xfrm>
          <a:prstGeom prst="line">
            <a:avLst/>
          </a:prstGeom>
          <a:ln w="50800">
            <a:solidFill>
              <a:srgbClr val="8EDBD4"/>
            </a:solidFill>
          </a:ln>
          <a:effectLst/>
        </p:spPr>
      </p:cxnSp>
      <p:sp>
        <p:nvSpPr>
          <p:cNvPr id="23" name="C5-E19 ellipse 21" descr="sci-ppt:o021"/>
          <p:cNvSpPr/>
          <p:nvPr/>
        </p:nvSpPr>
        <p:spPr>
          <a:xfrm>
            <a:off x="4121454" y="2514599"/>
            <a:ext cx="182880" cy="182880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5-E19 text 22" descr="sci-ppt:o022"/>
          <p:cNvSpPr txBox="1"/>
          <p:nvPr/>
        </p:nvSpPr>
        <p:spPr>
          <a:xfrm>
            <a:off x="182880" y="2441448"/>
            <a:ext cx="160020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Full sensor, r ≤ a</a:t>
            </a:r>
          </a:p>
        </p:txBody>
      </p:sp>
      <p:sp>
        <p:nvSpPr>
          <p:cNvPr id="25" name="C5-E19 text 23" descr="sci-ppt:o023"/>
          <p:cNvSpPr txBox="1"/>
          <p:nvPr/>
        </p:nvSpPr>
        <p:spPr>
          <a:xfrm>
            <a:off x="4395774" y="2350008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162.58 MPa</a:t>
            </a:r>
          </a:p>
        </p:txBody>
      </p:sp>
      <p:sp>
        <p:nvSpPr>
          <p:cNvPr id="26" name="C5-E19 text 24" descr="sci-ppt:o024"/>
          <p:cNvSpPr txBox="1"/>
          <p:nvPr/>
        </p:nvSpPr>
        <p:spPr>
          <a:xfrm>
            <a:off x="4395774" y="2679191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0.931 p_H (band a/160)</a:t>
            </a:r>
          </a:p>
        </p:txBody>
      </p:sp>
      <p:cxnSp>
        <p:nvCxnSpPr>
          <p:cNvPr id="27" name="C5-E19 line 25" descr="sci-ppt:o025"/>
          <p:cNvCxnSpPr/>
          <p:nvPr/>
        </p:nvCxnSpPr>
        <p:spPr>
          <a:xfrm>
            <a:off x="1828800" y="3566160"/>
            <a:ext cx="6172452" cy="0"/>
          </a:xfrm>
          <a:prstGeom prst="line">
            <a:avLst/>
          </a:prstGeom>
          <a:ln w="50800">
            <a:solidFill>
              <a:srgbClr val="F2B880"/>
            </a:solidFill>
          </a:ln>
          <a:effectLst/>
        </p:spPr>
      </p:cxnSp>
      <p:sp>
        <p:nvSpPr>
          <p:cNvPr id="28" name="C5-E19 ellipse 26" descr="sci-ppt:o026"/>
          <p:cNvSpPr/>
          <p:nvPr/>
        </p:nvSpPr>
        <p:spPr>
          <a:xfrm>
            <a:off x="7909812" y="3474720"/>
            <a:ext cx="182880" cy="182880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5-E19 text 27" descr="sci-ppt:o027"/>
          <p:cNvSpPr txBox="1"/>
          <p:nvPr/>
        </p:nvSpPr>
        <p:spPr>
          <a:xfrm>
            <a:off x="182880" y="3401568"/>
            <a:ext cx="160020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Centre disk, r ≤ a/2</a:t>
            </a:r>
          </a:p>
        </p:txBody>
      </p:sp>
      <p:sp>
        <p:nvSpPr>
          <p:cNvPr id="30" name="C5-E19 text 28" descr="sci-ppt:o028"/>
          <p:cNvSpPr txBox="1"/>
          <p:nvPr/>
        </p:nvSpPr>
        <p:spPr>
          <a:xfrm>
            <a:off x="8184132" y="3310128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174.62 MPa</a:t>
            </a:r>
          </a:p>
        </p:txBody>
      </p:sp>
      <p:sp>
        <p:nvSpPr>
          <p:cNvPr id="31" name="C5-E19 text 29" descr="sci-ppt:o029"/>
          <p:cNvSpPr txBox="1"/>
          <p:nvPr/>
        </p:nvSpPr>
        <p:spPr>
          <a:xfrm>
            <a:off x="8184132" y="3639312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p_H within 0.43%</a:t>
            </a:r>
          </a:p>
        </p:txBody>
      </p:sp>
      <p:sp>
        <p:nvSpPr>
          <p:cNvPr id="32" name="C5-E19 text 30" descr="sci-ppt:o030"/>
          <p:cNvSpPr txBox="1"/>
          <p:nvPr/>
        </p:nvSpPr>
        <p:spPr>
          <a:xfrm>
            <a:off x="731520" y="521208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High-pressure interval lasts about a / c_0 = 0.61 ns for a = 1 µm.</a:t>
            </a:r>
          </a:p>
        </p:txBody>
      </p:sp>
      <p:sp>
        <p:nvSpPr>
          <p:cNvPr id="33" name="C5-E19 text 31" descr="sci-ppt:o031"/>
          <p:cNvSpPr txBox="1"/>
          <p:nvPr/>
        </p:nvSpPr>
        <p:spPr>
          <a:xfrm>
            <a:off x="731520" y="562356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Nonlinear factor over the linear ceiling: U_s / c_0 = 1.0856.</a:t>
            </a:r>
          </a:p>
        </p:txBody>
      </p:sp>
      <p:sp>
        <p:nvSpPr>
          <p:cNvPr id="34" name="C5-E19 text 32" descr="sci-ppt:o032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Values from Eq. (C5-E19) and the converged band runs.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20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C5-E20 · Reference formulas: speed bound and pressure map together</a:t>
            </a:r>
          </a:p>
        </p:txBody>
      </p:sp>
      <p:sp>
        <p:nvSpPr>
          <p:cNvPr id="3" name="C5-E20 rect 1" descr="sci-ppt:o001"/>
          <p:cNvSpPr/>
          <p:nvPr/>
        </p:nvSpPr>
        <p:spPr>
          <a:xfrm>
            <a:off x="457200" y="2103120"/>
            <a:ext cx="2651760" cy="1554480"/>
          </a:xfrm>
          <a:prstGeom prst="rect">
            <a:avLst/>
          </a:prstGeom>
          <a:solidFill>
            <a:srgbClr val="213E4B"/>
          </a:solidFill>
          <a:ln w="2540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5-E20 text 2" descr="sci-ppt:o002"/>
          <p:cNvSpPr txBox="1"/>
          <p:nvPr/>
        </p:nvSpPr>
        <p:spPr>
          <a:xfrm>
            <a:off x="502920" y="2176272"/>
            <a:ext cx="25603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B4C7D2"/>
                </a:solidFill>
                <a:latin typeface="Arial"/>
              </a:rPr>
              <a:t>Chapter 3</a:t>
            </a:r>
          </a:p>
        </p:txBody>
      </p:sp>
      <p:sp>
        <p:nvSpPr>
          <p:cNvPr id="5" name="C5-E20 text 3" descr="sci-ppt:o003"/>
          <p:cNvSpPr txBox="1"/>
          <p:nvPr/>
        </p:nvSpPr>
        <p:spPr>
          <a:xfrm>
            <a:off x="502920" y="2697480"/>
            <a:ext cx="2560320" cy="6400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energy E_av, mass m_j</a:t>
            </a:r>
          </a:p>
        </p:txBody>
      </p:sp>
      <p:sp>
        <p:nvSpPr>
          <p:cNvPr id="6" name="C5-E20 text 4" descr="sci-ppt:o004"/>
          <p:cNvSpPr txBox="1"/>
          <p:nvPr/>
        </p:nvSpPr>
        <p:spPr>
          <a:xfrm>
            <a:off x="502920" y="3246120"/>
            <a:ext cx="25603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bound</a:t>
            </a:r>
          </a:p>
        </p:txBody>
      </p:sp>
      <p:cxnSp>
        <p:nvCxnSpPr>
          <p:cNvPr id="7" name="C5-E20 arrow 5" descr="sci-ppt:o005"/>
          <p:cNvCxnSpPr/>
          <p:nvPr/>
        </p:nvCxnSpPr>
        <p:spPr>
          <a:xfrm>
            <a:off x="3108960" y="2880360"/>
            <a:ext cx="640079" cy="0"/>
          </a:xfrm>
          <a:prstGeom prst="line">
            <a:avLst/>
          </a:prstGeom>
          <a:ln w="3175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5-E20 rect 6" descr="sci-ppt:o006"/>
          <p:cNvSpPr/>
          <p:nvPr/>
        </p:nvSpPr>
        <p:spPr>
          <a:xfrm>
            <a:off x="3291840" y="2103120"/>
            <a:ext cx="2651760" cy="1554480"/>
          </a:xfrm>
          <a:prstGeom prst="rect">
            <a:avLst/>
          </a:prstGeom>
          <a:solidFill>
            <a:srgbClr val="213E4B"/>
          </a:solidFill>
          <a:ln w="2540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5-E20 text 7" descr="sci-ppt:o007"/>
          <p:cNvSpPr txBox="1"/>
          <p:nvPr/>
        </p:nvSpPr>
        <p:spPr>
          <a:xfrm>
            <a:off x="3337560" y="2176272"/>
            <a:ext cx="25603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B4C7D2"/>
                </a:solidFill>
                <a:latin typeface="Arial"/>
              </a:rPr>
              <a:t>Speed ceiling</a:t>
            </a:r>
          </a:p>
        </p:txBody>
      </p:sp>
      <p:sp>
        <p:nvSpPr>
          <p:cNvPr id="10" name="C5-E20 text 8" descr="sci-ppt:o008"/>
          <p:cNvSpPr txBox="1"/>
          <p:nvPr/>
        </p:nvSpPr>
        <p:spPr>
          <a:xfrm>
            <a:off x="3337560" y="2697480"/>
            <a:ext cx="2560320" cy="6400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U ≤ √(2 E_av / m_j)</a:t>
            </a:r>
          </a:p>
        </p:txBody>
      </p:sp>
      <p:sp>
        <p:nvSpPr>
          <p:cNvPr id="11" name="C5-E20 text 9" descr="sci-ppt:o009"/>
          <p:cNvSpPr txBox="1"/>
          <p:nvPr/>
        </p:nvSpPr>
        <p:spPr>
          <a:xfrm>
            <a:off x="3337560" y="3246120"/>
            <a:ext cx="25603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bound</a:t>
            </a:r>
          </a:p>
        </p:txBody>
      </p:sp>
      <p:cxnSp>
        <p:nvCxnSpPr>
          <p:cNvPr id="12" name="C5-E20 arrow 10" descr="sci-ppt:o010"/>
          <p:cNvCxnSpPr/>
          <p:nvPr/>
        </p:nvCxnSpPr>
        <p:spPr>
          <a:xfrm>
            <a:off x="5943600" y="2880360"/>
            <a:ext cx="640080" cy="0"/>
          </a:xfrm>
          <a:prstGeom prst="line">
            <a:avLst/>
          </a:prstGeom>
          <a:ln w="3175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13" name="C5-E20 rect 11" descr="sci-ppt:o011"/>
          <p:cNvSpPr/>
          <p:nvPr/>
        </p:nvSpPr>
        <p:spPr>
          <a:xfrm>
            <a:off x="6126480" y="2103120"/>
            <a:ext cx="2651760" cy="1554480"/>
          </a:xfrm>
          <a:prstGeom prst="rect">
            <a:avLst/>
          </a:prstGeom>
          <a:solidFill>
            <a:srgbClr val="213E4B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5-E20 text 12" descr="sci-ppt:o012"/>
          <p:cNvSpPr txBox="1"/>
          <p:nvPr/>
        </p:nvSpPr>
        <p:spPr>
          <a:xfrm>
            <a:off x="6172200" y="2176272"/>
            <a:ext cx="25603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Prescribed speed U</a:t>
            </a:r>
          </a:p>
        </p:txBody>
      </p:sp>
      <p:sp>
        <p:nvSpPr>
          <p:cNvPr id="15" name="C5-E20 text 13" descr="sci-ppt:o013"/>
          <p:cNvSpPr txBox="1"/>
          <p:nvPr/>
        </p:nvSpPr>
        <p:spPr>
          <a:xfrm>
            <a:off x="6172200" y="2697480"/>
            <a:ext cx="2560320" cy="6400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taken as given here</a:t>
            </a:r>
          </a:p>
        </p:txBody>
      </p:sp>
      <p:sp>
        <p:nvSpPr>
          <p:cNvPr id="16" name="C5-E20 text 14" descr="sci-ppt:o014"/>
          <p:cNvSpPr txBox="1"/>
          <p:nvPr/>
        </p:nvSpPr>
        <p:spPr>
          <a:xfrm>
            <a:off x="6172200" y="3246120"/>
            <a:ext cx="25603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input</a:t>
            </a:r>
          </a:p>
        </p:txBody>
      </p:sp>
      <p:cxnSp>
        <p:nvCxnSpPr>
          <p:cNvPr id="17" name="C5-E20 arrow 15" descr="sci-ppt:o015"/>
          <p:cNvCxnSpPr/>
          <p:nvPr/>
        </p:nvCxnSpPr>
        <p:spPr>
          <a:xfrm>
            <a:off x="8778240" y="2880360"/>
            <a:ext cx="640080" cy="0"/>
          </a:xfrm>
          <a:prstGeom prst="line">
            <a:avLst/>
          </a:prstGeom>
          <a:ln w="3175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18" name="C5-E20 rect 16" descr="sci-ppt:o016"/>
          <p:cNvSpPr/>
          <p:nvPr/>
        </p:nvSpPr>
        <p:spPr>
          <a:xfrm>
            <a:off x="8961120" y="2103120"/>
            <a:ext cx="2651760" cy="155448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5-E20 text 17" descr="sci-ppt:o017"/>
          <p:cNvSpPr txBox="1"/>
          <p:nvPr/>
        </p:nvSpPr>
        <p:spPr>
          <a:xfrm>
            <a:off x="9006840" y="2176272"/>
            <a:ext cx="25603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Pressure map</a:t>
            </a:r>
          </a:p>
        </p:txBody>
      </p:sp>
      <p:sp>
        <p:nvSpPr>
          <p:cNvPr id="20" name="C5-E20 text 18" descr="sci-ppt:o018"/>
          <p:cNvSpPr txBox="1"/>
          <p:nvPr/>
        </p:nvSpPr>
        <p:spPr>
          <a:xfrm>
            <a:off x="9006840" y="2697480"/>
            <a:ext cx="2560320" cy="6400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p_wall = f(U)</a:t>
            </a:r>
          </a:p>
        </p:txBody>
      </p:sp>
      <p:sp>
        <p:nvSpPr>
          <p:cNvPr id="21" name="C5-E20 text 19" descr="sci-ppt:o019"/>
          <p:cNvSpPr txBox="1"/>
          <p:nvPr/>
        </p:nvSpPr>
        <p:spPr>
          <a:xfrm>
            <a:off x="9006840" y="3246120"/>
            <a:ext cx="25603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computed</a:t>
            </a:r>
          </a:p>
        </p:txBody>
      </p:sp>
      <p:sp>
        <p:nvSpPr>
          <p:cNvPr id="22" name="C5-E20 text 20" descr="sci-ppt:o020"/>
          <p:cNvSpPr txBox="1"/>
          <p:nvPr/>
        </p:nvSpPr>
        <p:spPr>
          <a:xfrm>
            <a:off x="8961120" y="3840480"/>
            <a:ext cx="2743200" cy="10972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centre: p_H</a:t>
            </a:r>
          </a:p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full sensor: 0.931 p_H</a:t>
            </a:r>
          </a:p>
        </p:txBody>
      </p:sp>
      <p:sp>
        <p:nvSpPr>
          <p:cNvPr id="23" name="C5-E20 text 21" descr="sci-ppt:o021"/>
          <p:cNvSpPr txBox="1"/>
          <p:nvPr/>
        </p:nvSpPr>
        <p:spPr>
          <a:xfrm>
            <a:off x="457200" y="4754880"/>
            <a:ext cx="804672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The bound limits the speed. The map converts a speed to a pressure.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The two claims meet only at the prescribed speed.</a:t>
            </a:r>
          </a:p>
        </p:txBody>
      </p:sp>
      <p:sp>
        <p:nvSpPr>
          <p:cNvPr id="24" name="C5-E20 text 22" descr="sci-ppt:o022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A bound is not a prediction; a map is not a measurement.</a:t>
            </a:r>
          </a:p>
        </p:txBody>
      </p:sp>
      <p:sp>
        <p:nvSpPr>
          <p:cNvPr id="25" name="C5-E20 text 23" descr="sci-ppt:o023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Chain of Eq. (C5-E20); Chapter 3 bound from Eq. (C3-E32).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21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C5-E21 · Reference formulas: edge-release explanation of the finite-area factor</a:t>
            </a:r>
          </a:p>
        </p:txBody>
      </p:sp>
      <p:cxnSp>
        <p:nvCxnSpPr>
          <p:cNvPr id="3" name="C5-E21 line 1" descr="sci-ppt:o001"/>
          <p:cNvCxnSpPr/>
          <p:nvPr/>
        </p:nvCxnSpPr>
        <p:spPr>
          <a:xfrm>
            <a:off x="1463040" y="5303520"/>
            <a:ext cx="621792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21 line 2" descr="sci-ppt:o002"/>
          <p:cNvCxnSpPr/>
          <p:nvPr/>
        </p:nvCxnSpPr>
        <p:spPr>
          <a:xfrm>
            <a:off x="1463040" y="1188720"/>
            <a:ext cx="0" cy="41148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5-E21 line 3" descr="sci-ppt:o003"/>
          <p:cNvCxnSpPr/>
          <p:nvPr/>
        </p:nvCxnSpPr>
        <p:spPr>
          <a:xfrm>
            <a:off x="146304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6" name="C5-E21 text 4" descr="sci-ppt:o004"/>
          <p:cNvSpPr txBox="1"/>
          <p:nvPr/>
        </p:nvSpPr>
        <p:spPr>
          <a:xfrm>
            <a:off x="100584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7" name="C5-E21 line 5" descr="sci-ppt:o005"/>
          <p:cNvCxnSpPr/>
          <p:nvPr/>
        </p:nvCxnSpPr>
        <p:spPr>
          <a:xfrm>
            <a:off x="301752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8" name="C5-E21 text 6" descr="sci-ppt:o006"/>
          <p:cNvSpPr txBox="1"/>
          <p:nvPr/>
        </p:nvSpPr>
        <p:spPr>
          <a:xfrm>
            <a:off x="256032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9" name="C5-E21 line 7" descr="sci-ppt:o007"/>
          <p:cNvCxnSpPr/>
          <p:nvPr/>
        </p:nvCxnSpPr>
        <p:spPr>
          <a:xfrm>
            <a:off x="457200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0" name="C5-E21 text 8" descr="sci-ppt:o008"/>
          <p:cNvSpPr txBox="1"/>
          <p:nvPr/>
        </p:nvSpPr>
        <p:spPr>
          <a:xfrm>
            <a:off x="411480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1" name="C5-E21 line 9" descr="sci-ppt:o009"/>
          <p:cNvCxnSpPr/>
          <p:nvPr/>
        </p:nvCxnSpPr>
        <p:spPr>
          <a:xfrm>
            <a:off x="6126479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2" name="C5-E21 text 10" descr="sci-ppt:o010"/>
          <p:cNvSpPr txBox="1"/>
          <p:nvPr/>
        </p:nvSpPr>
        <p:spPr>
          <a:xfrm>
            <a:off x="5669279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13" name="C5-E21 line 11" descr="sci-ppt:o011"/>
          <p:cNvCxnSpPr/>
          <p:nvPr/>
        </p:nvCxnSpPr>
        <p:spPr>
          <a:xfrm>
            <a:off x="768096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4" name="C5-E21 text 12" descr="sci-ppt:o012"/>
          <p:cNvSpPr txBox="1"/>
          <p:nvPr/>
        </p:nvSpPr>
        <p:spPr>
          <a:xfrm>
            <a:off x="722376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5" name="C5-E21 line 13" descr="sci-ppt:o013"/>
          <p:cNvCxnSpPr/>
          <p:nvPr/>
        </p:nvCxnSpPr>
        <p:spPr>
          <a:xfrm>
            <a:off x="1399032" y="53035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5-E21 line 14" descr="sci-ppt:o014"/>
          <p:cNvCxnSpPr/>
          <p:nvPr/>
        </p:nvCxnSpPr>
        <p:spPr>
          <a:xfrm>
            <a:off x="1463040" y="5303520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C5-E21 text 15" descr="sci-ppt:o015"/>
          <p:cNvSpPr txBox="1"/>
          <p:nvPr/>
        </p:nvSpPr>
        <p:spPr>
          <a:xfrm>
            <a:off x="685800" y="517550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0.90</a:t>
            </a:r>
          </a:p>
        </p:txBody>
      </p:sp>
      <p:cxnSp>
        <p:nvCxnSpPr>
          <p:cNvPr id="18" name="C5-E21 line 16" descr="sci-ppt:o016"/>
          <p:cNvCxnSpPr/>
          <p:nvPr/>
        </p:nvCxnSpPr>
        <p:spPr>
          <a:xfrm>
            <a:off x="1399032" y="448055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5-E21 line 17" descr="sci-ppt:o017"/>
          <p:cNvCxnSpPr/>
          <p:nvPr/>
        </p:nvCxnSpPr>
        <p:spPr>
          <a:xfrm>
            <a:off x="1463040" y="4480559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5-E21 text 18" descr="sci-ppt:o018"/>
          <p:cNvSpPr txBox="1"/>
          <p:nvPr/>
        </p:nvSpPr>
        <p:spPr>
          <a:xfrm>
            <a:off x="685800" y="435254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0.92</a:t>
            </a:r>
          </a:p>
        </p:txBody>
      </p:sp>
      <p:cxnSp>
        <p:nvCxnSpPr>
          <p:cNvPr id="21" name="C5-E21 line 19" descr="sci-ppt:o019"/>
          <p:cNvCxnSpPr/>
          <p:nvPr/>
        </p:nvCxnSpPr>
        <p:spPr>
          <a:xfrm>
            <a:off x="1399032" y="3657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5-E21 line 20" descr="sci-ppt:o020"/>
          <p:cNvCxnSpPr/>
          <p:nvPr/>
        </p:nvCxnSpPr>
        <p:spPr>
          <a:xfrm>
            <a:off x="1463040" y="3657600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5-E21 text 21" descr="sci-ppt:o021"/>
          <p:cNvSpPr txBox="1"/>
          <p:nvPr/>
        </p:nvSpPr>
        <p:spPr>
          <a:xfrm>
            <a:off x="685800" y="352958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0.94</a:t>
            </a:r>
          </a:p>
        </p:txBody>
      </p:sp>
      <p:cxnSp>
        <p:nvCxnSpPr>
          <p:cNvPr id="24" name="C5-E21 line 22" descr="sci-ppt:o022"/>
          <p:cNvCxnSpPr/>
          <p:nvPr/>
        </p:nvCxnSpPr>
        <p:spPr>
          <a:xfrm>
            <a:off x="1399032" y="28346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5-E21 line 23" descr="sci-ppt:o023"/>
          <p:cNvCxnSpPr/>
          <p:nvPr/>
        </p:nvCxnSpPr>
        <p:spPr>
          <a:xfrm>
            <a:off x="1463040" y="2834640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5-E21 text 24" descr="sci-ppt:o024"/>
          <p:cNvSpPr txBox="1"/>
          <p:nvPr/>
        </p:nvSpPr>
        <p:spPr>
          <a:xfrm>
            <a:off x="685800" y="270662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0.96</a:t>
            </a:r>
          </a:p>
        </p:txBody>
      </p:sp>
      <p:cxnSp>
        <p:nvCxnSpPr>
          <p:cNvPr id="27" name="C5-E21 line 25" descr="sci-ppt:o025"/>
          <p:cNvCxnSpPr/>
          <p:nvPr/>
        </p:nvCxnSpPr>
        <p:spPr>
          <a:xfrm>
            <a:off x="1399032" y="20116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5-E21 line 26" descr="sci-ppt:o026"/>
          <p:cNvCxnSpPr/>
          <p:nvPr/>
        </p:nvCxnSpPr>
        <p:spPr>
          <a:xfrm>
            <a:off x="1463040" y="2011680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5-E21 text 27" descr="sci-ppt:o027"/>
          <p:cNvSpPr txBox="1"/>
          <p:nvPr/>
        </p:nvSpPr>
        <p:spPr>
          <a:xfrm>
            <a:off x="685800" y="188366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0.98</a:t>
            </a:r>
          </a:p>
        </p:txBody>
      </p:sp>
      <p:cxnSp>
        <p:nvCxnSpPr>
          <p:cNvPr id="30" name="C5-E21 line 28" descr="sci-ppt:o028"/>
          <p:cNvCxnSpPr/>
          <p:nvPr/>
        </p:nvCxnSpPr>
        <p:spPr>
          <a:xfrm>
            <a:off x="1399032" y="118871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5-E21 line 29" descr="sci-ppt:o029"/>
          <p:cNvCxnSpPr/>
          <p:nvPr/>
        </p:nvCxnSpPr>
        <p:spPr>
          <a:xfrm>
            <a:off x="1463040" y="1188719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5-E21 text 30" descr="sci-ppt:o030"/>
          <p:cNvSpPr txBox="1"/>
          <p:nvPr/>
        </p:nvSpPr>
        <p:spPr>
          <a:xfrm>
            <a:off x="685800" y="10607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sp>
        <p:nvSpPr>
          <p:cNvPr id="33" name="C5-E21 text 31" descr="sci-ppt:o031"/>
          <p:cNvSpPr txBox="1"/>
          <p:nvPr/>
        </p:nvSpPr>
        <p:spPr>
          <a:xfrm>
            <a:off x="1463040" y="5650992"/>
            <a:ext cx="6217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κ: share of the excess lost in the released annulus</a:t>
            </a:r>
          </a:p>
        </p:txBody>
      </p:sp>
      <p:sp>
        <p:nvSpPr>
          <p:cNvPr id="34" name="C5-E21 text 32" descr="sci-ppt:o032"/>
          <p:cNvSpPr txBox="1"/>
          <p:nvPr/>
        </p:nvSpPr>
        <p:spPr>
          <a:xfrm>
            <a:off x="594360" y="804672"/>
            <a:ext cx="3108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Λ</a:t>
            </a:r>
          </a:p>
        </p:txBody>
      </p:sp>
      <p:cxnSp>
        <p:nvCxnSpPr>
          <p:cNvPr id="35" name="C5-E21 line 33" descr="sci-ppt:o033"/>
          <p:cNvCxnSpPr/>
          <p:nvPr/>
        </p:nvCxnSpPr>
        <p:spPr>
          <a:xfrm>
            <a:off x="1463040" y="1188719"/>
            <a:ext cx="62179" cy="3792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36" name="C5-E21 line 34" descr="sci-ppt:o034"/>
          <p:cNvCxnSpPr/>
          <p:nvPr/>
        </p:nvCxnSpPr>
        <p:spPr>
          <a:xfrm>
            <a:off x="1525219" y="122664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37" name="C5-E21 line 35" descr="sci-ppt:o035"/>
          <p:cNvCxnSpPr/>
          <p:nvPr/>
        </p:nvCxnSpPr>
        <p:spPr>
          <a:xfrm>
            <a:off x="1587398" y="126457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38" name="C5-E21 line 36" descr="sci-ppt:o036"/>
          <p:cNvCxnSpPr/>
          <p:nvPr/>
        </p:nvCxnSpPr>
        <p:spPr>
          <a:xfrm>
            <a:off x="1649577" y="130250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39" name="C5-E21 line 37" descr="sci-ppt:o037"/>
          <p:cNvCxnSpPr/>
          <p:nvPr/>
        </p:nvCxnSpPr>
        <p:spPr>
          <a:xfrm>
            <a:off x="1711756" y="1340428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0" name="C5-E21 line 38" descr="sci-ppt:o038"/>
          <p:cNvCxnSpPr/>
          <p:nvPr/>
        </p:nvCxnSpPr>
        <p:spPr>
          <a:xfrm>
            <a:off x="1773936" y="1378355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1" name="C5-E21 line 39" descr="sci-ppt:o039"/>
          <p:cNvCxnSpPr/>
          <p:nvPr/>
        </p:nvCxnSpPr>
        <p:spPr>
          <a:xfrm>
            <a:off x="1836115" y="141628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2" name="C5-E21 line 40" descr="sci-ppt:o040"/>
          <p:cNvCxnSpPr/>
          <p:nvPr/>
        </p:nvCxnSpPr>
        <p:spPr>
          <a:xfrm>
            <a:off x="1898294" y="145420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3" name="C5-E21 line 41" descr="sci-ppt:o041"/>
          <p:cNvCxnSpPr/>
          <p:nvPr/>
        </p:nvCxnSpPr>
        <p:spPr>
          <a:xfrm>
            <a:off x="1960473" y="149213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4" name="C5-E21 line 42" descr="sci-ppt:o042"/>
          <p:cNvCxnSpPr/>
          <p:nvPr/>
        </p:nvCxnSpPr>
        <p:spPr>
          <a:xfrm>
            <a:off x="2022652" y="1530063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5" name="C5-E21 line 43" descr="sci-ppt:o043"/>
          <p:cNvCxnSpPr/>
          <p:nvPr/>
        </p:nvCxnSpPr>
        <p:spPr>
          <a:xfrm>
            <a:off x="2084832" y="1567990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6" name="C5-E21 line 44" descr="sci-ppt:o044"/>
          <p:cNvCxnSpPr/>
          <p:nvPr/>
        </p:nvCxnSpPr>
        <p:spPr>
          <a:xfrm>
            <a:off x="2147011" y="160591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7" name="C5-E21 line 45" descr="sci-ppt:o045"/>
          <p:cNvCxnSpPr/>
          <p:nvPr/>
        </p:nvCxnSpPr>
        <p:spPr>
          <a:xfrm>
            <a:off x="2209190" y="164384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8" name="C5-E21 line 46" descr="sci-ppt:o046"/>
          <p:cNvCxnSpPr/>
          <p:nvPr/>
        </p:nvCxnSpPr>
        <p:spPr>
          <a:xfrm>
            <a:off x="2271369" y="168177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9" name="C5-E21 line 47" descr="sci-ppt:o047"/>
          <p:cNvCxnSpPr/>
          <p:nvPr/>
        </p:nvCxnSpPr>
        <p:spPr>
          <a:xfrm>
            <a:off x="2333548" y="1719698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0" name="C5-E21 line 48" descr="sci-ppt:o048"/>
          <p:cNvCxnSpPr/>
          <p:nvPr/>
        </p:nvCxnSpPr>
        <p:spPr>
          <a:xfrm>
            <a:off x="2395728" y="1757625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1" name="C5-E21 line 49" descr="sci-ppt:o049"/>
          <p:cNvCxnSpPr/>
          <p:nvPr/>
        </p:nvCxnSpPr>
        <p:spPr>
          <a:xfrm>
            <a:off x="2457907" y="179555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2" name="C5-E21 line 50" descr="sci-ppt:o050"/>
          <p:cNvCxnSpPr/>
          <p:nvPr/>
        </p:nvCxnSpPr>
        <p:spPr>
          <a:xfrm>
            <a:off x="2520086" y="183347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3" name="C5-E21 line 51" descr="sci-ppt:o051"/>
          <p:cNvCxnSpPr/>
          <p:nvPr/>
        </p:nvCxnSpPr>
        <p:spPr>
          <a:xfrm>
            <a:off x="2582265" y="187140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4" name="C5-E21 line 52" descr="sci-ppt:o052"/>
          <p:cNvCxnSpPr/>
          <p:nvPr/>
        </p:nvCxnSpPr>
        <p:spPr>
          <a:xfrm>
            <a:off x="2644444" y="1909333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5" name="C5-E21 line 53" descr="sci-ppt:o053"/>
          <p:cNvCxnSpPr/>
          <p:nvPr/>
        </p:nvCxnSpPr>
        <p:spPr>
          <a:xfrm>
            <a:off x="2706624" y="1947260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6" name="C5-E21 line 54" descr="sci-ppt:o054"/>
          <p:cNvCxnSpPr/>
          <p:nvPr/>
        </p:nvCxnSpPr>
        <p:spPr>
          <a:xfrm>
            <a:off x="2768803" y="198518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7" name="C5-E21 line 55" descr="sci-ppt:o055"/>
          <p:cNvCxnSpPr/>
          <p:nvPr/>
        </p:nvCxnSpPr>
        <p:spPr>
          <a:xfrm>
            <a:off x="2830982" y="202311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8" name="C5-E21 line 56" descr="sci-ppt:o056"/>
          <p:cNvCxnSpPr/>
          <p:nvPr/>
        </p:nvCxnSpPr>
        <p:spPr>
          <a:xfrm>
            <a:off x="2893161" y="206104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9" name="C5-E21 line 57" descr="sci-ppt:o057"/>
          <p:cNvCxnSpPr/>
          <p:nvPr/>
        </p:nvCxnSpPr>
        <p:spPr>
          <a:xfrm>
            <a:off x="2955340" y="2098968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0" name="C5-E21 line 58" descr="sci-ppt:o058"/>
          <p:cNvCxnSpPr/>
          <p:nvPr/>
        </p:nvCxnSpPr>
        <p:spPr>
          <a:xfrm>
            <a:off x="3017520" y="2136895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1" name="C5-E21 line 59" descr="sci-ppt:o059"/>
          <p:cNvCxnSpPr/>
          <p:nvPr/>
        </p:nvCxnSpPr>
        <p:spPr>
          <a:xfrm>
            <a:off x="3079699" y="217482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2" name="C5-E21 line 60" descr="sci-ppt:o060"/>
          <p:cNvCxnSpPr/>
          <p:nvPr/>
        </p:nvCxnSpPr>
        <p:spPr>
          <a:xfrm>
            <a:off x="3141878" y="221274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3" name="C5-E21 line 61" descr="sci-ppt:o061"/>
          <p:cNvCxnSpPr/>
          <p:nvPr/>
        </p:nvCxnSpPr>
        <p:spPr>
          <a:xfrm>
            <a:off x="3204057" y="225067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4" name="C5-E21 line 62" descr="sci-ppt:o062"/>
          <p:cNvCxnSpPr/>
          <p:nvPr/>
        </p:nvCxnSpPr>
        <p:spPr>
          <a:xfrm>
            <a:off x="3266236" y="2288603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5" name="C5-E21 line 63" descr="sci-ppt:o063"/>
          <p:cNvCxnSpPr/>
          <p:nvPr/>
        </p:nvCxnSpPr>
        <p:spPr>
          <a:xfrm>
            <a:off x="3328416" y="2326530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6" name="C5-E21 line 64" descr="sci-ppt:o064"/>
          <p:cNvCxnSpPr/>
          <p:nvPr/>
        </p:nvCxnSpPr>
        <p:spPr>
          <a:xfrm>
            <a:off x="3390595" y="236445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7" name="C5-E21 line 65" descr="sci-ppt:o065"/>
          <p:cNvCxnSpPr/>
          <p:nvPr/>
        </p:nvCxnSpPr>
        <p:spPr>
          <a:xfrm>
            <a:off x="3452774" y="240238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8" name="C5-E21 line 66" descr="sci-ppt:o066"/>
          <p:cNvCxnSpPr/>
          <p:nvPr/>
        </p:nvCxnSpPr>
        <p:spPr>
          <a:xfrm>
            <a:off x="3514953" y="244031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9" name="C5-E21 line 67" descr="sci-ppt:o067"/>
          <p:cNvCxnSpPr/>
          <p:nvPr/>
        </p:nvCxnSpPr>
        <p:spPr>
          <a:xfrm>
            <a:off x="3577132" y="2478238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0" name="C5-E21 line 68" descr="sci-ppt:o068"/>
          <p:cNvCxnSpPr/>
          <p:nvPr/>
        </p:nvCxnSpPr>
        <p:spPr>
          <a:xfrm>
            <a:off x="3639312" y="2516165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1" name="C5-E21 line 69" descr="sci-ppt:o069"/>
          <p:cNvCxnSpPr/>
          <p:nvPr/>
        </p:nvCxnSpPr>
        <p:spPr>
          <a:xfrm>
            <a:off x="3701491" y="255409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2" name="C5-E21 line 70" descr="sci-ppt:o070"/>
          <p:cNvCxnSpPr/>
          <p:nvPr/>
        </p:nvCxnSpPr>
        <p:spPr>
          <a:xfrm>
            <a:off x="3763670" y="259201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3" name="C5-E21 line 71" descr="sci-ppt:o071"/>
          <p:cNvCxnSpPr/>
          <p:nvPr/>
        </p:nvCxnSpPr>
        <p:spPr>
          <a:xfrm>
            <a:off x="3825849" y="262994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4" name="C5-E21 line 72" descr="sci-ppt:o072"/>
          <p:cNvCxnSpPr/>
          <p:nvPr/>
        </p:nvCxnSpPr>
        <p:spPr>
          <a:xfrm>
            <a:off x="3888028" y="2667873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5" name="C5-E21 line 73" descr="sci-ppt:o073"/>
          <p:cNvCxnSpPr/>
          <p:nvPr/>
        </p:nvCxnSpPr>
        <p:spPr>
          <a:xfrm>
            <a:off x="3950208" y="2705800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6" name="C5-E21 line 74" descr="sci-ppt:o074"/>
          <p:cNvCxnSpPr/>
          <p:nvPr/>
        </p:nvCxnSpPr>
        <p:spPr>
          <a:xfrm>
            <a:off x="4012387" y="274372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7" name="C5-E21 line 75" descr="sci-ppt:o075"/>
          <p:cNvCxnSpPr/>
          <p:nvPr/>
        </p:nvCxnSpPr>
        <p:spPr>
          <a:xfrm>
            <a:off x="4074566" y="278165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8" name="C5-E21 line 76" descr="sci-ppt:o076"/>
          <p:cNvCxnSpPr/>
          <p:nvPr/>
        </p:nvCxnSpPr>
        <p:spPr>
          <a:xfrm>
            <a:off x="4136745" y="281958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9" name="C5-E21 line 77" descr="sci-ppt:o077"/>
          <p:cNvCxnSpPr/>
          <p:nvPr/>
        </p:nvCxnSpPr>
        <p:spPr>
          <a:xfrm>
            <a:off x="4198924" y="2857508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0" name="C5-E21 line 78" descr="sci-ppt:o078"/>
          <p:cNvCxnSpPr/>
          <p:nvPr/>
        </p:nvCxnSpPr>
        <p:spPr>
          <a:xfrm>
            <a:off x="4261104" y="2895435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1" name="C5-E21 line 79" descr="sci-ppt:o079"/>
          <p:cNvCxnSpPr/>
          <p:nvPr/>
        </p:nvCxnSpPr>
        <p:spPr>
          <a:xfrm>
            <a:off x="4323283" y="293336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2" name="C5-E21 line 80" descr="sci-ppt:o080"/>
          <p:cNvCxnSpPr/>
          <p:nvPr/>
        </p:nvCxnSpPr>
        <p:spPr>
          <a:xfrm>
            <a:off x="4385462" y="297128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3" name="C5-E21 line 81" descr="sci-ppt:o081"/>
          <p:cNvCxnSpPr/>
          <p:nvPr/>
        </p:nvCxnSpPr>
        <p:spPr>
          <a:xfrm>
            <a:off x="4447641" y="300921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4" name="C5-E21 line 82" descr="sci-ppt:o082"/>
          <p:cNvCxnSpPr/>
          <p:nvPr/>
        </p:nvCxnSpPr>
        <p:spPr>
          <a:xfrm>
            <a:off x="4509820" y="3047143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5" name="C5-E21 line 83" descr="sci-ppt:o083"/>
          <p:cNvCxnSpPr/>
          <p:nvPr/>
        </p:nvCxnSpPr>
        <p:spPr>
          <a:xfrm>
            <a:off x="4572000" y="3085070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6" name="C5-E21 line 84" descr="sci-ppt:o084"/>
          <p:cNvCxnSpPr/>
          <p:nvPr/>
        </p:nvCxnSpPr>
        <p:spPr>
          <a:xfrm>
            <a:off x="4634179" y="312299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7" name="C5-E21 line 85" descr="sci-ppt:o085"/>
          <p:cNvCxnSpPr/>
          <p:nvPr/>
        </p:nvCxnSpPr>
        <p:spPr>
          <a:xfrm>
            <a:off x="4696358" y="316092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8" name="C5-E21 line 86" descr="sci-ppt:o086"/>
          <p:cNvCxnSpPr/>
          <p:nvPr/>
        </p:nvCxnSpPr>
        <p:spPr>
          <a:xfrm>
            <a:off x="4758537" y="319885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9" name="C5-E21 line 87" descr="sci-ppt:o087"/>
          <p:cNvCxnSpPr/>
          <p:nvPr/>
        </p:nvCxnSpPr>
        <p:spPr>
          <a:xfrm>
            <a:off x="4820716" y="3236778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0" name="C5-E21 line 88" descr="sci-ppt:o088"/>
          <p:cNvCxnSpPr/>
          <p:nvPr/>
        </p:nvCxnSpPr>
        <p:spPr>
          <a:xfrm>
            <a:off x="4882896" y="3274705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1" name="C5-E21 line 89" descr="sci-ppt:o089"/>
          <p:cNvCxnSpPr/>
          <p:nvPr/>
        </p:nvCxnSpPr>
        <p:spPr>
          <a:xfrm>
            <a:off x="4945075" y="331263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2" name="C5-E21 line 90" descr="sci-ppt:o090"/>
          <p:cNvCxnSpPr/>
          <p:nvPr/>
        </p:nvCxnSpPr>
        <p:spPr>
          <a:xfrm>
            <a:off x="5007254" y="335055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3" name="C5-E21 line 91" descr="sci-ppt:o091"/>
          <p:cNvCxnSpPr/>
          <p:nvPr/>
        </p:nvCxnSpPr>
        <p:spPr>
          <a:xfrm>
            <a:off x="5069433" y="338848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4" name="C5-E21 line 92" descr="sci-ppt:o092"/>
          <p:cNvCxnSpPr/>
          <p:nvPr/>
        </p:nvCxnSpPr>
        <p:spPr>
          <a:xfrm>
            <a:off x="5131612" y="3426413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5" name="C5-E21 line 93" descr="sci-ppt:o093"/>
          <p:cNvCxnSpPr/>
          <p:nvPr/>
        </p:nvCxnSpPr>
        <p:spPr>
          <a:xfrm>
            <a:off x="5193792" y="3464340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6" name="C5-E21 line 94" descr="sci-ppt:o094"/>
          <p:cNvCxnSpPr/>
          <p:nvPr/>
        </p:nvCxnSpPr>
        <p:spPr>
          <a:xfrm>
            <a:off x="5255971" y="350226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7" name="C5-E21 line 95" descr="sci-ppt:o095"/>
          <p:cNvCxnSpPr/>
          <p:nvPr/>
        </p:nvCxnSpPr>
        <p:spPr>
          <a:xfrm>
            <a:off x="5318150" y="354019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8" name="C5-E21 line 96" descr="sci-ppt:o096"/>
          <p:cNvCxnSpPr/>
          <p:nvPr/>
        </p:nvCxnSpPr>
        <p:spPr>
          <a:xfrm>
            <a:off x="5380329" y="357812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9" name="C5-E21 line 97" descr="sci-ppt:o097"/>
          <p:cNvCxnSpPr/>
          <p:nvPr/>
        </p:nvCxnSpPr>
        <p:spPr>
          <a:xfrm>
            <a:off x="5442508" y="3616048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0" name="C5-E21 line 98" descr="sci-ppt:o098"/>
          <p:cNvCxnSpPr/>
          <p:nvPr/>
        </p:nvCxnSpPr>
        <p:spPr>
          <a:xfrm>
            <a:off x="5504688" y="3653975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1" name="C5-E21 line 99" descr="sci-ppt:o099"/>
          <p:cNvCxnSpPr/>
          <p:nvPr/>
        </p:nvCxnSpPr>
        <p:spPr>
          <a:xfrm>
            <a:off x="5566867" y="369190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2" name="C5-E21 line 100" descr="sci-ppt:o100"/>
          <p:cNvCxnSpPr/>
          <p:nvPr/>
        </p:nvCxnSpPr>
        <p:spPr>
          <a:xfrm>
            <a:off x="5629046" y="372982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3" name="C5-E21 line 101" descr="sci-ppt:o101"/>
          <p:cNvCxnSpPr/>
          <p:nvPr/>
        </p:nvCxnSpPr>
        <p:spPr>
          <a:xfrm>
            <a:off x="5691225" y="376775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4" name="C5-E21 line 102" descr="sci-ppt:o102"/>
          <p:cNvCxnSpPr/>
          <p:nvPr/>
        </p:nvCxnSpPr>
        <p:spPr>
          <a:xfrm>
            <a:off x="5753404" y="3805683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5" name="C5-E21 line 103" descr="sci-ppt:o103"/>
          <p:cNvCxnSpPr/>
          <p:nvPr/>
        </p:nvCxnSpPr>
        <p:spPr>
          <a:xfrm>
            <a:off x="5815583" y="3843610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6" name="C5-E21 line 104" descr="sci-ppt:o104"/>
          <p:cNvCxnSpPr/>
          <p:nvPr/>
        </p:nvCxnSpPr>
        <p:spPr>
          <a:xfrm>
            <a:off x="5877763" y="388153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7" name="C5-E21 line 105" descr="sci-ppt:o105"/>
          <p:cNvCxnSpPr/>
          <p:nvPr/>
        </p:nvCxnSpPr>
        <p:spPr>
          <a:xfrm>
            <a:off x="5939942" y="391946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8" name="C5-E21 line 106" descr="sci-ppt:o106"/>
          <p:cNvCxnSpPr/>
          <p:nvPr/>
        </p:nvCxnSpPr>
        <p:spPr>
          <a:xfrm>
            <a:off x="6002121" y="395739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9" name="C5-E21 line 107" descr="sci-ppt:o107"/>
          <p:cNvCxnSpPr/>
          <p:nvPr/>
        </p:nvCxnSpPr>
        <p:spPr>
          <a:xfrm>
            <a:off x="6064300" y="3995318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0" name="C5-E21 line 108" descr="sci-ppt:o108"/>
          <p:cNvCxnSpPr/>
          <p:nvPr/>
        </p:nvCxnSpPr>
        <p:spPr>
          <a:xfrm>
            <a:off x="6126479" y="4033245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1" name="C5-E21 line 109" descr="sci-ppt:o109"/>
          <p:cNvCxnSpPr/>
          <p:nvPr/>
        </p:nvCxnSpPr>
        <p:spPr>
          <a:xfrm>
            <a:off x="6188659" y="407117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2" name="C5-E21 line 110" descr="sci-ppt:o110"/>
          <p:cNvCxnSpPr/>
          <p:nvPr/>
        </p:nvCxnSpPr>
        <p:spPr>
          <a:xfrm>
            <a:off x="6250838" y="410909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3" name="C5-E21 line 111" descr="sci-ppt:o111"/>
          <p:cNvCxnSpPr/>
          <p:nvPr/>
        </p:nvCxnSpPr>
        <p:spPr>
          <a:xfrm>
            <a:off x="6313017" y="414702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4" name="C5-E21 line 112" descr="sci-ppt:o112"/>
          <p:cNvCxnSpPr/>
          <p:nvPr/>
        </p:nvCxnSpPr>
        <p:spPr>
          <a:xfrm>
            <a:off x="6375196" y="4184953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5" name="C5-E21 line 113" descr="sci-ppt:o113"/>
          <p:cNvCxnSpPr/>
          <p:nvPr/>
        </p:nvCxnSpPr>
        <p:spPr>
          <a:xfrm>
            <a:off x="6437376" y="4222880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6" name="C5-E21 line 114" descr="sci-ppt:o114"/>
          <p:cNvCxnSpPr/>
          <p:nvPr/>
        </p:nvCxnSpPr>
        <p:spPr>
          <a:xfrm>
            <a:off x="6499555" y="426080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7" name="C5-E21 line 115" descr="sci-ppt:o115"/>
          <p:cNvCxnSpPr/>
          <p:nvPr/>
        </p:nvCxnSpPr>
        <p:spPr>
          <a:xfrm>
            <a:off x="6561734" y="429873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8" name="C5-E21 line 116" descr="sci-ppt:o116"/>
          <p:cNvCxnSpPr/>
          <p:nvPr/>
        </p:nvCxnSpPr>
        <p:spPr>
          <a:xfrm>
            <a:off x="6623913" y="433666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9" name="C5-E21 line 117" descr="sci-ppt:o117"/>
          <p:cNvCxnSpPr/>
          <p:nvPr/>
        </p:nvCxnSpPr>
        <p:spPr>
          <a:xfrm>
            <a:off x="6686092" y="4374588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0" name="C5-E21 line 118" descr="sci-ppt:o118"/>
          <p:cNvCxnSpPr/>
          <p:nvPr/>
        </p:nvCxnSpPr>
        <p:spPr>
          <a:xfrm>
            <a:off x="6748271" y="4412515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1" name="C5-E21 line 119" descr="sci-ppt:o119"/>
          <p:cNvCxnSpPr/>
          <p:nvPr/>
        </p:nvCxnSpPr>
        <p:spPr>
          <a:xfrm>
            <a:off x="6810451" y="445044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2" name="C5-E21 line 120" descr="sci-ppt:o120"/>
          <p:cNvCxnSpPr/>
          <p:nvPr/>
        </p:nvCxnSpPr>
        <p:spPr>
          <a:xfrm>
            <a:off x="6872630" y="448836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3" name="C5-E21 line 121" descr="sci-ppt:o121"/>
          <p:cNvCxnSpPr/>
          <p:nvPr/>
        </p:nvCxnSpPr>
        <p:spPr>
          <a:xfrm>
            <a:off x="6934809" y="452629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4" name="C5-E21 line 122" descr="sci-ppt:o122"/>
          <p:cNvCxnSpPr/>
          <p:nvPr/>
        </p:nvCxnSpPr>
        <p:spPr>
          <a:xfrm>
            <a:off x="6996988" y="4564223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5" name="C5-E21 line 123" descr="sci-ppt:o123"/>
          <p:cNvCxnSpPr/>
          <p:nvPr/>
        </p:nvCxnSpPr>
        <p:spPr>
          <a:xfrm>
            <a:off x="7059168" y="4602150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6" name="C5-E21 line 124" descr="sci-ppt:o124"/>
          <p:cNvCxnSpPr/>
          <p:nvPr/>
        </p:nvCxnSpPr>
        <p:spPr>
          <a:xfrm>
            <a:off x="7121347" y="464007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7" name="C5-E21 line 125" descr="sci-ppt:o125"/>
          <p:cNvCxnSpPr/>
          <p:nvPr/>
        </p:nvCxnSpPr>
        <p:spPr>
          <a:xfrm>
            <a:off x="7183526" y="467800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8" name="C5-E21 line 126" descr="sci-ppt:o126"/>
          <p:cNvCxnSpPr/>
          <p:nvPr/>
        </p:nvCxnSpPr>
        <p:spPr>
          <a:xfrm>
            <a:off x="7245705" y="471593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9" name="C5-E21 line 127" descr="sci-ppt:o127"/>
          <p:cNvCxnSpPr/>
          <p:nvPr/>
        </p:nvCxnSpPr>
        <p:spPr>
          <a:xfrm>
            <a:off x="7307884" y="4753858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0" name="C5-E21 line 128" descr="sci-ppt:o128"/>
          <p:cNvCxnSpPr/>
          <p:nvPr/>
        </p:nvCxnSpPr>
        <p:spPr>
          <a:xfrm>
            <a:off x="7370064" y="4791785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1" name="C5-E21 line 129" descr="sci-ppt:o129"/>
          <p:cNvCxnSpPr/>
          <p:nvPr/>
        </p:nvCxnSpPr>
        <p:spPr>
          <a:xfrm>
            <a:off x="7432243" y="482971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2" name="C5-E21 line 130" descr="sci-ppt:o130"/>
          <p:cNvCxnSpPr/>
          <p:nvPr/>
        </p:nvCxnSpPr>
        <p:spPr>
          <a:xfrm>
            <a:off x="7494422" y="486763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3" name="C5-E21 line 131" descr="sci-ppt:o131"/>
          <p:cNvCxnSpPr/>
          <p:nvPr/>
        </p:nvCxnSpPr>
        <p:spPr>
          <a:xfrm>
            <a:off x="7556601" y="490556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4" name="C5-E21 line 132" descr="sci-ppt:o132"/>
          <p:cNvCxnSpPr/>
          <p:nvPr/>
        </p:nvCxnSpPr>
        <p:spPr>
          <a:xfrm>
            <a:off x="7618780" y="4943493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sp>
        <p:nvSpPr>
          <p:cNvPr id="135" name="C5-E21 ellipse 133" descr="sci-ppt:o133"/>
          <p:cNvSpPr/>
          <p:nvPr/>
        </p:nvSpPr>
        <p:spPr>
          <a:xfrm>
            <a:off x="6026329" y="3936491"/>
            <a:ext cx="182880" cy="182880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6" name="C5-E21 line 134" descr="sci-ppt:o134"/>
          <p:cNvCxnSpPr/>
          <p:nvPr/>
        </p:nvCxnSpPr>
        <p:spPr>
          <a:xfrm>
            <a:off x="6117769" y="4027931"/>
            <a:ext cx="0" cy="1275589"/>
          </a:xfrm>
          <a:prstGeom prst="line">
            <a:avLst/>
          </a:prstGeom>
          <a:ln w="15240">
            <a:solidFill>
              <a:srgbClr val="F2B880"/>
            </a:solidFill>
            <a:prstDash val="dash"/>
          </a:ln>
          <a:effectLst/>
        </p:spPr>
      </p:cxnSp>
      <p:sp>
        <p:nvSpPr>
          <p:cNvPr id="137" name="C5-E21 text 135" descr="sci-ppt:o135"/>
          <p:cNvSpPr txBox="1"/>
          <p:nvPr/>
        </p:nvSpPr>
        <p:spPr>
          <a:xfrm>
            <a:off x="3100249" y="4137659"/>
            <a:ext cx="292608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computed Λ = 0.931,  κ = 0.75</a:t>
            </a:r>
          </a:p>
        </p:txBody>
      </p:sp>
      <p:sp>
        <p:nvSpPr>
          <p:cNvPr id="138" name="C5-E21 text 136" descr="sci-ppt:o136"/>
          <p:cNvSpPr txBox="1"/>
          <p:nvPr/>
        </p:nvSpPr>
        <p:spPr>
          <a:xfrm>
            <a:off x="4754880" y="5069890"/>
            <a:ext cx="292608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full release: 0.908</a:t>
            </a:r>
          </a:p>
        </p:txBody>
      </p:sp>
      <p:sp>
        <p:nvSpPr>
          <p:cNvPr id="139" name="C5-E21 text 137" descr="sci-ppt:o137"/>
          <p:cNvSpPr txBox="1"/>
          <p:nvPr/>
        </p:nvSpPr>
        <p:spPr>
          <a:xfrm>
            <a:off x="8046720" y="128016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Reading</a:t>
            </a:r>
          </a:p>
        </p:txBody>
      </p:sp>
      <p:sp>
        <p:nvSpPr>
          <p:cNvPr id="140" name="C5-E21 text 138" descr="sci-ppt:o138"/>
          <p:cNvSpPr txBox="1"/>
          <p:nvPr/>
        </p:nvSpPr>
        <p:spPr>
          <a:xfrm>
            <a:off x="8046720" y="1737360"/>
            <a:ext cx="3931920" cy="29260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Λ ≈ 1 − κ f_rel(τ_pk)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τ_pk = 0.0472, f_rel = 0.0921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κ = 0 : no loss, Λ = 1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κ = 1 : full release, Λ = 0.908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Simulation lies in between,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so about a quarter of the excess stays.</a:t>
            </a:r>
          </a:p>
        </p:txBody>
      </p:sp>
      <p:sp>
        <p:nvSpPr>
          <p:cNvPr id="141" name="C5-E21 text 139" descr="sci-ppt:o139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Line from Eq. (C5-E21); the computed Λ is from the converged band runs.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22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C5-E22 · Reference formulas: validity range and limits of the verification</a:t>
            </a:r>
          </a:p>
        </p:txBody>
      </p:sp>
      <p:cxnSp>
        <p:nvCxnSpPr>
          <p:cNvPr id="3" name="C5-E22 line 1" descr="sci-ppt:o001"/>
          <p:cNvCxnSpPr/>
          <p:nvPr/>
        </p:nvCxnSpPr>
        <p:spPr>
          <a:xfrm>
            <a:off x="914400" y="2377440"/>
            <a:ext cx="103327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5-E22 line 2" descr="sci-ppt:o002"/>
          <p:cNvCxnSpPr/>
          <p:nvPr/>
        </p:nvCxnSpPr>
        <p:spPr>
          <a:xfrm>
            <a:off x="914400" y="2377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5" name="C5-E22 text 3" descr="sci-ppt:o003"/>
          <p:cNvSpPr txBox="1"/>
          <p:nvPr/>
        </p:nvSpPr>
        <p:spPr>
          <a:xfrm>
            <a:off x="548640" y="24688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6" name="C5-E22 line 4" descr="sci-ppt:o004"/>
          <p:cNvCxnSpPr/>
          <p:nvPr/>
        </p:nvCxnSpPr>
        <p:spPr>
          <a:xfrm>
            <a:off x="2390502" y="2377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" name="C5-E22 text 5" descr="sci-ppt:o005"/>
          <p:cNvSpPr txBox="1"/>
          <p:nvPr/>
        </p:nvSpPr>
        <p:spPr>
          <a:xfrm>
            <a:off x="2024742" y="24688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0.02</a:t>
            </a:r>
          </a:p>
        </p:txBody>
      </p:sp>
      <p:cxnSp>
        <p:nvCxnSpPr>
          <p:cNvPr id="8" name="C5-E22 line 6" descr="sci-ppt:o006"/>
          <p:cNvCxnSpPr/>
          <p:nvPr/>
        </p:nvCxnSpPr>
        <p:spPr>
          <a:xfrm>
            <a:off x="3866605" y="2377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9" name="C5-E22 text 7" descr="sci-ppt:o007"/>
          <p:cNvSpPr txBox="1"/>
          <p:nvPr/>
        </p:nvSpPr>
        <p:spPr>
          <a:xfrm>
            <a:off x="3500845" y="24688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0.04</a:t>
            </a:r>
          </a:p>
        </p:txBody>
      </p:sp>
      <p:cxnSp>
        <p:nvCxnSpPr>
          <p:cNvPr id="10" name="C5-E22 line 8" descr="sci-ppt:o008"/>
          <p:cNvCxnSpPr/>
          <p:nvPr/>
        </p:nvCxnSpPr>
        <p:spPr>
          <a:xfrm>
            <a:off x="5342708" y="2377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1" name="C5-E22 text 9" descr="sci-ppt:o009"/>
          <p:cNvSpPr txBox="1"/>
          <p:nvPr/>
        </p:nvSpPr>
        <p:spPr>
          <a:xfrm>
            <a:off x="4976948" y="24688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0.06</a:t>
            </a:r>
          </a:p>
        </p:txBody>
      </p:sp>
      <p:cxnSp>
        <p:nvCxnSpPr>
          <p:cNvPr id="12" name="C5-E22 line 10" descr="sci-ppt:o010"/>
          <p:cNvCxnSpPr/>
          <p:nvPr/>
        </p:nvCxnSpPr>
        <p:spPr>
          <a:xfrm>
            <a:off x="6818811" y="2377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3" name="C5-E22 text 11" descr="sci-ppt:o011"/>
          <p:cNvSpPr txBox="1"/>
          <p:nvPr/>
        </p:nvSpPr>
        <p:spPr>
          <a:xfrm>
            <a:off x="6453051" y="24688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0.08</a:t>
            </a:r>
          </a:p>
        </p:txBody>
      </p:sp>
      <p:cxnSp>
        <p:nvCxnSpPr>
          <p:cNvPr id="14" name="C5-E22 line 12" descr="sci-ppt:o012"/>
          <p:cNvCxnSpPr/>
          <p:nvPr/>
        </p:nvCxnSpPr>
        <p:spPr>
          <a:xfrm>
            <a:off x="8294914" y="2377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5" name="C5-E22 text 13" descr="sci-ppt:o013"/>
          <p:cNvSpPr txBox="1"/>
          <p:nvPr/>
        </p:nvSpPr>
        <p:spPr>
          <a:xfrm>
            <a:off x="7929154" y="24688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16" name="C5-E22 line 14" descr="sci-ppt:o014"/>
          <p:cNvCxnSpPr/>
          <p:nvPr/>
        </p:nvCxnSpPr>
        <p:spPr>
          <a:xfrm>
            <a:off x="9771017" y="2377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7" name="C5-E22 text 15" descr="sci-ppt:o015"/>
          <p:cNvSpPr txBox="1"/>
          <p:nvPr/>
        </p:nvSpPr>
        <p:spPr>
          <a:xfrm>
            <a:off x="9405257" y="24688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0.12</a:t>
            </a:r>
          </a:p>
        </p:txBody>
      </p:sp>
      <p:cxnSp>
        <p:nvCxnSpPr>
          <p:cNvPr id="18" name="C5-E22 line 16" descr="sci-ppt:o016"/>
          <p:cNvCxnSpPr/>
          <p:nvPr/>
        </p:nvCxnSpPr>
        <p:spPr>
          <a:xfrm>
            <a:off x="11247120" y="2377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9" name="C5-E22 text 17" descr="sci-ppt:o017"/>
          <p:cNvSpPr txBox="1"/>
          <p:nvPr/>
        </p:nvSpPr>
        <p:spPr>
          <a:xfrm>
            <a:off x="10881360" y="24688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0.14</a:t>
            </a:r>
          </a:p>
        </p:txBody>
      </p:sp>
      <p:sp>
        <p:nvSpPr>
          <p:cNvPr id="20" name="C5-E22 text 18" descr="sci-ppt:o018"/>
          <p:cNvSpPr txBox="1"/>
          <p:nvPr/>
        </p:nvSpPr>
        <p:spPr>
          <a:xfrm>
            <a:off x="914400" y="2743200"/>
            <a:ext cx="103327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Impact Mach number M = U / c_0</a:t>
            </a:r>
          </a:p>
        </p:txBody>
      </p:sp>
      <p:sp>
        <p:nvSpPr>
          <p:cNvPr id="21" name="C5-E22 rect 19" descr="sci-ppt:o019"/>
          <p:cNvSpPr/>
          <p:nvPr/>
        </p:nvSpPr>
        <p:spPr>
          <a:xfrm>
            <a:off x="3202359" y="1874519"/>
            <a:ext cx="4502113" cy="457200"/>
          </a:xfrm>
          <a:prstGeom prst="rect">
            <a:avLst/>
          </a:prstGeom>
          <a:solidFill>
            <a:srgbClr val="2B5560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C5-E22 text 20" descr="sci-ppt:o020"/>
          <p:cNvSpPr txBox="1"/>
          <p:nvPr/>
        </p:nvSpPr>
        <p:spPr>
          <a:xfrm>
            <a:off x="3202359" y="1920240"/>
            <a:ext cx="4502113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tested: 0.031 to 0.092</a:t>
            </a:r>
          </a:p>
        </p:txBody>
      </p:sp>
      <p:cxnSp>
        <p:nvCxnSpPr>
          <p:cNvPr id="23" name="C5-E22 line 21" descr="sci-ppt:o021"/>
          <p:cNvCxnSpPr/>
          <p:nvPr/>
        </p:nvCxnSpPr>
        <p:spPr>
          <a:xfrm>
            <a:off x="5409133" y="1645920"/>
            <a:ext cx="0" cy="228599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sp>
        <p:nvSpPr>
          <p:cNvPr id="24" name="C5-E22 text 22" descr="sci-ppt:o022"/>
          <p:cNvSpPr txBox="1"/>
          <p:nvPr/>
        </p:nvSpPr>
        <p:spPr>
          <a:xfrm>
            <a:off x="4494733" y="128016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nominal 0.0609</a:t>
            </a:r>
          </a:p>
        </p:txBody>
      </p:sp>
      <p:sp>
        <p:nvSpPr>
          <p:cNvPr id="25" name="C5-E22 text 23" descr="sci-ppt:o023"/>
          <p:cNvSpPr txBox="1"/>
          <p:nvPr/>
        </p:nvSpPr>
        <p:spPr>
          <a:xfrm>
            <a:off x="914400" y="109728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Speed axis</a:t>
            </a:r>
          </a:p>
        </p:txBody>
      </p:sp>
      <p:sp>
        <p:nvSpPr>
          <p:cNvPr id="26" name="C5-E22 text 24" descr="sci-ppt:o024"/>
          <p:cNvSpPr txBox="1"/>
          <p:nvPr/>
        </p:nvSpPr>
        <p:spPr>
          <a:xfrm>
            <a:off x="914400" y="3063240"/>
            <a:ext cx="27432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U = 50 m/s → M = 0.031</a:t>
            </a:r>
          </a:p>
        </p:txBody>
      </p:sp>
      <p:sp>
        <p:nvSpPr>
          <p:cNvPr id="27" name="C5-E22 text 25" descr="sci-ppt:o025"/>
          <p:cNvSpPr txBox="1"/>
          <p:nvPr/>
        </p:nvSpPr>
        <p:spPr>
          <a:xfrm>
            <a:off x="6790073" y="3063240"/>
            <a:ext cx="3108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U = 150 m/s → M = 0.092</a:t>
            </a:r>
          </a:p>
        </p:txBody>
      </p:sp>
      <p:sp>
        <p:nvSpPr>
          <p:cNvPr id="28" name="C5-E22 rect 26" descr="sci-ppt:o026"/>
          <p:cNvSpPr/>
          <p:nvPr/>
        </p:nvSpPr>
        <p:spPr>
          <a:xfrm>
            <a:off x="731520" y="3657600"/>
            <a:ext cx="5394960" cy="237744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5-E22 text 27" descr="sci-ppt:o027"/>
          <p:cNvSpPr txBox="1"/>
          <p:nvPr/>
        </p:nvSpPr>
        <p:spPr>
          <a:xfrm>
            <a:off x="868680" y="37033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EDBD4"/>
                </a:solidFill>
                <a:latin typeface="Arial"/>
              </a:rPr>
              <a:t>Inside the model</a:t>
            </a:r>
          </a:p>
        </p:txBody>
      </p:sp>
      <p:sp>
        <p:nvSpPr>
          <p:cNvPr id="30" name="C5-E22 text 28" descr="sci-ppt:o028"/>
          <p:cNvSpPr txBox="1"/>
          <p:nvPr/>
        </p:nvSpPr>
        <p:spPr>
          <a:xfrm>
            <a:off x="914400" y="41605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•  Liquid only, barotropic stiffened-gas law</a:t>
            </a:r>
          </a:p>
        </p:txBody>
      </p:sp>
      <p:sp>
        <p:nvSpPr>
          <p:cNvPr id="31" name="C5-E22 text 29" descr="sci-ppt:o029"/>
          <p:cNvSpPr txBox="1"/>
          <p:nvPr/>
        </p:nvSpPr>
        <p:spPr>
          <a:xfrm>
            <a:off x="914400" y="46177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•  Rigid flat slip wall, free jet side</a:t>
            </a:r>
          </a:p>
        </p:txBody>
      </p:sp>
      <p:sp>
        <p:nvSpPr>
          <p:cNvPr id="32" name="C5-E22 text 30" descr="sci-ppt:o030"/>
          <p:cNvSpPr txBox="1"/>
          <p:nvPr/>
        </p:nvSpPr>
        <p:spPr>
          <a:xfrm>
            <a:off x="914400" y="50749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•  First arrival, τ = c_0 t / a ≤ 1</a:t>
            </a:r>
          </a:p>
        </p:txBody>
      </p:sp>
      <p:sp>
        <p:nvSpPr>
          <p:cNvPr id="33" name="C5-E22 text 31" descr="sci-ppt:o031"/>
          <p:cNvSpPr txBox="1"/>
          <p:nvPr/>
        </p:nvSpPr>
        <p:spPr>
          <a:xfrm>
            <a:off x="914400" y="55321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•  Jet radius 0.5 to 2 µm</a:t>
            </a:r>
          </a:p>
        </p:txBody>
      </p:sp>
      <p:sp>
        <p:nvSpPr>
          <p:cNvPr id="34" name="C5-E22 rect 32" descr="sci-ppt:o032"/>
          <p:cNvSpPr/>
          <p:nvPr/>
        </p:nvSpPr>
        <p:spPr>
          <a:xfrm>
            <a:off x="6400800" y="3657600"/>
            <a:ext cx="5394960" cy="2377440"/>
          </a:xfrm>
          <a:prstGeom prst="rect">
            <a:avLst/>
          </a:prstGeom>
          <a:solidFill>
            <a:srgbClr val="213E4B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5-E22 text 33" descr="sci-ppt:o033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B880"/>
                </a:solidFill>
                <a:latin typeface="Arial"/>
              </a:rPr>
              <a:t>Outside the model</a:t>
            </a:r>
          </a:p>
        </p:txBody>
      </p:sp>
      <p:sp>
        <p:nvSpPr>
          <p:cNvPr id="36" name="C5-E22 text 34" descr="sci-ppt:o034"/>
          <p:cNvSpPr txBox="1"/>
          <p:nvPr/>
        </p:nvSpPr>
        <p:spPr>
          <a:xfrm>
            <a:off x="6583680" y="41605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•  Gas cushion, splash, cavitation</a:t>
            </a:r>
          </a:p>
        </p:txBody>
      </p:sp>
      <p:sp>
        <p:nvSpPr>
          <p:cNvPr id="37" name="C5-E22 text 35" descr="sci-ppt:o035"/>
          <p:cNvSpPr txBox="1"/>
          <p:nvPr/>
        </p:nvSpPr>
        <p:spPr>
          <a:xfrm>
            <a:off x="6583680" y="46177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•  Elastic wall; pressure after τ ≈ 1</a:t>
            </a:r>
          </a:p>
        </p:txBody>
      </p:sp>
      <p:sp>
        <p:nvSpPr>
          <p:cNvPr id="38" name="C5-E22 text 36" descr="sci-ppt:o036"/>
          <p:cNvSpPr txBox="1"/>
          <p:nvPr/>
        </p:nvSpPr>
        <p:spPr>
          <a:xfrm>
            <a:off x="6583680" y="50749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•  Bubble-to-jet physics upstream</a:t>
            </a:r>
          </a:p>
        </p:txBody>
      </p:sp>
      <p:sp>
        <p:nvSpPr>
          <p:cNvPr id="39" name="C5-E22 text 37" descr="sci-ppt:o037"/>
          <p:cNvSpPr txBox="1"/>
          <p:nvPr/>
        </p:nvSpPr>
        <p:spPr>
          <a:xfrm>
            <a:off x="6583680" y="55321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•  Any experiment: not established</a:t>
            </a:r>
          </a:p>
        </p:txBody>
      </p:sp>
      <p:sp>
        <p:nvSpPr>
          <p:cNvPr id="40" name="C5-E22 text 38" descr="sci-ppt:o038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Ranges taken from the five sensitivity cases and the model assumptions.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