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8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C5-E18 · Scaling collapse and spread of the finite-area factor</a:t>
            </a:r>
          </a:p>
        </p:txBody>
      </p:sp>
      <p:cxnSp>
        <p:nvCxnSpPr>
          <p:cNvPr id="3" name="C5-E18 line 1" descr="sci-ppt:o001"/>
          <p:cNvCxnSpPr/>
          <p:nvPr/>
        </p:nvCxnSpPr>
        <p:spPr>
          <a:xfrm>
            <a:off x="1188720" y="512064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8 line 2" descr="sci-ppt:o002"/>
          <p:cNvCxnSpPr/>
          <p:nvPr/>
        </p:nvCxnSpPr>
        <p:spPr>
          <a:xfrm>
            <a:off x="1188720" y="118872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8 line 3" descr="sci-ppt:o003"/>
          <p:cNvCxnSpPr/>
          <p:nvPr/>
        </p:nvCxnSpPr>
        <p:spPr>
          <a:xfrm>
            <a:off x="118872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18 text 4" descr="sci-ppt:o004"/>
          <p:cNvSpPr txBox="1"/>
          <p:nvPr/>
        </p:nvSpPr>
        <p:spPr>
          <a:xfrm>
            <a:off x="731520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18 line 5" descr="sci-ppt:o005"/>
          <p:cNvCxnSpPr/>
          <p:nvPr/>
        </p:nvCxnSpPr>
        <p:spPr>
          <a:xfrm>
            <a:off x="2308393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18 text 6" descr="sci-ppt:o006"/>
          <p:cNvSpPr txBox="1"/>
          <p:nvPr/>
        </p:nvSpPr>
        <p:spPr>
          <a:xfrm>
            <a:off x="1851193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9" name="C5-E18 line 7" descr="sci-ppt:o007"/>
          <p:cNvCxnSpPr/>
          <p:nvPr/>
        </p:nvCxnSpPr>
        <p:spPr>
          <a:xfrm>
            <a:off x="3428066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18 text 8" descr="sci-ppt:o008"/>
          <p:cNvSpPr txBox="1"/>
          <p:nvPr/>
        </p:nvSpPr>
        <p:spPr>
          <a:xfrm>
            <a:off x="2970866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11" name="C5-E18 line 9" descr="sci-ppt:o009"/>
          <p:cNvCxnSpPr/>
          <p:nvPr/>
        </p:nvCxnSpPr>
        <p:spPr>
          <a:xfrm>
            <a:off x="454774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18 text 10" descr="sci-ppt:o010"/>
          <p:cNvSpPr txBox="1"/>
          <p:nvPr/>
        </p:nvSpPr>
        <p:spPr>
          <a:xfrm>
            <a:off x="4090540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13" name="C5-E18 line 11" descr="sci-ppt:o011"/>
          <p:cNvCxnSpPr/>
          <p:nvPr/>
        </p:nvCxnSpPr>
        <p:spPr>
          <a:xfrm>
            <a:off x="5667413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4" name="C5-E18 text 12" descr="sci-ppt:o012"/>
          <p:cNvSpPr txBox="1"/>
          <p:nvPr/>
        </p:nvSpPr>
        <p:spPr>
          <a:xfrm>
            <a:off x="5210213" y="519379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15" name="C5-E18 line 13" descr="sci-ppt:o013"/>
          <p:cNvCxnSpPr/>
          <p:nvPr/>
        </p:nvCxnSpPr>
        <p:spPr>
          <a:xfrm>
            <a:off x="1124712" y="5120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5-E18 line 14" descr="sci-ppt:o014"/>
          <p:cNvCxnSpPr/>
          <p:nvPr/>
        </p:nvCxnSpPr>
        <p:spPr>
          <a:xfrm>
            <a:off x="1188720" y="512064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5-E18 text 15" descr="sci-ppt:o015"/>
          <p:cNvSpPr txBox="1"/>
          <p:nvPr/>
        </p:nvSpPr>
        <p:spPr>
          <a:xfrm>
            <a:off x="411480" y="4992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8" name="C5-E18 line 16" descr="sci-ppt:o016"/>
          <p:cNvCxnSpPr/>
          <p:nvPr/>
        </p:nvCxnSpPr>
        <p:spPr>
          <a:xfrm>
            <a:off x="1124712" y="41376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5-E18 line 17" descr="sci-ppt:o017"/>
          <p:cNvCxnSpPr/>
          <p:nvPr/>
        </p:nvCxnSpPr>
        <p:spPr>
          <a:xfrm>
            <a:off x="1188720" y="413765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5-E18 text 18" descr="sci-ppt:o018"/>
          <p:cNvSpPr txBox="1"/>
          <p:nvPr/>
        </p:nvSpPr>
        <p:spPr>
          <a:xfrm>
            <a:off x="411480" y="40096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1" name="C5-E18 line 19" descr="sci-ppt:o019"/>
          <p:cNvCxnSpPr/>
          <p:nvPr/>
        </p:nvCxnSpPr>
        <p:spPr>
          <a:xfrm>
            <a:off x="1124712" y="315467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5-E18 line 20" descr="sci-ppt:o020"/>
          <p:cNvCxnSpPr/>
          <p:nvPr/>
        </p:nvCxnSpPr>
        <p:spPr>
          <a:xfrm>
            <a:off x="1188720" y="315467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5-E18 text 21" descr="sci-ppt:o021"/>
          <p:cNvSpPr txBox="1"/>
          <p:nvPr/>
        </p:nvSpPr>
        <p:spPr>
          <a:xfrm>
            <a:off x="411480" y="3026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4" name="C5-E18 line 22" descr="sci-ppt:o022"/>
          <p:cNvCxnSpPr/>
          <p:nvPr/>
        </p:nvCxnSpPr>
        <p:spPr>
          <a:xfrm>
            <a:off x="1124712" y="21717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5-E18 line 23" descr="sci-ppt:o023"/>
          <p:cNvCxnSpPr/>
          <p:nvPr/>
        </p:nvCxnSpPr>
        <p:spPr>
          <a:xfrm>
            <a:off x="1188720" y="21717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5-E18 text 24" descr="sci-ppt:o024"/>
          <p:cNvSpPr txBox="1"/>
          <p:nvPr/>
        </p:nvSpPr>
        <p:spPr>
          <a:xfrm>
            <a:off x="411480" y="20436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7" name="C5-E18 line 25" descr="sci-ppt:o025"/>
          <p:cNvCxnSpPr/>
          <p:nvPr/>
        </p:nvCxnSpPr>
        <p:spPr>
          <a:xfrm>
            <a:off x="112471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5-E18 line 26" descr="sci-ppt:o026"/>
          <p:cNvCxnSpPr/>
          <p:nvPr/>
        </p:nvCxnSpPr>
        <p:spPr>
          <a:xfrm>
            <a:off x="1188720" y="1188719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5-E18 text 27" descr="sci-ppt:o027"/>
          <p:cNvSpPr txBox="1"/>
          <p:nvPr/>
        </p:nvSpPr>
        <p:spPr>
          <a:xfrm>
            <a:off x="41148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0" name="C5-E18 text 28" descr="sci-ppt:o028"/>
          <p:cNvSpPr txBox="1"/>
          <p:nvPr/>
        </p:nvSpPr>
        <p:spPr>
          <a:xfrm>
            <a:off x="1188720" y="5468112"/>
            <a:ext cx="5486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τ = c_0 t / a</a:t>
            </a:r>
          </a:p>
        </p:txBody>
      </p:sp>
      <p:sp>
        <p:nvSpPr>
          <p:cNvPr id="31" name="C5-E18 text 29" descr="sci-ppt:o029"/>
          <p:cNvSpPr txBox="1"/>
          <p:nvPr/>
        </p:nvSpPr>
        <p:spPr>
          <a:xfrm>
            <a:off x="320040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p̄_a / p_H</a:t>
            </a:r>
          </a:p>
        </p:txBody>
      </p:sp>
      <p:cxnSp>
        <p:nvCxnSpPr>
          <p:cNvPr id="32" name="C5-E18 line 30" descr="sci-ppt:o030"/>
          <p:cNvCxnSpPr/>
          <p:nvPr/>
        </p:nvCxnSpPr>
        <p:spPr>
          <a:xfrm flipV="1">
            <a:off x="1188720" y="4503184"/>
            <a:ext cx="36421" cy="61092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3" name="C5-E18 line 31" descr="sci-ppt:o031"/>
          <p:cNvCxnSpPr/>
          <p:nvPr/>
        </p:nvCxnSpPr>
        <p:spPr>
          <a:xfrm flipV="1">
            <a:off x="1225141" y="3918884"/>
            <a:ext cx="36422" cy="58430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4" name="C5-E18 line 32" descr="sci-ppt:o032"/>
          <p:cNvCxnSpPr/>
          <p:nvPr/>
        </p:nvCxnSpPr>
        <p:spPr>
          <a:xfrm flipV="1">
            <a:off x="1261563" y="3389914"/>
            <a:ext cx="36422" cy="52897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5" name="C5-E18 line 33" descr="sci-ppt:o033"/>
          <p:cNvCxnSpPr/>
          <p:nvPr/>
        </p:nvCxnSpPr>
        <p:spPr>
          <a:xfrm flipV="1">
            <a:off x="1297985" y="2932884"/>
            <a:ext cx="36422" cy="4570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6" name="C5-E18 line 34" descr="sci-ppt:o034"/>
          <p:cNvCxnSpPr/>
          <p:nvPr/>
        </p:nvCxnSpPr>
        <p:spPr>
          <a:xfrm flipV="1">
            <a:off x="1334407" y="2551402"/>
            <a:ext cx="36421" cy="38148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7" name="C5-E18 line 35" descr="sci-ppt:o035"/>
          <p:cNvCxnSpPr/>
          <p:nvPr/>
        </p:nvCxnSpPr>
        <p:spPr>
          <a:xfrm flipV="1">
            <a:off x="1370828" y="2244512"/>
            <a:ext cx="36422" cy="3068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8" name="C5-E18 line 36" descr="sci-ppt:o036"/>
          <p:cNvCxnSpPr/>
          <p:nvPr/>
        </p:nvCxnSpPr>
        <p:spPr>
          <a:xfrm flipV="1">
            <a:off x="1407250" y="2006025"/>
            <a:ext cx="36422" cy="2384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39" name="C5-E18 line 37" descr="sci-ppt:o037"/>
          <p:cNvCxnSpPr/>
          <p:nvPr/>
        </p:nvCxnSpPr>
        <p:spPr>
          <a:xfrm flipV="1">
            <a:off x="1443672" y="1826681"/>
            <a:ext cx="36422" cy="1793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0" name="C5-E18 line 38" descr="sci-ppt:o038"/>
          <p:cNvCxnSpPr/>
          <p:nvPr/>
        </p:nvCxnSpPr>
        <p:spPr>
          <a:xfrm flipV="1">
            <a:off x="1480094" y="1696043"/>
            <a:ext cx="36422" cy="13063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1" name="C5-E18 line 39" descr="sci-ppt:o039"/>
          <p:cNvCxnSpPr/>
          <p:nvPr/>
        </p:nvCxnSpPr>
        <p:spPr>
          <a:xfrm flipV="1">
            <a:off x="1516516" y="1603957"/>
            <a:ext cx="36421" cy="920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2" name="C5-E18 line 40" descr="sci-ppt:o040"/>
          <p:cNvCxnSpPr/>
          <p:nvPr/>
        </p:nvCxnSpPr>
        <p:spPr>
          <a:xfrm flipV="1">
            <a:off x="1552937" y="1541429"/>
            <a:ext cx="36422" cy="625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3" name="C5-E18 line 41" descr="sci-ppt:o041"/>
          <p:cNvCxnSpPr/>
          <p:nvPr/>
        </p:nvCxnSpPr>
        <p:spPr>
          <a:xfrm flipV="1">
            <a:off x="1589359" y="1501011"/>
            <a:ext cx="36422" cy="4041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4" name="C5-E18 line 42" descr="sci-ppt:o042"/>
          <p:cNvCxnSpPr/>
          <p:nvPr/>
        </p:nvCxnSpPr>
        <p:spPr>
          <a:xfrm flipV="1">
            <a:off x="1625781" y="1476822"/>
            <a:ext cx="36422" cy="2418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5" name="C5-E18 line 43" descr="sci-ppt:o043"/>
          <p:cNvCxnSpPr/>
          <p:nvPr/>
        </p:nvCxnSpPr>
        <p:spPr>
          <a:xfrm flipV="1">
            <a:off x="1662203" y="1464378"/>
            <a:ext cx="36422" cy="124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6" name="C5-E18 line 44" descr="sci-ppt:o044"/>
          <p:cNvCxnSpPr/>
          <p:nvPr/>
        </p:nvCxnSpPr>
        <p:spPr>
          <a:xfrm flipV="1">
            <a:off x="1698625" y="1460344"/>
            <a:ext cx="36421" cy="40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7" name="C5-E18 line 45" descr="sci-ppt:o045"/>
          <p:cNvCxnSpPr/>
          <p:nvPr/>
        </p:nvCxnSpPr>
        <p:spPr>
          <a:xfrm>
            <a:off x="1735046" y="1460344"/>
            <a:ext cx="36422" cy="19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8" name="C5-E18 line 46" descr="sci-ppt:o046"/>
          <p:cNvCxnSpPr/>
          <p:nvPr/>
        </p:nvCxnSpPr>
        <p:spPr>
          <a:xfrm>
            <a:off x="1771468" y="1462287"/>
            <a:ext cx="36422" cy="616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49" name="C5-E18 line 47" descr="sci-ppt:o047"/>
          <p:cNvCxnSpPr/>
          <p:nvPr/>
        </p:nvCxnSpPr>
        <p:spPr>
          <a:xfrm>
            <a:off x="1807890" y="1468455"/>
            <a:ext cx="36422" cy="914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0" name="C5-E18 line 48" descr="sci-ppt:o048"/>
          <p:cNvCxnSpPr/>
          <p:nvPr/>
        </p:nvCxnSpPr>
        <p:spPr>
          <a:xfrm>
            <a:off x="1844312" y="1477600"/>
            <a:ext cx="36421" cy="1123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1" name="C5-E18 line 49" descr="sci-ppt:o049"/>
          <p:cNvCxnSpPr/>
          <p:nvPr/>
        </p:nvCxnSpPr>
        <p:spPr>
          <a:xfrm>
            <a:off x="1880733" y="1488836"/>
            <a:ext cx="36422" cy="126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2" name="C5-E18 line 50" descr="sci-ppt:o050"/>
          <p:cNvCxnSpPr/>
          <p:nvPr/>
        </p:nvCxnSpPr>
        <p:spPr>
          <a:xfrm>
            <a:off x="1917155" y="1501529"/>
            <a:ext cx="36422" cy="137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3" name="C5-E18 line 51" descr="sci-ppt:o051"/>
          <p:cNvCxnSpPr/>
          <p:nvPr/>
        </p:nvCxnSpPr>
        <p:spPr>
          <a:xfrm>
            <a:off x="1953577" y="1515248"/>
            <a:ext cx="36422" cy="144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4" name="C5-E18 line 52" descr="sci-ppt:o052"/>
          <p:cNvCxnSpPr/>
          <p:nvPr/>
        </p:nvCxnSpPr>
        <p:spPr>
          <a:xfrm>
            <a:off x="1989999" y="1529678"/>
            <a:ext cx="36422" cy="149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5" name="C5-E18 line 53" descr="sci-ppt:o053"/>
          <p:cNvCxnSpPr/>
          <p:nvPr/>
        </p:nvCxnSpPr>
        <p:spPr>
          <a:xfrm>
            <a:off x="2026421" y="1544597"/>
            <a:ext cx="36421" cy="1525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6" name="C5-E18 line 54" descr="sci-ppt:o054"/>
          <p:cNvCxnSpPr/>
          <p:nvPr/>
        </p:nvCxnSpPr>
        <p:spPr>
          <a:xfrm>
            <a:off x="2062842" y="1559848"/>
            <a:ext cx="36422" cy="1546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7" name="C5-E18 line 55" descr="sci-ppt:o055"/>
          <p:cNvCxnSpPr/>
          <p:nvPr/>
        </p:nvCxnSpPr>
        <p:spPr>
          <a:xfrm>
            <a:off x="2099264" y="1575317"/>
            <a:ext cx="36422" cy="156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8" name="C5-E18 line 56" descr="sci-ppt:o056"/>
          <p:cNvCxnSpPr/>
          <p:nvPr/>
        </p:nvCxnSpPr>
        <p:spPr>
          <a:xfrm>
            <a:off x="2135686" y="1590925"/>
            <a:ext cx="36422" cy="156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59" name="C5-E18 line 57" descr="sci-ppt:o057"/>
          <p:cNvCxnSpPr/>
          <p:nvPr/>
        </p:nvCxnSpPr>
        <p:spPr>
          <a:xfrm>
            <a:off x="2172108" y="1606615"/>
            <a:ext cx="36422" cy="1573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0" name="C5-E18 line 58" descr="sci-ppt:o058"/>
          <p:cNvCxnSpPr/>
          <p:nvPr/>
        </p:nvCxnSpPr>
        <p:spPr>
          <a:xfrm>
            <a:off x="2208530" y="1622347"/>
            <a:ext cx="36421" cy="1574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1" name="C5-E18 line 59" descr="sci-ppt:o059"/>
          <p:cNvCxnSpPr/>
          <p:nvPr/>
        </p:nvCxnSpPr>
        <p:spPr>
          <a:xfrm>
            <a:off x="2244951" y="1638091"/>
            <a:ext cx="36422" cy="1574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2" name="C5-E18 line 60" descr="sci-ppt:o060"/>
          <p:cNvCxnSpPr/>
          <p:nvPr/>
        </p:nvCxnSpPr>
        <p:spPr>
          <a:xfrm>
            <a:off x="2281373" y="1653832"/>
            <a:ext cx="36422" cy="1572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3" name="C5-E18 line 61" descr="sci-ppt:o061"/>
          <p:cNvCxnSpPr/>
          <p:nvPr/>
        </p:nvCxnSpPr>
        <p:spPr>
          <a:xfrm>
            <a:off x="2317795" y="1669556"/>
            <a:ext cx="36422" cy="1570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4" name="C5-E18 line 62" descr="sci-ppt:o062"/>
          <p:cNvCxnSpPr/>
          <p:nvPr/>
        </p:nvCxnSpPr>
        <p:spPr>
          <a:xfrm>
            <a:off x="2354217" y="1685259"/>
            <a:ext cx="36421" cy="1568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5" name="C5-E18 line 63" descr="sci-ppt:o063"/>
          <p:cNvCxnSpPr/>
          <p:nvPr/>
        </p:nvCxnSpPr>
        <p:spPr>
          <a:xfrm>
            <a:off x="2390638" y="1700939"/>
            <a:ext cx="36422" cy="1565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6" name="C5-E18 line 64" descr="sci-ppt:o064"/>
          <p:cNvCxnSpPr/>
          <p:nvPr/>
        </p:nvCxnSpPr>
        <p:spPr>
          <a:xfrm>
            <a:off x="2427060" y="1716594"/>
            <a:ext cx="36422" cy="1563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7" name="C5-E18 line 65" descr="sci-ppt:o065"/>
          <p:cNvCxnSpPr/>
          <p:nvPr/>
        </p:nvCxnSpPr>
        <p:spPr>
          <a:xfrm>
            <a:off x="2463482" y="1732226"/>
            <a:ext cx="36422" cy="156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8" name="C5-E18 line 66" descr="sci-ppt:o066"/>
          <p:cNvCxnSpPr/>
          <p:nvPr/>
        </p:nvCxnSpPr>
        <p:spPr>
          <a:xfrm>
            <a:off x="2499904" y="1747834"/>
            <a:ext cx="36422" cy="155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69" name="C5-E18 line 67" descr="sci-ppt:o067"/>
          <p:cNvCxnSpPr/>
          <p:nvPr/>
        </p:nvCxnSpPr>
        <p:spPr>
          <a:xfrm>
            <a:off x="2536326" y="1763420"/>
            <a:ext cx="36421" cy="155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0" name="C5-E18 line 68" descr="sci-ppt:o068"/>
          <p:cNvCxnSpPr/>
          <p:nvPr/>
        </p:nvCxnSpPr>
        <p:spPr>
          <a:xfrm>
            <a:off x="2572747" y="1778982"/>
            <a:ext cx="36422" cy="1553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1" name="C5-E18 line 69" descr="sci-ppt:o069"/>
          <p:cNvCxnSpPr/>
          <p:nvPr/>
        </p:nvCxnSpPr>
        <p:spPr>
          <a:xfrm>
            <a:off x="2609169" y="1794521"/>
            <a:ext cx="36422" cy="155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2" name="C5-E18 line 70" descr="sci-ppt:o070"/>
          <p:cNvCxnSpPr/>
          <p:nvPr/>
        </p:nvCxnSpPr>
        <p:spPr>
          <a:xfrm>
            <a:off x="2645591" y="1810034"/>
            <a:ext cx="36422" cy="154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3" name="C5-E18 line 71" descr="sci-ppt:o071"/>
          <p:cNvCxnSpPr/>
          <p:nvPr/>
        </p:nvCxnSpPr>
        <p:spPr>
          <a:xfrm>
            <a:off x="2682013" y="1825521"/>
            <a:ext cx="36422" cy="154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4" name="C5-E18 line 72" descr="sci-ppt:o072"/>
          <p:cNvCxnSpPr/>
          <p:nvPr/>
        </p:nvCxnSpPr>
        <p:spPr>
          <a:xfrm>
            <a:off x="2718435" y="1840983"/>
            <a:ext cx="36421" cy="154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5" name="C5-E18 line 73" descr="sci-ppt:o073"/>
          <p:cNvCxnSpPr/>
          <p:nvPr/>
        </p:nvCxnSpPr>
        <p:spPr>
          <a:xfrm>
            <a:off x="2754856" y="1856417"/>
            <a:ext cx="36422" cy="154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6" name="C5-E18 line 74" descr="sci-ppt:o074"/>
          <p:cNvCxnSpPr/>
          <p:nvPr/>
        </p:nvCxnSpPr>
        <p:spPr>
          <a:xfrm>
            <a:off x="2791278" y="1871825"/>
            <a:ext cx="36422" cy="1538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7" name="C5-E18 line 75" descr="sci-ppt:o075"/>
          <p:cNvCxnSpPr/>
          <p:nvPr/>
        </p:nvCxnSpPr>
        <p:spPr>
          <a:xfrm>
            <a:off x="2827700" y="1887206"/>
            <a:ext cx="36422" cy="1535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8" name="C5-E18 line 76" descr="sci-ppt:o076"/>
          <p:cNvCxnSpPr/>
          <p:nvPr/>
        </p:nvCxnSpPr>
        <p:spPr>
          <a:xfrm>
            <a:off x="2864122" y="1902561"/>
            <a:ext cx="36421" cy="153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79" name="C5-E18 line 77" descr="sci-ppt:o077"/>
          <p:cNvCxnSpPr/>
          <p:nvPr/>
        </p:nvCxnSpPr>
        <p:spPr>
          <a:xfrm>
            <a:off x="2900543" y="1917889"/>
            <a:ext cx="36422" cy="1530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0" name="C5-E18 line 78" descr="sci-ppt:o078"/>
          <p:cNvCxnSpPr/>
          <p:nvPr/>
        </p:nvCxnSpPr>
        <p:spPr>
          <a:xfrm>
            <a:off x="2936965" y="1933191"/>
            <a:ext cx="36422" cy="152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1" name="C5-E18 line 79" descr="sci-ppt:o079"/>
          <p:cNvCxnSpPr/>
          <p:nvPr/>
        </p:nvCxnSpPr>
        <p:spPr>
          <a:xfrm>
            <a:off x="2973387" y="1948468"/>
            <a:ext cx="36422" cy="1525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2" name="C5-E18 line 80" descr="sci-ppt:o080"/>
          <p:cNvCxnSpPr/>
          <p:nvPr/>
        </p:nvCxnSpPr>
        <p:spPr>
          <a:xfrm>
            <a:off x="3009809" y="1963720"/>
            <a:ext cx="36422" cy="152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3" name="C5-E18 line 81" descr="sci-ppt:o081"/>
          <p:cNvCxnSpPr/>
          <p:nvPr/>
        </p:nvCxnSpPr>
        <p:spPr>
          <a:xfrm>
            <a:off x="3046231" y="1978948"/>
            <a:ext cx="36421" cy="152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4" name="C5-E18 line 82" descr="sci-ppt:o082"/>
          <p:cNvCxnSpPr/>
          <p:nvPr/>
        </p:nvCxnSpPr>
        <p:spPr>
          <a:xfrm>
            <a:off x="3082652" y="1994152"/>
            <a:ext cx="36422" cy="1518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5" name="C5-E18 line 83" descr="sci-ppt:o083"/>
          <p:cNvCxnSpPr/>
          <p:nvPr/>
        </p:nvCxnSpPr>
        <p:spPr>
          <a:xfrm>
            <a:off x="3119074" y="2009332"/>
            <a:ext cx="36422" cy="1515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6" name="C5-E18 line 84" descr="sci-ppt:o084"/>
          <p:cNvCxnSpPr/>
          <p:nvPr/>
        </p:nvCxnSpPr>
        <p:spPr>
          <a:xfrm>
            <a:off x="3155496" y="2024489"/>
            <a:ext cx="36422" cy="1513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7" name="C5-E18 line 85" descr="sci-ppt:o085"/>
          <p:cNvCxnSpPr/>
          <p:nvPr/>
        </p:nvCxnSpPr>
        <p:spPr>
          <a:xfrm>
            <a:off x="3191918" y="2039623"/>
            <a:ext cx="36422" cy="1510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8" name="C5-E18 line 86" descr="sci-ppt:o086"/>
          <p:cNvCxnSpPr/>
          <p:nvPr/>
        </p:nvCxnSpPr>
        <p:spPr>
          <a:xfrm>
            <a:off x="3228340" y="2054732"/>
            <a:ext cx="36421" cy="150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89" name="C5-E18 line 87" descr="sci-ppt:o087"/>
          <p:cNvCxnSpPr/>
          <p:nvPr/>
        </p:nvCxnSpPr>
        <p:spPr>
          <a:xfrm>
            <a:off x="3264761" y="2069816"/>
            <a:ext cx="36422" cy="150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0" name="C5-E18 line 88" descr="sci-ppt:o088"/>
          <p:cNvCxnSpPr/>
          <p:nvPr/>
        </p:nvCxnSpPr>
        <p:spPr>
          <a:xfrm>
            <a:off x="3301183" y="2084875"/>
            <a:ext cx="36422" cy="1503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1" name="C5-E18 line 89" descr="sci-ppt:o089"/>
          <p:cNvCxnSpPr/>
          <p:nvPr/>
        </p:nvCxnSpPr>
        <p:spPr>
          <a:xfrm>
            <a:off x="3337605" y="2099908"/>
            <a:ext cx="36422" cy="1500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2" name="C5-E18 line 90" descr="sci-ppt:o090"/>
          <p:cNvCxnSpPr/>
          <p:nvPr/>
        </p:nvCxnSpPr>
        <p:spPr>
          <a:xfrm>
            <a:off x="3374027" y="2114913"/>
            <a:ext cx="36421" cy="149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3" name="C5-E18 line 91" descr="sci-ppt:o091"/>
          <p:cNvCxnSpPr/>
          <p:nvPr/>
        </p:nvCxnSpPr>
        <p:spPr>
          <a:xfrm>
            <a:off x="3410448" y="2129890"/>
            <a:ext cx="36422" cy="1494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4" name="C5-E18 line 92" descr="sci-ppt:o092"/>
          <p:cNvCxnSpPr/>
          <p:nvPr/>
        </p:nvCxnSpPr>
        <p:spPr>
          <a:xfrm>
            <a:off x="3446870" y="2144838"/>
            <a:ext cx="36422" cy="149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5" name="C5-E18 line 93" descr="sci-ppt:o093"/>
          <p:cNvCxnSpPr/>
          <p:nvPr/>
        </p:nvCxnSpPr>
        <p:spPr>
          <a:xfrm>
            <a:off x="3483292" y="2159757"/>
            <a:ext cx="36422" cy="1489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6" name="C5-E18 line 94" descr="sci-ppt:o094"/>
          <p:cNvCxnSpPr/>
          <p:nvPr/>
        </p:nvCxnSpPr>
        <p:spPr>
          <a:xfrm>
            <a:off x="3519714" y="2174648"/>
            <a:ext cx="36422" cy="1486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7" name="C5-E18 line 95" descr="sci-ppt:o095"/>
          <p:cNvCxnSpPr/>
          <p:nvPr/>
        </p:nvCxnSpPr>
        <p:spPr>
          <a:xfrm>
            <a:off x="3556136" y="2189512"/>
            <a:ext cx="36421" cy="1483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8" name="C5-E18 line 96" descr="sci-ppt:o096"/>
          <p:cNvCxnSpPr/>
          <p:nvPr/>
        </p:nvCxnSpPr>
        <p:spPr>
          <a:xfrm>
            <a:off x="3592557" y="2204349"/>
            <a:ext cx="36422" cy="148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99" name="C5-E18 line 97" descr="sci-ppt:o097"/>
          <p:cNvCxnSpPr/>
          <p:nvPr/>
        </p:nvCxnSpPr>
        <p:spPr>
          <a:xfrm>
            <a:off x="3628979" y="2219162"/>
            <a:ext cx="36422" cy="147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0" name="C5-E18 line 98" descr="sci-ppt:o098"/>
          <p:cNvCxnSpPr/>
          <p:nvPr/>
        </p:nvCxnSpPr>
        <p:spPr>
          <a:xfrm>
            <a:off x="3665401" y="2233949"/>
            <a:ext cx="36422" cy="1476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1" name="C5-E18 line 99" descr="sci-ppt:o099"/>
          <p:cNvCxnSpPr/>
          <p:nvPr/>
        </p:nvCxnSpPr>
        <p:spPr>
          <a:xfrm>
            <a:off x="3701823" y="2248714"/>
            <a:ext cx="36422" cy="147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2" name="C5-E18 line 100" descr="sci-ppt:o100"/>
          <p:cNvCxnSpPr/>
          <p:nvPr/>
        </p:nvCxnSpPr>
        <p:spPr>
          <a:xfrm>
            <a:off x="3738245" y="2263456"/>
            <a:ext cx="36421" cy="1472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3" name="C5-E18 line 101" descr="sci-ppt:o101"/>
          <p:cNvCxnSpPr/>
          <p:nvPr/>
        </p:nvCxnSpPr>
        <p:spPr>
          <a:xfrm>
            <a:off x="3774666" y="2278176"/>
            <a:ext cx="36422" cy="1469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4" name="C5-E18 line 102" descr="sci-ppt:o102"/>
          <p:cNvCxnSpPr/>
          <p:nvPr/>
        </p:nvCxnSpPr>
        <p:spPr>
          <a:xfrm>
            <a:off x="3811088" y="2292873"/>
            <a:ext cx="36422" cy="1467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5" name="C5-E18 line 103" descr="sci-ppt:o103"/>
          <p:cNvCxnSpPr/>
          <p:nvPr/>
        </p:nvCxnSpPr>
        <p:spPr>
          <a:xfrm>
            <a:off x="3847510" y="2307548"/>
            <a:ext cx="36422" cy="1465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6" name="C5-E18 line 104" descr="sci-ppt:o104"/>
          <p:cNvCxnSpPr/>
          <p:nvPr/>
        </p:nvCxnSpPr>
        <p:spPr>
          <a:xfrm>
            <a:off x="3883932" y="2322199"/>
            <a:ext cx="36421" cy="1462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7" name="C5-E18 line 105" descr="sci-ppt:o105"/>
          <p:cNvCxnSpPr/>
          <p:nvPr/>
        </p:nvCxnSpPr>
        <p:spPr>
          <a:xfrm>
            <a:off x="3920353" y="2336827"/>
            <a:ext cx="36422" cy="1460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8" name="C5-E18 line 106" descr="sci-ppt:o106"/>
          <p:cNvCxnSpPr/>
          <p:nvPr/>
        </p:nvCxnSpPr>
        <p:spPr>
          <a:xfrm>
            <a:off x="3956775" y="2351429"/>
            <a:ext cx="36422" cy="145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09" name="C5-E18 line 107" descr="sci-ppt:o107"/>
          <p:cNvCxnSpPr/>
          <p:nvPr/>
        </p:nvCxnSpPr>
        <p:spPr>
          <a:xfrm>
            <a:off x="3993197" y="2366006"/>
            <a:ext cx="36422" cy="1454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0" name="C5-E18 line 108" descr="sci-ppt:o108"/>
          <p:cNvCxnSpPr/>
          <p:nvPr/>
        </p:nvCxnSpPr>
        <p:spPr>
          <a:xfrm>
            <a:off x="4029619" y="2380555"/>
            <a:ext cx="36422" cy="1452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1" name="C5-E18 line 109" descr="sci-ppt:o109"/>
          <p:cNvCxnSpPr/>
          <p:nvPr/>
        </p:nvCxnSpPr>
        <p:spPr>
          <a:xfrm>
            <a:off x="4066041" y="2395076"/>
            <a:ext cx="36421" cy="144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2" name="C5-E18 line 110" descr="sci-ppt:o110"/>
          <p:cNvCxnSpPr/>
          <p:nvPr/>
        </p:nvCxnSpPr>
        <p:spPr>
          <a:xfrm>
            <a:off x="4102462" y="2409569"/>
            <a:ext cx="36422" cy="1446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3" name="C5-E18 line 111" descr="sci-ppt:o111"/>
          <p:cNvCxnSpPr/>
          <p:nvPr/>
        </p:nvCxnSpPr>
        <p:spPr>
          <a:xfrm>
            <a:off x="4138884" y="2424032"/>
            <a:ext cx="36422" cy="1443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4" name="C5-E18 line 112" descr="sci-ppt:o112"/>
          <p:cNvCxnSpPr/>
          <p:nvPr/>
        </p:nvCxnSpPr>
        <p:spPr>
          <a:xfrm>
            <a:off x="4175306" y="2438465"/>
            <a:ext cx="36422" cy="144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5" name="C5-E18 line 113" descr="sci-ppt:o113"/>
          <p:cNvCxnSpPr/>
          <p:nvPr/>
        </p:nvCxnSpPr>
        <p:spPr>
          <a:xfrm>
            <a:off x="4211728" y="2452869"/>
            <a:ext cx="36422" cy="1437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6" name="C5-E18 line 114" descr="sci-ppt:o114"/>
          <p:cNvCxnSpPr/>
          <p:nvPr/>
        </p:nvCxnSpPr>
        <p:spPr>
          <a:xfrm>
            <a:off x="4248150" y="2467244"/>
            <a:ext cx="36421" cy="1434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7" name="C5-E18 line 115" descr="sci-ppt:o115"/>
          <p:cNvCxnSpPr/>
          <p:nvPr/>
        </p:nvCxnSpPr>
        <p:spPr>
          <a:xfrm>
            <a:off x="4284571" y="2481590"/>
            <a:ext cx="36422" cy="1431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8" name="C5-E18 line 116" descr="sci-ppt:o116"/>
          <p:cNvCxnSpPr/>
          <p:nvPr/>
        </p:nvCxnSpPr>
        <p:spPr>
          <a:xfrm>
            <a:off x="4320993" y="2495907"/>
            <a:ext cx="36422" cy="142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19" name="C5-E18 line 117" descr="sci-ppt:o117"/>
          <p:cNvCxnSpPr/>
          <p:nvPr/>
        </p:nvCxnSpPr>
        <p:spPr>
          <a:xfrm>
            <a:off x="4357415" y="2510197"/>
            <a:ext cx="36422" cy="1426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0" name="C5-E18 line 118" descr="sci-ppt:o118"/>
          <p:cNvCxnSpPr/>
          <p:nvPr/>
        </p:nvCxnSpPr>
        <p:spPr>
          <a:xfrm>
            <a:off x="4393837" y="2524461"/>
            <a:ext cx="36421" cy="1423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1" name="C5-E18 line 119" descr="sci-ppt:o119"/>
          <p:cNvCxnSpPr/>
          <p:nvPr/>
        </p:nvCxnSpPr>
        <p:spPr>
          <a:xfrm>
            <a:off x="4430258" y="2538700"/>
            <a:ext cx="36422" cy="1421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2" name="C5-E18 line 120" descr="sci-ppt:o120"/>
          <p:cNvCxnSpPr/>
          <p:nvPr/>
        </p:nvCxnSpPr>
        <p:spPr>
          <a:xfrm>
            <a:off x="4466680" y="2552915"/>
            <a:ext cx="36422" cy="1419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3" name="C5-E18 line 121" descr="sci-ppt:o121"/>
          <p:cNvCxnSpPr/>
          <p:nvPr/>
        </p:nvCxnSpPr>
        <p:spPr>
          <a:xfrm>
            <a:off x="4503102" y="2567108"/>
            <a:ext cx="36422" cy="1417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4" name="C5-E18 line 122" descr="sci-ppt:o122"/>
          <p:cNvCxnSpPr/>
          <p:nvPr/>
        </p:nvCxnSpPr>
        <p:spPr>
          <a:xfrm>
            <a:off x="4539524" y="2581282"/>
            <a:ext cx="36422" cy="141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5" name="C5-E18 line 123" descr="sci-ppt:o123"/>
          <p:cNvCxnSpPr/>
          <p:nvPr/>
        </p:nvCxnSpPr>
        <p:spPr>
          <a:xfrm>
            <a:off x="4575946" y="2595441"/>
            <a:ext cx="36421" cy="1414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6" name="C5-E18 line 124" descr="sci-ppt:o124"/>
          <p:cNvCxnSpPr/>
          <p:nvPr/>
        </p:nvCxnSpPr>
        <p:spPr>
          <a:xfrm>
            <a:off x="4612367" y="2609586"/>
            <a:ext cx="36422" cy="141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7" name="C5-E18 line 125" descr="sci-ppt:o125"/>
          <p:cNvCxnSpPr/>
          <p:nvPr/>
        </p:nvCxnSpPr>
        <p:spPr>
          <a:xfrm>
            <a:off x="4648789" y="2623728"/>
            <a:ext cx="36422" cy="141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8" name="C5-E18 line 126" descr="sci-ppt:o126"/>
          <p:cNvCxnSpPr/>
          <p:nvPr/>
        </p:nvCxnSpPr>
        <p:spPr>
          <a:xfrm>
            <a:off x="4685211" y="2637871"/>
            <a:ext cx="36422" cy="1415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29" name="C5-E18 line 127" descr="sci-ppt:o127"/>
          <p:cNvCxnSpPr/>
          <p:nvPr/>
        </p:nvCxnSpPr>
        <p:spPr>
          <a:xfrm>
            <a:off x="4721633" y="2652025"/>
            <a:ext cx="36422" cy="1417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0" name="C5-E18 line 128" descr="sci-ppt:o128"/>
          <p:cNvCxnSpPr/>
          <p:nvPr/>
        </p:nvCxnSpPr>
        <p:spPr>
          <a:xfrm>
            <a:off x="4758055" y="2666203"/>
            <a:ext cx="36421" cy="1420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1" name="C5-E18 line 129" descr="sci-ppt:o129"/>
          <p:cNvCxnSpPr/>
          <p:nvPr/>
        </p:nvCxnSpPr>
        <p:spPr>
          <a:xfrm>
            <a:off x="4794476" y="2680410"/>
            <a:ext cx="36422" cy="1426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2" name="C5-E18 line 130" descr="sci-ppt:o130"/>
          <p:cNvCxnSpPr/>
          <p:nvPr/>
        </p:nvCxnSpPr>
        <p:spPr>
          <a:xfrm>
            <a:off x="4830898" y="2694671"/>
            <a:ext cx="36422" cy="1431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3" name="C5-E18 line 131" descr="sci-ppt:o131"/>
          <p:cNvCxnSpPr/>
          <p:nvPr/>
        </p:nvCxnSpPr>
        <p:spPr>
          <a:xfrm>
            <a:off x="4867320" y="2708984"/>
            <a:ext cx="36422" cy="1438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4" name="C5-E18 line 132" descr="sci-ppt:o132"/>
          <p:cNvCxnSpPr/>
          <p:nvPr/>
        </p:nvCxnSpPr>
        <p:spPr>
          <a:xfrm>
            <a:off x="4903742" y="2723370"/>
            <a:ext cx="36421" cy="1446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5" name="C5-E18 line 133" descr="sci-ppt:o133"/>
          <p:cNvCxnSpPr/>
          <p:nvPr/>
        </p:nvCxnSpPr>
        <p:spPr>
          <a:xfrm>
            <a:off x="4940163" y="2737830"/>
            <a:ext cx="36422" cy="145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6" name="C5-E18 line 134" descr="sci-ppt:o134"/>
          <p:cNvCxnSpPr/>
          <p:nvPr/>
        </p:nvCxnSpPr>
        <p:spPr>
          <a:xfrm>
            <a:off x="4976585" y="2752373"/>
            <a:ext cx="36422" cy="1461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7" name="C5-E18 line 135" descr="sci-ppt:o135"/>
          <p:cNvCxnSpPr/>
          <p:nvPr/>
        </p:nvCxnSpPr>
        <p:spPr>
          <a:xfrm>
            <a:off x="5013007" y="2766992"/>
            <a:ext cx="36422" cy="1469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8" name="C5-E18 line 136" descr="sci-ppt:o136"/>
          <p:cNvCxnSpPr/>
          <p:nvPr/>
        </p:nvCxnSpPr>
        <p:spPr>
          <a:xfrm>
            <a:off x="5049429" y="2781686"/>
            <a:ext cx="36422" cy="147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39" name="C5-E18 line 137" descr="sci-ppt:o137"/>
          <p:cNvCxnSpPr/>
          <p:nvPr/>
        </p:nvCxnSpPr>
        <p:spPr>
          <a:xfrm>
            <a:off x="5085851" y="2796428"/>
            <a:ext cx="36421" cy="1478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0" name="C5-E18 line 138" descr="sci-ppt:o138"/>
          <p:cNvCxnSpPr/>
          <p:nvPr/>
        </p:nvCxnSpPr>
        <p:spPr>
          <a:xfrm>
            <a:off x="5122272" y="2811213"/>
            <a:ext cx="36422" cy="147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1" name="C5-E18 line 139" descr="sci-ppt:o139"/>
          <p:cNvCxnSpPr/>
          <p:nvPr/>
        </p:nvCxnSpPr>
        <p:spPr>
          <a:xfrm>
            <a:off x="5158694" y="2825997"/>
            <a:ext cx="36422" cy="1475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2" name="C5-E18 line 140" descr="sci-ppt:o140"/>
          <p:cNvCxnSpPr/>
          <p:nvPr/>
        </p:nvCxnSpPr>
        <p:spPr>
          <a:xfrm>
            <a:off x="5195116" y="2840756"/>
            <a:ext cx="36422" cy="147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3" name="C5-E18 line 141" descr="sci-ppt:o141"/>
          <p:cNvCxnSpPr/>
          <p:nvPr/>
        </p:nvCxnSpPr>
        <p:spPr>
          <a:xfrm>
            <a:off x="5231538" y="2855457"/>
            <a:ext cx="36422" cy="1455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4" name="C5-E18 line 142" descr="sci-ppt:o142"/>
          <p:cNvCxnSpPr/>
          <p:nvPr/>
        </p:nvCxnSpPr>
        <p:spPr>
          <a:xfrm>
            <a:off x="5267960" y="2870011"/>
            <a:ext cx="36421" cy="1440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5" name="C5-E18 line 143" descr="sci-ppt:o143"/>
          <p:cNvCxnSpPr/>
          <p:nvPr/>
        </p:nvCxnSpPr>
        <p:spPr>
          <a:xfrm>
            <a:off x="5304381" y="2884418"/>
            <a:ext cx="36422" cy="1427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6" name="C5-E18 line 144" descr="sci-ppt:o144"/>
          <p:cNvCxnSpPr/>
          <p:nvPr/>
        </p:nvCxnSpPr>
        <p:spPr>
          <a:xfrm>
            <a:off x="5340803" y="2898690"/>
            <a:ext cx="36422" cy="1411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7" name="C5-E18 line 145" descr="sci-ppt:o145"/>
          <p:cNvCxnSpPr/>
          <p:nvPr/>
        </p:nvCxnSpPr>
        <p:spPr>
          <a:xfrm>
            <a:off x="5377225" y="2912804"/>
            <a:ext cx="36422" cy="1392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8" name="C5-E18 line 146" descr="sci-ppt:o146"/>
          <p:cNvCxnSpPr/>
          <p:nvPr/>
        </p:nvCxnSpPr>
        <p:spPr>
          <a:xfrm>
            <a:off x="5413647" y="2926730"/>
            <a:ext cx="36421" cy="1376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49" name="C5-E18 line 147" descr="sci-ppt:o147"/>
          <p:cNvCxnSpPr/>
          <p:nvPr/>
        </p:nvCxnSpPr>
        <p:spPr>
          <a:xfrm>
            <a:off x="5450068" y="2940493"/>
            <a:ext cx="36422" cy="136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0" name="C5-E18 line 148" descr="sci-ppt:o148"/>
          <p:cNvCxnSpPr/>
          <p:nvPr/>
        </p:nvCxnSpPr>
        <p:spPr>
          <a:xfrm>
            <a:off x="5486490" y="2954094"/>
            <a:ext cx="36422" cy="1344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1" name="C5-E18 line 149" descr="sci-ppt:o149"/>
          <p:cNvCxnSpPr/>
          <p:nvPr/>
        </p:nvCxnSpPr>
        <p:spPr>
          <a:xfrm>
            <a:off x="5522912" y="2967540"/>
            <a:ext cx="36422" cy="1328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2" name="C5-E18 line 150" descr="sci-ppt:o150"/>
          <p:cNvCxnSpPr/>
          <p:nvPr/>
        </p:nvCxnSpPr>
        <p:spPr>
          <a:xfrm>
            <a:off x="5559334" y="2980827"/>
            <a:ext cx="36422" cy="1314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3" name="C5-E18 line 151" descr="sci-ppt:o151"/>
          <p:cNvCxnSpPr/>
          <p:nvPr/>
        </p:nvCxnSpPr>
        <p:spPr>
          <a:xfrm>
            <a:off x="5595756" y="2993970"/>
            <a:ext cx="36421" cy="1309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4" name="C5-E18 line 152" descr="sci-ppt:o152"/>
          <p:cNvCxnSpPr/>
          <p:nvPr/>
        </p:nvCxnSpPr>
        <p:spPr>
          <a:xfrm>
            <a:off x="5632177" y="3007066"/>
            <a:ext cx="36422" cy="1299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5" name="C5-E18 line 153" descr="sci-ppt:o153"/>
          <p:cNvCxnSpPr/>
          <p:nvPr/>
        </p:nvCxnSpPr>
        <p:spPr>
          <a:xfrm>
            <a:off x="5668599" y="3020060"/>
            <a:ext cx="36422" cy="1289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6" name="C5-E18 line 154" descr="sci-ppt:o154"/>
          <p:cNvCxnSpPr/>
          <p:nvPr/>
        </p:nvCxnSpPr>
        <p:spPr>
          <a:xfrm>
            <a:off x="5705021" y="3032958"/>
            <a:ext cx="36422" cy="129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7" name="C5-E18 line 155" descr="sci-ppt:o155"/>
          <p:cNvCxnSpPr/>
          <p:nvPr/>
        </p:nvCxnSpPr>
        <p:spPr>
          <a:xfrm>
            <a:off x="5741443" y="3045900"/>
            <a:ext cx="36422" cy="1291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8" name="C5-E18 line 156" descr="sci-ppt:o156"/>
          <p:cNvCxnSpPr/>
          <p:nvPr/>
        </p:nvCxnSpPr>
        <p:spPr>
          <a:xfrm>
            <a:off x="5777865" y="3058812"/>
            <a:ext cx="36421" cy="1288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59" name="C5-E18 line 157" descr="sci-ppt:o157"/>
          <p:cNvCxnSpPr/>
          <p:nvPr/>
        </p:nvCxnSpPr>
        <p:spPr>
          <a:xfrm>
            <a:off x="5814286" y="3071694"/>
            <a:ext cx="36422" cy="1294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0" name="C5-E18 line 158" descr="sci-ppt:o158"/>
          <p:cNvCxnSpPr/>
          <p:nvPr/>
        </p:nvCxnSpPr>
        <p:spPr>
          <a:xfrm>
            <a:off x="5850708" y="3084635"/>
            <a:ext cx="36422" cy="129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1" name="C5-E18 line 159" descr="sci-ppt:o159"/>
          <p:cNvCxnSpPr/>
          <p:nvPr/>
        </p:nvCxnSpPr>
        <p:spPr>
          <a:xfrm>
            <a:off x="5887130" y="3097597"/>
            <a:ext cx="36422" cy="1297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2" name="C5-E18 line 160" descr="sci-ppt:o160"/>
          <p:cNvCxnSpPr/>
          <p:nvPr/>
        </p:nvCxnSpPr>
        <p:spPr>
          <a:xfrm>
            <a:off x="5923552" y="3110575"/>
            <a:ext cx="36421" cy="130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3" name="C5-E18 line 161" descr="sci-ppt:o161"/>
          <p:cNvCxnSpPr/>
          <p:nvPr/>
        </p:nvCxnSpPr>
        <p:spPr>
          <a:xfrm>
            <a:off x="5959973" y="3123576"/>
            <a:ext cx="36422" cy="13023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4" name="C5-E18 line 162" descr="sci-ppt:o162"/>
          <p:cNvCxnSpPr/>
          <p:nvPr/>
        </p:nvCxnSpPr>
        <p:spPr>
          <a:xfrm>
            <a:off x="5996395" y="3136599"/>
            <a:ext cx="36422" cy="1304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5" name="C5-E18 line 163" descr="sci-ppt:o163"/>
          <p:cNvCxnSpPr/>
          <p:nvPr/>
        </p:nvCxnSpPr>
        <p:spPr>
          <a:xfrm>
            <a:off x="6032817" y="3149641"/>
            <a:ext cx="36422" cy="1302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6" name="C5-E18 line 164" descr="sci-ppt:o164"/>
          <p:cNvCxnSpPr/>
          <p:nvPr/>
        </p:nvCxnSpPr>
        <p:spPr>
          <a:xfrm>
            <a:off x="6069239" y="3162668"/>
            <a:ext cx="36422" cy="13008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7" name="C5-E18 line 165" descr="sci-ppt:o165"/>
          <p:cNvCxnSpPr/>
          <p:nvPr/>
        </p:nvCxnSpPr>
        <p:spPr>
          <a:xfrm>
            <a:off x="6105661" y="3175676"/>
            <a:ext cx="36421" cy="1300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8" name="C5-E18 line 166" descr="sci-ppt:o166"/>
          <p:cNvCxnSpPr/>
          <p:nvPr/>
        </p:nvCxnSpPr>
        <p:spPr>
          <a:xfrm>
            <a:off x="6142082" y="3188677"/>
            <a:ext cx="36422" cy="12962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69" name="C5-E18 line 167" descr="sci-ppt:o167"/>
          <p:cNvCxnSpPr/>
          <p:nvPr/>
        </p:nvCxnSpPr>
        <p:spPr>
          <a:xfrm>
            <a:off x="6178504" y="3201639"/>
            <a:ext cx="36422" cy="1290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0" name="C5-E18 line 168" descr="sci-ppt:o168"/>
          <p:cNvCxnSpPr/>
          <p:nvPr/>
        </p:nvCxnSpPr>
        <p:spPr>
          <a:xfrm>
            <a:off x="6214926" y="3214548"/>
            <a:ext cx="36422" cy="1287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1" name="C5-E18 line 169" descr="sci-ppt:o169"/>
          <p:cNvCxnSpPr/>
          <p:nvPr/>
        </p:nvCxnSpPr>
        <p:spPr>
          <a:xfrm>
            <a:off x="6251348" y="3227422"/>
            <a:ext cx="36422" cy="1283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2" name="C5-E18 line 170" descr="sci-ppt:o170"/>
          <p:cNvCxnSpPr/>
          <p:nvPr/>
        </p:nvCxnSpPr>
        <p:spPr>
          <a:xfrm>
            <a:off x="6287770" y="3240252"/>
            <a:ext cx="36421" cy="12781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3" name="C5-E18 line 171" descr="sci-ppt:o171"/>
          <p:cNvCxnSpPr/>
          <p:nvPr/>
        </p:nvCxnSpPr>
        <p:spPr>
          <a:xfrm>
            <a:off x="6324191" y="3253033"/>
            <a:ext cx="36422" cy="1273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4" name="C5-E18 line 172" descr="sci-ppt:o172"/>
          <p:cNvCxnSpPr/>
          <p:nvPr/>
        </p:nvCxnSpPr>
        <p:spPr>
          <a:xfrm>
            <a:off x="6360613" y="3265770"/>
            <a:ext cx="36422" cy="1270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5" name="C5-E18 line 173" descr="sci-ppt:o173"/>
          <p:cNvCxnSpPr/>
          <p:nvPr/>
        </p:nvCxnSpPr>
        <p:spPr>
          <a:xfrm>
            <a:off x="6397035" y="3278474"/>
            <a:ext cx="36422" cy="12690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6" name="C5-E18 line 174" descr="sci-ppt:o174"/>
          <p:cNvCxnSpPr/>
          <p:nvPr/>
        </p:nvCxnSpPr>
        <p:spPr>
          <a:xfrm>
            <a:off x="6433457" y="3291164"/>
            <a:ext cx="36421" cy="12665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7" name="C5-E18 line 175" descr="sci-ppt:o175"/>
          <p:cNvCxnSpPr/>
          <p:nvPr/>
        </p:nvCxnSpPr>
        <p:spPr>
          <a:xfrm>
            <a:off x="6469878" y="3303829"/>
            <a:ext cx="36422" cy="1264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8" name="C5-E18 line 176" descr="sci-ppt:o176"/>
          <p:cNvCxnSpPr/>
          <p:nvPr/>
        </p:nvCxnSpPr>
        <p:spPr>
          <a:xfrm>
            <a:off x="6506300" y="3316478"/>
            <a:ext cx="36422" cy="12677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79" name="C5-E18 line 177" descr="sci-ppt:o177"/>
          <p:cNvCxnSpPr/>
          <p:nvPr/>
        </p:nvCxnSpPr>
        <p:spPr>
          <a:xfrm>
            <a:off x="6542722" y="3329155"/>
            <a:ext cx="36422" cy="12679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0" name="C5-E18 line 178" descr="sci-ppt:o178"/>
          <p:cNvCxnSpPr/>
          <p:nvPr/>
        </p:nvCxnSpPr>
        <p:spPr>
          <a:xfrm>
            <a:off x="6579144" y="3341834"/>
            <a:ext cx="36422" cy="12684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1" name="C5-E18 line 179" descr="sci-ppt:o179"/>
          <p:cNvCxnSpPr/>
          <p:nvPr/>
        </p:nvCxnSpPr>
        <p:spPr>
          <a:xfrm>
            <a:off x="6615566" y="3354518"/>
            <a:ext cx="36421" cy="12726"/>
          </a:xfrm>
          <a:prstGeom prst="line">
            <a:avLst/>
          </a:prstGeom>
          <a:ln w="22860">
            <a:solidFill>
              <a:srgbClr val="8EDBD4"/>
            </a:solidFill>
          </a:ln>
          <a:effectLst/>
        </p:spPr>
      </p:cxnSp>
      <p:cxnSp>
        <p:nvCxnSpPr>
          <p:cNvPr id="182" name="C5-E18 line 180" descr="sci-ppt:o180"/>
          <p:cNvCxnSpPr/>
          <p:nvPr/>
        </p:nvCxnSpPr>
        <p:spPr>
          <a:xfrm flipV="1">
            <a:off x="1188720" y="4521890"/>
            <a:ext cx="36421" cy="5947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3" name="C5-E18 line 181" descr="sci-ppt:o181"/>
          <p:cNvCxnSpPr/>
          <p:nvPr/>
        </p:nvCxnSpPr>
        <p:spPr>
          <a:xfrm flipV="1">
            <a:off x="1225141" y="3939690"/>
            <a:ext cx="36422" cy="5822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4" name="C5-E18 line 182" descr="sci-ppt:o182"/>
          <p:cNvCxnSpPr/>
          <p:nvPr/>
        </p:nvCxnSpPr>
        <p:spPr>
          <a:xfrm flipV="1">
            <a:off x="1261563" y="3402941"/>
            <a:ext cx="36422" cy="53674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5" name="C5-E18 line 183" descr="sci-ppt:o183"/>
          <p:cNvCxnSpPr/>
          <p:nvPr/>
        </p:nvCxnSpPr>
        <p:spPr>
          <a:xfrm flipV="1">
            <a:off x="1297985" y="2934851"/>
            <a:ext cx="36422" cy="46809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6" name="C5-E18 line 184" descr="sci-ppt:o184"/>
          <p:cNvCxnSpPr/>
          <p:nvPr/>
        </p:nvCxnSpPr>
        <p:spPr>
          <a:xfrm flipV="1">
            <a:off x="1334407" y="2542411"/>
            <a:ext cx="36421" cy="39244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7" name="C5-E18 line 185" descr="sci-ppt:o185"/>
          <p:cNvCxnSpPr/>
          <p:nvPr/>
        </p:nvCxnSpPr>
        <p:spPr>
          <a:xfrm flipV="1">
            <a:off x="1370828" y="2227228"/>
            <a:ext cx="36422" cy="31518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8" name="C5-E18 line 186" descr="sci-ppt:o186"/>
          <p:cNvCxnSpPr/>
          <p:nvPr/>
        </p:nvCxnSpPr>
        <p:spPr>
          <a:xfrm flipV="1">
            <a:off x="1407250" y="1984129"/>
            <a:ext cx="36422" cy="24309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89" name="C5-E18 line 187" descr="sci-ppt:o187"/>
          <p:cNvCxnSpPr/>
          <p:nvPr/>
        </p:nvCxnSpPr>
        <p:spPr>
          <a:xfrm flipV="1">
            <a:off x="1443672" y="1803673"/>
            <a:ext cx="36422" cy="1804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0" name="C5-E18 line 188" descr="sci-ppt:o188"/>
          <p:cNvCxnSpPr/>
          <p:nvPr/>
        </p:nvCxnSpPr>
        <p:spPr>
          <a:xfrm flipV="1">
            <a:off x="1480094" y="1674594"/>
            <a:ext cx="36422" cy="12907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1" name="C5-E18 line 189" descr="sci-ppt:o189"/>
          <p:cNvCxnSpPr/>
          <p:nvPr/>
        </p:nvCxnSpPr>
        <p:spPr>
          <a:xfrm flipV="1">
            <a:off x="1516516" y="1585725"/>
            <a:ext cx="36421" cy="888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2" name="C5-E18 line 190" descr="sci-ppt:o190"/>
          <p:cNvCxnSpPr/>
          <p:nvPr/>
        </p:nvCxnSpPr>
        <p:spPr>
          <a:xfrm flipV="1">
            <a:off x="1552937" y="1527180"/>
            <a:ext cx="36422" cy="585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3" name="C5-E18 line 191" descr="sci-ppt:o191"/>
          <p:cNvCxnSpPr/>
          <p:nvPr/>
        </p:nvCxnSpPr>
        <p:spPr>
          <a:xfrm flipV="1">
            <a:off x="1589359" y="1490855"/>
            <a:ext cx="36422" cy="363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4" name="C5-E18 line 192" descr="sci-ppt:o192"/>
          <p:cNvCxnSpPr/>
          <p:nvPr/>
        </p:nvCxnSpPr>
        <p:spPr>
          <a:xfrm flipV="1">
            <a:off x="1625781" y="1470467"/>
            <a:ext cx="36422" cy="2038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5" name="C5-E18 line 193" descr="sci-ppt:o193"/>
          <p:cNvCxnSpPr/>
          <p:nvPr/>
        </p:nvCxnSpPr>
        <p:spPr>
          <a:xfrm flipV="1">
            <a:off x="1662203" y="1461333"/>
            <a:ext cx="36422" cy="913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6" name="C5-E18 line 194" descr="sci-ppt:o194"/>
          <p:cNvCxnSpPr/>
          <p:nvPr/>
        </p:nvCxnSpPr>
        <p:spPr>
          <a:xfrm flipV="1">
            <a:off x="1698625" y="1460059"/>
            <a:ext cx="36421" cy="127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7" name="C5-E18 line 195" descr="sci-ppt:o195"/>
          <p:cNvCxnSpPr/>
          <p:nvPr/>
        </p:nvCxnSpPr>
        <p:spPr>
          <a:xfrm>
            <a:off x="1735046" y="1460059"/>
            <a:ext cx="36422" cy="41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8" name="C5-E18 line 196" descr="sci-ppt:o196"/>
          <p:cNvCxnSpPr/>
          <p:nvPr/>
        </p:nvCxnSpPr>
        <p:spPr>
          <a:xfrm>
            <a:off x="1771468" y="1464235"/>
            <a:ext cx="36422" cy="79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199" name="C5-E18 line 197" descr="sci-ppt:o197"/>
          <p:cNvCxnSpPr/>
          <p:nvPr/>
        </p:nvCxnSpPr>
        <p:spPr>
          <a:xfrm>
            <a:off x="1807890" y="1472173"/>
            <a:ext cx="36422" cy="105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0" name="C5-E18 line 198" descr="sci-ppt:o198"/>
          <p:cNvCxnSpPr/>
          <p:nvPr/>
        </p:nvCxnSpPr>
        <p:spPr>
          <a:xfrm>
            <a:off x="1844312" y="1482698"/>
            <a:ext cx="36421" cy="123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1" name="C5-E18 line 199" descr="sci-ppt:o199"/>
          <p:cNvCxnSpPr/>
          <p:nvPr/>
        </p:nvCxnSpPr>
        <p:spPr>
          <a:xfrm>
            <a:off x="1880733" y="1494998"/>
            <a:ext cx="36422" cy="1351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2" name="C5-E18 line 200" descr="sci-ppt:o200"/>
          <p:cNvCxnSpPr/>
          <p:nvPr/>
        </p:nvCxnSpPr>
        <p:spPr>
          <a:xfrm>
            <a:off x="1917155" y="1508511"/>
            <a:ext cx="36422" cy="1433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3" name="C5-E18 line 201" descr="sci-ppt:o201"/>
          <p:cNvCxnSpPr/>
          <p:nvPr/>
        </p:nvCxnSpPr>
        <p:spPr>
          <a:xfrm>
            <a:off x="1953577" y="1522850"/>
            <a:ext cx="36422" cy="1489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4" name="C5-E18 line 202" descr="sci-ppt:o202"/>
          <p:cNvCxnSpPr/>
          <p:nvPr/>
        </p:nvCxnSpPr>
        <p:spPr>
          <a:xfrm>
            <a:off x="1989999" y="1537746"/>
            <a:ext cx="36422" cy="1526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5" name="C5-E18 line 203" descr="sci-ppt:o203"/>
          <p:cNvCxnSpPr/>
          <p:nvPr/>
        </p:nvCxnSpPr>
        <p:spPr>
          <a:xfrm>
            <a:off x="2026421" y="1553013"/>
            <a:ext cx="36421" cy="1550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6" name="C5-E18 line 204" descr="sci-ppt:o204"/>
          <p:cNvCxnSpPr/>
          <p:nvPr/>
        </p:nvCxnSpPr>
        <p:spPr>
          <a:xfrm>
            <a:off x="2062842" y="1568522"/>
            <a:ext cx="36422" cy="156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7" name="C5-E18 line 205" descr="sci-ppt:o205"/>
          <p:cNvCxnSpPr/>
          <p:nvPr/>
        </p:nvCxnSpPr>
        <p:spPr>
          <a:xfrm>
            <a:off x="2099264" y="1584183"/>
            <a:ext cx="36422" cy="1574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8" name="C5-E18 line 206" descr="sci-ppt:o206"/>
          <p:cNvCxnSpPr/>
          <p:nvPr/>
        </p:nvCxnSpPr>
        <p:spPr>
          <a:xfrm>
            <a:off x="2135686" y="1599931"/>
            <a:ext cx="36422" cy="1579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09" name="C5-E18 line 207" descr="sci-ppt:o207"/>
          <p:cNvCxnSpPr/>
          <p:nvPr/>
        </p:nvCxnSpPr>
        <p:spPr>
          <a:xfrm>
            <a:off x="2172108" y="1615721"/>
            <a:ext cx="36422" cy="158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0" name="C5-E18 line 208" descr="sci-ppt:o208"/>
          <p:cNvCxnSpPr/>
          <p:nvPr/>
        </p:nvCxnSpPr>
        <p:spPr>
          <a:xfrm>
            <a:off x="2208530" y="1631522"/>
            <a:ext cx="36421" cy="157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1" name="C5-E18 line 209" descr="sci-ppt:o209"/>
          <p:cNvCxnSpPr/>
          <p:nvPr/>
        </p:nvCxnSpPr>
        <p:spPr>
          <a:xfrm>
            <a:off x="2244951" y="1647314"/>
            <a:ext cx="36422" cy="157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2" name="C5-E18 line 210" descr="sci-ppt:o210"/>
          <p:cNvCxnSpPr/>
          <p:nvPr/>
        </p:nvCxnSpPr>
        <p:spPr>
          <a:xfrm>
            <a:off x="2281373" y="1663084"/>
            <a:ext cx="36422" cy="1574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3" name="C5-E18 line 211" descr="sci-ppt:o211"/>
          <p:cNvCxnSpPr/>
          <p:nvPr/>
        </p:nvCxnSpPr>
        <p:spPr>
          <a:xfrm>
            <a:off x="2317795" y="1678827"/>
            <a:ext cx="36422" cy="1571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4" name="C5-E18 line 212" descr="sci-ppt:o212"/>
          <p:cNvCxnSpPr/>
          <p:nvPr/>
        </p:nvCxnSpPr>
        <p:spPr>
          <a:xfrm>
            <a:off x="2354217" y="1694540"/>
            <a:ext cx="36421" cy="156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5" name="C5-E18 line 213" descr="sci-ppt:o213"/>
          <p:cNvCxnSpPr/>
          <p:nvPr/>
        </p:nvCxnSpPr>
        <p:spPr>
          <a:xfrm>
            <a:off x="2390638" y="1710225"/>
            <a:ext cx="36422" cy="156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6" name="C5-E18 line 214" descr="sci-ppt:o214"/>
          <p:cNvCxnSpPr/>
          <p:nvPr/>
        </p:nvCxnSpPr>
        <p:spPr>
          <a:xfrm>
            <a:off x="2427060" y="1725883"/>
            <a:ext cx="36422" cy="1563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7" name="C5-E18 line 215" descr="sci-ppt:o215"/>
          <p:cNvCxnSpPr/>
          <p:nvPr/>
        </p:nvCxnSpPr>
        <p:spPr>
          <a:xfrm>
            <a:off x="2463482" y="1741518"/>
            <a:ext cx="36422" cy="156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8" name="C5-E18 line 216" descr="sci-ppt:o216"/>
          <p:cNvCxnSpPr/>
          <p:nvPr/>
        </p:nvCxnSpPr>
        <p:spPr>
          <a:xfrm>
            <a:off x="2499904" y="1757128"/>
            <a:ext cx="36422" cy="1558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19" name="C5-E18 line 217" descr="sci-ppt:o217"/>
          <p:cNvCxnSpPr/>
          <p:nvPr/>
        </p:nvCxnSpPr>
        <p:spPr>
          <a:xfrm>
            <a:off x="2536326" y="1772715"/>
            <a:ext cx="36421" cy="1556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0" name="C5-E18 line 218" descr="sci-ppt:o218"/>
          <p:cNvCxnSpPr/>
          <p:nvPr/>
        </p:nvCxnSpPr>
        <p:spPr>
          <a:xfrm>
            <a:off x="2572747" y="1788279"/>
            <a:ext cx="36422" cy="155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1" name="C5-E18 line 219" descr="sci-ppt:o219"/>
          <p:cNvCxnSpPr/>
          <p:nvPr/>
        </p:nvCxnSpPr>
        <p:spPr>
          <a:xfrm>
            <a:off x="2609169" y="1803817"/>
            <a:ext cx="36422" cy="1551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2" name="C5-E18 line 220" descr="sci-ppt:o220"/>
          <p:cNvCxnSpPr/>
          <p:nvPr/>
        </p:nvCxnSpPr>
        <p:spPr>
          <a:xfrm>
            <a:off x="2645591" y="1819329"/>
            <a:ext cx="36422" cy="1548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3" name="C5-E18 line 221" descr="sci-ppt:o221"/>
          <p:cNvCxnSpPr/>
          <p:nvPr/>
        </p:nvCxnSpPr>
        <p:spPr>
          <a:xfrm>
            <a:off x="2682013" y="1834815"/>
            <a:ext cx="36422" cy="154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4" name="C5-E18 line 222" descr="sci-ppt:o222"/>
          <p:cNvCxnSpPr/>
          <p:nvPr/>
        </p:nvCxnSpPr>
        <p:spPr>
          <a:xfrm>
            <a:off x="2718435" y="1850273"/>
            <a:ext cx="36421" cy="154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5" name="C5-E18 line 223" descr="sci-ppt:o223"/>
          <p:cNvCxnSpPr/>
          <p:nvPr/>
        </p:nvCxnSpPr>
        <p:spPr>
          <a:xfrm>
            <a:off x="2754856" y="1865704"/>
            <a:ext cx="36422" cy="1540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6" name="C5-E18 line 224" descr="sci-ppt:o224"/>
          <p:cNvCxnSpPr/>
          <p:nvPr/>
        </p:nvCxnSpPr>
        <p:spPr>
          <a:xfrm>
            <a:off x="2791278" y="1881107"/>
            <a:ext cx="36422" cy="153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7" name="C5-E18 line 225" descr="sci-ppt:o225"/>
          <p:cNvCxnSpPr/>
          <p:nvPr/>
        </p:nvCxnSpPr>
        <p:spPr>
          <a:xfrm>
            <a:off x="2827700" y="1896483"/>
            <a:ext cx="36422" cy="1534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8" name="C5-E18 line 226" descr="sci-ppt:o226"/>
          <p:cNvCxnSpPr/>
          <p:nvPr/>
        </p:nvCxnSpPr>
        <p:spPr>
          <a:xfrm>
            <a:off x="2864122" y="1911831"/>
            <a:ext cx="36421" cy="153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29" name="C5-E18 line 227" descr="sci-ppt:o227"/>
          <p:cNvCxnSpPr/>
          <p:nvPr/>
        </p:nvCxnSpPr>
        <p:spPr>
          <a:xfrm>
            <a:off x="2900543" y="1927153"/>
            <a:ext cx="36422" cy="1529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0" name="C5-E18 line 228" descr="sci-ppt:o228"/>
          <p:cNvCxnSpPr/>
          <p:nvPr/>
        </p:nvCxnSpPr>
        <p:spPr>
          <a:xfrm>
            <a:off x="2936965" y="1942449"/>
            <a:ext cx="36422" cy="152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1" name="C5-E18 line 229" descr="sci-ppt:o229"/>
          <p:cNvCxnSpPr/>
          <p:nvPr/>
        </p:nvCxnSpPr>
        <p:spPr>
          <a:xfrm>
            <a:off x="2973387" y="1957719"/>
            <a:ext cx="36422" cy="1524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2" name="C5-E18 line 230" descr="sci-ppt:o230"/>
          <p:cNvCxnSpPr/>
          <p:nvPr/>
        </p:nvCxnSpPr>
        <p:spPr>
          <a:xfrm>
            <a:off x="3009809" y="1972966"/>
            <a:ext cx="36422" cy="152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3" name="C5-E18 line 231" descr="sci-ppt:o231"/>
          <p:cNvCxnSpPr/>
          <p:nvPr/>
        </p:nvCxnSpPr>
        <p:spPr>
          <a:xfrm>
            <a:off x="3046231" y="1988188"/>
            <a:ext cx="36421" cy="1519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4" name="C5-E18 line 232" descr="sci-ppt:o232"/>
          <p:cNvCxnSpPr/>
          <p:nvPr/>
        </p:nvCxnSpPr>
        <p:spPr>
          <a:xfrm>
            <a:off x="3082652" y="2003387"/>
            <a:ext cx="36422" cy="151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5" name="C5-E18 line 233" descr="sci-ppt:o233"/>
          <p:cNvCxnSpPr/>
          <p:nvPr/>
        </p:nvCxnSpPr>
        <p:spPr>
          <a:xfrm>
            <a:off x="3119074" y="2018563"/>
            <a:ext cx="36422" cy="1515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6" name="C5-E18 line 234" descr="sci-ppt:o234"/>
          <p:cNvCxnSpPr/>
          <p:nvPr/>
        </p:nvCxnSpPr>
        <p:spPr>
          <a:xfrm>
            <a:off x="3155496" y="2033715"/>
            <a:ext cx="36422" cy="1512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7" name="C5-E18 line 235" descr="sci-ppt:o235"/>
          <p:cNvCxnSpPr/>
          <p:nvPr/>
        </p:nvCxnSpPr>
        <p:spPr>
          <a:xfrm>
            <a:off x="3191918" y="2048843"/>
            <a:ext cx="36422" cy="1510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8" name="C5-E18 line 236" descr="sci-ppt:o236"/>
          <p:cNvCxnSpPr/>
          <p:nvPr/>
        </p:nvCxnSpPr>
        <p:spPr>
          <a:xfrm>
            <a:off x="3228340" y="2063946"/>
            <a:ext cx="36421" cy="150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39" name="C5-E18 line 237" descr="sci-ppt:o237"/>
          <p:cNvCxnSpPr/>
          <p:nvPr/>
        </p:nvCxnSpPr>
        <p:spPr>
          <a:xfrm>
            <a:off x="3264761" y="2079023"/>
            <a:ext cx="36422" cy="1505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0" name="C5-E18 line 238" descr="sci-ppt:o238"/>
          <p:cNvCxnSpPr/>
          <p:nvPr/>
        </p:nvCxnSpPr>
        <p:spPr>
          <a:xfrm>
            <a:off x="3301183" y="2094073"/>
            <a:ext cx="36422" cy="1502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1" name="C5-E18 line 239" descr="sci-ppt:o239"/>
          <p:cNvCxnSpPr/>
          <p:nvPr/>
        </p:nvCxnSpPr>
        <p:spPr>
          <a:xfrm>
            <a:off x="3337605" y="2109094"/>
            <a:ext cx="36422" cy="149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2" name="C5-E18 line 240" descr="sci-ppt:o240"/>
          <p:cNvCxnSpPr/>
          <p:nvPr/>
        </p:nvCxnSpPr>
        <p:spPr>
          <a:xfrm>
            <a:off x="3374027" y="2124086"/>
            <a:ext cx="36421" cy="149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3" name="C5-E18 line 241" descr="sci-ppt:o241"/>
          <p:cNvCxnSpPr/>
          <p:nvPr/>
        </p:nvCxnSpPr>
        <p:spPr>
          <a:xfrm>
            <a:off x="3410448" y="2139047"/>
            <a:ext cx="36422" cy="149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4" name="C5-E18 line 242" descr="sci-ppt:o242"/>
          <p:cNvCxnSpPr/>
          <p:nvPr/>
        </p:nvCxnSpPr>
        <p:spPr>
          <a:xfrm>
            <a:off x="3446870" y="2153978"/>
            <a:ext cx="36422" cy="149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5" name="C5-E18 line 243" descr="sci-ppt:o243"/>
          <p:cNvCxnSpPr/>
          <p:nvPr/>
        </p:nvCxnSpPr>
        <p:spPr>
          <a:xfrm>
            <a:off x="3483292" y="2168879"/>
            <a:ext cx="36422" cy="148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6" name="C5-E18 line 244" descr="sci-ppt:o244"/>
          <p:cNvCxnSpPr/>
          <p:nvPr/>
        </p:nvCxnSpPr>
        <p:spPr>
          <a:xfrm>
            <a:off x="3519714" y="2183752"/>
            <a:ext cx="36422" cy="1484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7" name="C5-E18 line 245" descr="sci-ppt:o245"/>
          <p:cNvCxnSpPr/>
          <p:nvPr/>
        </p:nvCxnSpPr>
        <p:spPr>
          <a:xfrm>
            <a:off x="3556136" y="2198598"/>
            <a:ext cx="36421" cy="148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8" name="C5-E18 line 246" descr="sci-ppt:o246"/>
          <p:cNvCxnSpPr/>
          <p:nvPr/>
        </p:nvCxnSpPr>
        <p:spPr>
          <a:xfrm>
            <a:off x="3592557" y="2213420"/>
            <a:ext cx="36422" cy="1480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49" name="C5-E18 line 247" descr="sci-ppt:o247"/>
          <p:cNvCxnSpPr/>
          <p:nvPr/>
        </p:nvCxnSpPr>
        <p:spPr>
          <a:xfrm>
            <a:off x="3628979" y="2228220"/>
            <a:ext cx="36422" cy="147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0" name="C5-E18 line 248" descr="sci-ppt:o248"/>
          <p:cNvCxnSpPr/>
          <p:nvPr/>
        </p:nvCxnSpPr>
        <p:spPr>
          <a:xfrm>
            <a:off x="3665401" y="2242998"/>
            <a:ext cx="36422" cy="147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1" name="C5-E18 line 249" descr="sci-ppt:o249"/>
          <p:cNvCxnSpPr/>
          <p:nvPr/>
        </p:nvCxnSpPr>
        <p:spPr>
          <a:xfrm>
            <a:off x="3701823" y="2257756"/>
            <a:ext cx="36422" cy="1473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2" name="C5-E18 line 250" descr="sci-ppt:o250"/>
          <p:cNvCxnSpPr/>
          <p:nvPr/>
        </p:nvCxnSpPr>
        <p:spPr>
          <a:xfrm>
            <a:off x="3738245" y="2272494"/>
            <a:ext cx="36421" cy="147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3" name="C5-E18 line 251" descr="sci-ppt:o251"/>
          <p:cNvCxnSpPr/>
          <p:nvPr/>
        </p:nvCxnSpPr>
        <p:spPr>
          <a:xfrm>
            <a:off x="3774666" y="2287211"/>
            <a:ext cx="36422" cy="1469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4" name="C5-E18 line 252" descr="sci-ppt:o252"/>
          <p:cNvCxnSpPr/>
          <p:nvPr/>
        </p:nvCxnSpPr>
        <p:spPr>
          <a:xfrm>
            <a:off x="3811088" y="2301906"/>
            <a:ext cx="36422" cy="146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5" name="C5-E18 line 253" descr="sci-ppt:o253"/>
          <p:cNvCxnSpPr/>
          <p:nvPr/>
        </p:nvCxnSpPr>
        <p:spPr>
          <a:xfrm>
            <a:off x="3847510" y="2316576"/>
            <a:ext cx="36422" cy="146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6" name="C5-E18 line 254" descr="sci-ppt:o254"/>
          <p:cNvCxnSpPr/>
          <p:nvPr/>
        </p:nvCxnSpPr>
        <p:spPr>
          <a:xfrm>
            <a:off x="3883932" y="2331221"/>
            <a:ext cx="36421" cy="1461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7" name="C5-E18 line 255" descr="sci-ppt:o255"/>
          <p:cNvCxnSpPr/>
          <p:nvPr/>
        </p:nvCxnSpPr>
        <p:spPr>
          <a:xfrm>
            <a:off x="3920353" y="2345839"/>
            <a:ext cx="36422" cy="1459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8" name="C5-E18 line 256" descr="sci-ppt:o256"/>
          <p:cNvCxnSpPr/>
          <p:nvPr/>
        </p:nvCxnSpPr>
        <p:spPr>
          <a:xfrm>
            <a:off x="3956775" y="2360430"/>
            <a:ext cx="36422" cy="1456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59" name="C5-E18 line 257" descr="sci-ppt:o257"/>
          <p:cNvCxnSpPr/>
          <p:nvPr/>
        </p:nvCxnSpPr>
        <p:spPr>
          <a:xfrm>
            <a:off x="3993197" y="2374991"/>
            <a:ext cx="36422" cy="145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0" name="C5-E18 line 258" descr="sci-ppt:o258"/>
          <p:cNvCxnSpPr/>
          <p:nvPr/>
        </p:nvCxnSpPr>
        <p:spPr>
          <a:xfrm>
            <a:off x="4029619" y="2389522"/>
            <a:ext cx="36422" cy="1450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1" name="C5-E18 line 259" descr="sci-ppt:o259"/>
          <p:cNvCxnSpPr/>
          <p:nvPr/>
        </p:nvCxnSpPr>
        <p:spPr>
          <a:xfrm>
            <a:off x="4066041" y="2404023"/>
            <a:ext cx="36421" cy="144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2" name="C5-E18 line 260" descr="sci-ppt:o260"/>
          <p:cNvCxnSpPr/>
          <p:nvPr/>
        </p:nvCxnSpPr>
        <p:spPr>
          <a:xfrm>
            <a:off x="4102462" y="2418493"/>
            <a:ext cx="36422" cy="1444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3" name="C5-E18 line 261" descr="sci-ppt:o261"/>
          <p:cNvCxnSpPr/>
          <p:nvPr/>
        </p:nvCxnSpPr>
        <p:spPr>
          <a:xfrm>
            <a:off x="4138884" y="2432933"/>
            <a:ext cx="36422" cy="144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4" name="C5-E18 line 262" descr="sci-ppt:o262"/>
          <p:cNvCxnSpPr/>
          <p:nvPr/>
        </p:nvCxnSpPr>
        <p:spPr>
          <a:xfrm>
            <a:off x="4175306" y="2447344"/>
            <a:ext cx="36422" cy="1438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5" name="C5-E18 line 263" descr="sci-ppt:o263"/>
          <p:cNvCxnSpPr/>
          <p:nvPr/>
        </p:nvCxnSpPr>
        <p:spPr>
          <a:xfrm>
            <a:off x="4211728" y="2461727"/>
            <a:ext cx="36422" cy="1435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6" name="C5-E18 line 264" descr="sci-ppt:o264"/>
          <p:cNvCxnSpPr/>
          <p:nvPr/>
        </p:nvCxnSpPr>
        <p:spPr>
          <a:xfrm>
            <a:off x="4248150" y="2476084"/>
            <a:ext cx="36421" cy="143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7" name="C5-E18 line 265" descr="sci-ppt:o265"/>
          <p:cNvCxnSpPr/>
          <p:nvPr/>
        </p:nvCxnSpPr>
        <p:spPr>
          <a:xfrm>
            <a:off x="4284571" y="2490415"/>
            <a:ext cx="36422" cy="143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8" name="C5-E18 line 266" descr="sci-ppt:o266"/>
          <p:cNvCxnSpPr/>
          <p:nvPr/>
        </p:nvCxnSpPr>
        <p:spPr>
          <a:xfrm>
            <a:off x="4320993" y="2504726"/>
            <a:ext cx="36422" cy="1428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69" name="C5-E18 line 267" descr="sci-ppt:o267"/>
          <p:cNvCxnSpPr/>
          <p:nvPr/>
        </p:nvCxnSpPr>
        <p:spPr>
          <a:xfrm>
            <a:off x="4357415" y="2519015"/>
            <a:ext cx="36422" cy="142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0" name="C5-E18 line 268" descr="sci-ppt:o268"/>
          <p:cNvCxnSpPr/>
          <p:nvPr/>
        </p:nvCxnSpPr>
        <p:spPr>
          <a:xfrm>
            <a:off x="4393837" y="2533288"/>
            <a:ext cx="36421" cy="142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1" name="C5-E18 line 269" descr="sci-ppt:o269"/>
          <p:cNvCxnSpPr/>
          <p:nvPr/>
        </p:nvCxnSpPr>
        <p:spPr>
          <a:xfrm>
            <a:off x="4430258" y="2547544"/>
            <a:ext cx="36422" cy="142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2" name="C5-E18 line 270" descr="sci-ppt:o270"/>
          <p:cNvCxnSpPr/>
          <p:nvPr/>
        </p:nvCxnSpPr>
        <p:spPr>
          <a:xfrm>
            <a:off x="4466680" y="2561788"/>
            <a:ext cx="36422" cy="1423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3" name="C5-E18 line 271" descr="sci-ppt:o271"/>
          <p:cNvCxnSpPr/>
          <p:nvPr/>
        </p:nvCxnSpPr>
        <p:spPr>
          <a:xfrm>
            <a:off x="4503102" y="2576024"/>
            <a:ext cx="36422" cy="1422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4" name="C5-E18 line 272" descr="sci-ppt:o272"/>
          <p:cNvCxnSpPr/>
          <p:nvPr/>
        </p:nvCxnSpPr>
        <p:spPr>
          <a:xfrm>
            <a:off x="4539524" y="2590253"/>
            <a:ext cx="36422" cy="1423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5" name="C5-E18 line 273" descr="sci-ppt:o273"/>
          <p:cNvCxnSpPr/>
          <p:nvPr/>
        </p:nvCxnSpPr>
        <p:spPr>
          <a:xfrm>
            <a:off x="4575946" y="2604488"/>
            <a:ext cx="36421" cy="1424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6" name="C5-E18 line 274" descr="sci-ppt:o274"/>
          <p:cNvCxnSpPr/>
          <p:nvPr/>
        </p:nvCxnSpPr>
        <p:spPr>
          <a:xfrm>
            <a:off x="4612367" y="2618730"/>
            <a:ext cx="36422" cy="142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7" name="C5-E18 line 275" descr="sci-ppt:o275"/>
          <p:cNvCxnSpPr/>
          <p:nvPr/>
        </p:nvCxnSpPr>
        <p:spPr>
          <a:xfrm>
            <a:off x="4648789" y="2632999"/>
            <a:ext cx="36422" cy="1429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8" name="C5-E18 line 276" descr="sci-ppt:o276"/>
          <p:cNvCxnSpPr/>
          <p:nvPr/>
        </p:nvCxnSpPr>
        <p:spPr>
          <a:xfrm>
            <a:off x="4685211" y="2647297"/>
            <a:ext cx="36422" cy="1435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79" name="C5-E18 line 277" descr="sci-ppt:o277"/>
          <p:cNvCxnSpPr/>
          <p:nvPr/>
        </p:nvCxnSpPr>
        <p:spPr>
          <a:xfrm>
            <a:off x="4721633" y="2661649"/>
            <a:ext cx="36422" cy="1441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0" name="C5-E18 line 278" descr="sci-ppt:o278"/>
          <p:cNvCxnSpPr/>
          <p:nvPr/>
        </p:nvCxnSpPr>
        <p:spPr>
          <a:xfrm>
            <a:off x="4758055" y="2676061"/>
            <a:ext cx="36421" cy="144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1" name="C5-E18 line 279" descr="sci-ppt:o279"/>
          <p:cNvCxnSpPr/>
          <p:nvPr/>
        </p:nvCxnSpPr>
        <p:spPr>
          <a:xfrm>
            <a:off x="4794476" y="2690553"/>
            <a:ext cx="36422" cy="145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2" name="C5-E18 line 280" descr="sci-ppt:o280"/>
          <p:cNvCxnSpPr/>
          <p:nvPr/>
        </p:nvCxnSpPr>
        <p:spPr>
          <a:xfrm>
            <a:off x="4830898" y="2705138"/>
            <a:ext cx="36422" cy="1468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3" name="C5-E18 line 281" descr="sci-ppt:o281"/>
          <p:cNvCxnSpPr/>
          <p:nvPr/>
        </p:nvCxnSpPr>
        <p:spPr>
          <a:xfrm>
            <a:off x="4867320" y="2719820"/>
            <a:ext cx="36422" cy="1478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4" name="C5-E18 line 282" descr="sci-ppt:o282"/>
          <p:cNvCxnSpPr/>
          <p:nvPr/>
        </p:nvCxnSpPr>
        <p:spPr>
          <a:xfrm>
            <a:off x="4903742" y="2734606"/>
            <a:ext cx="36421" cy="1488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5" name="C5-E18 line 283" descr="sci-ppt:o283"/>
          <p:cNvCxnSpPr/>
          <p:nvPr/>
        </p:nvCxnSpPr>
        <p:spPr>
          <a:xfrm>
            <a:off x="4940163" y="2749491"/>
            <a:ext cx="36422" cy="1496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6" name="C5-E18 line 284" descr="sci-ppt:o284"/>
          <p:cNvCxnSpPr/>
          <p:nvPr/>
        </p:nvCxnSpPr>
        <p:spPr>
          <a:xfrm>
            <a:off x="4976585" y="2764455"/>
            <a:ext cx="36422" cy="1503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7" name="C5-E18 line 285" descr="sci-ppt:o285"/>
          <p:cNvCxnSpPr/>
          <p:nvPr/>
        </p:nvCxnSpPr>
        <p:spPr>
          <a:xfrm>
            <a:off x="5013007" y="2779485"/>
            <a:ext cx="36422" cy="1505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8" name="C5-E18 line 286" descr="sci-ppt:o286"/>
          <p:cNvCxnSpPr/>
          <p:nvPr/>
        </p:nvCxnSpPr>
        <p:spPr>
          <a:xfrm>
            <a:off x="5049429" y="2794539"/>
            <a:ext cx="36422" cy="1504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89" name="C5-E18 line 287" descr="sci-ppt:o287"/>
          <p:cNvCxnSpPr/>
          <p:nvPr/>
        </p:nvCxnSpPr>
        <p:spPr>
          <a:xfrm>
            <a:off x="5085851" y="2809582"/>
            <a:ext cx="36421" cy="1499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0" name="C5-E18 line 288" descr="sci-ppt:o288"/>
          <p:cNvCxnSpPr/>
          <p:nvPr/>
        </p:nvCxnSpPr>
        <p:spPr>
          <a:xfrm>
            <a:off x="5122272" y="2824574"/>
            <a:ext cx="36422" cy="1487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1" name="C5-E18 line 289" descr="sci-ppt:o289"/>
          <p:cNvCxnSpPr/>
          <p:nvPr/>
        </p:nvCxnSpPr>
        <p:spPr>
          <a:xfrm>
            <a:off x="5158694" y="2839447"/>
            <a:ext cx="36422" cy="147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2" name="C5-E18 line 290" descr="sci-ppt:o290"/>
          <p:cNvCxnSpPr/>
          <p:nvPr/>
        </p:nvCxnSpPr>
        <p:spPr>
          <a:xfrm>
            <a:off x="5195116" y="2854191"/>
            <a:ext cx="36422" cy="145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3" name="C5-E18 line 291" descr="sci-ppt:o291"/>
          <p:cNvCxnSpPr/>
          <p:nvPr/>
        </p:nvCxnSpPr>
        <p:spPr>
          <a:xfrm>
            <a:off x="5231538" y="2868713"/>
            <a:ext cx="36422" cy="1432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4" name="C5-E18 line 292" descr="sci-ppt:o292"/>
          <p:cNvCxnSpPr/>
          <p:nvPr/>
        </p:nvCxnSpPr>
        <p:spPr>
          <a:xfrm>
            <a:off x="5267960" y="2883033"/>
            <a:ext cx="36421" cy="1406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5" name="C5-E18 line 293" descr="sci-ppt:o293"/>
          <p:cNvCxnSpPr/>
          <p:nvPr/>
        </p:nvCxnSpPr>
        <p:spPr>
          <a:xfrm>
            <a:off x="5304381" y="2897095"/>
            <a:ext cx="36422" cy="1382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6" name="C5-E18 line 294" descr="sci-ppt:o294"/>
          <p:cNvCxnSpPr/>
          <p:nvPr/>
        </p:nvCxnSpPr>
        <p:spPr>
          <a:xfrm>
            <a:off x="5340803" y="2910916"/>
            <a:ext cx="36422" cy="1357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7" name="C5-E18 line 295" descr="sci-ppt:o295"/>
          <p:cNvCxnSpPr/>
          <p:nvPr/>
        </p:nvCxnSpPr>
        <p:spPr>
          <a:xfrm>
            <a:off x="5377225" y="2924492"/>
            <a:ext cx="36422" cy="133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8" name="C5-E18 line 296" descr="sci-ppt:o296"/>
          <p:cNvCxnSpPr/>
          <p:nvPr/>
        </p:nvCxnSpPr>
        <p:spPr>
          <a:xfrm>
            <a:off x="5413647" y="2937861"/>
            <a:ext cx="36421" cy="1317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299" name="C5-E18 line 297" descr="sci-ppt:o297"/>
          <p:cNvCxnSpPr/>
          <p:nvPr/>
        </p:nvCxnSpPr>
        <p:spPr>
          <a:xfrm>
            <a:off x="5450068" y="2951040"/>
            <a:ext cx="36422" cy="13069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0" name="C5-E18 line 298" descr="sci-ppt:o298"/>
          <p:cNvCxnSpPr/>
          <p:nvPr/>
        </p:nvCxnSpPr>
        <p:spPr>
          <a:xfrm>
            <a:off x="5486490" y="2964109"/>
            <a:ext cx="36422" cy="12963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1" name="C5-E18 line 299" descr="sci-ppt:o299"/>
          <p:cNvCxnSpPr/>
          <p:nvPr/>
        </p:nvCxnSpPr>
        <p:spPr>
          <a:xfrm>
            <a:off x="5522912" y="2977072"/>
            <a:ext cx="36422" cy="1296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2" name="C5-E18 line 300" descr="sci-ppt:o300"/>
          <p:cNvCxnSpPr/>
          <p:nvPr/>
        </p:nvCxnSpPr>
        <p:spPr>
          <a:xfrm>
            <a:off x="5559334" y="2990037"/>
            <a:ext cx="36422" cy="1295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3" name="C5-E18 line 301" descr="sci-ppt:o301"/>
          <p:cNvCxnSpPr/>
          <p:nvPr/>
        </p:nvCxnSpPr>
        <p:spPr>
          <a:xfrm>
            <a:off x="5595756" y="3002993"/>
            <a:ext cx="36421" cy="1302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4" name="C5-E18 line 302" descr="sci-ppt:o302"/>
          <p:cNvCxnSpPr/>
          <p:nvPr/>
        </p:nvCxnSpPr>
        <p:spPr>
          <a:xfrm>
            <a:off x="5632177" y="3016018"/>
            <a:ext cx="36422" cy="1308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5" name="C5-E18 line 303" descr="sci-ppt:o303"/>
          <p:cNvCxnSpPr/>
          <p:nvPr/>
        </p:nvCxnSpPr>
        <p:spPr>
          <a:xfrm>
            <a:off x="5668599" y="3029106"/>
            <a:ext cx="36422" cy="131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6" name="C5-E18 line 304" descr="sci-ppt:o304"/>
          <p:cNvCxnSpPr/>
          <p:nvPr/>
        </p:nvCxnSpPr>
        <p:spPr>
          <a:xfrm>
            <a:off x="5705021" y="3042284"/>
            <a:ext cx="36422" cy="132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7" name="C5-E18 line 305" descr="sci-ppt:o305"/>
          <p:cNvCxnSpPr/>
          <p:nvPr/>
        </p:nvCxnSpPr>
        <p:spPr>
          <a:xfrm>
            <a:off x="5741443" y="3055529"/>
            <a:ext cx="36422" cy="133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8" name="C5-E18 line 306" descr="sci-ppt:o306"/>
          <p:cNvCxnSpPr/>
          <p:nvPr/>
        </p:nvCxnSpPr>
        <p:spPr>
          <a:xfrm>
            <a:off x="5777865" y="3068839"/>
            <a:ext cx="36421" cy="1331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09" name="C5-E18 line 307" descr="sci-ppt:o307"/>
          <p:cNvCxnSpPr/>
          <p:nvPr/>
        </p:nvCxnSpPr>
        <p:spPr>
          <a:xfrm>
            <a:off x="5814286" y="3082149"/>
            <a:ext cx="36422" cy="133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0" name="C5-E18 line 308" descr="sci-ppt:o308"/>
          <p:cNvCxnSpPr/>
          <p:nvPr/>
        </p:nvCxnSpPr>
        <p:spPr>
          <a:xfrm>
            <a:off x="5850708" y="3095460"/>
            <a:ext cx="36422" cy="132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1" name="C5-E18 line 309" descr="sci-ppt:o309"/>
          <p:cNvCxnSpPr/>
          <p:nvPr/>
        </p:nvCxnSpPr>
        <p:spPr>
          <a:xfrm>
            <a:off x="5887130" y="3108682"/>
            <a:ext cx="36422" cy="1313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2" name="C5-E18 line 310" descr="sci-ppt:o310"/>
          <p:cNvCxnSpPr/>
          <p:nvPr/>
        </p:nvCxnSpPr>
        <p:spPr>
          <a:xfrm>
            <a:off x="5923552" y="3121816"/>
            <a:ext cx="36421" cy="1297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3" name="C5-E18 line 311" descr="sci-ppt:o311"/>
          <p:cNvCxnSpPr/>
          <p:nvPr/>
        </p:nvCxnSpPr>
        <p:spPr>
          <a:xfrm>
            <a:off x="5959973" y="3134794"/>
            <a:ext cx="36422" cy="128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4" name="C5-E18 line 312" descr="sci-ppt:o312"/>
          <p:cNvCxnSpPr/>
          <p:nvPr/>
        </p:nvCxnSpPr>
        <p:spPr>
          <a:xfrm>
            <a:off x="5996395" y="3147611"/>
            <a:ext cx="36422" cy="1263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5" name="C5-E18 line 313" descr="sci-ppt:o313"/>
          <p:cNvCxnSpPr/>
          <p:nvPr/>
        </p:nvCxnSpPr>
        <p:spPr>
          <a:xfrm>
            <a:off x="6032817" y="3160242"/>
            <a:ext cx="36422" cy="1245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6" name="C5-E18 line 314" descr="sci-ppt:o314"/>
          <p:cNvCxnSpPr/>
          <p:nvPr/>
        </p:nvCxnSpPr>
        <p:spPr>
          <a:xfrm>
            <a:off x="6069239" y="3172696"/>
            <a:ext cx="36422" cy="122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7" name="C5-E18 line 315" descr="sci-ppt:o315"/>
          <p:cNvCxnSpPr/>
          <p:nvPr/>
        </p:nvCxnSpPr>
        <p:spPr>
          <a:xfrm>
            <a:off x="6105661" y="3184973"/>
            <a:ext cx="36421" cy="1215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8" name="C5-E18 line 316" descr="sci-ppt:o316"/>
          <p:cNvCxnSpPr/>
          <p:nvPr/>
        </p:nvCxnSpPr>
        <p:spPr>
          <a:xfrm>
            <a:off x="6142082" y="3197131"/>
            <a:ext cx="36422" cy="12036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19" name="C5-E18 line 317" descr="sci-ppt:o317"/>
          <p:cNvCxnSpPr/>
          <p:nvPr/>
        </p:nvCxnSpPr>
        <p:spPr>
          <a:xfrm>
            <a:off x="6178504" y="3209167"/>
            <a:ext cx="36422" cy="1199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0" name="C5-E18 line 318" descr="sci-ppt:o318"/>
          <p:cNvCxnSpPr/>
          <p:nvPr/>
        </p:nvCxnSpPr>
        <p:spPr>
          <a:xfrm>
            <a:off x="6214926" y="3221165"/>
            <a:ext cx="36422" cy="1197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1" name="C5-E18 line 319" descr="sci-ppt:o319"/>
          <p:cNvCxnSpPr/>
          <p:nvPr/>
        </p:nvCxnSpPr>
        <p:spPr>
          <a:xfrm>
            <a:off x="6251348" y="3233135"/>
            <a:ext cx="36422" cy="12011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2" name="C5-E18 line 320" descr="sci-ppt:o320"/>
          <p:cNvCxnSpPr/>
          <p:nvPr/>
        </p:nvCxnSpPr>
        <p:spPr>
          <a:xfrm>
            <a:off x="6287770" y="3245146"/>
            <a:ext cx="36421" cy="1207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3" name="C5-E18 line 321" descr="sci-ppt:o321"/>
          <p:cNvCxnSpPr/>
          <p:nvPr/>
        </p:nvCxnSpPr>
        <p:spPr>
          <a:xfrm>
            <a:off x="6324191" y="3257223"/>
            <a:ext cx="36422" cy="1217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4" name="C5-E18 line 322" descr="sci-ppt:o322"/>
          <p:cNvCxnSpPr/>
          <p:nvPr/>
        </p:nvCxnSpPr>
        <p:spPr>
          <a:xfrm>
            <a:off x="6360613" y="3269397"/>
            <a:ext cx="36422" cy="1229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5" name="C5-E18 line 323" descr="sci-ppt:o323"/>
          <p:cNvCxnSpPr/>
          <p:nvPr/>
        </p:nvCxnSpPr>
        <p:spPr>
          <a:xfrm>
            <a:off x="6397035" y="3281694"/>
            <a:ext cx="36422" cy="12422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6" name="C5-E18 line 324" descr="sci-ppt:o324"/>
          <p:cNvCxnSpPr/>
          <p:nvPr/>
        </p:nvCxnSpPr>
        <p:spPr>
          <a:xfrm>
            <a:off x="6433457" y="3294116"/>
            <a:ext cx="36421" cy="12544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7" name="C5-E18 line 325" descr="sci-ppt:o325"/>
          <p:cNvCxnSpPr/>
          <p:nvPr/>
        </p:nvCxnSpPr>
        <p:spPr>
          <a:xfrm>
            <a:off x="6469878" y="3306660"/>
            <a:ext cx="36422" cy="12660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8" name="C5-E18 line 326" descr="sci-ppt:o326"/>
          <p:cNvCxnSpPr/>
          <p:nvPr/>
        </p:nvCxnSpPr>
        <p:spPr>
          <a:xfrm>
            <a:off x="6506300" y="3319320"/>
            <a:ext cx="36422" cy="1274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29" name="C5-E18 line 327" descr="sci-ppt:o327"/>
          <p:cNvCxnSpPr/>
          <p:nvPr/>
        </p:nvCxnSpPr>
        <p:spPr>
          <a:xfrm>
            <a:off x="6542722" y="3332065"/>
            <a:ext cx="36422" cy="12817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0" name="C5-E18 line 328" descr="sci-ppt:o328"/>
          <p:cNvCxnSpPr/>
          <p:nvPr/>
        </p:nvCxnSpPr>
        <p:spPr>
          <a:xfrm>
            <a:off x="6579144" y="3344882"/>
            <a:ext cx="36422" cy="12855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1" name="C5-E18 line 329" descr="sci-ppt:o329"/>
          <p:cNvCxnSpPr/>
          <p:nvPr/>
        </p:nvCxnSpPr>
        <p:spPr>
          <a:xfrm>
            <a:off x="6615566" y="3357737"/>
            <a:ext cx="36421" cy="12868"/>
          </a:xfrm>
          <a:prstGeom prst="line">
            <a:avLst/>
          </a:prstGeom>
          <a:ln w="22860">
            <a:solidFill>
              <a:srgbClr val="F2B880"/>
            </a:solidFill>
          </a:ln>
          <a:effectLst/>
        </p:spPr>
      </p:cxnSp>
      <p:cxnSp>
        <p:nvCxnSpPr>
          <p:cNvPr id="332" name="C5-E18 line 330" descr="sci-ppt:o330"/>
          <p:cNvCxnSpPr/>
          <p:nvPr/>
        </p:nvCxnSpPr>
        <p:spPr>
          <a:xfrm flipV="1">
            <a:off x="1188720" y="4539264"/>
            <a:ext cx="36421" cy="57824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3" name="C5-E18 line 331" descr="sci-ppt:o331"/>
          <p:cNvCxnSpPr/>
          <p:nvPr/>
        </p:nvCxnSpPr>
        <p:spPr>
          <a:xfrm flipV="1">
            <a:off x="1225141" y="3959190"/>
            <a:ext cx="36422" cy="5800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4" name="C5-E18 line 332" descr="sci-ppt:o332"/>
          <p:cNvCxnSpPr/>
          <p:nvPr/>
        </p:nvCxnSpPr>
        <p:spPr>
          <a:xfrm flipV="1">
            <a:off x="1261563" y="3413781"/>
            <a:ext cx="36422" cy="54540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5" name="C5-E18 line 333" descr="sci-ppt:o333"/>
          <p:cNvCxnSpPr/>
          <p:nvPr/>
        </p:nvCxnSpPr>
        <p:spPr>
          <a:xfrm flipV="1">
            <a:off x="1297985" y="2933236"/>
            <a:ext cx="36422" cy="48054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6" name="C5-E18 line 334" descr="sci-ppt:o334"/>
          <p:cNvCxnSpPr/>
          <p:nvPr/>
        </p:nvCxnSpPr>
        <p:spPr>
          <a:xfrm flipV="1">
            <a:off x="1334407" y="2530931"/>
            <a:ext cx="36421" cy="4023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7" name="C5-E18 line 335" descr="sci-ppt:o335"/>
          <p:cNvCxnSpPr/>
          <p:nvPr/>
        </p:nvCxnSpPr>
        <p:spPr>
          <a:xfrm flipV="1">
            <a:off x="1370828" y="2208756"/>
            <a:ext cx="36422" cy="3221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8" name="C5-E18 line 336" descr="sci-ppt:o336"/>
          <p:cNvCxnSpPr/>
          <p:nvPr/>
        </p:nvCxnSpPr>
        <p:spPr>
          <a:xfrm flipV="1">
            <a:off x="1407250" y="1962575"/>
            <a:ext cx="36422" cy="2461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39" name="C5-E18 line 337" descr="sci-ppt:o337"/>
          <p:cNvCxnSpPr/>
          <p:nvPr/>
        </p:nvCxnSpPr>
        <p:spPr>
          <a:xfrm flipV="1">
            <a:off x="1443672" y="1782496"/>
            <a:ext cx="36422" cy="18007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0" name="C5-E18 line 338" descr="sci-ppt:o338"/>
          <p:cNvCxnSpPr/>
          <p:nvPr/>
        </p:nvCxnSpPr>
        <p:spPr>
          <a:xfrm flipV="1">
            <a:off x="1480094" y="1656207"/>
            <a:ext cx="36422" cy="12628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1" name="C5-E18 line 339" descr="sci-ppt:o339"/>
          <p:cNvCxnSpPr/>
          <p:nvPr/>
        </p:nvCxnSpPr>
        <p:spPr>
          <a:xfrm flipV="1">
            <a:off x="1516516" y="1571421"/>
            <a:ext cx="36421" cy="8478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2" name="C5-E18 line 340" descr="sci-ppt:o340"/>
          <p:cNvCxnSpPr/>
          <p:nvPr/>
        </p:nvCxnSpPr>
        <p:spPr>
          <a:xfrm flipV="1">
            <a:off x="1552937" y="1517356"/>
            <a:ext cx="36422" cy="5406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3" name="C5-E18 line 341" descr="sci-ppt:o341"/>
          <p:cNvCxnSpPr/>
          <p:nvPr/>
        </p:nvCxnSpPr>
        <p:spPr>
          <a:xfrm flipV="1">
            <a:off x="1589359" y="1485320"/>
            <a:ext cx="36422" cy="320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4" name="C5-E18 line 342" descr="sci-ppt:o342"/>
          <p:cNvCxnSpPr/>
          <p:nvPr/>
        </p:nvCxnSpPr>
        <p:spPr>
          <a:xfrm flipV="1">
            <a:off x="1625781" y="1468719"/>
            <a:ext cx="36422" cy="1660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5" name="C5-E18 line 343" descr="sci-ppt:o343"/>
          <p:cNvCxnSpPr/>
          <p:nvPr/>
        </p:nvCxnSpPr>
        <p:spPr>
          <a:xfrm flipV="1">
            <a:off x="1662203" y="1462753"/>
            <a:ext cx="36422" cy="596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6" name="C5-E18 line 344" descr="sci-ppt:o344"/>
          <p:cNvCxnSpPr/>
          <p:nvPr/>
        </p:nvCxnSpPr>
        <p:spPr>
          <a:xfrm>
            <a:off x="1698625" y="1462753"/>
            <a:ext cx="36421" cy="128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7" name="C5-E18 line 345" descr="sci-ppt:o345"/>
          <p:cNvCxnSpPr/>
          <p:nvPr/>
        </p:nvCxnSpPr>
        <p:spPr>
          <a:xfrm>
            <a:off x="1735046" y="1464036"/>
            <a:ext cx="36422" cy="61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8" name="C5-E18 line 346" descr="sci-ppt:o346"/>
          <p:cNvCxnSpPr/>
          <p:nvPr/>
        </p:nvCxnSpPr>
        <p:spPr>
          <a:xfrm>
            <a:off x="1771468" y="1470223"/>
            <a:ext cx="36422" cy="948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49" name="C5-E18 line 347" descr="sci-ppt:o347"/>
          <p:cNvCxnSpPr/>
          <p:nvPr/>
        </p:nvCxnSpPr>
        <p:spPr>
          <a:xfrm>
            <a:off x="1807890" y="1479711"/>
            <a:ext cx="36422" cy="1170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0" name="C5-E18 line 348" descr="sci-ppt:o348"/>
          <p:cNvCxnSpPr/>
          <p:nvPr/>
        </p:nvCxnSpPr>
        <p:spPr>
          <a:xfrm>
            <a:off x="1844312" y="1491414"/>
            <a:ext cx="36421" cy="1318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1" name="C5-E18 line 349" descr="sci-ppt:o349"/>
          <p:cNvCxnSpPr/>
          <p:nvPr/>
        </p:nvCxnSpPr>
        <p:spPr>
          <a:xfrm>
            <a:off x="1880733" y="1504600"/>
            <a:ext cx="36422" cy="141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2" name="C5-E18 line 350" descr="sci-ppt:o350"/>
          <p:cNvCxnSpPr/>
          <p:nvPr/>
        </p:nvCxnSpPr>
        <p:spPr>
          <a:xfrm>
            <a:off x="1917155" y="1518775"/>
            <a:ext cx="36422" cy="148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3" name="C5-E18 line 351" descr="sci-ppt:o351"/>
          <p:cNvCxnSpPr/>
          <p:nvPr/>
        </p:nvCxnSpPr>
        <p:spPr>
          <a:xfrm>
            <a:off x="1953577" y="1533605"/>
            <a:ext cx="36422" cy="1525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4" name="C5-E18 line 352" descr="sci-ppt:o352"/>
          <p:cNvCxnSpPr/>
          <p:nvPr/>
        </p:nvCxnSpPr>
        <p:spPr>
          <a:xfrm>
            <a:off x="1989999" y="1548864"/>
            <a:ext cx="36422" cy="155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5" name="C5-E18 line 353" descr="sci-ppt:o353"/>
          <p:cNvCxnSpPr/>
          <p:nvPr/>
        </p:nvCxnSpPr>
        <p:spPr>
          <a:xfrm>
            <a:off x="2026421" y="1564400"/>
            <a:ext cx="36421" cy="1570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6" name="C5-E18 line 354" descr="sci-ppt:o354"/>
          <p:cNvCxnSpPr/>
          <p:nvPr/>
        </p:nvCxnSpPr>
        <p:spPr>
          <a:xfrm>
            <a:off x="2062842" y="1580107"/>
            <a:ext cx="36422" cy="158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7" name="C5-E18 line 355" descr="sci-ppt:o355"/>
          <p:cNvCxnSpPr/>
          <p:nvPr/>
        </p:nvCxnSpPr>
        <p:spPr>
          <a:xfrm>
            <a:off x="2099264" y="1595912"/>
            <a:ext cx="36422" cy="158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8" name="C5-E18 line 356" descr="sci-ppt:o356"/>
          <p:cNvCxnSpPr/>
          <p:nvPr/>
        </p:nvCxnSpPr>
        <p:spPr>
          <a:xfrm>
            <a:off x="2135686" y="1611767"/>
            <a:ext cx="36422" cy="158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59" name="C5-E18 line 357" descr="sci-ppt:o357"/>
          <p:cNvCxnSpPr/>
          <p:nvPr/>
        </p:nvCxnSpPr>
        <p:spPr>
          <a:xfrm>
            <a:off x="2172108" y="1627634"/>
            <a:ext cx="36422" cy="158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0" name="C5-E18 line 358" descr="sci-ppt:o358"/>
          <p:cNvCxnSpPr/>
          <p:nvPr/>
        </p:nvCxnSpPr>
        <p:spPr>
          <a:xfrm>
            <a:off x="2208530" y="1643491"/>
            <a:ext cx="36421" cy="1583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1" name="C5-E18 line 359" descr="sci-ppt:o359"/>
          <p:cNvCxnSpPr/>
          <p:nvPr/>
        </p:nvCxnSpPr>
        <p:spPr>
          <a:xfrm>
            <a:off x="2244951" y="1659322"/>
            <a:ext cx="36422" cy="157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2" name="C5-E18 line 360" descr="sci-ppt:o360"/>
          <p:cNvCxnSpPr/>
          <p:nvPr/>
        </p:nvCxnSpPr>
        <p:spPr>
          <a:xfrm>
            <a:off x="2281373" y="1675121"/>
            <a:ext cx="36422" cy="1576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3" name="C5-E18 line 361" descr="sci-ppt:o361"/>
          <p:cNvCxnSpPr/>
          <p:nvPr/>
        </p:nvCxnSpPr>
        <p:spPr>
          <a:xfrm>
            <a:off x="2317795" y="1690886"/>
            <a:ext cx="36422" cy="157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4" name="C5-E18 line 362" descr="sci-ppt:o362"/>
          <p:cNvCxnSpPr/>
          <p:nvPr/>
        </p:nvCxnSpPr>
        <p:spPr>
          <a:xfrm>
            <a:off x="2354217" y="1706619"/>
            <a:ext cx="36421" cy="1570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5" name="C5-E18 line 363" descr="sci-ppt:o363"/>
          <p:cNvCxnSpPr/>
          <p:nvPr/>
        </p:nvCxnSpPr>
        <p:spPr>
          <a:xfrm>
            <a:off x="2390638" y="1722324"/>
            <a:ext cx="36422" cy="156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6" name="C5-E18 line 364" descr="sci-ppt:o364"/>
          <p:cNvCxnSpPr/>
          <p:nvPr/>
        </p:nvCxnSpPr>
        <p:spPr>
          <a:xfrm>
            <a:off x="2427060" y="1738005"/>
            <a:ext cx="36422" cy="156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7" name="C5-E18 line 365" descr="sci-ppt:o365"/>
          <p:cNvCxnSpPr/>
          <p:nvPr/>
        </p:nvCxnSpPr>
        <p:spPr>
          <a:xfrm>
            <a:off x="2463482" y="1753662"/>
            <a:ext cx="36422" cy="156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8" name="C5-E18 line 366" descr="sci-ppt:o366"/>
          <p:cNvCxnSpPr/>
          <p:nvPr/>
        </p:nvCxnSpPr>
        <p:spPr>
          <a:xfrm>
            <a:off x="2499904" y="1769298"/>
            <a:ext cx="36422" cy="1561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69" name="C5-E18 line 367" descr="sci-ppt:o367"/>
          <p:cNvCxnSpPr/>
          <p:nvPr/>
        </p:nvCxnSpPr>
        <p:spPr>
          <a:xfrm>
            <a:off x="2536326" y="1784911"/>
            <a:ext cx="36421" cy="1558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0" name="C5-E18 line 368" descr="sci-ppt:o368"/>
          <p:cNvCxnSpPr/>
          <p:nvPr/>
        </p:nvCxnSpPr>
        <p:spPr>
          <a:xfrm>
            <a:off x="2572747" y="1800500"/>
            <a:ext cx="36422" cy="1556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1" name="C5-E18 line 369" descr="sci-ppt:o369"/>
          <p:cNvCxnSpPr/>
          <p:nvPr/>
        </p:nvCxnSpPr>
        <p:spPr>
          <a:xfrm>
            <a:off x="2609169" y="1816064"/>
            <a:ext cx="36422" cy="1553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2" name="C5-E18 line 370" descr="sci-ppt:o370"/>
          <p:cNvCxnSpPr/>
          <p:nvPr/>
        </p:nvCxnSpPr>
        <p:spPr>
          <a:xfrm>
            <a:off x="2645591" y="1831602"/>
            <a:ext cx="36422" cy="155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3" name="C5-E18 line 371" descr="sci-ppt:o371"/>
          <p:cNvCxnSpPr/>
          <p:nvPr/>
        </p:nvCxnSpPr>
        <p:spPr>
          <a:xfrm>
            <a:off x="2682013" y="1847112"/>
            <a:ext cx="36422" cy="154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4" name="C5-E18 line 372" descr="sci-ppt:o372"/>
          <p:cNvCxnSpPr/>
          <p:nvPr/>
        </p:nvCxnSpPr>
        <p:spPr>
          <a:xfrm>
            <a:off x="2718435" y="1862594"/>
            <a:ext cx="36421" cy="1545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5" name="C5-E18 line 373" descr="sci-ppt:o373"/>
          <p:cNvCxnSpPr/>
          <p:nvPr/>
        </p:nvCxnSpPr>
        <p:spPr>
          <a:xfrm>
            <a:off x="2754856" y="1878048"/>
            <a:ext cx="36422" cy="154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6" name="C5-E18 line 374" descr="sci-ppt:o374"/>
          <p:cNvCxnSpPr/>
          <p:nvPr/>
        </p:nvCxnSpPr>
        <p:spPr>
          <a:xfrm>
            <a:off x="2791278" y="1893475"/>
            <a:ext cx="36422" cy="153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7" name="C5-E18 line 375" descr="sci-ppt:o375"/>
          <p:cNvCxnSpPr/>
          <p:nvPr/>
        </p:nvCxnSpPr>
        <p:spPr>
          <a:xfrm>
            <a:off x="2827700" y="1908874"/>
            <a:ext cx="36422" cy="1537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8" name="C5-E18 line 376" descr="sci-ppt:o376"/>
          <p:cNvCxnSpPr/>
          <p:nvPr/>
        </p:nvCxnSpPr>
        <p:spPr>
          <a:xfrm>
            <a:off x="2864122" y="1924246"/>
            <a:ext cx="36421" cy="1534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79" name="C5-E18 line 377" descr="sci-ppt:o377"/>
          <p:cNvCxnSpPr/>
          <p:nvPr/>
        </p:nvCxnSpPr>
        <p:spPr>
          <a:xfrm>
            <a:off x="2900543" y="1939592"/>
            <a:ext cx="36422" cy="1532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0" name="C5-E18 line 378" descr="sci-ppt:o378"/>
          <p:cNvCxnSpPr/>
          <p:nvPr/>
        </p:nvCxnSpPr>
        <p:spPr>
          <a:xfrm>
            <a:off x="2936965" y="1954914"/>
            <a:ext cx="36422" cy="152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1" name="C5-E18 line 379" descr="sci-ppt:o379"/>
          <p:cNvCxnSpPr/>
          <p:nvPr/>
        </p:nvCxnSpPr>
        <p:spPr>
          <a:xfrm>
            <a:off x="2973387" y="1970212"/>
            <a:ext cx="36422" cy="152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2" name="C5-E18 line 380" descr="sci-ppt:o380"/>
          <p:cNvCxnSpPr/>
          <p:nvPr/>
        </p:nvCxnSpPr>
        <p:spPr>
          <a:xfrm>
            <a:off x="3009809" y="1985487"/>
            <a:ext cx="36422" cy="152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3" name="C5-E18 line 381" descr="sci-ppt:o381"/>
          <p:cNvCxnSpPr/>
          <p:nvPr/>
        </p:nvCxnSpPr>
        <p:spPr>
          <a:xfrm>
            <a:off x="3046231" y="2000739"/>
            <a:ext cx="36421" cy="1522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4" name="C5-E18 line 382" descr="sci-ppt:o382"/>
          <p:cNvCxnSpPr/>
          <p:nvPr/>
        </p:nvCxnSpPr>
        <p:spPr>
          <a:xfrm>
            <a:off x="3082652" y="2015968"/>
            <a:ext cx="36422" cy="1520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5" name="C5-E18 line 383" descr="sci-ppt:o383"/>
          <p:cNvCxnSpPr/>
          <p:nvPr/>
        </p:nvCxnSpPr>
        <p:spPr>
          <a:xfrm>
            <a:off x="3119074" y="2031174"/>
            <a:ext cx="36422" cy="151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6" name="C5-E18 line 384" descr="sci-ppt:o384"/>
          <p:cNvCxnSpPr/>
          <p:nvPr/>
        </p:nvCxnSpPr>
        <p:spPr>
          <a:xfrm>
            <a:off x="3155496" y="2046356"/>
            <a:ext cx="36422" cy="1515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7" name="C5-E18 line 385" descr="sci-ppt:o385"/>
          <p:cNvCxnSpPr/>
          <p:nvPr/>
        </p:nvCxnSpPr>
        <p:spPr>
          <a:xfrm>
            <a:off x="3191918" y="2061513"/>
            <a:ext cx="36422" cy="151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8" name="C5-E18 line 386" descr="sci-ppt:o386"/>
          <p:cNvCxnSpPr/>
          <p:nvPr/>
        </p:nvCxnSpPr>
        <p:spPr>
          <a:xfrm>
            <a:off x="3228340" y="2076643"/>
            <a:ext cx="36421" cy="1510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89" name="C5-E18 line 387" descr="sci-ppt:o387"/>
          <p:cNvCxnSpPr/>
          <p:nvPr/>
        </p:nvCxnSpPr>
        <p:spPr>
          <a:xfrm>
            <a:off x="3264761" y="2091745"/>
            <a:ext cx="36422" cy="1507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0" name="C5-E18 line 388" descr="sci-ppt:o388"/>
          <p:cNvCxnSpPr/>
          <p:nvPr/>
        </p:nvCxnSpPr>
        <p:spPr>
          <a:xfrm>
            <a:off x="3301183" y="2106818"/>
            <a:ext cx="36422" cy="1504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1" name="C5-E18 line 389" descr="sci-ppt:o389"/>
          <p:cNvCxnSpPr/>
          <p:nvPr/>
        </p:nvCxnSpPr>
        <p:spPr>
          <a:xfrm>
            <a:off x="3337605" y="2121860"/>
            <a:ext cx="36422" cy="150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2" name="C5-E18 line 390" descr="sci-ppt:o390"/>
          <p:cNvCxnSpPr/>
          <p:nvPr/>
        </p:nvCxnSpPr>
        <p:spPr>
          <a:xfrm>
            <a:off x="3374027" y="2136870"/>
            <a:ext cx="36421" cy="149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3" name="C5-E18 line 391" descr="sci-ppt:o391"/>
          <p:cNvCxnSpPr/>
          <p:nvPr/>
        </p:nvCxnSpPr>
        <p:spPr>
          <a:xfrm>
            <a:off x="3410448" y="2151848"/>
            <a:ext cx="36422" cy="1494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4" name="C5-E18 line 392" descr="sci-ppt:o392"/>
          <p:cNvCxnSpPr/>
          <p:nvPr/>
        </p:nvCxnSpPr>
        <p:spPr>
          <a:xfrm>
            <a:off x="3446870" y="2166795"/>
            <a:ext cx="36422" cy="1491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5" name="C5-E18 line 393" descr="sci-ppt:o393"/>
          <p:cNvCxnSpPr/>
          <p:nvPr/>
        </p:nvCxnSpPr>
        <p:spPr>
          <a:xfrm>
            <a:off x="3483292" y="2181713"/>
            <a:ext cx="36422" cy="148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6" name="C5-E18 line 394" descr="sci-ppt:o394"/>
          <p:cNvCxnSpPr/>
          <p:nvPr/>
        </p:nvCxnSpPr>
        <p:spPr>
          <a:xfrm>
            <a:off x="3519714" y="2196606"/>
            <a:ext cx="36422" cy="1487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7" name="C5-E18 line 395" descr="sci-ppt:o395"/>
          <p:cNvCxnSpPr/>
          <p:nvPr/>
        </p:nvCxnSpPr>
        <p:spPr>
          <a:xfrm>
            <a:off x="3556136" y="2211476"/>
            <a:ext cx="36421" cy="1484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8" name="C5-E18 line 396" descr="sci-ppt:o396"/>
          <p:cNvCxnSpPr/>
          <p:nvPr/>
        </p:nvCxnSpPr>
        <p:spPr>
          <a:xfrm>
            <a:off x="3592557" y="2226325"/>
            <a:ext cx="36422" cy="1483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399" name="C5-E18 line 397" descr="sci-ppt:o397"/>
          <p:cNvCxnSpPr/>
          <p:nvPr/>
        </p:nvCxnSpPr>
        <p:spPr>
          <a:xfrm>
            <a:off x="3628979" y="2241156"/>
            <a:ext cx="36422" cy="1481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0" name="C5-E18 line 398" descr="sci-ppt:o398"/>
          <p:cNvCxnSpPr/>
          <p:nvPr/>
        </p:nvCxnSpPr>
        <p:spPr>
          <a:xfrm>
            <a:off x="3665401" y="2255969"/>
            <a:ext cx="36422" cy="1479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1" name="C5-E18 line 399" descr="sci-ppt:o399"/>
          <p:cNvCxnSpPr/>
          <p:nvPr/>
        </p:nvCxnSpPr>
        <p:spPr>
          <a:xfrm>
            <a:off x="3701823" y="2270763"/>
            <a:ext cx="36422" cy="147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2" name="C5-E18 line 400" descr="sci-ppt:o400"/>
          <p:cNvCxnSpPr/>
          <p:nvPr/>
        </p:nvCxnSpPr>
        <p:spPr>
          <a:xfrm>
            <a:off x="3738245" y="2285537"/>
            <a:ext cx="36421" cy="147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3" name="C5-E18 line 401" descr="sci-ppt:o401"/>
          <p:cNvCxnSpPr/>
          <p:nvPr/>
        </p:nvCxnSpPr>
        <p:spPr>
          <a:xfrm>
            <a:off x="3774666" y="2300289"/>
            <a:ext cx="36422" cy="147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4" name="C5-E18 line 402" descr="sci-ppt:o402"/>
          <p:cNvCxnSpPr/>
          <p:nvPr/>
        </p:nvCxnSpPr>
        <p:spPr>
          <a:xfrm>
            <a:off x="3811088" y="2315016"/>
            <a:ext cx="36422" cy="147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5" name="C5-E18 line 403" descr="sci-ppt:o403"/>
          <p:cNvCxnSpPr/>
          <p:nvPr/>
        </p:nvCxnSpPr>
        <p:spPr>
          <a:xfrm>
            <a:off x="3847510" y="2329716"/>
            <a:ext cx="36422" cy="1467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6" name="C5-E18 line 404" descr="sci-ppt:o404"/>
          <p:cNvCxnSpPr/>
          <p:nvPr/>
        </p:nvCxnSpPr>
        <p:spPr>
          <a:xfrm>
            <a:off x="3883932" y="2344387"/>
            <a:ext cx="36421" cy="1464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7" name="C5-E18 line 405" descr="sci-ppt:o405"/>
          <p:cNvCxnSpPr/>
          <p:nvPr/>
        </p:nvCxnSpPr>
        <p:spPr>
          <a:xfrm>
            <a:off x="3920353" y="2359028"/>
            <a:ext cx="36422" cy="1461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8" name="C5-E18 line 406" descr="sci-ppt:o406"/>
          <p:cNvCxnSpPr/>
          <p:nvPr/>
        </p:nvCxnSpPr>
        <p:spPr>
          <a:xfrm>
            <a:off x="3956775" y="2373638"/>
            <a:ext cx="36422" cy="145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09" name="C5-E18 line 407" descr="sci-ppt:o407"/>
          <p:cNvCxnSpPr/>
          <p:nvPr/>
        </p:nvCxnSpPr>
        <p:spPr>
          <a:xfrm>
            <a:off x="3993197" y="2388216"/>
            <a:ext cx="36422" cy="1454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0" name="C5-E18 line 408" descr="sci-ppt:o408"/>
          <p:cNvCxnSpPr/>
          <p:nvPr/>
        </p:nvCxnSpPr>
        <p:spPr>
          <a:xfrm>
            <a:off x="4029619" y="2402761"/>
            <a:ext cx="36422" cy="1451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1" name="C5-E18 line 409" descr="sci-ppt:o409"/>
          <p:cNvCxnSpPr/>
          <p:nvPr/>
        </p:nvCxnSpPr>
        <p:spPr>
          <a:xfrm>
            <a:off x="4066041" y="2417273"/>
            <a:ext cx="36421" cy="1448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2" name="C5-E18 line 410" descr="sci-ppt:o410"/>
          <p:cNvCxnSpPr/>
          <p:nvPr/>
        </p:nvCxnSpPr>
        <p:spPr>
          <a:xfrm>
            <a:off x="4102462" y="2431756"/>
            <a:ext cx="36422" cy="144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3" name="C5-E18 line 411" descr="sci-ppt:o411"/>
          <p:cNvCxnSpPr/>
          <p:nvPr/>
        </p:nvCxnSpPr>
        <p:spPr>
          <a:xfrm>
            <a:off x="4138884" y="2446211"/>
            <a:ext cx="36422" cy="144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4" name="C5-E18 line 412" descr="sci-ppt:o412"/>
          <p:cNvCxnSpPr/>
          <p:nvPr/>
        </p:nvCxnSpPr>
        <p:spPr>
          <a:xfrm>
            <a:off x="4175306" y="2460644"/>
            <a:ext cx="36422" cy="1441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5" name="C5-E18 line 413" descr="sci-ppt:o413"/>
          <p:cNvCxnSpPr/>
          <p:nvPr/>
        </p:nvCxnSpPr>
        <p:spPr>
          <a:xfrm>
            <a:off x="4211728" y="2475059"/>
            <a:ext cx="36422" cy="144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6" name="C5-E18 line 414" descr="sci-ppt:o414"/>
          <p:cNvCxnSpPr/>
          <p:nvPr/>
        </p:nvCxnSpPr>
        <p:spPr>
          <a:xfrm>
            <a:off x="4248150" y="2489459"/>
            <a:ext cx="36421" cy="1438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7" name="C5-E18 line 415" descr="sci-ppt:o415"/>
          <p:cNvCxnSpPr/>
          <p:nvPr/>
        </p:nvCxnSpPr>
        <p:spPr>
          <a:xfrm>
            <a:off x="4284571" y="2503847"/>
            <a:ext cx="36422" cy="1438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8" name="C5-E18 line 416" descr="sci-ppt:o416"/>
          <p:cNvCxnSpPr/>
          <p:nvPr/>
        </p:nvCxnSpPr>
        <p:spPr>
          <a:xfrm>
            <a:off x="4320993" y="2518228"/>
            <a:ext cx="36422" cy="1437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19" name="C5-E18 line 417" descr="sci-ppt:o417"/>
          <p:cNvCxnSpPr/>
          <p:nvPr/>
        </p:nvCxnSpPr>
        <p:spPr>
          <a:xfrm>
            <a:off x="4357415" y="2532602"/>
            <a:ext cx="36422" cy="1437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0" name="C5-E18 line 418" descr="sci-ppt:o418"/>
          <p:cNvCxnSpPr/>
          <p:nvPr/>
        </p:nvCxnSpPr>
        <p:spPr>
          <a:xfrm>
            <a:off x="4393837" y="2546978"/>
            <a:ext cx="36421" cy="1437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1" name="C5-E18 line 419" descr="sci-ppt:o419"/>
          <p:cNvCxnSpPr/>
          <p:nvPr/>
        </p:nvCxnSpPr>
        <p:spPr>
          <a:xfrm>
            <a:off x="4430258" y="2561353"/>
            <a:ext cx="36422" cy="143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2" name="C5-E18 line 420" descr="sci-ppt:o420"/>
          <p:cNvCxnSpPr/>
          <p:nvPr/>
        </p:nvCxnSpPr>
        <p:spPr>
          <a:xfrm>
            <a:off x="4466680" y="2575740"/>
            <a:ext cx="36422" cy="1440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3" name="C5-E18 line 421" descr="sci-ppt:o421"/>
          <p:cNvCxnSpPr/>
          <p:nvPr/>
        </p:nvCxnSpPr>
        <p:spPr>
          <a:xfrm>
            <a:off x="4503102" y="2590141"/>
            <a:ext cx="36422" cy="1443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4" name="C5-E18 line 422" descr="sci-ppt:o422"/>
          <p:cNvCxnSpPr/>
          <p:nvPr/>
        </p:nvCxnSpPr>
        <p:spPr>
          <a:xfrm>
            <a:off x="4539524" y="2604571"/>
            <a:ext cx="36422" cy="1446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5" name="C5-E18 line 423" descr="sci-ppt:o423"/>
          <p:cNvCxnSpPr/>
          <p:nvPr/>
        </p:nvCxnSpPr>
        <p:spPr>
          <a:xfrm>
            <a:off x="4575946" y="2619039"/>
            <a:ext cx="36421" cy="1452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6" name="C5-E18 line 424" descr="sci-ppt:o424"/>
          <p:cNvCxnSpPr/>
          <p:nvPr/>
        </p:nvCxnSpPr>
        <p:spPr>
          <a:xfrm>
            <a:off x="4612367" y="2633564"/>
            <a:ext cx="36422" cy="145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7" name="C5-E18 line 425" descr="sci-ppt:o425"/>
          <p:cNvCxnSpPr/>
          <p:nvPr/>
        </p:nvCxnSpPr>
        <p:spPr>
          <a:xfrm>
            <a:off x="4648789" y="2648162"/>
            <a:ext cx="36422" cy="146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8" name="C5-E18 line 426" descr="sci-ppt:o426"/>
          <p:cNvCxnSpPr/>
          <p:nvPr/>
        </p:nvCxnSpPr>
        <p:spPr>
          <a:xfrm>
            <a:off x="4685211" y="2662844"/>
            <a:ext cx="36422" cy="1479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29" name="C5-E18 line 427" descr="sci-ppt:o427"/>
          <p:cNvCxnSpPr/>
          <p:nvPr/>
        </p:nvCxnSpPr>
        <p:spPr>
          <a:xfrm>
            <a:off x="4721633" y="2677634"/>
            <a:ext cx="36422" cy="148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0" name="C5-E18 line 428" descr="sci-ppt:o428"/>
          <p:cNvCxnSpPr/>
          <p:nvPr/>
        </p:nvCxnSpPr>
        <p:spPr>
          <a:xfrm>
            <a:off x="4758055" y="2692532"/>
            <a:ext cx="36421" cy="1501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1" name="C5-E18 line 429" descr="sci-ppt:o429"/>
          <p:cNvCxnSpPr/>
          <p:nvPr/>
        </p:nvCxnSpPr>
        <p:spPr>
          <a:xfrm>
            <a:off x="4794476" y="2707550"/>
            <a:ext cx="36422" cy="1512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2" name="C5-E18 line 430" descr="sci-ppt:o430"/>
          <p:cNvCxnSpPr/>
          <p:nvPr/>
        </p:nvCxnSpPr>
        <p:spPr>
          <a:xfrm>
            <a:off x="4830898" y="2722679"/>
            <a:ext cx="36422" cy="1522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3" name="C5-E18 line 431" descr="sci-ppt:o431"/>
          <p:cNvCxnSpPr/>
          <p:nvPr/>
        </p:nvCxnSpPr>
        <p:spPr>
          <a:xfrm>
            <a:off x="4867320" y="2737899"/>
            <a:ext cx="36422" cy="1529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4" name="C5-E18 line 432" descr="sci-ppt:o432"/>
          <p:cNvCxnSpPr/>
          <p:nvPr/>
        </p:nvCxnSpPr>
        <p:spPr>
          <a:xfrm>
            <a:off x="4903742" y="2753197"/>
            <a:ext cx="36421" cy="1532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5" name="C5-E18 line 433" descr="sci-ppt:o433"/>
          <p:cNvCxnSpPr/>
          <p:nvPr/>
        </p:nvCxnSpPr>
        <p:spPr>
          <a:xfrm>
            <a:off x="4940163" y="2768523"/>
            <a:ext cx="36422" cy="1531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6" name="C5-E18 line 434" descr="sci-ppt:o434"/>
          <p:cNvCxnSpPr/>
          <p:nvPr/>
        </p:nvCxnSpPr>
        <p:spPr>
          <a:xfrm>
            <a:off x="4976585" y="2783842"/>
            <a:ext cx="36422" cy="1525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7" name="C5-E18 line 435" descr="sci-ppt:o435"/>
          <p:cNvCxnSpPr/>
          <p:nvPr/>
        </p:nvCxnSpPr>
        <p:spPr>
          <a:xfrm>
            <a:off x="5013007" y="2799100"/>
            <a:ext cx="36422" cy="1513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8" name="C5-E18 line 436" descr="sci-ppt:o436"/>
          <p:cNvCxnSpPr/>
          <p:nvPr/>
        </p:nvCxnSpPr>
        <p:spPr>
          <a:xfrm>
            <a:off x="5049429" y="2814233"/>
            <a:ext cx="36422" cy="1497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39" name="C5-E18 line 437" descr="sci-ppt:o437"/>
          <p:cNvCxnSpPr/>
          <p:nvPr/>
        </p:nvCxnSpPr>
        <p:spPr>
          <a:xfrm>
            <a:off x="5085851" y="2829212"/>
            <a:ext cx="36421" cy="1473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0" name="C5-E18 line 438" descr="sci-ppt:o438"/>
          <p:cNvCxnSpPr/>
          <p:nvPr/>
        </p:nvCxnSpPr>
        <p:spPr>
          <a:xfrm>
            <a:off x="5122272" y="2843950"/>
            <a:ext cx="36422" cy="1450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1" name="C5-E18 line 439" descr="sci-ppt:o439"/>
          <p:cNvCxnSpPr/>
          <p:nvPr/>
        </p:nvCxnSpPr>
        <p:spPr>
          <a:xfrm>
            <a:off x="5158694" y="2858456"/>
            <a:ext cx="36422" cy="1421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2" name="C5-E18 line 440" descr="sci-ppt:o440"/>
          <p:cNvCxnSpPr/>
          <p:nvPr/>
        </p:nvCxnSpPr>
        <p:spPr>
          <a:xfrm>
            <a:off x="5195116" y="2872668"/>
            <a:ext cx="36422" cy="1394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3" name="C5-E18 line 441" descr="sci-ppt:o441"/>
          <p:cNvCxnSpPr/>
          <p:nvPr/>
        </p:nvCxnSpPr>
        <p:spPr>
          <a:xfrm>
            <a:off x="5231538" y="2886608"/>
            <a:ext cx="36422" cy="1367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4" name="C5-E18 line 442" descr="sci-ppt:o442"/>
          <p:cNvCxnSpPr/>
          <p:nvPr/>
        </p:nvCxnSpPr>
        <p:spPr>
          <a:xfrm>
            <a:off x="5267960" y="2900279"/>
            <a:ext cx="36421" cy="1342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5" name="C5-E18 line 443" descr="sci-ppt:o443"/>
          <p:cNvCxnSpPr/>
          <p:nvPr/>
        </p:nvCxnSpPr>
        <p:spPr>
          <a:xfrm>
            <a:off x="5304381" y="2913707"/>
            <a:ext cx="36422" cy="1323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6" name="C5-E18 line 444" descr="sci-ppt:o444"/>
          <p:cNvCxnSpPr/>
          <p:nvPr/>
        </p:nvCxnSpPr>
        <p:spPr>
          <a:xfrm>
            <a:off x="5340803" y="2926943"/>
            <a:ext cx="36422" cy="130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7" name="C5-E18 line 445" descr="sci-ppt:o445"/>
          <p:cNvCxnSpPr/>
          <p:nvPr/>
        </p:nvCxnSpPr>
        <p:spPr>
          <a:xfrm>
            <a:off x="5377225" y="2940036"/>
            <a:ext cx="36422" cy="1300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8" name="C5-E18 line 446" descr="sci-ppt:o446"/>
          <p:cNvCxnSpPr/>
          <p:nvPr/>
        </p:nvCxnSpPr>
        <p:spPr>
          <a:xfrm>
            <a:off x="5413647" y="2953036"/>
            <a:ext cx="36421" cy="1298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49" name="C5-E18 line 447" descr="sci-ppt:o447"/>
          <p:cNvCxnSpPr/>
          <p:nvPr/>
        </p:nvCxnSpPr>
        <p:spPr>
          <a:xfrm>
            <a:off x="5450068" y="2966018"/>
            <a:ext cx="36422" cy="1298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0" name="C5-E18 line 448" descr="sci-ppt:o448"/>
          <p:cNvCxnSpPr/>
          <p:nvPr/>
        </p:nvCxnSpPr>
        <p:spPr>
          <a:xfrm>
            <a:off x="5486490" y="2978998"/>
            <a:ext cx="36422" cy="1305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1" name="C5-E18 line 449" descr="sci-ppt:o449"/>
          <p:cNvCxnSpPr/>
          <p:nvPr/>
        </p:nvCxnSpPr>
        <p:spPr>
          <a:xfrm>
            <a:off x="5522912" y="2992050"/>
            <a:ext cx="36422" cy="1310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2" name="C5-E18 line 450" descr="sci-ppt:o450"/>
          <p:cNvCxnSpPr/>
          <p:nvPr/>
        </p:nvCxnSpPr>
        <p:spPr>
          <a:xfrm>
            <a:off x="5559334" y="3005158"/>
            <a:ext cx="36422" cy="1318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3" name="C5-E18 line 451" descr="sci-ppt:o451"/>
          <p:cNvCxnSpPr/>
          <p:nvPr/>
        </p:nvCxnSpPr>
        <p:spPr>
          <a:xfrm>
            <a:off x="5595756" y="3018342"/>
            <a:ext cx="36421" cy="1324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4" name="C5-E18 line 452" descr="sci-ppt:o452"/>
          <p:cNvCxnSpPr/>
          <p:nvPr/>
        </p:nvCxnSpPr>
        <p:spPr>
          <a:xfrm>
            <a:off x="5632177" y="3031583"/>
            <a:ext cx="36422" cy="1326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5" name="C5-E18 line 453" descr="sci-ppt:o453"/>
          <p:cNvCxnSpPr/>
          <p:nvPr/>
        </p:nvCxnSpPr>
        <p:spPr>
          <a:xfrm>
            <a:off x="5668599" y="3044844"/>
            <a:ext cx="36422" cy="1325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6" name="C5-E18 line 454" descr="sci-ppt:o454"/>
          <p:cNvCxnSpPr/>
          <p:nvPr/>
        </p:nvCxnSpPr>
        <p:spPr>
          <a:xfrm>
            <a:off x="5705021" y="3058099"/>
            <a:ext cx="36422" cy="1319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7" name="C5-E18 line 455" descr="sci-ppt:o455"/>
          <p:cNvCxnSpPr/>
          <p:nvPr/>
        </p:nvCxnSpPr>
        <p:spPr>
          <a:xfrm>
            <a:off x="5741443" y="3071294"/>
            <a:ext cx="36422" cy="1309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8" name="C5-E18 line 456" descr="sci-ppt:o456"/>
          <p:cNvCxnSpPr/>
          <p:nvPr/>
        </p:nvCxnSpPr>
        <p:spPr>
          <a:xfrm>
            <a:off x="5777865" y="3084391"/>
            <a:ext cx="36421" cy="129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59" name="C5-E18 line 457" descr="sci-ppt:o457"/>
          <p:cNvCxnSpPr/>
          <p:nvPr/>
        </p:nvCxnSpPr>
        <p:spPr>
          <a:xfrm>
            <a:off x="5814286" y="3097358"/>
            <a:ext cx="36422" cy="12804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0" name="C5-E18 line 458" descr="sci-ppt:o458"/>
          <p:cNvCxnSpPr/>
          <p:nvPr/>
        </p:nvCxnSpPr>
        <p:spPr>
          <a:xfrm>
            <a:off x="5850708" y="3110162"/>
            <a:ext cx="36422" cy="12640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1" name="C5-E18 line 459" descr="sci-ppt:o459"/>
          <p:cNvCxnSpPr/>
          <p:nvPr/>
        </p:nvCxnSpPr>
        <p:spPr>
          <a:xfrm>
            <a:off x="5887130" y="3122802"/>
            <a:ext cx="36422" cy="124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2" name="C5-E18 line 460" descr="sci-ppt:o460"/>
          <p:cNvCxnSpPr/>
          <p:nvPr/>
        </p:nvCxnSpPr>
        <p:spPr>
          <a:xfrm>
            <a:off x="5923552" y="3135289"/>
            <a:ext cx="36421" cy="1234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3" name="C5-E18 line 461" descr="sci-ppt:o461"/>
          <p:cNvCxnSpPr/>
          <p:nvPr/>
        </p:nvCxnSpPr>
        <p:spPr>
          <a:xfrm>
            <a:off x="5959973" y="3147631"/>
            <a:ext cx="36422" cy="12262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4" name="C5-E18 line 462" descr="sci-ppt:o462"/>
          <p:cNvCxnSpPr/>
          <p:nvPr/>
        </p:nvCxnSpPr>
        <p:spPr>
          <a:xfrm>
            <a:off x="5996395" y="3159893"/>
            <a:ext cx="36422" cy="1219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5" name="C5-E18 line 463" descr="sci-ppt:o463"/>
          <p:cNvCxnSpPr/>
          <p:nvPr/>
        </p:nvCxnSpPr>
        <p:spPr>
          <a:xfrm>
            <a:off x="6032817" y="3172086"/>
            <a:ext cx="36422" cy="1221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6" name="C5-E18 line 464" descr="sci-ppt:o464"/>
          <p:cNvCxnSpPr/>
          <p:nvPr/>
        </p:nvCxnSpPr>
        <p:spPr>
          <a:xfrm>
            <a:off x="6069239" y="3184297"/>
            <a:ext cx="36422" cy="1225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7" name="C5-E18 line 465" descr="sci-ppt:o465"/>
          <p:cNvCxnSpPr/>
          <p:nvPr/>
        </p:nvCxnSpPr>
        <p:spPr>
          <a:xfrm>
            <a:off x="6105661" y="3196550"/>
            <a:ext cx="36421" cy="1235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8" name="C5-E18 line 466" descr="sci-ppt:o466"/>
          <p:cNvCxnSpPr/>
          <p:nvPr/>
        </p:nvCxnSpPr>
        <p:spPr>
          <a:xfrm>
            <a:off x="6142082" y="3208906"/>
            <a:ext cx="36422" cy="1249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69" name="C5-E18 line 467" descr="sci-ppt:o467"/>
          <p:cNvCxnSpPr/>
          <p:nvPr/>
        </p:nvCxnSpPr>
        <p:spPr>
          <a:xfrm>
            <a:off x="6178504" y="3221397"/>
            <a:ext cx="36422" cy="1264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0" name="C5-E18 line 468" descr="sci-ppt:o468"/>
          <p:cNvCxnSpPr/>
          <p:nvPr/>
        </p:nvCxnSpPr>
        <p:spPr>
          <a:xfrm>
            <a:off x="6214926" y="3234044"/>
            <a:ext cx="36422" cy="12815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1" name="C5-E18 line 469" descr="sci-ppt:o469"/>
          <p:cNvCxnSpPr/>
          <p:nvPr/>
        </p:nvCxnSpPr>
        <p:spPr>
          <a:xfrm>
            <a:off x="6251348" y="3246859"/>
            <a:ext cx="36422" cy="12978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2" name="C5-E18 line 470" descr="sci-ppt:o470"/>
          <p:cNvCxnSpPr/>
          <p:nvPr/>
        </p:nvCxnSpPr>
        <p:spPr>
          <a:xfrm>
            <a:off x="6287770" y="3259837"/>
            <a:ext cx="36421" cy="1310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3" name="C5-E18 line 471" descr="sci-ppt:o471"/>
          <p:cNvCxnSpPr/>
          <p:nvPr/>
        </p:nvCxnSpPr>
        <p:spPr>
          <a:xfrm>
            <a:off x="6324191" y="3272940"/>
            <a:ext cx="36422" cy="1322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4" name="C5-E18 line 472" descr="sci-ppt:o472"/>
          <p:cNvCxnSpPr/>
          <p:nvPr/>
        </p:nvCxnSpPr>
        <p:spPr>
          <a:xfrm>
            <a:off x="6360613" y="3286163"/>
            <a:ext cx="36422" cy="1326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5" name="C5-E18 line 473" descr="sci-ppt:o473"/>
          <p:cNvCxnSpPr/>
          <p:nvPr/>
        </p:nvCxnSpPr>
        <p:spPr>
          <a:xfrm>
            <a:off x="6397035" y="3299430"/>
            <a:ext cx="36422" cy="1329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6" name="C5-E18 line 474" descr="sci-ppt:o474"/>
          <p:cNvCxnSpPr/>
          <p:nvPr/>
        </p:nvCxnSpPr>
        <p:spPr>
          <a:xfrm>
            <a:off x="6433457" y="3312729"/>
            <a:ext cx="36421" cy="13256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7" name="C5-E18 line 475" descr="sci-ppt:o475"/>
          <p:cNvCxnSpPr/>
          <p:nvPr/>
        </p:nvCxnSpPr>
        <p:spPr>
          <a:xfrm>
            <a:off x="6469878" y="3325985"/>
            <a:ext cx="36422" cy="1318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8" name="C5-E18 line 476" descr="sci-ppt:o476"/>
          <p:cNvCxnSpPr/>
          <p:nvPr/>
        </p:nvCxnSpPr>
        <p:spPr>
          <a:xfrm>
            <a:off x="6506300" y="3339172"/>
            <a:ext cx="36422" cy="13073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79" name="C5-E18 line 477" descr="sci-ppt:o477"/>
          <p:cNvCxnSpPr/>
          <p:nvPr/>
        </p:nvCxnSpPr>
        <p:spPr>
          <a:xfrm>
            <a:off x="6542722" y="3352245"/>
            <a:ext cx="36422" cy="12927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0" name="C5-E18 line 478" descr="sci-ppt:o478"/>
          <p:cNvCxnSpPr/>
          <p:nvPr/>
        </p:nvCxnSpPr>
        <p:spPr>
          <a:xfrm>
            <a:off x="6579144" y="3365172"/>
            <a:ext cx="36422" cy="12769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1" name="C5-E18 line 479" descr="sci-ppt:o479"/>
          <p:cNvCxnSpPr/>
          <p:nvPr/>
        </p:nvCxnSpPr>
        <p:spPr>
          <a:xfrm>
            <a:off x="6615566" y="3377941"/>
            <a:ext cx="36421" cy="12591"/>
          </a:xfrm>
          <a:prstGeom prst="line">
            <a:avLst/>
          </a:prstGeom>
          <a:ln w="22860">
            <a:solidFill>
              <a:srgbClr val="B4A0F0"/>
            </a:solidFill>
          </a:ln>
          <a:effectLst/>
        </p:spPr>
      </p:cxnSp>
      <p:cxnSp>
        <p:nvCxnSpPr>
          <p:cNvPr id="482" name="C5-E18 line 480" descr="sci-ppt:o480"/>
          <p:cNvCxnSpPr/>
          <p:nvPr/>
        </p:nvCxnSpPr>
        <p:spPr>
          <a:xfrm flipV="1">
            <a:off x="1188720" y="4523520"/>
            <a:ext cx="36421" cy="5930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3" name="C5-E18 line 481" descr="sci-ppt:o481"/>
          <p:cNvCxnSpPr/>
          <p:nvPr/>
        </p:nvCxnSpPr>
        <p:spPr>
          <a:xfrm flipV="1">
            <a:off x="1225141" y="3949465"/>
            <a:ext cx="36422" cy="5740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4" name="C5-E18 line 482" descr="sci-ppt:o482"/>
          <p:cNvCxnSpPr/>
          <p:nvPr/>
        </p:nvCxnSpPr>
        <p:spPr>
          <a:xfrm flipV="1">
            <a:off x="1261563" y="3423632"/>
            <a:ext cx="36422" cy="52583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5" name="C5-E18 line 483" descr="sci-ppt:o483"/>
          <p:cNvCxnSpPr/>
          <p:nvPr/>
        </p:nvCxnSpPr>
        <p:spPr>
          <a:xfrm flipV="1">
            <a:off x="1297985" y="2965616"/>
            <a:ext cx="36422" cy="45801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6" name="C5-E18 line 484" descr="sci-ppt:o484"/>
          <p:cNvCxnSpPr/>
          <p:nvPr/>
        </p:nvCxnSpPr>
        <p:spPr>
          <a:xfrm flipV="1">
            <a:off x="1334407" y="2581032"/>
            <a:ext cx="36421" cy="38458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7" name="C5-E18 line 485" descr="sci-ppt:o485"/>
          <p:cNvCxnSpPr/>
          <p:nvPr/>
        </p:nvCxnSpPr>
        <p:spPr>
          <a:xfrm flipV="1">
            <a:off x="1370828" y="2269084"/>
            <a:ext cx="36422" cy="3119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8" name="C5-E18 line 486" descr="sci-ppt:o486"/>
          <p:cNvCxnSpPr/>
          <p:nvPr/>
        </p:nvCxnSpPr>
        <p:spPr>
          <a:xfrm flipV="1">
            <a:off x="1407250" y="2025177"/>
            <a:ext cx="36422" cy="24390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89" name="C5-E18 line 487" descr="sci-ppt:o487"/>
          <p:cNvCxnSpPr/>
          <p:nvPr/>
        </p:nvCxnSpPr>
        <p:spPr>
          <a:xfrm flipV="1">
            <a:off x="1443672" y="1840936"/>
            <a:ext cx="36422" cy="1842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0" name="C5-E18 line 488" descr="sci-ppt:o488"/>
          <p:cNvCxnSpPr/>
          <p:nvPr/>
        </p:nvCxnSpPr>
        <p:spPr>
          <a:xfrm flipV="1">
            <a:off x="1480094" y="1706331"/>
            <a:ext cx="36422" cy="1346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1" name="C5-E18 line 489" descr="sci-ppt:o489"/>
          <p:cNvCxnSpPr/>
          <p:nvPr/>
        </p:nvCxnSpPr>
        <p:spPr>
          <a:xfrm flipV="1">
            <a:off x="1516516" y="1611286"/>
            <a:ext cx="36421" cy="9504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2" name="C5-E18 line 490" descr="sci-ppt:o490"/>
          <p:cNvCxnSpPr/>
          <p:nvPr/>
        </p:nvCxnSpPr>
        <p:spPr>
          <a:xfrm flipV="1">
            <a:off x="1552937" y="1546712"/>
            <a:ext cx="36422" cy="645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3" name="C5-E18 line 491" descr="sci-ppt:o491"/>
          <p:cNvCxnSpPr/>
          <p:nvPr/>
        </p:nvCxnSpPr>
        <p:spPr>
          <a:xfrm flipV="1">
            <a:off x="1589359" y="1504571"/>
            <a:ext cx="36422" cy="421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4" name="C5-E18 line 492" descr="sci-ppt:o492"/>
          <p:cNvCxnSpPr/>
          <p:nvPr/>
        </p:nvCxnSpPr>
        <p:spPr>
          <a:xfrm flipV="1">
            <a:off x="1625781" y="1479499"/>
            <a:ext cx="36422" cy="2507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5" name="C5-E18 line 493" descr="sci-ppt:o493"/>
          <p:cNvCxnSpPr/>
          <p:nvPr/>
        </p:nvCxnSpPr>
        <p:spPr>
          <a:xfrm flipV="1">
            <a:off x="1662203" y="1466734"/>
            <a:ext cx="36422" cy="1276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6" name="C5-E18 line 494" descr="sci-ppt:o494"/>
          <p:cNvCxnSpPr/>
          <p:nvPr/>
        </p:nvCxnSpPr>
        <p:spPr>
          <a:xfrm flipV="1">
            <a:off x="1698625" y="1462706"/>
            <a:ext cx="36421" cy="402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7" name="C5-E18 line 495" descr="sci-ppt:o495"/>
          <p:cNvCxnSpPr/>
          <p:nvPr/>
        </p:nvCxnSpPr>
        <p:spPr>
          <a:xfrm>
            <a:off x="1735046" y="1462706"/>
            <a:ext cx="36422" cy="21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8" name="C5-E18 line 496" descr="sci-ppt:o496"/>
          <p:cNvCxnSpPr/>
          <p:nvPr/>
        </p:nvCxnSpPr>
        <p:spPr>
          <a:xfrm>
            <a:off x="1771468" y="1464819"/>
            <a:ext cx="36422" cy="640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499" name="C5-E18 line 497" descr="sci-ppt:o497"/>
          <p:cNvCxnSpPr/>
          <p:nvPr/>
        </p:nvCxnSpPr>
        <p:spPr>
          <a:xfrm>
            <a:off x="1807890" y="1471219"/>
            <a:ext cx="36422" cy="93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0" name="C5-E18 line 498" descr="sci-ppt:o498"/>
          <p:cNvCxnSpPr/>
          <p:nvPr/>
        </p:nvCxnSpPr>
        <p:spPr>
          <a:xfrm>
            <a:off x="1844312" y="1480602"/>
            <a:ext cx="36421" cy="114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1" name="C5-E18 line 499" descr="sci-ppt:o499"/>
          <p:cNvCxnSpPr/>
          <p:nvPr/>
        </p:nvCxnSpPr>
        <p:spPr>
          <a:xfrm>
            <a:off x="1880733" y="1492053"/>
            <a:ext cx="36422" cy="128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2" name="C5-E18 line 500" descr="sci-ppt:o500"/>
          <p:cNvCxnSpPr/>
          <p:nvPr/>
        </p:nvCxnSpPr>
        <p:spPr>
          <a:xfrm>
            <a:off x="1917155" y="1504930"/>
            <a:ext cx="36422" cy="138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3" name="C5-E18 line 501" descr="sci-ppt:o501"/>
          <p:cNvCxnSpPr/>
          <p:nvPr/>
        </p:nvCxnSpPr>
        <p:spPr>
          <a:xfrm>
            <a:off x="1953577" y="1518781"/>
            <a:ext cx="36422" cy="1454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4" name="C5-E18 line 502" descr="sci-ppt:o502"/>
          <p:cNvCxnSpPr/>
          <p:nvPr/>
        </p:nvCxnSpPr>
        <p:spPr>
          <a:xfrm>
            <a:off x="1989999" y="1533327"/>
            <a:ext cx="36422" cy="150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5" name="C5-E18 line 503" descr="sci-ppt:o503"/>
          <p:cNvCxnSpPr/>
          <p:nvPr/>
        </p:nvCxnSpPr>
        <p:spPr>
          <a:xfrm>
            <a:off x="2026421" y="1548340"/>
            <a:ext cx="36421" cy="1532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6" name="C5-E18 line 504" descr="sci-ppt:o504"/>
          <p:cNvCxnSpPr/>
          <p:nvPr/>
        </p:nvCxnSpPr>
        <p:spPr>
          <a:xfrm>
            <a:off x="2062842" y="1563664"/>
            <a:ext cx="36422" cy="1552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7" name="C5-E18 line 505" descr="sci-ppt:o505"/>
          <p:cNvCxnSpPr/>
          <p:nvPr/>
        </p:nvCxnSpPr>
        <p:spPr>
          <a:xfrm>
            <a:off x="2099264" y="1579189"/>
            <a:ext cx="36422" cy="156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8" name="C5-E18 line 506" descr="sci-ppt:o506"/>
          <p:cNvCxnSpPr/>
          <p:nvPr/>
        </p:nvCxnSpPr>
        <p:spPr>
          <a:xfrm>
            <a:off x="2135686" y="1594837"/>
            <a:ext cx="36422" cy="1571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09" name="C5-E18 line 507" descr="sci-ppt:o507"/>
          <p:cNvCxnSpPr/>
          <p:nvPr/>
        </p:nvCxnSpPr>
        <p:spPr>
          <a:xfrm>
            <a:off x="2172108" y="1610555"/>
            <a:ext cx="36422" cy="1575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0" name="C5-E18 line 508" descr="sci-ppt:o508"/>
          <p:cNvCxnSpPr/>
          <p:nvPr/>
        </p:nvCxnSpPr>
        <p:spPr>
          <a:xfrm>
            <a:off x="2208530" y="1626305"/>
            <a:ext cx="36421" cy="1575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1" name="C5-E18 line 509" descr="sci-ppt:o509"/>
          <p:cNvCxnSpPr/>
          <p:nvPr/>
        </p:nvCxnSpPr>
        <p:spPr>
          <a:xfrm>
            <a:off x="2244951" y="1642064"/>
            <a:ext cx="36422" cy="157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2" name="C5-E18 line 510" descr="sci-ppt:o510"/>
          <p:cNvCxnSpPr/>
          <p:nvPr/>
        </p:nvCxnSpPr>
        <p:spPr>
          <a:xfrm>
            <a:off x="2281373" y="1657815"/>
            <a:ext cx="36422" cy="1573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3" name="C5-E18 line 511" descr="sci-ppt:o511"/>
          <p:cNvCxnSpPr/>
          <p:nvPr/>
        </p:nvCxnSpPr>
        <p:spPr>
          <a:xfrm>
            <a:off x="2317795" y="1673550"/>
            <a:ext cx="36422" cy="1571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4" name="C5-E18 line 512" descr="sci-ppt:o512"/>
          <p:cNvCxnSpPr/>
          <p:nvPr/>
        </p:nvCxnSpPr>
        <p:spPr>
          <a:xfrm>
            <a:off x="2354217" y="1689263"/>
            <a:ext cx="36421" cy="1568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5" name="C5-E18 line 513" descr="sci-ppt:o513"/>
          <p:cNvCxnSpPr/>
          <p:nvPr/>
        </p:nvCxnSpPr>
        <p:spPr>
          <a:xfrm>
            <a:off x="2390638" y="1704951"/>
            <a:ext cx="36422" cy="156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6" name="C5-E18 line 514" descr="sci-ppt:o514"/>
          <p:cNvCxnSpPr/>
          <p:nvPr/>
        </p:nvCxnSpPr>
        <p:spPr>
          <a:xfrm>
            <a:off x="2427060" y="1720615"/>
            <a:ext cx="36422" cy="156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7" name="C5-E18 line 515" descr="sci-ppt:o515"/>
          <p:cNvCxnSpPr/>
          <p:nvPr/>
        </p:nvCxnSpPr>
        <p:spPr>
          <a:xfrm>
            <a:off x="2463482" y="1736254"/>
            <a:ext cx="36422" cy="1561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8" name="C5-E18 line 516" descr="sci-ppt:o516"/>
          <p:cNvCxnSpPr/>
          <p:nvPr/>
        </p:nvCxnSpPr>
        <p:spPr>
          <a:xfrm>
            <a:off x="2499904" y="1751868"/>
            <a:ext cx="36422" cy="1559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19" name="C5-E18 line 517" descr="sci-ppt:o517"/>
          <p:cNvCxnSpPr/>
          <p:nvPr/>
        </p:nvCxnSpPr>
        <p:spPr>
          <a:xfrm>
            <a:off x="2536326" y="1767458"/>
            <a:ext cx="36421" cy="1556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0" name="C5-E18 line 518" descr="sci-ppt:o518"/>
          <p:cNvCxnSpPr/>
          <p:nvPr/>
        </p:nvCxnSpPr>
        <p:spPr>
          <a:xfrm>
            <a:off x="2572747" y="1783024"/>
            <a:ext cx="36422" cy="1554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1" name="C5-E18 line 519" descr="sci-ppt:o519"/>
          <p:cNvCxnSpPr/>
          <p:nvPr/>
        </p:nvCxnSpPr>
        <p:spPr>
          <a:xfrm>
            <a:off x="2609169" y="1798564"/>
            <a:ext cx="36422" cy="1551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2" name="C5-E18 line 520" descr="sci-ppt:o520"/>
          <p:cNvCxnSpPr/>
          <p:nvPr/>
        </p:nvCxnSpPr>
        <p:spPr>
          <a:xfrm>
            <a:off x="2645591" y="1814079"/>
            <a:ext cx="36422" cy="1548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3" name="C5-E18 line 521" descr="sci-ppt:o521"/>
          <p:cNvCxnSpPr/>
          <p:nvPr/>
        </p:nvCxnSpPr>
        <p:spPr>
          <a:xfrm>
            <a:off x="2682013" y="1829568"/>
            <a:ext cx="36422" cy="154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4" name="C5-E18 line 522" descr="sci-ppt:o522"/>
          <p:cNvCxnSpPr/>
          <p:nvPr/>
        </p:nvCxnSpPr>
        <p:spPr>
          <a:xfrm>
            <a:off x="2718435" y="1845032"/>
            <a:ext cx="36421" cy="1543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5" name="C5-E18 line 523" descr="sci-ppt:o523"/>
          <p:cNvCxnSpPr/>
          <p:nvPr/>
        </p:nvCxnSpPr>
        <p:spPr>
          <a:xfrm>
            <a:off x="2754856" y="1860468"/>
            <a:ext cx="36422" cy="1541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6" name="C5-E18 line 524" descr="sci-ppt:o524"/>
          <p:cNvCxnSpPr/>
          <p:nvPr/>
        </p:nvCxnSpPr>
        <p:spPr>
          <a:xfrm>
            <a:off x="2791278" y="1875879"/>
            <a:ext cx="36422" cy="153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7" name="C5-E18 line 525" descr="sci-ppt:o525"/>
          <p:cNvCxnSpPr/>
          <p:nvPr/>
        </p:nvCxnSpPr>
        <p:spPr>
          <a:xfrm>
            <a:off x="2827700" y="1891262"/>
            <a:ext cx="36422" cy="153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8" name="C5-E18 line 526" descr="sci-ppt:o526"/>
          <p:cNvCxnSpPr/>
          <p:nvPr/>
        </p:nvCxnSpPr>
        <p:spPr>
          <a:xfrm>
            <a:off x="2864122" y="1906620"/>
            <a:ext cx="36421" cy="1533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29" name="C5-E18 line 527" descr="sci-ppt:o527"/>
          <p:cNvCxnSpPr/>
          <p:nvPr/>
        </p:nvCxnSpPr>
        <p:spPr>
          <a:xfrm>
            <a:off x="2900543" y="1921952"/>
            <a:ext cx="36422" cy="153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0" name="C5-E18 line 528" descr="sci-ppt:o528"/>
          <p:cNvCxnSpPr/>
          <p:nvPr/>
        </p:nvCxnSpPr>
        <p:spPr>
          <a:xfrm>
            <a:off x="2936965" y="1937257"/>
            <a:ext cx="36422" cy="152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1" name="C5-E18 line 529" descr="sci-ppt:o529"/>
          <p:cNvCxnSpPr/>
          <p:nvPr/>
        </p:nvCxnSpPr>
        <p:spPr>
          <a:xfrm>
            <a:off x="2973387" y="1952537"/>
            <a:ext cx="36422" cy="152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2" name="C5-E18 line 530" descr="sci-ppt:o530"/>
          <p:cNvCxnSpPr/>
          <p:nvPr/>
        </p:nvCxnSpPr>
        <p:spPr>
          <a:xfrm>
            <a:off x="3009809" y="1967793"/>
            <a:ext cx="36422" cy="152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3" name="C5-E18 line 531" descr="sci-ppt:o531"/>
          <p:cNvCxnSpPr/>
          <p:nvPr/>
        </p:nvCxnSpPr>
        <p:spPr>
          <a:xfrm>
            <a:off x="3046231" y="1983023"/>
            <a:ext cx="36421" cy="152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4" name="C5-E18 line 532" descr="sci-ppt:o532"/>
          <p:cNvCxnSpPr/>
          <p:nvPr/>
        </p:nvCxnSpPr>
        <p:spPr>
          <a:xfrm>
            <a:off x="3082652" y="1998228"/>
            <a:ext cx="36422" cy="1518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5" name="C5-E18 line 533" descr="sci-ppt:o533"/>
          <p:cNvCxnSpPr/>
          <p:nvPr/>
        </p:nvCxnSpPr>
        <p:spPr>
          <a:xfrm>
            <a:off x="3119074" y="2013409"/>
            <a:ext cx="36422" cy="151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6" name="C5-E18 line 534" descr="sci-ppt:o534"/>
          <p:cNvCxnSpPr/>
          <p:nvPr/>
        </p:nvCxnSpPr>
        <p:spPr>
          <a:xfrm>
            <a:off x="3155496" y="2028564"/>
            <a:ext cx="36422" cy="151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7" name="C5-E18 line 535" descr="sci-ppt:o535"/>
          <p:cNvCxnSpPr/>
          <p:nvPr/>
        </p:nvCxnSpPr>
        <p:spPr>
          <a:xfrm>
            <a:off x="3191918" y="2043694"/>
            <a:ext cx="36422" cy="1510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8" name="C5-E18 line 536" descr="sci-ppt:o536"/>
          <p:cNvCxnSpPr/>
          <p:nvPr/>
        </p:nvCxnSpPr>
        <p:spPr>
          <a:xfrm>
            <a:off x="3228340" y="2058798"/>
            <a:ext cx="36421" cy="1507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39" name="C5-E18 line 537" descr="sci-ppt:o537"/>
          <p:cNvCxnSpPr/>
          <p:nvPr/>
        </p:nvCxnSpPr>
        <p:spPr>
          <a:xfrm>
            <a:off x="3264761" y="2073876"/>
            <a:ext cx="36422" cy="150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0" name="C5-E18 line 538" descr="sci-ppt:o538"/>
          <p:cNvCxnSpPr/>
          <p:nvPr/>
        </p:nvCxnSpPr>
        <p:spPr>
          <a:xfrm>
            <a:off x="3301183" y="2088927"/>
            <a:ext cx="36422" cy="150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1" name="C5-E18 line 539" descr="sci-ppt:o539"/>
          <p:cNvCxnSpPr/>
          <p:nvPr/>
        </p:nvCxnSpPr>
        <p:spPr>
          <a:xfrm>
            <a:off x="3337605" y="2103950"/>
            <a:ext cx="36422" cy="1499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2" name="C5-E18 line 540" descr="sci-ppt:o540"/>
          <p:cNvCxnSpPr/>
          <p:nvPr/>
        </p:nvCxnSpPr>
        <p:spPr>
          <a:xfrm>
            <a:off x="3374027" y="2118946"/>
            <a:ext cx="36421" cy="1496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3" name="C5-E18 line 541" descr="sci-ppt:o541"/>
          <p:cNvCxnSpPr/>
          <p:nvPr/>
        </p:nvCxnSpPr>
        <p:spPr>
          <a:xfrm>
            <a:off x="3410448" y="2133913"/>
            <a:ext cx="36422" cy="149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4" name="C5-E18 line 542" descr="sci-ppt:o542"/>
          <p:cNvCxnSpPr/>
          <p:nvPr/>
        </p:nvCxnSpPr>
        <p:spPr>
          <a:xfrm>
            <a:off x="3446870" y="2148852"/>
            <a:ext cx="36422" cy="1491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5" name="C5-E18 line 543" descr="sci-ppt:o543"/>
          <p:cNvCxnSpPr/>
          <p:nvPr/>
        </p:nvCxnSpPr>
        <p:spPr>
          <a:xfrm>
            <a:off x="3483292" y="2163764"/>
            <a:ext cx="36422" cy="1488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6" name="C5-E18 line 544" descr="sci-ppt:o544"/>
          <p:cNvCxnSpPr/>
          <p:nvPr/>
        </p:nvCxnSpPr>
        <p:spPr>
          <a:xfrm>
            <a:off x="3519714" y="2178648"/>
            <a:ext cx="36422" cy="148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7" name="C5-E18 line 545" descr="sci-ppt:o545"/>
          <p:cNvCxnSpPr/>
          <p:nvPr/>
        </p:nvCxnSpPr>
        <p:spPr>
          <a:xfrm>
            <a:off x="3556136" y="2193506"/>
            <a:ext cx="36421" cy="1483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8" name="C5-E18 line 546" descr="sci-ppt:o546"/>
          <p:cNvCxnSpPr/>
          <p:nvPr/>
        </p:nvCxnSpPr>
        <p:spPr>
          <a:xfrm>
            <a:off x="3592557" y="2208337"/>
            <a:ext cx="36422" cy="1480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49" name="C5-E18 line 547" descr="sci-ppt:o547"/>
          <p:cNvCxnSpPr/>
          <p:nvPr/>
        </p:nvCxnSpPr>
        <p:spPr>
          <a:xfrm>
            <a:off x="3628979" y="2223143"/>
            <a:ext cx="36422" cy="1478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0" name="C5-E18 line 548" descr="sci-ppt:o548"/>
          <p:cNvCxnSpPr/>
          <p:nvPr/>
        </p:nvCxnSpPr>
        <p:spPr>
          <a:xfrm>
            <a:off x="3665401" y="2237924"/>
            <a:ext cx="36422" cy="147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1" name="C5-E18 line 549" descr="sci-ppt:o549"/>
          <p:cNvCxnSpPr/>
          <p:nvPr/>
        </p:nvCxnSpPr>
        <p:spPr>
          <a:xfrm>
            <a:off x="3701823" y="2252680"/>
            <a:ext cx="36422" cy="1473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2" name="C5-E18 line 550" descr="sci-ppt:o550"/>
          <p:cNvCxnSpPr/>
          <p:nvPr/>
        </p:nvCxnSpPr>
        <p:spPr>
          <a:xfrm>
            <a:off x="3738245" y="2267412"/>
            <a:ext cx="36421" cy="147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3" name="C5-E18 line 551" descr="sci-ppt:o551"/>
          <p:cNvCxnSpPr/>
          <p:nvPr/>
        </p:nvCxnSpPr>
        <p:spPr>
          <a:xfrm>
            <a:off x="3774666" y="2282117"/>
            <a:ext cx="36422" cy="1468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4" name="C5-E18 line 552" descr="sci-ppt:o552"/>
          <p:cNvCxnSpPr/>
          <p:nvPr/>
        </p:nvCxnSpPr>
        <p:spPr>
          <a:xfrm>
            <a:off x="3811088" y="2296797"/>
            <a:ext cx="36422" cy="1465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5" name="C5-E18 line 553" descr="sci-ppt:o553"/>
          <p:cNvCxnSpPr/>
          <p:nvPr/>
        </p:nvCxnSpPr>
        <p:spPr>
          <a:xfrm>
            <a:off x="3847510" y="2311447"/>
            <a:ext cx="36422" cy="1462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6" name="C5-E18 line 554" descr="sci-ppt:o554"/>
          <p:cNvCxnSpPr/>
          <p:nvPr/>
        </p:nvCxnSpPr>
        <p:spPr>
          <a:xfrm>
            <a:off x="3883932" y="2326069"/>
            <a:ext cx="36421" cy="1459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7" name="C5-E18 line 555" descr="sci-ppt:o555"/>
          <p:cNvCxnSpPr/>
          <p:nvPr/>
        </p:nvCxnSpPr>
        <p:spPr>
          <a:xfrm>
            <a:off x="3920353" y="2340660"/>
            <a:ext cx="36422" cy="145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8" name="C5-E18 line 556" descr="sci-ppt:o556"/>
          <p:cNvCxnSpPr/>
          <p:nvPr/>
        </p:nvCxnSpPr>
        <p:spPr>
          <a:xfrm>
            <a:off x="3956775" y="2355221"/>
            <a:ext cx="36422" cy="1452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59" name="C5-E18 line 557" descr="sci-ppt:o557"/>
          <p:cNvCxnSpPr/>
          <p:nvPr/>
        </p:nvCxnSpPr>
        <p:spPr>
          <a:xfrm>
            <a:off x="3993197" y="2369747"/>
            <a:ext cx="36422" cy="1449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0" name="C5-E18 line 558" descr="sci-ppt:o558"/>
          <p:cNvCxnSpPr/>
          <p:nvPr/>
        </p:nvCxnSpPr>
        <p:spPr>
          <a:xfrm>
            <a:off x="4029619" y="2384239"/>
            <a:ext cx="36422" cy="1445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1" name="C5-E18 line 559" descr="sci-ppt:o559"/>
          <p:cNvCxnSpPr/>
          <p:nvPr/>
        </p:nvCxnSpPr>
        <p:spPr>
          <a:xfrm>
            <a:off x="4066041" y="2398694"/>
            <a:ext cx="36421" cy="144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2" name="C5-E18 line 560" descr="sci-ppt:o560"/>
          <p:cNvCxnSpPr/>
          <p:nvPr/>
        </p:nvCxnSpPr>
        <p:spPr>
          <a:xfrm>
            <a:off x="4102462" y="2413111"/>
            <a:ext cx="36422" cy="143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3" name="C5-E18 line 561" descr="sci-ppt:o561"/>
          <p:cNvCxnSpPr/>
          <p:nvPr/>
        </p:nvCxnSpPr>
        <p:spPr>
          <a:xfrm>
            <a:off x="4138884" y="2427490"/>
            <a:ext cx="36422" cy="1433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4" name="C5-E18 line 562" descr="sci-ppt:o562"/>
          <p:cNvCxnSpPr/>
          <p:nvPr/>
        </p:nvCxnSpPr>
        <p:spPr>
          <a:xfrm>
            <a:off x="4175306" y="2441829"/>
            <a:ext cx="36422" cy="1429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5" name="C5-E18 line 563" descr="sci-ppt:o563"/>
          <p:cNvCxnSpPr/>
          <p:nvPr/>
        </p:nvCxnSpPr>
        <p:spPr>
          <a:xfrm>
            <a:off x="4211728" y="2456128"/>
            <a:ext cx="36422" cy="142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6" name="C5-E18 line 564" descr="sci-ppt:o564"/>
          <p:cNvCxnSpPr/>
          <p:nvPr/>
        </p:nvCxnSpPr>
        <p:spPr>
          <a:xfrm>
            <a:off x="4248150" y="2470386"/>
            <a:ext cx="36421" cy="142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7" name="C5-E18 line 565" descr="sci-ppt:o565"/>
          <p:cNvCxnSpPr/>
          <p:nvPr/>
        </p:nvCxnSpPr>
        <p:spPr>
          <a:xfrm>
            <a:off x="4284571" y="2484603"/>
            <a:ext cx="36422" cy="1417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8" name="C5-E18 line 566" descr="sci-ppt:o566"/>
          <p:cNvCxnSpPr/>
          <p:nvPr/>
        </p:nvCxnSpPr>
        <p:spPr>
          <a:xfrm>
            <a:off x="4320993" y="2498781"/>
            <a:ext cx="36422" cy="141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69" name="C5-E18 line 567" descr="sci-ppt:o567"/>
          <p:cNvCxnSpPr/>
          <p:nvPr/>
        </p:nvCxnSpPr>
        <p:spPr>
          <a:xfrm>
            <a:off x="4357415" y="2512922"/>
            <a:ext cx="36422" cy="1410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0" name="C5-E18 line 568" descr="sci-ppt:o568"/>
          <p:cNvCxnSpPr/>
          <p:nvPr/>
        </p:nvCxnSpPr>
        <p:spPr>
          <a:xfrm>
            <a:off x="4393837" y="2527027"/>
            <a:ext cx="36421" cy="140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1" name="C5-E18 line 569" descr="sci-ppt:o569"/>
          <p:cNvCxnSpPr/>
          <p:nvPr/>
        </p:nvCxnSpPr>
        <p:spPr>
          <a:xfrm>
            <a:off x="4430258" y="2541104"/>
            <a:ext cx="36422" cy="1405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2" name="C5-E18 line 570" descr="sci-ppt:o570"/>
          <p:cNvCxnSpPr/>
          <p:nvPr/>
        </p:nvCxnSpPr>
        <p:spPr>
          <a:xfrm>
            <a:off x="4466680" y="2555156"/>
            <a:ext cx="36422" cy="1403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3" name="C5-E18 line 571" descr="sci-ppt:o571"/>
          <p:cNvCxnSpPr/>
          <p:nvPr/>
        </p:nvCxnSpPr>
        <p:spPr>
          <a:xfrm>
            <a:off x="4503102" y="2569193"/>
            <a:ext cx="36422" cy="140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4" name="C5-E18 line 572" descr="sci-ppt:o572"/>
          <p:cNvCxnSpPr/>
          <p:nvPr/>
        </p:nvCxnSpPr>
        <p:spPr>
          <a:xfrm>
            <a:off x="4539524" y="2583223"/>
            <a:ext cx="36422" cy="1403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5" name="C5-E18 line 573" descr="sci-ppt:o573"/>
          <p:cNvCxnSpPr/>
          <p:nvPr/>
        </p:nvCxnSpPr>
        <p:spPr>
          <a:xfrm>
            <a:off x="4575946" y="2597257"/>
            <a:ext cx="36421" cy="1405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6" name="C5-E18 line 574" descr="sci-ppt:o574"/>
          <p:cNvCxnSpPr/>
          <p:nvPr/>
        </p:nvCxnSpPr>
        <p:spPr>
          <a:xfrm>
            <a:off x="4612367" y="2611308"/>
            <a:ext cx="36422" cy="140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7" name="C5-E18 line 575" descr="sci-ppt:o575"/>
          <p:cNvCxnSpPr/>
          <p:nvPr/>
        </p:nvCxnSpPr>
        <p:spPr>
          <a:xfrm>
            <a:off x="4648789" y="2625387"/>
            <a:ext cx="36422" cy="141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8" name="C5-E18 line 576" descr="sci-ppt:o576"/>
          <p:cNvCxnSpPr/>
          <p:nvPr/>
        </p:nvCxnSpPr>
        <p:spPr>
          <a:xfrm>
            <a:off x="4685211" y="2639510"/>
            <a:ext cx="36422" cy="141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79" name="C5-E18 line 577" descr="sci-ppt:o577"/>
          <p:cNvCxnSpPr/>
          <p:nvPr/>
        </p:nvCxnSpPr>
        <p:spPr>
          <a:xfrm>
            <a:off x="4721633" y="2653684"/>
            <a:ext cx="36422" cy="1424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0" name="C5-E18 line 578" descr="sci-ppt:o578"/>
          <p:cNvCxnSpPr/>
          <p:nvPr/>
        </p:nvCxnSpPr>
        <p:spPr>
          <a:xfrm>
            <a:off x="4758055" y="2667926"/>
            <a:ext cx="36421" cy="1431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1" name="C5-E18 line 579" descr="sci-ppt:o579"/>
          <p:cNvCxnSpPr/>
          <p:nvPr/>
        </p:nvCxnSpPr>
        <p:spPr>
          <a:xfrm>
            <a:off x="4794476" y="2682236"/>
            <a:ext cx="36422" cy="1439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2" name="C5-E18 line 580" descr="sci-ppt:o580"/>
          <p:cNvCxnSpPr/>
          <p:nvPr/>
        </p:nvCxnSpPr>
        <p:spPr>
          <a:xfrm>
            <a:off x="4830898" y="2696627"/>
            <a:ext cx="36422" cy="1446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3" name="C5-E18 line 581" descr="sci-ppt:o581"/>
          <p:cNvCxnSpPr/>
          <p:nvPr/>
        </p:nvCxnSpPr>
        <p:spPr>
          <a:xfrm>
            <a:off x="4867320" y="2711092"/>
            <a:ext cx="36422" cy="1454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4" name="C5-E18 line 582" descr="sci-ppt:o582"/>
          <p:cNvCxnSpPr/>
          <p:nvPr/>
        </p:nvCxnSpPr>
        <p:spPr>
          <a:xfrm>
            <a:off x="4903742" y="2725633"/>
            <a:ext cx="36421" cy="1460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5" name="C5-E18 line 583" descr="sci-ppt:o583"/>
          <p:cNvCxnSpPr/>
          <p:nvPr/>
        </p:nvCxnSpPr>
        <p:spPr>
          <a:xfrm>
            <a:off x="4940163" y="2740239"/>
            <a:ext cx="36422" cy="14656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6" name="C5-E18 line 584" descr="sci-ppt:o584"/>
          <p:cNvCxnSpPr/>
          <p:nvPr/>
        </p:nvCxnSpPr>
        <p:spPr>
          <a:xfrm>
            <a:off x="4976585" y="2754895"/>
            <a:ext cx="36422" cy="1469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7" name="C5-E18 line 585" descr="sci-ppt:o585"/>
          <p:cNvCxnSpPr/>
          <p:nvPr/>
        </p:nvCxnSpPr>
        <p:spPr>
          <a:xfrm>
            <a:off x="5013007" y="2769590"/>
            <a:ext cx="36422" cy="1470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8" name="C5-E18 line 586" descr="sci-ppt:o586"/>
          <p:cNvCxnSpPr/>
          <p:nvPr/>
        </p:nvCxnSpPr>
        <p:spPr>
          <a:xfrm>
            <a:off x="5049429" y="2784293"/>
            <a:ext cx="36422" cy="1470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89" name="C5-E18 line 587" descr="sci-ppt:o587"/>
          <p:cNvCxnSpPr/>
          <p:nvPr/>
        </p:nvCxnSpPr>
        <p:spPr>
          <a:xfrm>
            <a:off x="5085851" y="2798997"/>
            <a:ext cx="36421" cy="146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0" name="C5-E18 line 588" descr="sci-ppt:o588"/>
          <p:cNvCxnSpPr/>
          <p:nvPr/>
        </p:nvCxnSpPr>
        <p:spPr>
          <a:xfrm>
            <a:off x="5122272" y="2813658"/>
            <a:ext cx="36422" cy="1461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1" name="C5-E18 line 589" descr="sci-ppt:o589"/>
          <p:cNvCxnSpPr/>
          <p:nvPr/>
        </p:nvCxnSpPr>
        <p:spPr>
          <a:xfrm>
            <a:off x="5158694" y="2828276"/>
            <a:ext cx="36422" cy="1452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2" name="C5-E18 line 590" descr="sci-ppt:o590"/>
          <p:cNvCxnSpPr/>
          <p:nvPr/>
        </p:nvCxnSpPr>
        <p:spPr>
          <a:xfrm>
            <a:off x="5195116" y="2842805"/>
            <a:ext cx="36422" cy="1444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3" name="C5-E18 line 591" descr="sci-ppt:o591"/>
          <p:cNvCxnSpPr/>
          <p:nvPr/>
        </p:nvCxnSpPr>
        <p:spPr>
          <a:xfrm>
            <a:off x="5231538" y="2857253"/>
            <a:ext cx="36422" cy="143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4" name="C5-E18 line 592" descr="sci-ppt:o592"/>
          <p:cNvCxnSpPr/>
          <p:nvPr/>
        </p:nvCxnSpPr>
        <p:spPr>
          <a:xfrm>
            <a:off x="5267960" y="2871583"/>
            <a:ext cx="36421" cy="1422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5" name="C5-E18 line 593" descr="sci-ppt:o593"/>
          <p:cNvCxnSpPr/>
          <p:nvPr/>
        </p:nvCxnSpPr>
        <p:spPr>
          <a:xfrm>
            <a:off x="5304381" y="2885805"/>
            <a:ext cx="36422" cy="1409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6" name="C5-E18 line 594" descr="sci-ppt:o594"/>
          <p:cNvCxnSpPr/>
          <p:nvPr/>
        </p:nvCxnSpPr>
        <p:spPr>
          <a:xfrm>
            <a:off x="5340803" y="2899903"/>
            <a:ext cx="36422" cy="1398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7" name="C5-E18 line 595" descr="sci-ppt:o595"/>
          <p:cNvCxnSpPr/>
          <p:nvPr/>
        </p:nvCxnSpPr>
        <p:spPr>
          <a:xfrm>
            <a:off x="5377225" y="2913886"/>
            <a:ext cx="36422" cy="1387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8" name="C5-E18 line 596" descr="sci-ppt:o596"/>
          <p:cNvCxnSpPr/>
          <p:nvPr/>
        </p:nvCxnSpPr>
        <p:spPr>
          <a:xfrm>
            <a:off x="5413647" y="2927760"/>
            <a:ext cx="36421" cy="1377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599" name="C5-E18 line 597" descr="sci-ppt:o597"/>
          <p:cNvCxnSpPr/>
          <p:nvPr/>
        </p:nvCxnSpPr>
        <p:spPr>
          <a:xfrm>
            <a:off x="5450068" y="2941530"/>
            <a:ext cx="36422" cy="1369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0" name="C5-E18 line 598" descr="sci-ppt:o598"/>
          <p:cNvCxnSpPr/>
          <p:nvPr/>
        </p:nvCxnSpPr>
        <p:spPr>
          <a:xfrm>
            <a:off x="5486490" y="2955224"/>
            <a:ext cx="36422" cy="1361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1" name="C5-E18 line 599" descr="sci-ppt:o599"/>
          <p:cNvCxnSpPr/>
          <p:nvPr/>
        </p:nvCxnSpPr>
        <p:spPr>
          <a:xfrm>
            <a:off x="5522912" y="2968836"/>
            <a:ext cx="36422" cy="1356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2" name="C5-E18 line 600" descr="sci-ppt:o600"/>
          <p:cNvCxnSpPr/>
          <p:nvPr/>
        </p:nvCxnSpPr>
        <p:spPr>
          <a:xfrm>
            <a:off x="5559334" y="2982405"/>
            <a:ext cx="36422" cy="1351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3" name="C5-E18 line 601" descr="sci-ppt:o601"/>
          <p:cNvCxnSpPr/>
          <p:nvPr/>
        </p:nvCxnSpPr>
        <p:spPr>
          <a:xfrm>
            <a:off x="5595756" y="2995922"/>
            <a:ext cx="36421" cy="1349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4" name="C5-E18 line 602" descr="sci-ppt:o602"/>
          <p:cNvCxnSpPr/>
          <p:nvPr/>
        </p:nvCxnSpPr>
        <p:spPr>
          <a:xfrm>
            <a:off x="5632177" y="3009420"/>
            <a:ext cx="36422" cy="1346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5" name="C5-E18 line 603" descr="sci-ppt:o603"/>
          <p:cNvCxnSpPr/>
          <p:nvPr/>
        </p:nvCxnSpPr>
        <p:spPr>
          <a:xfrm>
            <a:off x="5668599" y="3022889"/>
            <a:ext cx="36422" cy="1345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6" name="C5-E18 line 604" descr="sci-ppt:o604"/>
          <p:cNvCxnSpPr/>
          <p:nvPr/>
        </p:nvCxnSpPr>
        <p:spPr>
          <a:xfrm>
            <a:off x="5705021" y="3036347"/>
            <a:ext cx="36422" cy="1344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7" name="C5-E18 line 605" descr="sci-ppt:o605"/>
          <p:cNvCxnSpPr/>
          <p:nvPr/>
        </p:nvCxnSpPr>
        <p:spPr>
          <a:xfrm>
            <a:off x="5741443" y="3049787"/>
            <a:ext cx="36422" cy="1342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8" name="C5-E18 line 606" descr="sci-ppt:o606"/>
          <p:cNvCxnSpPr/>
          <p:nvPr/>
        </p:nvCxnSpPr>
        <p:spPr>
          <a:xfrm>
            <a:off x="5777865" y="3063208"/>
            <a:ext cx="36421" cy="1340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09" name="C5-E18 line 607" descr="sci-ppt:o607"/>
          <p:cNvCxnSpPr/>
          <p:nvPr/>
        </p:nvCxnSpPr>
        <p:spPr>
          <a:xfrm>
            <a:off x="5814286" y="3076608"/>
            <a:ext cx="36422" cy="133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0" name="C5-E18 line 608" descr="sci-ppt:o608"/>
          <p:cNvCxnSpPr/>
          <p:nvPr/>
        </p:nvCxnSpPr>
        <p:spPr>
          <a:xfrm>
            <a:off x="5850708" y="3089968"/>
            <a:ext cx="36422" cy="13325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1" name="C5-E18 line 609" descr="sci-ppt:o609"/>
          <p:cNvCxnSpPr/>
          <p:nvPr/>
        </p:nvCxnSpPr>
        <p:spPr>
          <a:xfrm>
            <a:off x="5887130" y="3103293"/>
            <a:ext cx="36422" cy="132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2" name="C5-E18 line 610" descr="sci-ppt:o610"/>
          <p:cNvCxnSpPr/>
          <p:nvPr/>
        </p:nvCxnSpPr>
        <p:spPr>
          <a:xfrm>
            <a:off x="5923552" y="3116555"/>
            <a:ext cx="36421" cy="1320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3" name="C5-E18 line 611" descr="sci-ppt:o611"/>
          <p:cNvCxnSpPr/>
          <p:nvPr/>
        </p:nvCxnSpPr>
        <p:spPr>
          <a:xfrm>
            <a:off x="5959973" y="3129763"/>
            <a:ext cx="36422" cy="1313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4" name="C5-E18 line 612" descr="sci-ppt:o612"/>
          <p:cNvCxnSpPr/>
          <p:nvPr/>
        </p:nvCxnSpPr>
        <p:spPr>
          <a:xfrm>
            <a:off x="5996395" y="3142893"/>
            <a:ext cx="36422" cy="130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5" name="C5-E18 line 613" descr="sci-ppt:o613"/>
          <p:cNvCxnSpPr/>
          <p:nvPr/>
        </p:nvCxnSpPr>
        <p:spPr>
          <a:xfrm>
            <a:off x="6032817" y="3155953"/>
            <a:ext cx="36422" cy="1297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6" name="C5-E18 line 614" descr="sci-ppt:o614"/>
          <p:cNvCxnSpPr/>
          <p:nvPr/>
        </p:nvCxnSpPr>
        <p:spPr>
          <a:xfrm>
            <a:off x="6069239" y="3168932"/>
            <a:ext cx="36422" cy="1290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7" name="C5-E18 line 615" descr="sci-ppt:o615"/>
          <p:cNvCxnSpPr/>
          <p:nvPr/>
        </p:nvCxnSpPr>
        <p:spPr>
          <a:xfrm>
            <a:off x="6105661" y="3181833"/>
            <a:ext cx="36421" cy="1283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8" name="C5-E18 line 616" descr="sci-ppt:o616"/>
          <p:cNvCxnSpPr/>
          <p:nvPr/>
        </p:nvCxnSpPr>
        <p:spPr>
          <a:xfrm>
            <a:off x="6142082" y="3194664"/>
            <a:ext cx="36422" cy="12759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19" name="C5-E18 line 617" descr="sci-ppt:o617"/>
          <p:cNvCxnSpPr/>
          <p:nvPr/>
        </p:nvCxnSpPr>
        <p:spPr>
          <a:xfrm>
            <a:off x="6178504" y="3207423"/>
            <a:ext cx="36422" cy="1270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0" name="C5-E18 line 618" descr="sci-ppt:o618"/>
          <p:cNvCxnSpPr/>
          <p:nvPr/>
        </p:nvCxnSpPr>
        <p:spPr>
          <a:xfrm>
            <a:off x="6214926" y="3220131"/>
            <a:ext cx="36422" cy="1265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1" name="C5-E18 line 619" descr="sci-ppt:o619"/>
          <p:cNvCxnSpPr/>
          <p:nvPr/>
        </p:nvCxnSpPr>
        <p:spPr>
          <a:xfrm>
            <a:off x="6251348" y="3232783"/>
            <a:ext cx="36422" cy="1262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2" name="C5-E18 line 620" descr="sci-ppt:o620"/>
          <p:cNvCxnSpPr/>
          <p:nvPr/>
        </p:nvCxnSpPr>
        <p:spPr>
          <a:xfrm>
            <a:off x="6287770" y="3245406"/>
            <a:ext cx="36421" cy="12588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3" name="C5-E18 line 621" descr="sci-ppt:o621"/>
          <p:cNvCxnSpPr/>
          <p:nvPr/>
        </p:nvCxnSpPr>
        <p:spPr>
          <a:xfrm>
            <a:off x="6324191" y="3257994"/>
            <a:ext cx="36422" cy="1257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4" name="C5-E18 line 622" descr="sci-ppt:o622"/>
          <p:cNvCxnSpPr/>
          <p:nvPr/>
        </p:nvCxnSpPr>
        <p:spPr>
          <a:xfrm>
            <a:off x="6360613" y="3270571"/>
            <a:ext cx="36422" cy="12563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5" name="C5-E18 line 623" descr="sci-ppt:o623"/>
          <p:cNvCxnSpPr/>
          <p:nvPr/>
        </p:nvCxnSpPr>
        <p:spPr>
          <a:xfrm>
            <a:off x="6397035" y="3283134"/>
            <a:ext cx="36422" cy="125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6" name="C5-E18 line 624" descr="sci-ppt:o624"/>
          <p:cNvCxnSpPr/>
          <p:nvPr/>
        </p:nvCxnSpPr>
        <p:spPr>
          <a:xfrm>
            <a:off x="6433457" y="3295696"/>
            <a:ext cx="36421" cy="12560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7" name="C5-E18 line 625" descr="sci-ppt:o625"/>
          <p:cNvCxnSpPr/>
          <p:nvPr/>
        </p:nvCxnSpPr>
        <p:spPr>
          <a:xfrm>
            <a:off x="6469878" y="3308256"/>
            <a:ext cx="36422" cy="12562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8" name="C5-E18 line 626" descr="sci-ppt:o626"/>
          <p:cNvCxnSpPr/>
          <p:nvPr/>
        </p:nvCxnSpPr>
        <p:spPr>
          <a:xfrm>
            <a:off x="6506300" y="3320818"/>
            <a:ext cx="36422" cy="12564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29" name="C5-E18 line 627" descr="sci-ppt:o627"/>
          <p:cNvCxnSpPr/>
          <p:nvPr/>
        </p:nvCxnSpPr>
        <p:spPr>
          <a:xfrm>
            <a:off x="6542722" y="3333382"/>
            <a:ext cx="36422" cy="12561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0" name="C5-E18 line 628" descr="sci-ppt:o628"/>
          <p:cNvCxnSpPr/>
          <p:nvPr/>
        </p:nvCxnSpPr>
        <p:spPr>
          <a:xfrm>
            <a:off x="6579144" y="3345943"/>
            <a:ext cx="36422" cy="1255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1" name="C5-E18 line 629" descr="sci-ppt:o629"/>
          <p:cNvCxnSpPr/>
          <p:nvPr/>
        </p:nvCxnSpPr>
        <p:spPr>
          <a:xfrm>
            <a:off x="6615566" y="3358500"/>
            <a:ext cx="36421" cy="12547"/>
          </a:xfrm>
          <a:prstGeom prst="line">
            <a:avLst/>
          </a:prstGeom>
          <a:ln w="22860">
            <a:solidFill>
              <a:srgbClr val="7FC8F8"/>
            </a:solidFill>
          </a:ln>
          <a:effectLst/>
        </p:spPr>
      </p:cxnSp>
      <p:cxnSp>
        <p:nvCxnSpPr>
          <p:cNvPr id="632" name="C5-E18 line 630" descr="sci-ppt:o630"/>
          <p:cNvCxnSpPr/>
          <p:nvPr/>
        </p:nvCxnSpPr>
        <p:spPr>
          <a:xfrm flipV="1">
            <a:off x="1188720" y="4521629"/>
            <a:ext cx="36421" cy="5949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3" name="C5-E18 line 631" descr="sci-ppt:o631"/>
          <p:cNvCxnSpPr/>
          <p:nvPr/>
        </p:nvCxnSpPr>
        <p:spPr>
          <a:xfrm flipV="1">
            <a:off x="1225141" y="3935904"/>
            <a:ext cx="36422" cy="5857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4" name="C5-E18 line 632" descr="sci-ppt:o632"/>
          <p:cNvCxnSpPr/>
          <p:nvPr/>
        </p:nvCxnSpPr>
        <p:spPr>
          <a:xfrm flipV="1">
            <a:off x="1261563" y="3394971"/>
            <a:ext cx="36422" cy="54093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5" name="C5-E18 line 633" descr="sci-ppt:o633"/>
          <p:cNvCxnSpPr/>
          <p:nvPr/>
        </p:nvCxnSpPr>
        <p:spPr>
          <a:xfrm flipV="1">
            <a:off x="1297985" y="2921430"/>
            <a:ext cx="36422" cy="4735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6" name="C5-E18 line 634" descr="sci-ppt:o634"/>
          <p:cNvCxnSpPr/>
          <p:nvPr/>
        </p:nvCxnSpPr>
        <p:spPr>
          <a:xfrm flipV="1">
            <a:off x="1334407" y="2524620"/>
            <a:ext cx="36421" cy="39681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7" name="C5-E18 line 635" descr="sci-ppt:o635"/>
          <p:cNvCxnSpPr/>
          <p:nvPr/>
        </p:nvCxnSpPr>
        <p:spPr>
          <a:xfrm flipV="1">
            <a:off x="1370828" y="2207393"/>
            <a:ext cx="36422" cy="3172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8" name="C5-E18 line 636" descr="sci-ppt:o636"/>
          <p:cNvCxnSpPr/>
          <p:nvPr/>
        </p:nvCxnSpPr>
        <p:spPr>
          <a:xfrm flipV="1">
            <a:off x="1407250" y="1964652"/>
            <a:ext cx="36422" cy="2427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39" name="C5-E18 line 637" descr="sci-ppt:o637"/>
          <p:cNvCxnSpPr/>
          <p:nvPr/>
        </p:nvCxnSpPr>
        <p:spPr>
          <a:xfrm flipV="1">
            <a:off x="1443672" y="1785970"/>
            <a:ext cx="36422" cy="17868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0" name="C5-E18 line 638" descr="sci-ppt:o638"/>
          <p:cNvCxnSpPr/>
          <p:nvPr/>
        </p:nvCxnSpPr>
        <p:spPr>
          <a:xfrm flipV="1">
            <a:off x="1480094" y="1659651"/>
            <a:ext cx="36422" cy="12631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1" name="C5-E18 line 639" descr="sci-ppt:o639"/>
          <p:cNvCxnSpPr/>
          <p:nvPr/>
        </p:nvCxnSpPr>
        <p:spPr>
          <a:xfrm flipV="1">
            <a:off x="1516516" y="1573926"/>
            <a:ext cx="36421" cy="857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2" name="C5-E18 line 640" descr="sci-ppt:o640"/>
          <p:cNvCxnSpPr/>
          <p:nvPr/>
        </p:nvCxnSpPr>
        <p:spPr>
          <a:xfrm flipV="1">
            <a:off x="1552937" y="1518450"/>
            <a:ext cx="36422" cy="554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3" name="C5-E18 line 641" descr="sci-ppt:o641"/>
          <p:cNvCxnSpPr/>
          <p:nvPr/>
        </p:nvCxnSpPr>
        <p:spPr>
          <a:xfrm flipV="1">
            <a:off x="1589359" y="1484840"/>
            <a:ext cx="36422" cy="3361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4" name="C5-E18 line 642" descr="sci-ppt:o642"/>
          <p:cNvCxnSpPr/>
          <p:nvPr/>
        </p:nvCxnSpPr>
        <p:spPr>
          <a:xfrm flipV="1">
            <a:off x="1625781" y="1466698"/>
            <a:ext cx="36422" cy="1814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5" name="C5-E18 line 643" descr="sci-ppt:o643"/>
          <p:cNvCxnSpPr/>
          <p:nvPr/>
        </p:nvCxnSpPr>
        <p:spPr>
          <a:xfrm flipV="1">
            <a:off x="1662203" y="1459336"/>
            <a:ext cx="36422" cy="736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6" name="C5-E18 line 644" descr="sci-ppt:o644"/>
          <p:cNvCxnSpPr/>
          <p:nvPr/>
        </p:nvCxnSpPr>
        <p:spPr>
          <a:xfrm>
            <a:off x="1698625" y="1459336"/>
            <a:ext cx="36421" cy="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7" name="C5-E18 line 645" descr="sci-ppt:o645"/>
          <p:cNvCxnSpPr/>
          <p:nvPr/>
        </p:nvCxnSpPr>
        <p:spPr>
          <a:xfrm>
            <a:off x="1735046" y="1459424"/>
            <a:ext cx="36422" cy="52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8" name="C5-E18 line 646" descr="sci-ppt:o646"/>
          <p:cNvCxnSpPr/>
          <p:nvPr/>
        </p:nvCxnSpPr>
        <p:spPr>
          <a:xfrm>
            <a:off x="1771468" y="1464632"/>
            <a:ext cx="36422" cy="86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49" name="C5-E18 line 647" descr="sci-ppt:o647"/>
          <p:cNvCxnSpPr/>
          <p:nvPr/>
        </p:nvCxnSpPr>
        <p:spPr>
          <a:xfrm>
            <a:off x="1807890" y="1473302"/>
            <a:ext cx="36422" cy="1108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0" name="C5-E18 line 648" descr="sci-ppt:o648"/>
          <p:cNvCxnSpPr/>
          <p:nvPr/>
        </p:nvCxnSpPr>
        <p:spPr>
          <a:xfrm>
            <a:off x="1844312" y="1484388"/>
            <a:ext cx="36421" cy="12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1" name="C5-E18 line 649" descr="sci-ppt:o649"/>
          <p:cNvCxnSpPr/>
          <p:nvPr/>
        </p:nvCxnSpPr>
        <p:spPr>
          <a:xfrm>
            <a:off x="1880733" y="1497117"/>
            <a:ext cx="36422" cy="138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2" name="C5-E18 line 650" descr="sci-ppt:o650"/>
          <p:cNvCxnSpPr/>
          <p:nvPr/>
        </p:nvCxnSpPr>
        <p:spPr>
          <a:xfrm>
            <a:off x="1917155" y="1510952"/>
            <a:ext cx="36422" cy="145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3" name="C5-E18 line 651" descr="sci-ppt:o651"/>
          <p:cNvCxnSpPr/>
          <p:nvPr/>
        </p:nvCxnSpPr>
        <p:spPr>
          <a:xfrm>
            <a:off x="1953577" y="1525522"/>
            <a:ext cx="36422" cy="1505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4" name="C5-E18 line 652" descr="sci-ppt:o652"/>
          <p:cNvCxnSpPr/>
          <p:nvPr/>
        </p:nvCxnSpPr>
        <p:spPr>
          <a:xfrm>
            <a:off x="1989999" y="1540577"/>
            <a:ext cx="36422" cy="153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5" name="C5-E18 line 653" descr="sci-ppt:o653"/>
          <p:cNvCxnSpPr/>
          <p:nvPr/>
        </p:nvCxnSpPr>
        <p:spPr>
          <a:xfrm>
            <a:off x="2026421" y="1555950"/>
            <a:ext cx="36421" cy="155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6" name="C5-E18 line 654" descr="sci-ppt:o654"/>
          <p:cNvCxnSpPr/>
          <p:nvPr/>
        </p:nvCxnSpPr>
        <p:spPr>
          <a:xfrm>
            <a:off x="2062842" y="1571526"/>
            <a:ext cx="36422" cy="1570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7" name="C5-E18 line 655" descr="sci-ppt:o655"/>
          <p:cNvCxnSpPr/>
          <p:nvPr/>
        </p:nvCxnSpPr>
        <p:spPr>
          <a:xfrm>
            <a:off x="2099264" y="1587231"/>
            <a:ext cx="36422" cy="1577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8" name="C5-E18 line 656" descr="sci-ppt:o656"/>
          <p:cNvCxnSpPr/>
          <p:nvPr/>
        </p:nvCxnSpPr>
        <p:spPr>
          <a:xfrm>
            <a:off x="2135686" y="1603009"/>
            <a:ext cx="36422" cy="1581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59" name="C5-E18 line 657" descr="sci-ppt:o657"/>
          <p:cNvCxnSpPr/>
          <p:nvPr/>
        </p:nvCxnSpPr>
        <p:spPr>
          <a:xfrm>
            <a:off x="2172108" y="1618825"/>
            <a:ext cx="36422" cy="158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0" name="C5-E18 line 658" descr="sci-ppt:o658"/>
          <p:cNvCxnSpPr/>
          <p:nvPr/>
        </p:nvCxnSpPr>
        <p:spPr>
          <a:xfrm>
            <a:off x="2208530" y="1634650"/>
            <a:ext cx="36421" cy="158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1" name="C5-E18 line 659" descr="sci-ppt:o659"/>
          <p:cNvCxnSpPr/>
          <p:nvPr/>
        </p:nvCxnSpPr>
        <p:spPr>
          <a:xfrm>
            <a:off x="2244951" y="1650464"/>
            <a:ext cx="36422" cy="157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2" name="C5-E18 line 660" descr="sci-ppt:o660"/>
          <p:cNvCxnSpPr/>
          <p:nvPr/>
        </p:nvCxnSpPr>
        <p:spPr>
          <a:xfrm>
            <a:off x="2281373" y="1666252"/>
            <a:ext cx="36422" cy="157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3" name="C5-E18 line 661" descr="sci-ppt:o661"/>
          <p:cNvCxnSpPr/>
          <p:nvPr/>
        </p:nvCxnSpPr>
        <p:spPr>
          <a:xfrm>
            <a:off x="2317795" y="1682006"/>
            <a:ext cx="36422" cy="1571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4" name="C5-E18 line 662" descr="sci-ppt:o662"/>
          <p:cNvCxnSpPr/>
          <p:nvPr/>
        </p:nvCxnSpPr>
        <p:spPr>
          <a:xfrm>
            <a:off x="2354217" y="1697723"/>
            <a:ext cx="36421" cy="1568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5" name="C5-E18 line 663" descr="sci-ppt:o663"/>
          <p:cNvCxnSpPr/>
          <p:nvPr/>
        </p:nvCxnSpPr>
        <p:spPr>
          <a:xfrm>
            <a:off x="2390638" y="1713406"/>
            <a:ext cx="36422" cy="156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6" name="C5-E18 line 664" descr="sci-ppt:o664"/>
          <p:cNvCxnSpPr/>
          <p:nvPr/>
        </p:nvCxnSpPr>
        <p:spPr>
          <a:xfrm>
            <a:off x="2427060" y="1729060"/>
            <a:ext cx="36422" cy="156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7" name="C5-E18 line 665" descr="sci-ppt:o665"/>
          <p:cNvCxnSpPr/>
          <p:nvPr/>
        </p:nvCxnSpPr>
        <p:spPr>
          <a:xfrm>
            <a:off x="2463482" y="1744687"/>
            <a:ext cx="36422" cy="1560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8" name="C5-E18 line 666" descr="sci-ppt:o666"/>
          <p:cNvCxnSpPr/>
          <p:nvPr/>
        </p:nvCxnSpPr>
        <p:spPr>
          <a:xfrm>
            <a:off x="2499904" y="1760292"/>
            <a:ext cx="36422" cy="1558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69" name="C5-E18 line 667" descr="sci-ppt:o667"/>
          <p:cNvCxnSpPr/>
          <p:nvPr/>
        </p:nvCxnSpPr>
        <p:spPr>
          <a:xfrm>
            <a:off x="2536326" y="1775877"/>
            <a:ext cx="36421" cy="1556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0" name="C5-E18 line 668" descr="sci-ppt:o668"/>
          <p:cNvCxnSpPr/>
          <p:nvPr/>
        </p:nvCxnSpPr>
        <p:spPr>
          <a:xfrm>
            <a:off x="2572747" y="1791439"/>
            <a:ext cx="36422" cy="1553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1" name="C5-E18 line 669" descr="sci-ppt:o669"/>
          <p:cNvCxnSpPr/>
          <p:nvPr/>
        </p:nvCxnSpPr>
        <p:spPr>
          <a:xfrm>
            <a:off x="2609169" y="1806978"/>
            <a:ext cx="36422" cy="1551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2" name="C5-E18 line 670" descr="sci-ppt:o670"/>
          <p:cNvCxnSpPr/>
          <p:nvPr/>
        </p:nvCxnSpPr>
        <p:spPr>
          <a:xfrm>
            <a:off x="2645591" y="1822491"/>
            <a:ext cx="36422" cy="154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3" name="C5-E18 line 671" descr="sci-ppt:o671"/>
          <p:cNvCxnSpPr/>
          <p:nvPr/>
        </p:nvCxnSpPr>
        <p:spPr>
          <a:xfrm>
            <a:off x="2682013" y="1837978"/>
            <a:ext cx="36422" cy="1545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4" name="C5-E18 line 672" descr="sci-ppt:o672"/>
          <p:cNvCxnSpPr/>
          <p:nvPr/>
        </p:nvCxnSpPr>
        <p:spPr>
          <a:xfrm>
            <a:off x="2718435" y="1853436"/>
            <a:ext cx="36421" cy="154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5" name="C5-E18 line 673" descr="sci-ppt:o673"/>
          <p:cNvCxnSpPr/>
          <p:nvPr/>
        </p:nvCxnSpPr>
        <p:spPr>
          <a:xfrm>
            <a:off x="2754856" y="1868865"/>
            <a:ext cx="36422" cy="1540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6" name="C5-E18 line 674" descr="sci-ppt:o674"/>
          <p:cNvCxnSpPr/>
          <p:nvPr/>
        </p:nvCxnSpPr>
        <p:spPr>
          <a:xfrm>
            <a:off x="2791278" y="1884265"/>
            <a:ext cx="36422" cy="1537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7" name="C5-E18 line 675" descr="sci-ppt:o675"/>
          <p:cNvCxnSpPr/>
          <p:nvPr/>
        </p:nvCxnSpPr>
        <p:spPr>
          <a:xfrm>
            <a:off x="2827700" y="1899636"/>
            <a:ext cx="36422" cy="1534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8" name="C5-E18 line 676" descr="sci-ppt:o676"/>
          <p:cNvCxnSpPr/>
          <p:nvPr/>
        </p:nvCxnSpPr>
        <p:spPr>
          <a:xfrm>
            <a:off x="2864122" y="1914978"/>
            <a:ext cx="36421" cy="153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79" name="C5-E18 line 677" descr="sci-ppt:o677"/>
          <p:cNvCxnSpPr/>
          <p:nvPr/>
        </p:nvCxnSpPr>
        <p:spPr>
          <a:xfrm>
            <a:off x="2900543" y="1930292"/>
            <a:ext cx="36422" cy="152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0" name="C5-E18 line 678" descr="sci-ppt:o678"/>
          <p:cNvCxnSpPr/>
          <p:nvPr/>
        </p:nvCxnSpPr>
        <p:spPr>
          <a:xfrm>
            <a:off x="2936965" y="1945579"/>
            <a:ext cx="36422" cy="1526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1" name="C5-E18 line 679" descr="sci-ppt:o679"/>
          <p:cNvCxnSpPr/>
          <p:nvPr/>
        </p:nvCxnSpPr>
        <p:spPr>
          <a:xfrm>
            <a:off x="2973387" y="1960842"/>
            <a:ext cx="36422" cy="1523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2" name="C5-E18 line 680" descr="sci-ppt:o680"/>
          <p:cNvCxnSpPr/>
          <p:nvPr/>
        </p:nvCxnSpPr>
        <p:spPr>
          <a:xfrm>
            <a:off x="3009809" y="1976080"/>
            <a:ext cx="36422" cy="1521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3" name="C5-E18 line 681" descr="sci-ppt:o681"/>
          <p:cNvCxnSpPr/>
          <p:nvPr/>
        </p:nvCxnSpPr>
        <p:spPr>
          <a:xfrm>
            <a:off x="3046231" y="1991296"/>
            <a:ext cx="36421" cy="1519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4" name="C5-E18 line 682" descr="sci-ppt:o682"/>
          <p:cNvCxnSpPr/>
          <p:nvPr/>
        </p:nvCxnSpPr>
        <p:spPr>
          <a:xfrm>
            <a:off x="3082652" y="2006489"/>
            <a:ext cx="36422" cy="151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5" name="C5-E18 line 683" descr="sci-ppt:o683"/>
          <p:cNvCxnSpPr/>
          <p:nvPr/>
        </p:nvCxnSpPr>
        <p:spPr>
          <a:xfrm>
            <a:off x="3119074" y="2021659"/>
            <a:ext cx="36422" cy="1514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6" name="C5-E18 line 684" descr="sci-ppt:o684"/>
          <p:cNvCxnSpPr/>
          <p:nvPr/>
        </p:nvCxnSpPr>
        <p:spPr>
          <a:xfrm>
            <a:off x="3155496" y="2036806"/>
            <a:ext cx="36422" cy="1512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7" name="C5-E18 line 685" descr="sci-ppt:o685"/>
          <p:cNvCxnSpPr/>
          <p:nvPr/>
        </p:nvCxnSpPr>
        <p:spPr>
          <a:xfrm>
            <a:off x="3191918" y="2051928"/>
            <a:ext cx="36422" cy="1509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8" name="C5-E18 line 686" descr="sci-ppt:o686"/>
          <p:cNvCxnSpPr/>
          <p:nvPr/>
        </p:nvCxnSpPr>
        <p:spPr>
          <a:xfrm>
            <a:off x="3228340" y="2067026"/>
            <a:ext cx="36421" cy="1507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89" name="C5-E18 line 687" descr="sci-ppt:o687"/>
          <p:cNvCxnSpPr/>
          <p:nvPr/>
        </p:nvCxnSpPr>
        <p:spPr>
          <a:xfrm>
            <a:off x="3264761" y="2082098"/>
            <a:ext cx="36422" cy="150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0" name="C5-E18 line 688" descr="sci-ppt:o688"/>
          <p:cNvCxnSpPr/>
          <p:nvPr/>
        </p:nvCxnSpPr>
        <p:spPr>
          <a:xfrm>
            <a:off x="3301183" y="2097144"/>
            <a:ext cx="36422" cy="1502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1" name="C5-E18 line 689" descr="sci-ppt:o689"/>
          <p:cNvCxnSpPr/>
          <p:nvPr/>
        </p:nvCxnSpPr>
        <p:spPr>
          <a:xfrm>
            <a:off x="3337605" y="2112164"/>
            <a:ext cx="36422" cy="1499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2" name="C5-E18 line 690" descr="sci-ppt:o690"/>
          <p:cNvCxnSpPr/>
          <p:nvPr/>
        </p:nvCxnSpPr>
        <p:spPr>
          <a:xfrm>
            <a:off x="3374027" y="2127155"/>
            <a:ext cx="36421" cy="1496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3" name="C5-E18 line 691" descr="sci-ppt:o691"/>
          <p:cNvCxnSpPr/>
          <p:nvPr/>
        </p:nvCxnSpPr>
        <p:spPr>
          <a:xfrm>
            <a:off x="3410448" y="2142116"/>
            <a:ext cx="36422" cy="149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4" name="C5-E18 line 692" descr="sci-ppt:o692"/>
          <p:cNvCxnSpPr/>
          <p:nvPr/>
        </p:nvCxnSpPr>
        <p:spPr>
          <a:xfrm>
            <a:off x="3446870" y="2157046"/>
            <a:ext cx="36422" cy="1490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5" name="C5-E18 line 693" descr="sci-ppt:o693"/>
          <p:cNvCxnSpPr/>
          <p:nvPr/>
        </p:nvCxnSpPr>
        <p:spPr>
          <a:xfrm>
            <a:off x="3483292" y="2171946"/>
            <a:ext cx="36422" cy="148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6" name="C5-E18 line 694" descr="sci-ppt:o694"/>
          <p:cNvCxnSpPr/>
          <p:nvPr/>
        </p:nvCxnSpPr>
        <p:spPr>
          <a:xfrm>
            <a:off x="3519714" y="2186816"/>
            <a:ext cx="36422" cy="1484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7" name="C5-E18 line 695" descr="sci-ppt:o695"/>
          <p:cNvCxnSpPr/>
          <p:nvPr/>
        </p:nvCxnSpPr>
        <p:spPr>
          <a:xfrm>
            <a:off x="3556136" y="2201659"/>
            <a:ext cx="36421" cy="1481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8" name="C5-E18 line 696" descr="sci-ppt:o696"/>
          <p:cNvCxnSpPr/>
          <p:nvPr/>
        </p:nvCxnSpPr>
        <p:spPr>
          <a:xfrm>
            <a:off x="3592557" y="2216477"/>
            <a:ext cx="36422" cy="1479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699" name="C5-E18 line 697" descr="sci-ppt:o697"/>
          <p:cNvCxnSpPr/>
          <p:nvPr/>
        </p:nvCxnSpPr>
        <p:spPr>
          <a:xfrm>
            <a:off x="3628979" y="2231275"/>
            <a:ext cx="36422" cy="1477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0" name="C5-E18 line 698" descr="sci-ppt:o698"/>
          <p:cNvCxnSpPr/>
          <p:nvPr/>
        </p:nvCxnSpPr>
        <p:spPr>
          <a:xfrm>
            <a:off x="3665401" y="2246054"/>
            <a:ext cx="36422" cy="1476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1" name="C5-E18 line 699" descr="sci-ppt:o699"/>
          <p:cNvCxnSpPr/>
          <p:nvPr/>
        </p:nvCxnSpPr>
        <p:spPr>
          <a:xfrm>
            <a:off x="3701823" y="2260817"/>
            <a:ext cx="36422" cy="147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2" name="C5-E18 line 700" descr="sci-ppt:o700"/>
          <p:cNvCxnSpPr/>
          <p:nvPr/>
        </p:nvCxnSpPr>
        <p:spPr>
          <a:xfrm>
            <a:off x="3738245" y="2275563"/>
            <a:ext cx="36421" cy="14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3" name="C5-E18 line 701" descr="sci-ppt:o701"/>
          <p:cNvCxnSpPr/>
          <p:nvPr/>
        </p:nvCxnSpPr>
        <p:spPr>
          <a:xfrm>
            <a:off x="3774666" y="2290292"/>
            <a:ext cx="36422" cy="1470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4" name="C5-E18 line 702" descr="sci-ppt:o702"/>
          <p:cNvCxnSpPr/>
          <p:nvPr/>
        </p:nvCxnSpPr>
        <p:spPr>
          <a:xfrm>
            <a:off x="3811088" y="2305001"/>
            <a:ext cx="36422" cy="1468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5" name="C5-E18 line 703" descr="sci-ppt:o703"/>
          <p:cNvCxnSpPr/>
          <p:nvPr/>
        </p:nvCxnSpPr>
        <p:spPr>
          <a:xfrm>
            <a:off x="3847510" y="2319690"/>
            <a:ext cx="36422" cy="1466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6" name="C5-E18 line 704" descr="sci-ppt:o704"/>
          <p:cNvCxnSpPr/>
          <p:nvPr/>
        </p:nvCxnSpPr>
        <p:spPr>
          <a:xfrm>
            <a:off x="3883932" y="2334357"/>
            <a:ext cx="36421" cy="1464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7" name="C5-E18 line 705" descr="sci-ppt:o705"/>
          <p:cNvCxnSpPr/>
          <p:nvPr/>
        </p:nvCxnSpPr>
        <p:spPr>
          <a:xfrm>
            <a:off x="3920353" y="2349003"/>
            <a:ext cx="36422" cy="1462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8" name="C5-E18 line 706" descr="sci-ppt:o706"/>
          <p:cNvCxnSpPr/>
          <p:nvPr/>
        </p:nvCxnSpPr>
        <p:spPr>
          <a:xfrm>
            <a:off x="3956775" y="2363627"/>
            <a:ext cx="36422" cy="146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09" name="C5-E18 line 707" descr="sci-ppt:o707"/>
          <p:cNvCxnSpPr/>
          <p:nvPr/>
        </p:nvCxnSpPr>
        <p:spPr>
          <a:xfrm>
            <a:off x="3993197" y="2378230"/>
            <a:ext cx="36422" cy="1458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0" name="C5-E18 line 708" descr="sci-ppt:o708"/>
          <p:cNvCxnSpPr/>
          <p:nvPr/>
        </p:nvCxnSpPr>
        <p:spPr>
          <a:xfrm>
            <a:off x="4029619" y="2392813"/>
            <a:ext cx="36422" cy="145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1" name="C5-E18 line 709" descr="sci-ppt:o709"/>
          <p:cNvCxnSpPr/>
          <p:nvPr/>
        </p:nvCxnSpPr>
        <p:spPr>
          <a:xfrm>
            <a:off x="4066041" y="2407373"/>
            <a:ext cx="36421" cy="1453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2" name="C5-E18 line 710" descr="sci-ppt:o710"/>
          <p:cNvCxnSpPr/>
          <p:nvPr/>
        </p:nvCxnSpPr>
        <p:spPr>
          <a:xfrm>
            <a:off x="4102462" y="2421912"/>
            <a:ext cx="36422" cy="145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3" name="C5-E18 line 711" descr="sci-ppt:o711"/>
          <p:cNvCxnSpPr/>
          <p:nvPr/>
        </p:nvCxnSpPr>
        <p:spPr>
          <a:xfrm>
            <a:off x="4138884" y="2436427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4" name="C5-E18 line 712" descr="sci-ppt:o712"/>
          <p:cNvCxnSpPr/>
          <p:nvPr/>
        </p:nvCxnSpPr>
        <p:spPr>
          <a:xfrm>
            <a:off x="4175306" y="2450919"/>
            <a:ext cx="36422" cy="1446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5" name="C5-E18 line 713" descr="sci-ppt:o713"/>
          <p:cNvCxnSpPr/>
          <p:nvPr/>
        </p:nvCxnSpPr>
        <p:spPr>
          <a:xfrm>
            <a:off x="4211728" y="2465388"/>
            <a:ext cx="36422" cy="1444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6" name="C5-E18 line 714" descr="sci-ppt:o714"/>
          <p:cNvCxnSpPr/>
          <p:nvPr/>
        </p:nvCxnSpPr>
        <p:spPr>
          <a:xfrm>
            <a:off x="4248150" y="2479837"/>
            <a:ext cx="36421" cy="144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7" name="C5-E18 line 715" descr="sci-ppt:o715"/>
          <p:cNvCxnSpPr/>
          <p:nvPr/>
        </p:nvCxnSpPr>
        <p:spPr>
          <a:xfrm>
            <a:off x="4284571" y="2494272"/>
            <a:ext cx="36422" cy="144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8" name="C5-E18 line 716" descr="sci-ppt:o716"/>
          <p:cNvCxnSpPr/>
          <p:nvPr/>
        </p:nvCxnSpPr>
        <p:spPr>
          <a:xfrm>
            <a:off x="4320993" y="2508697"/>
            <a:ext cx="36422" cy="144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19" name="C5-E18 line 717" descr="sci-ppt:o717"/>
          <p:cNvCxnSpPr/>
          <p:nvPr/>
        </p:nvCxnSpPr>
        <p:spPr>
          <a:xfrm>
            <a:off x="4357415" y="2523127"/>
            <a:ext cx="36422" cy="1444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0" name="C5-E18 line 718" descr="sci-ppt:o718"/>
          <p:cNvCxnSpPr/>
          <p:nvPr/>
        </p:nvCxnSpPr>
        <p:spPr>
          <a:xfrm>
            <a:off x="4393837" y="2537567"/>
            <a:ext cx="36421" cy="144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1" name="C5-E18 line 719" descr="sci-ppt:o719"/>
          <p:cNvCxnSpPr/>
          <p:nvPr/>
        </p:nvCxnSpPr>
        <p:spPr>
          <a:xfrm>
            <a:off x="4430258" y="2552027"/>
            <a:ext cx="36422" cy="144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2" name="C5-E18 line 720" descr="sci-ppt:o720"/>
          <p:cNvCxnSpPr/>
          <p:nvPr/>
        </p:nvCxnSpPr>
        <p:spPr>
          <a:xfrm>
            <a:off x="4466680" y="2566514"/>
            <a:ext cx="36422" cy="145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3" name="C5-E18 line 721" descr="sci-ppt:o721"/>
          <p:cNvCxnSpPr/>
          <p:nvPr/>
        </p:nvCxnSpPr>
        <p:spPr>
          <a:xfrm>
            <a:off x="4503102" y="2581029"/>
            <a:ext cx="36422" cy="1454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4" name="C5-E18 line 722" descr="sci-ppt:o722"/>
          <p:cNvCxnSpPr/>
          <p:nvPr/>
        </p:nvCxnSpPr>
        <p:spPr>
          <a:xfrm>
            <a:off x="4539524" y="2595570"/>
            <a:ext cx="36422" cy="1455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5" name="C5-E18 line 723" descr="sci-ppt:o723"/>
          <p:cNvCxnSpPr/>
          <p:nvPr/>
        </p:nvCxnSpPr>
        <p:spPr>
          <a:xfrm>
            <a:off x="4575946" y="2610127"/>
            <a:ext cx="36421" cy="1456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6" name="C5-E18 line 724" descr="sci-ppt:o724"/>
          <p:cNvCxnSpPr/>
          <p:nvPr/>
        </p:nvCxnSpPr>
        <p:spPr>
          <a:xfrm>
            <a:off x="4612367" y="2624694"/>
            <a:ext cx="36422" cy="1454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7" name="C5-E18 line 725" descr="sci-ppt:o725"/>
          <p:cNvCxnSpPr/>
          <p:nvPr/>
        </p:nvCxnSpPr>
        <p:spPr>
          <a:xfrm>
            <a:off x="4648789" y="2639243"/>
            <a:ext cx="36422" cy="1453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8" name="C5-E18 line 726" descr="sci-ppt:o726"/>
          <p:cNvCxnSpPr/>
          <p:nvPr/>
        </p:nvCxnSpPr>
        <p:spPr>
          <a:xfrm>
            <a:off x="4685211" y="2653774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29" name="C5-E18 line 727" descr="sci-ppt:o727"/>
          <p:cNvCxnSpPr/>
          <p:nvPr/>
        </p:nvCxnSpPr>
        <p:spPr>
          <a:xfrm>
            <a:off x="4721633" y="2668266"/>
            <a:ext cx="36422" cy="1445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0" name="C5-E18 line 728" descr="sci-ppt:o728"/>
          <p:cNvCxnSpPr/>
          <p:nvPr/>
        </p:nvCxnSpPr>
        <p:spPr>
          <a:xfrm>
            <a:off x="4758055" y="2682718"/>
            <a:ext cx="36421" cy="1441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1" name="C5-E18 line 729" descr="sci-ppt:o729"/>
          <p:cNvCxnSpPr/>
          <p:nvPr/>
        </p:nvCxnSpPr>
        <p:spPr>
          <a:xfrm>
            <a:off x="4794476" y="2697129"/>
            <a:ext cx="36422" cy="1438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2" name="C5-E18 line 730" descr="sci-ppt:o730"/>
          <p:cNvCxnSpPr/>
          <p:nvPr/>
        </p:nvCxnSpPr>
        <p:spPr>
          <a:xfrm>
            <a:off x="4830898" y="2711515"/>
            <a:ext cx="36422" cy="1437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3" name="C5-E18 line 731" descr="sci-ppt:o731"/>
          <p:cNvCxnSpPr/>
          <p:nvPr/>
        </p:nvCxnSpPr>
        <p:spPr>
          <a:xfrm>
            <a:off x="4867320" y="2725889"/>
            <a:ext cx="36422" cy="1438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4" name="C5-E18 line 732" descr="sci-ppt:o732"/>
          <p:cNvCxnSpPr/>
          <p:nvPr/>
        </p:nvCxnSpPr>
        <p:spPr>
          <a:xfrm>
            <a:off x="4903742" y="2740276"/>
            <a:ext cx="36421" cy="1443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5" name="C5-E18 line 733" descr="sci-ppt:o733"/>
          <p:cNvCxnSpPr/>
          <p:nvPr/>
        </p:nvCxnSpPr>
        <p:spPr>
          <a:xfrm>
            <a:off x="4940163" y="2754711"/>
            <a:ext cx="36422" cy="14492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6" name="C5-E18 line 734" descr="sci-ppt:o734"/>
          <p:cNvCxnSpPr/>
          <p:nvPr/>
        </p:nvCxnSpPr>
        <p:spPr>
          <a:xfrm>
            <a:off x="4976585" y="2769203"/>
            <a:ext cx="36422" cy="1458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7" name="C5-E18 line 735" descr="sci-ppt:o735"/>
          <p:cNvCxnSpPr/>
          <p:nvPr/>
        </p:nvCxnSpPr>
        <p:spPr>
          <a:xfrm>
            <a:off x="5013007" y="2783784"/>
            <a:ext cx="36422" cy="1466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8" name="C5-E18 line 736" descr="sci-ppt:o736"/>
          <p:cNvCxnSpPr/>
          <p:nvPr/>
        </p:nvCxnSpPr>
        <p:spPr>
          <a:xfrm>
            <a:off x="5049429" y="2798444"/>
            <a:ext cx="36422" cy="1474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39" name="C5-E18 line 737" descr="sci-ppt:o737"/>
          <p:cNvCxnSpPr/>
          <p:nvPr/>
        </p:nvCxnSpPr>
        <p:spPr>
          <a:xfrm>
            <a:off x="5085851" y="2813187"/>
            <a:ext cx="36421" cy="1477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0" name="C5-E18 line 738" descr="sci-ppt:o738"/>
          <p:cNvCxnSpPr/>
          <p:nvPr/>
        </p:nvCxnSpPr>
        <p:spPr>
          <a:xfrm>
            <a:off x="5122272" y="2827961"/>
            <a:ext cx="36422" cy="147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1" name="C5-E18 line 739" descr="sci-ppt:o739"/>
          <p:cNvCxnSpPr/>
          <p:nvPr/>
        </p:nvCxnSpPr>
        <p:spPr>
          <a:xfrm>
            <a:off x="5158694" y="2842749"/>
            <a:ext cx="36422" cy="1472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2" name="C5-E18 line 740" descr="sci-ppt:o740"/>
          <p:cNvCxnSpPr/>
          <p:nvPr/>
        </p:nvCxnSpPr>
        <p:spPr>
          <a:xfrm>
            <a:off x="5195116" y="2857478"/>
            <a:ext cx="36422" cy="146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3" name="C5-E18 line 741" descr="sci-ppt:o741"/>
          <p:cNvCxnSpPr/>
          <p:nvPr/>
        </p:nvCxnSpPr>
        <p:spPr>
          <a:xfrm>
            <a:off x="5231538" y="2872081"/>
            <a:ext cx="36422" cy="1443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4" name="C5-E18 line 742" descr="sci-ppt:o742"/>
          <p:cNvCxnSpPr/>
          <p:nvPr/>
        </p:nvCxnSpPr>
        <p:spPr>
          <a:xfrm>
            <a:off x="5267960" y="2886519"/>
            <a:ext cx="36421" cy="1417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5" name="C5-E18 line 743" descr="sci-ppt:o743"/>
          <p:cNvCxnSpPr/>
          <p:nvPr/>
        </p:nvCxnSpPr>
        <p:spPr>
          <a:xfrm>
            <a:off x="5304381" y="2900697"/>
            <a:ext cx="36422" cy="1391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6" name="C5-E18 line 744" descr="sci-ppt:o744"/>
          <p:cNvCxnSpPr/>
          <p:nvPr/>
        </p:nvCxnSpPr>
        <p:spPr>
          <a:xfrm>
            <a:off x="5340803" y="2914614"/>
            <a:ext cx="36422" cy="1361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7" name="C5-E18 line 745" descr="sci-ppt:o745"/>
          <p:cNvCxnSpPr/>
          <p:nvPr/>
        </p:nvCxnSpPr>
        <p:spPr>
          <a:xfrm>
            <a:off x="5377225" y="2928227"/>
            <a:ext cx="36422" cy="1332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8" name="C5-E18 line 746" descr="sci-ppt:o746"/>
          <p:cNvCxnSpPr/>
          <p:nvPr/>
        </p:nvCxnSpPr>
        <p:spPr>
          <a:xfrm>
            <a:off x="5413647" y="2941553"/>
            <a:ext cx="36421" cy="1305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49" name="C5-E18 line 747" descr="sci-ppt:o747"/>
          <p:cNvCxnSpPr/>
          <p:nvPr/>
        </p:nvCxnSpPr>
        <p:spPr>
          <a:xfrm>
            <a:off x="5450068" y="2954607"/>
            <a:ext cx="36422" cy="1284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0" name="C5-E18 line 748" descr="sci-ppt:o748"/>
          <p:cNvCxnSpPr/>
          <p:nvPr/>
        </p:nvCxnSpPr>
        <p:spPr>
          <a:xfrm>
            <a:off x="5486490" y="2967454"/>
            <a:ext cx="36422" cy="1269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1" name="C5-E18 line 749" descr="sci-ppt:o749"/>
          <p:cNvCxnSpPr/>
          <p:nvPr/>
        </p:nvCxnSpPr>
        <p:spPr>
          <a:xfrm>
            <a:off x="5522912" y="2980153"/>
            <a:ext cx="36422" cy="1260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2" name="C5-E18 line 750" descr="sci-ppt:o750"/>
          <p:cNvCxnSpPr/>
          <p:nvPr/>
        </p:nvCxnSpPr>
        <p:spPr>
          <a:xfrm>
            <a:off x="5559334" y="2992760"/>
            <a:ext cx="36422" cy="1264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3" name="C5-E18 line 751" descr="sci-ppt:o751"/>
          <p:cNvCxnSpPr/>
          <p:nvPr/>
        </p:nvCxnSpPr>
        <p:spPr>
          <a:xfrm>
            <a:off x="5595756" y="3005408"/>
            <a:ext cx="36421" cy="1269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4" name="C5-E18 line 752" descr="sci-ppt:o752"/>
          <p:cNvCxnSpPr/>
          <p:nvPr/>
        </p:nvCxnSpPr>
        <p:spPr>
          <a:xfrm>
            <a:off x="5632177" y="3018102"/>
            <a:ext cx="36422" cy="128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5" name="C5-E18 line 753" descr="sci-ppt:o753"/>
          <p:cNvCxnSpPr/>
          <p:nvPr/>
        </p:nvCxnSpPr>
        <p:spPr>
          <a:xfrm>
            <a:off x="5668599" y="3030932"/>
            <a:ext cx="36422" cy="1298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6" name="C5-E18 line 754" descr="sci-ppt:o754"/>
          <p:cNvCxnSpPr/>
          <p:nvPr/>
        </p:nvCxnSpPr>
        <p:spPr>
          <a:xfrm>
            <a:off x="5705021" y="3043916"/>
            <a:ext cx="36422" cy="1314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7" name="C5-E18 line 755" descr="sci-ppt:o755"/>
          <p:cNvCxnSpPr/>
          <p:nvPr/>
        </p:nvCxnSpPr>
        <p:spPr>
          <a:xfrm>
            <a:off x="5741443" y="3057061"/>
            <a:ext cx="36422" cy="1327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8" name="C5-E18 line 756" descr="sci-ppt:o756"/>
          <p:cNvCxnSpPr/>
          <p:nvPr/>
        </p:nvCxnSpPr>
        <p:spPr>
          <a:xfrm>
            <a:off x="5777865" y="3070340"/>
            <a:ext cx="36421" cy="133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59" name="C5-E18 line 757" descr="sci-ppt:o757"/>
          <p:cNvCxnSpPr/>
          <p:nvPr/>
        </p:nvCxnSpPr>
        <p:spPr>
          <a:xfrm>
            <a:off x="5814286" y="3083710"/>
            <a:ext cx="36422" cy="134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0" name="C5-E18 line 758" descr="sci-ppt:o758"/>
          <p:cNvCxnSpPr/>
          <p:nvPr/>
        </p:nvCxnSpPr>
        <p:spPr>
          <a:xfrm>
            <a:off x="5850708" y="3097118"/>
            <a:ext cx="36422" cy="1332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1" name="C5-E18 line 759" descr="sci-ppt:o759"/>
          <p:cNvCxnSpPr/>
          <p:nvPr/>
        </p:nvCxnSpPr>
        <p:spPr>
          <a:xfrm>
            <a:off x="5887130" y="3110443"/>
            <a:ext cx="36422" cy="1322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2" name="C5-E18 line 760" descr="sci-ppt:o760"/>
          <p:cNvCxnSpPr/>
          <p:nvPr/>
        </p:nvCxnSpPr>
        <p:spPr>
          <a:xfrm>
            <a:off x="5923552" y="3123666"/>
            <a:ext cx="36421" cy="1300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3" name="C5-E18 line 761" descr="sci-ppt:o761"/>
          <p:cNvCxnSpPr/>
          <p:nvPr/>
        </p:nvCxnSpPr>
        <p:spPr>
          <a:xfrm>
            <a:off x="5959973" y="3136669"/>
            <a:ext cx="36422" cy="1275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4" name="C5-E18 line 762" descr="sci-ppt:o762"/>
          <p:cNvCxnSpPr/>
          <p:nvPr/>
        </p:nvCxnSpPr>
        <p:spPr>
          <a:xfrm>
            <a:off x="5996395" y="3149425"/>
            <a:ext cx="36422" cy="1247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5" name="C5-E18 line 763" descr="sci-ppt:o763"/>
          <p:cNvCxnSpPr/>
          <p:nvPr/>
        </p:nvCxnSpPr>
        <p:spPr>
          <a:xfrm>
            <a:off x="6032817" y="3161898"/>
            <a:ext cx="36422" cy="1218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6" name="C5-E18 line 764" descr="sci-ppt:o764"/>
          <p:cNvCxnSpPr/>
          <p:nvPr/>
        </p:nvCxnSpPr>
        <p:spPr>
          <a:xfrm>
            <a:off x="6069239" y="3174086"/>
            <a:ext cx="36422" cy="1193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7" name="C5-E18 line 765" descr="sci-ppt:o765"/>
          <p:cNvCxnSpPr/>
          <p:nvPr/>
        </p:nvCxnSpPr>
        <p:spPr>
          <a:xfrm>
            <a:off x="6105661" y="3186019"/>
            <a:ext cx="36421" cy="1173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8" name="C5-E18 line 766" descr="sci-ppt:o766"/>
          <p:cNvCxnSpPr/>
          <p:nvPr/>
        </p:nvCxnSpPr>
        <p:spPr>
          <a:xfrm>
            <a:off x="6142082" y="3197749"/>
            <a:ext cx="36422" cy="1162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69" name="C5-E18 line 767" descr="sci-ppt:o767"/>
          <p:cNvCxnSpPr/>
          <p:nvPr/>
        </p:nvCxnSpPr>
        <p:spPr>
          <a:xfrm>
            <a:off x="6178504" y="3209377"/>
            <a:ext cx="36422" cy="1157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0" name="C5-E18 line 768" descr="sci-ppt:o768"/>
          <p:cNvCxnSpPr/>
          <p:nvPr/>
        </p:nvCxnSpPr>
        <p:spPr>
          <a:xfrm>
            <a:off x="6214926" y="3220948"/>
            <a:ext cx="36422" cy="11670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1" name="C5-E18 line 769" descr="sci-ppt:o769"/>
          <p:cNvCxnSpPr/>
          <p:nvPr/>
        </p:nvCxnSpPr>
        <p:spPr>
          <a:xfrm>
            <a:off x="6251348" y="3232618"/>
            <a:ext cx="36422" cy="1180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2" name="C5-E18 line 770" descr="sci-ppt:o770"/>
          <p:cNvCxnSpPr/>
          <p:nvPr/>
        </p:nvCxnSpPr>
        <p:spPr>
          <a:xfrm>
            <a:off x="6287770" y="3244424"/>
            <a:ext cx="36421" cy="12031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3" name="C5-E18 line 771" descr="sci-ppt:o771"/>
          <p:cNvCxnSpPr/>
          <p:nvPr/>
        </p:nvCxnSpPr>
        <p:spPr>
          <a:xfrm>
            <a:off x="6324191" y="3256455"/>
            <a:ext cx="36422" cy="1232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4" name="C5-E18 line 772" descr="sci-ppt:o772"/>
          <p:cNvCxnSpPr/>
          <p:nvPr/>
        </p:nvCxnSpPr>
        <p:spPr>
          <a:xfrm>
            <a:off x="6360613" y="3268782"/>
            <a:ext cx="36422" cy="12615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5" name="C5-E18 line 773" descr="sci-ppt:o773"/>
          <p:cNvCxnSpPr/>
          <p:nvPr/>
        </p:nvCxnSpPr>
        <p:spPr>
          <a:xfrm>
            <a:off x="6397035" y="3281397"/>
            <a:ext cx="36422" cy="12919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6" name="C5-E18 line 774" descr="sci-ppt:o774"/>
          <p:cNvCxnSpPr/>
          <p:nvPr/>
        </p:nvCxnSpPr>
        <p:spPr>
          <a:xfrm>
            <a:off x="6433457" y="3294316"/>
            <a:ext cx="36421" cy="13176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7" name="C5-E18 line 775" descr="sci-ppt:o775"/>
          <p:cNvCxnSpPr/>
          <p:nvPr/>
        </p:nvCxnSpPr>
        <p:spPr>
          <a:xfrm>
            <a:off x="6469878" y="3307492"/>
            <a:ext cx="36422" cy="13407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8" name="C5-E18 line 776" descr="sci-ppt:o776"/>
          <p:cNvCxnSpPr/>
          <p:nvPr/>
        </p:nvCxnSpPr>
        <p:spPr>
          <a:xfrm>
            <a:off x="6506300" y="3320899"/>
            <a:ext cx="36422" cy="1352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79" name="C5-E18 line 777" descr="sci-ppt:o777"/>
          <p:cNvCxnSpPr/>
          <p:nvPr/>
        </p:nvCxnSpPr>
        <p:spPr>
          <a:xfrm>
            <a:off x="6542722" y="3334423"/>
            <a:ext cx="36422" cy="13614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80" name="C5-E18 line 778" descr="sci-ppt:o778"/>
          <p:cNvCxnSpPr/>
          <p:nvPr/>
        </p:nvCxnSpPr>
        <p:spPr>
          <a:xfrm>
            <a:off x="6579144" y="3348037"/>
            <a:ext cx="36422" cy="13608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cxnSp>
        <p:nvCxnSpPr>
          <p:cNvPr id="781" name="C5-E18 line 779" descr="sci-ppt:o779"/>
          <p:cNvCxnSpPr/>
          <p:nvPr/>
        </p:nvCxnSpPr>
        <p:spPr>
          <a:xfrm>
            <a:off x="6615566" y="3361645"/>
            <a:ext cx="36421" cy="13523"/>
          </a:xfrm>
          <a:prstGeom prst="line">
            <a:avLst/>
          </a:prstGeom>
          <a:ln w="22860">
            <a:solidFill>
              <a:srgbClr val="F28BA0"/>
            </a:solidFill>
          </a:ln>
          <a:effectLst/>
        </p:spPr>
      </p:cxnSp>
      <p:sp>
        <p:nvSpPr>
          <p:cNvPr id="782" name="C5-E18 text 780" descr="sci-ppt:o780"/>
          <p:cNvSpPr txBox="1"/>
          <p:nvPr/>
        </p:nvSpPr>
        <p:spPr>
          <a:xfrm>
            <a:off x="7680960" y="914400"/>
            <a:ext cx="40233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Peak factor Λ of each case</a:t>
            </a:r>
          </a:p>
        </p:txBody>
      </p:sp>
      <p:cxnSp>
        <p:nvCxnSpPr>
          <p:cNvPr id="783" name="C5-E18 line 781" descr="sci-ppt:o781"/>
          <p:cNvCxnSpPr/>
          <p:nvPr/>
        </p:nvCxnSpPr>
        <p:spPr>
          <a:xfrm>
            <a:off x="7680960" y="4754880"/>
            <a:ext cx="4023360" cy="0"/>
          </a:xfrm>
          <a:prstGeom prst="line">
            <a:avLst/>
          </a:prstGeom>
          <a:ln w="17780">
            <a:solidFill>
              <a:srgbClr val="B4C7D2"/>
            </a:solidFill>
          </a:ln>
          <a:effectLst/>
        </p:spPr>
      </p:cxnSp>
      <p:cxnSp>
        <p:nvCxnSpPr>
          <p:cNvPr id="784" name="C5-E18 line 782" descr="sci-ppt:o782"/>
          <p:cNvCxnSpPr/>
          <p:nvPr/>
        </p:nvCxnSpPr>
        <p:spPr>
          <a:xfrm>
            <a:off x="8083296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5" name="C5-E18 text 783" descr="sci-ppt:o783"/>
          <p:cNvSpPr txBox="1"/>
          <p:nvPr/>
        </p:nvSpPr>
        <p:spPr>
          <a:xfrm>
            <a:off x="7671816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0.926</a:t>
            </a:r>
          </a:p>
        </p:txBody>
      </p:sp>
      <p:cxnSp>
        <p:nvCxnSpPr>
          <p:cNvPr id="786" name="C5-E18 line 784" descr="sci-ppt:o784"/>
          <p:cNvCxnSpPr/>
          <p:nvPr/>
        </p:nvCxnSpPr>
        <p:spPr>
          <a:xfrm>
            <a:off x="8887968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7" name="C5-E18 text 785" descr="sci-ppt:o785"/>
          <p:cNvSpPr txBox="1"/>
          <p:nvPr/>
        </p:nvSpPr>
        <p:spPr>
          <a:xfrm>
            <a:off x="8476488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0.928</a:t>
            </a:r>
          </a:p>
        </p:txBody>
      </p:sp>
      <p:cxnSp>
        <p:nvCxnSpPr>
          <p:cNvPr id="788" name="C5-E18 line 786" descr="sci-ppt:o786"/>
          <p:cNvCxnSpPr/>
          <p:nvPr/>
        </p:nvCxnSpPr>
        <p:spPr>
          <a:xfrm>
            <a:off x="9692640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89" name="C5-E18 text 787" descr="sci-ppt:o787"/>
          <p:cNvSpPr txBox="1"/>
          <p:nvPr/>
        </p:nvSpPr>
        <p:spPr>
          <a:xfrm>
            <a:off x="9281160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0.930</a:t>
            </a:r>
          </a:p>
        </p:txBody>
      </p:sp>
      <p:cxnSp>
        <p:nvCxnSpPr>
          <p:cNvPr id="790" name="C5-E18 line 788" descr="sci-ppt:o788"/>
          <p:cNvCxnSpPr/>
          <p:nvPr/>
        </p:nvCxnSpPr>
        <p:spPr>
          <a:xfrm>
            <a:off x="10497312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91" name="C5-E18 text 789" descr="sci-ppt:o789"/>
          <p:cNvSpPr txBox="1"/>
          <p:nvPr/>
        </p:nvSpPr>
        <p:spPr>
          <a:xfrm>
            <a:off x="10085832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0.932</a:t>
            </a:r>
          </a:p>
        </p:txBody>
      </p:sp>
      <p:cxnSp>
        <p:nvCxnSpPr>
          <p:cNvPr id="792" name="C5-E18 line 790" descr="sci-ppt:o790"/>
          <p:cNvCxnSpPr/>
          <p:nvPr/>
        </p:nvCxnSpPr>
        <p:spPr>
          <a:xfrm>
            <a:off x="11301984" y="47548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793" name="C5-E18 text 791" descr="sci-ppt:o791"/>
          <p:cNvSpPr txBox="1"/>
          <p:nvPr/>
        </p:nvSpPr>
        <p:spPr>
          <a:xfrm>
            <a:off x="10890504" y="4846320"/>
            <a:ext cx="82296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0.934</a:t>
            </a:r>
          </a:p>
        </p:txBody>
      </p:sp>
      <p:cxnSp>
        <p:nvCxnSpPr>
          <p:cNvPr id="794" name="C5-E18 line 792" descr="sci-ppt:o792"/>
          <p:cNvCxnSpPr/>
          <p:nvPr/>
        </p:nvCxnSpPr>
        <p:spPr>
          <a:xfrm>
            <a:off x="7680960" y="1664207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95" name="C5-E18 ellipse 793" descr="sci-ppt:o793"/>
          <p:cNvSpPr/>
          <p:nvPr/>
        </p:nvSpPr>
        <p:spPr>
          <a:xfrm>
            <a:off x="9979755" y="1581911"/>
            <a:ext cx="164592" cy="164592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C5-E18 text 794" descr="sci-ppt:o794"/>
          <p:cNvSpPr txBox="1"/>
          <p:nvPr/>
        </p:nvSpPr>
        <p:spPr>
          <a:xfrm>
            <a:off x="7680960" y="1280160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U 50 m/s: 0.9309</a:t>
            </a:r>
          </a:p>
        </p:txBody>
      </p:sp>
      <p:cxnSp>
        <p:nvCxnSpPr>
          <p:cNvPr id="797" name="C5-E18 line 795" descr="sci-ppt:o795"/>
          <p:cNvCxnSpPr/>
          <p:nvPr/>
        </p:nvCxnSpPr>
        <p:spPr>
          <a:xfrm>
            <a:off x="7680960" y="2231136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98" name="C5-E18 ellipse 796" descr="sci-ppt:o796"/>
          <p:cNvSpPr/>
          <p:nvPr/>
        </p:nvSpPr>
        <p:spPr>
          <a:xfrm>
            <a:off x="10025072" y="2148840"/>
            <a:ext cx="164592" cy="164592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9" name="C5-E18 text 797" descr="sci-ppt:o797"/>
          <p:cNvSpPr txBox="1"/>
          <p:nvPr/>
        </p:nvSpPr>
        <p:spPr>
          <a:xfrm>
            <a:off x="7680960" y="1847088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U 99.03 m/s: 0.9310</a:t>
            </a:r>
          </a:p>
        </p:txBody>
      </p:sp>
      <p:cxnSp>
        <p:nvCxnSpPr>
          <p:cNvPr id="800" name="C5-E18 line 798" descr="sci-ppt:o798"/>
          <p:cNvCxnSpPr/>
          <p:nvPr/>
        </p:nvCxnSpPr>
        <p:spPr>
          <a:xfrm>
            <a:off x="7680960" y="2798063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1" name="C5-E18 ellipse 799" descr="sci-ppt:o799"/>
          <p:cNvSpPr/>
          <p:nvPr/>
        </p:nvSpPr>
        <p:spPr>
          <a:xfrm>
            <a:off x="9733188" y="2715768"/>
            <a:ext cx="164592" cy="164592"/>
          </a:xfrm>
          <a:prstGeom prst="ellipse">
            <a:avLst/>
          </a:prstGeom>
          <a:solidFill>
            <a:srgbClr val="B4A0F0"/>
          </a:solidFill>
          <a:ln w="12700">
            <a:solidFill>
              <a:srgbClr val="B4A0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2" name="C5-E18 text 800" descr="sci-ppt:o800"/>
          <p:cNvSpPr txBox="1"/>
          <p:nvPr/>
        </p:nvSpPr>
        <p:spPr>
          <a:xfrm>
            <a:off x="7680960" y="2414015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A0F0"/>
                </a:solidFill>
                <a:latin typeface="Arial"/>
              </a:rPr>
              <a:t>U 150 m/s: 0.9303</a:t>
            </a:r>
          </a:p>
        </p:txBody>
      </p:sp>
      <p:cxnSp>
        <p:nvCxnSpPr>
          <p:cNvPr id="803" name="C5-E18 line 801" descr="sci-ppt:o801"/>
          <p:cNvCxnSpPr/>
          <p:nvPr/>
        </p:nvCxnSpPr>
        <p:spPr>
          <a:xfrm>
            <a:off x="7680960" y="3364991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4" name="C5-E18 ellipse 802" descr="sci-ppt:o802"/>
          <p:cNvSpPr/>
          <p:nvPr/>
        </p:nvSpPr>
        <p:spPr>
          <a:xfrm>
            <a:off x="9737993" y="3282696"/>
            <a:ext cx="164592" cy="164592"/>
          </a:xfrm>
          <a:prstGeom prst="ellipse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C5-E18 text 803" descr="sci-ppt:o803"/>
          <p:cNvSpPr txBox="1"/>
          <p:nvPr/>
        </p:nvSpPr>
        <p:spPr>
          <a:xfrm>
            <a:off x="7680960" y="2980944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FC8F8"/>
                </a:solidFill>
                <a:latin typeface="Arial"/>
              </a:rPr>
              <a:t>a 0.5 µm: 0.9303</a:t>
            </a:r>
          </a:p>
        </p:txBody>
      </p:sp>
      <p:cxnSp>
        <p:nvCxnSpPr>
          <p:cNvPr id="806" name="C5-E18 line 804" descr="sci-ppt:o804"/>
          <p:cNvCxnSpPr/>
          <p:nvPr/>
        </p:nvCxnSpPr>
        <p:spPr>
          <a:xfrm>
            <a:off x="7680960" y="3931920"/>
            <a:ext cx="4023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807" name="C5-E18 ellipse 805" descr="sci-ppt:o805"/>
          <p:cNvSpPr/>
          <p:nvPr/>
        </p:nvSpPr>
        <p:spPr>
          <a:xfrm>
            <a:off x="10157387" y="3849624"/>
            <a:ext cx="164592" cy="164592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C5-E18 text 806" descr="sci-ppt:o806"/>
          <p:cNvSpPr txBox="1"/>
          <p:nvPr/>
        </p:nvSpPr>
        <p:spPr>
          <a:xfrm>
            <a:off x="7680960" y="3547872"/>
            <a:ext cx="2194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a 2 µm: 0.9314</a:t>
            </a:r>
          </a:p>
        </p:txBody>
      </p:sp>
      <p:sp>
        <p:nvSpPr>
          <p:cNvPr id="809" name="C5-E18 text 807" descr="sci-ppt:o807"/>
          <p:cNvSpPr txBox="1"/>
          <p:nvPr/>
        </p:nvSpPr>
        <p:spPr>
          <a:xfrm>
            <a:off x="7680960" y="5257800"/>
            <a:ext cx="402336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Spread 0.12% of the mean.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Ranges are scenario choices,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not confidence intervals.</a:t>
            </a:r>
          </a:p>
        </p:txBody>
      </p:sp>
      <p:sp>
        <p:nvSpPr>
          <p:cNvPr id="810" name="C5-E18 text 808" descr="sci-ppt:o808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Curves and peaks computed from the five band-run histories.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