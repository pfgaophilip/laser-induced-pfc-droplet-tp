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04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C5-E04 · Energy-conserving Hugoniot pressure in closed form</a:t>
            </a:r>
          </a:p>
        </p:txBody>
      </p:sp>
      <p:cxnSp>
        <p:nvCxnSpPr>
          <p:cNvPr id="3" name="C5-E04 line 1" descr="sci-ppt:o001"/>
          <p:cNvCxnSpPr/>
          <p:nvPr/>
        </p:nvCxnSpPr>
        <p:spPr>
          <a:xfrm>
            <a:off x="1280160" y="5394959"/>
            <a:ext cx="67665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04 line 2" descr="sci-ppt:o002"/>
          <p:cNvCxnSpPr/>
          <p:nvPr/>
        </p:nvCxnSpPr>
        <p:spPr>
          <a:xfrm>
            <a:off x="1280160" y="1188720"/>
            <a:ext cx="0" cy="4206239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5-E04 line 3" descr="sci-ppt:o003"/>
          <p:cNvCxnSpPr/>
          <p:nvPr/>
        </p:nvCxnSpPr>
        <p:spPr>
          <a:xfrm>
            <a:off x="1280160" y="5394959"/>
            <a:ext cx="0" cy="64009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6" name="C5-E04 text 4" descr="sci-ppt:o004"/>
          <p:cNvSpPr txBox="1"/>
          <p:nvPr/>
        </p:nvSpPr>
        <p:spPr>
          <a:xfrm>
            <a:off x="822959" y="546811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7" name="C5-E04 line 5" descr="sci-ppt:o005"/>
          <p:cNvCxnSpPr/>
          <p:nvPr/>
        </p:nvCxnSpPr>
        <p:spPr>
          <a:xfrm>
            <a:off x="3535680" y="5394959"/>
            <a:ext cx="0" cy="64009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8" name="C5-E04 text 6" descr="sci-ppt:o006"/>
          <p:cNvSpPr txBox="1"/>
          <p:nvPr/>
        </p:nvSpPr>
        <p:spPr>
          <a:xfrm>
            <a:off x="3078480" y="546811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50</a:t>
            </a:r>
          </a:p>
        </p:txBody>
      </p:sp>
      <p:cxnSp>
        <p:nvCxnSpPr>
          <p:cNvPr id="9" name="C5-E04 line 7" descr="sci-ppt:o007"/>
          <p:cNvCxnSpPr/>
          <p:nvPr/>
        </p:nvCxnSpPr>
        <p:spPr>
          <a:xfrm>
            <a:off x="5791200" y="5394959"/>
            <a:ext cx="0" cy="64009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0" name="C5-E04 text 8" descr="sci-ppt:o008"/>
          <p:cNvSpPr txBox="1"/>
          <p:nvPr/>
        </p:nvSpPr>
        <p:spPr>
          <a:xfrm>
            <a:off x="5334000" y="546811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11" name="C5-E04 line 9" descr="sci-ppt:o009"/>
          <p:cNvCxnSpPr/>
          <p:nvPr/>
        </p:nvCxnSpPr>
        <p:spPr>
          <a:xfrm>
            <a:off x="8046720" y="5394959"/>
            <a:ext cx="0" cy="64009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2" name="C5-E04 text 10" descr="sci-ppt:o010"/>
          <p:cNvSpPr txBox="1"/>
          <p:nvPr/>
        </p:nvSpPr>
        <p:spPr>
          <a:xfrm>
            <a:off x="7589520" y="5468112"/>
            <a:ext cx="9144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150</a:t>
            </a:r>
          </a:p>
        </p:txBody>
      </p:sp>
      <p:cxnSp>
        <p:nvCxnSpPr>
          <p:cNvPr id="13" name="C5-E04 line 11" descr="sci-ppt:o011"/>
          <p:cNvCxnSpPr/>
          <p:nvPr/>
        </p:nvCxnSpPr>
        <p:spPr>
          <a:xfrm>
            <a:off x="1216151" y="539495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4" name="C5-E04 line 12" descr="sci-ppt:o012"/>
          <p:cNvCxnSpPr/>
          <p:nvPr/>
        </p:nvCxnSpPr>
        <p:spPr>
          <a:xfrm>
            <a:off x="1280160" y="5394959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5" name="C5-E04 text 13" descr="sci-ppt:o013"/>
          <p:cNvSpPr txBox="1"/>
          <p:nvPr/>
        </p:nvSpPr>
        <p:spPr>
          <a:xfrm>
            <a:off x="502919" y="526694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16" name="C5-E04 line 14" descr="sci-ppt:o014"/>
          <p:cNvCxnSpPr/>
          <p:nvPr/>
        </p:nvCxnSpPr>
        <p:spPr>
          <a:xfrm>
            <a:off x="1216151" y="399287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7" name="C5-E04 line 15" descr="sci-ppt:o015"/>
          <p:cNvCxnSpPr/>
          <p:nvPr/>
        </p:nvCxnSpPr>
        <p:spPr>
          <a:xfrm>
            <a:off x="1280160" y="3992879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8" name="C5-E04 text 16" descr="sci-ppt:o016"/>
          <p:cNvSpPr txBox="1"/>
          <p:nvPr/>
        </p:nvSpPr>
        <p:spPr>
          <a:xfrm>
            <a:off x="502919" y="386486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19" name="C5-E04 line 17" descr="sci-ppt:o017"/>
          <p:cNvCxnSpPr/>
          <p:nvPr/>
        </p:nvCxnSpPr>
        <p:spPr>
          <a:xfrm>
            <a:off x="1216151" y="259079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0" name="C5-E04 line 18" descr="sci-ppt:o018"/>
          <p:cNvCxnSpPr/>
          <p:nvPr/>
        </p:nvCxnSpPr>
        <p:spPr>
          <a:xfrm>
            <a:off x="1280160" y="2590799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1" name="C5-E04 text 19" descr="sci-ppt:o019"/>
          <p:cNvSpPr txBox="1"/>
          <p:nvPr/>
        </p:nvSpPr>
        <p:spPr>
          <a:xfrm>
            <a:off x="502919" y="246278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200</a:t>
            </a:r>
          </a:p>
        </p:txBody>
      </p:sp>
      <p:cxnSp>
        <p:nvCxnSpPr>
          <p:cNvPr id="22" name="C5-E04 line 20" descr="sci-ppt:o020"/>
          <p:cNvCxnSpPr/>
          <p:nvPr/>
        </p:nvCxnSpPr>
        <p:spPr>
          <a:xfrm>
            <a:off x="1216151" y="1188719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3" name="C5-E04 line 21" descr="sci-ppt:o021"/>
          <p:cNvCxnSpPr/>
          <p:nvPr/>
        </p:nvCxnSpPr>
        <p:spPr>
          <a:xfrm>
            <a:off x="1280160" y="1188719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4" name="C5-E04 text 22" descr="sci-ppt:o022"/>
          <p:cNvSpPr txBox="1"/>
          <p:nvPr/>
        </p:nvSpPr>
        <p:spPr>
          <a:xfrm>
            <a:off x="502919" y="10607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300</a:t>
            </a:r>
          </a:p>
        </p:txBody>
      </p:sp>
      <p:sp>
        <p:nvSpPr>
          <p:cNvPr id="25" name="C5-E04 text 23" descr="sci-ppt:o023"/>
          <p:cNvSpPr txBox="1"/>
          <p:nvPr/>
        </p:nvSpPr>
        <p:spPr>
          <a:xfrm>
            <a:off x="1280160" y="5742431"/>
            <a:ext cx="67665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Impact speed U (m/s)</a:t>
            </a:r>
          </a:p>
        </p:txBody>
      </p:sp>
      <p:sp>
        <p:nvSpPr>
          <p:cNvPr id="26" name="C5-E04 text 24" descr="sci-ppt:o024"/>
          <p:cNvSpPr txBox="1"/>
          <p:nvPr/>
        </p:nvSpPr>
        <p:spPr>
          <a:xfrm>
            <a:off x="411479" y="804672"/>
            <a:ext cx="31089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Absolute wall pressure (MPa)</a:t>
            </a:r>
          </a:p>
        </p:txBody>
      </p:sp>
      <p:cxnSp>
        <p:nvCxnSpPr>
          <p:cNvPr id="27" name="C5-E04 line 25" descr="sci-ppt:o025"/>
          <p:cNvCxnSpPr/>
          <p:nvPr/>
        </p:nvCxnSpPr>
        <p:spPr>
          <a:xfrm flipV="1">
            <a:off x="1280160" y="5359396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28" name="C5-E04 line 26" descr="sci-ppt:o026"/>
          <p:cNvCxnSpPr/>
          <p:nvPr/>
        </p:nvCxnSpPr>
        <p:spPr>
          <a:xfrm flipV="1">
            <a:off x="1347825" y="5325253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29" name="C5-E04 line 27" descr="sci-ppt:o027"/>
          <p:cNvCxnSpPr/>
          <p:nvPr/>
        </p:nvCxnSpPr>
        <p:spPr>
          <a:xfrm flipV="1">
            <a:off x="1415491" y="5291110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30" name="C5-E04 line 28" descr="sci-ppt:o028"/>
          <p:cNvCxnSpPr/>
          <p:nvPr/>
        </p:nvCxnSpPr>
        <p:spPr>
          <a:xfrm flipV="1">
            <a:off x="1483156" y="5256967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31" name="C5-E04 line 29" descr="sci-ppt:o029"/>
          <p:cNvCxnSpPr/>
          <p:nvPr/>
        </p:nvCxnSpPr>
        <p:spPr>
          <a:xfrm flipV="1">
            <a:off x="1550822" y="522282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32" name="C5-E04 line 30" descr="sci-ppt:o030"/>
          <p:cNvCxnSpPr/>
          <p:nvPr/>
        </p:nvCxnSpPr>
        <p:spPr>
          <a:xfrm flipV="1">
            <a:off x="1618488" y="5188681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33" name="C5-E04 line 31" descr="sci-ppt:o031"/>
          <p:cNvCxnSpPr/>
          <p:nvPr/>
        </p:nvCxnSpPr>
        <p:spPr>
          <a:xfrm flipV="1">
            <a:off x="1686153" y="5154538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34" name="C5-E04 line 32" descr="sci-ppt:o032"/>
          <p:cNvCxnSpPr/>
          <p:nvPr/>
        </p:nvCxnSpPr>
        <p:spPr>
          <a:xfrm flipV="1">
            <a:off x="1753819" y="5120395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35" name="C5-E04 line 33" descr="sci-ppt:o033"/>
          <p:cNvCxnSpPr/>
          <p:nvPr/>
        </p:nvCxnSpPr>
        <p:spPr>
          <a:xfrm flipV="1">
            <a:off x="1821484" y="5086252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36" name="C5-E04 line 34" descr="sci-ppt:o034"/>
          <p:cNvCxnSpPr/>
          <p:nvPr/>
        </p:nvCxnSpPr>
        <p:spPr>
          <a:xfrm flipV="1">
            <a:off x="1889150" y="5052109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37" name="C5-E04 line 35" descr="sci-ppt:o035"/>
          <p:cNvCxnSpPr/>
          <p:nvPr/>
        </p:nvCxnSpPr>
        <p:spPr>
          <a:xfrm flipV="1">
            <a:off x="1956816" y="5017966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38" name="C5-E04 line 36" descr="sci-ppt:o036"/>
          <p:cNvCxnSpPr/>
          <p:nvPr/>
        </p:nvCxnSpPr>
        <p:spPr>
          <a:xfrm flipV="1">
            <a:off x="2024481" y="4983823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39" name="C5-E04 line 37" descr="sci-ppt:o037"/>
          <p:cNvCxnSpPr/>
          <p:nvPr/>
        </p:nvCxnSpPr>
        <p:spPr>
          <a:xfrm flipV="1">
            <a:off x="2092147" y="4949680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40" name="C5-E04 line 38" descr="sci-ppt:o038"/>
          <p:cNvCxnSpPr/>
          <p:nvPr/>
        </p:nvCxnSpPr>
        <p:spPr>
          <a:xfrm flipV="1">
            <a:off x="2159812" y="4915537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41" name="C5-E04 line 39" descr="sci-ppt:o039"/>
          <p:cNvCxnSpPr/>
          <p:nvPr/>
        </p:nvCxnSpPr>
        <p:spPr>
          <a:xfrm flipV="1">
            <a:off x="2227478" y="488139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42" name="C5-E04 line 40" descr="sci-ppt:o040"/>
          <p:cNvCxnSpPr/>
          <p:nvPr/>
        </p:nvCxnSpPr>
        <p:spPr>
          <a:xfrm flipV="1">
            <a:off x="2295144" y="4847251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43" name="C5-E04 line 41" descr="sci-ppt:o041"/>
          <p:cNvCxnSpPr/>
          <p:nvPr/>
        </p:nvCxnSpPr>
        <p:spPr>
          <a:xfrm flipV="1">
            <a:off x="2362809" y="4813108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44" name="C5-E04 line 42" descr="sci-ppt:o042"/>
          <p:cNvCxnSpPr/>
          <p:nvPr/>
        </p:nvCxnSpPr>
        <p:spPr>
          <a:xfrm flipV="1">
            <a:off x="2430475" y="4778965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45" name="C5-E04 line 43" descr="sci-ppt:o043"/>
          <p:cNvCxnSpPr/>
          <p:nvPr/>
        </p:nvCxnSpPr>
        <p:spPr>
          <a:xfrm flipV="1">
            <a:off x="2498140" y="4744822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46" name="C5-E04 line 44" descr="sci-ppt:o044"/>
          <p:cNvCxnSpPr/>
          <p:nvPr/>
        </p:nvCxnSpPr>
        <p:spPr>
          <a:xfrm flipV="1">
            <a:off x="2565806" y="4710679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47" name="C5-E04 line 45" descr="sci-ppt:o045"/>
          <p:cNvCxnSpPr/>
          <p:nvPr/>
        </p:nvCxnSpPr>
        <p:spPr>
          <a:xfrm flipV="1">
            <a:off x="2633472" y="4676536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48" name="C5-E04 line 46" descr="sci-ppt:o046"/>
          <p:cNvCxnSpPr/>
          <p:nvPr/>
        </p:nvCxnSpPr>
        <p:spPr>
          <a:xfrm flipV="1">
            <a:off x="2701137" y="4642393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49" name="C5-E04 line 47" descr="sci-ppt:o047"/>
          <p:cNvCxnSpPr/>
          <p:nvPr/>
        </p:nvCxnSpPr>
        <p:spPr>
          <a:xfrm flipV="1">
            <a:off x="2768803" y="4608250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50" name="C5-E04 line 48" descr="sci-ppt:o048"/>
          <p:cNvCxnSpPr/>
          <p:nvPr/>
        </p:nvCxnSpPr>
        <p:spPr>
          <a:xfrm flipV="1">
            <a:off x="2836468" y="4574107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51" name="C5-E04 line 49" descr="sci-ppt:o049"/>
          <p:cNvCxnSpPr/>
          <p:nvPr/>
        </p:nvCxnSpPr>
        <p:spPr>
          <a:xfrm flipV="1">
            <a:off x="2904134" y="453996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52" name="C5-E04 line 50" descr="sci-ppt:o050"/>
          <p:cNvCxnSpPr/>
          <p:nvPr/>
        </p:nvCxnSpPr>
        <p:spPr>
          <a:xfrm flipV="1">
            <a:off x="2971800" y="4505821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53" name="C5-E04 line 51" descr="sci-ppt:o051"/>
          <p:cNvCxnSpPr/>
          <p:nvPr/>
        </p:nvCxnSpPr>
        <p:spPr>
          <a:xfrm flipV="1">
            <a:off x="3039465" y="4471678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54" name="C5-E04 line 52" descr="sci-ppt:o052"/>
          <p:cNvCxnSpPr/>
          <p:nvPr/>
        </p:nvCxnSpPr>
        <p:spPr>
          <a:xfrm flipV="1">
            <a:off x="3107131" y="4437535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55" name="C5-E04 line 53" descr="sci-ppt:o053"/>
          <p:cNvCxnSpPr/>
          <p:nvPr/>
        </p:nvCxnSpPr>
        <p:spPr>
          <a:xfrm flipV="1">
            <a:off x="3174796" y="4403392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56" name="C5-E04 line 54" descr="sci-ppt:o054"/>
          <p:cNvCxnSpPr/>
          <p:nvPr/>
        </p:nvCxnSpPr>
        <p:spPr>
          <a:xfrm flipV="1">
            <a:off x="3242462" y="4369249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57" name="C5-E04 line 55" descr="sci-ppt:o055"/>
          <p:cNvCxnSpPr/>
          <p:nvPr/>
        </p:nvCxnSpPr>
        <p:spPr>
          <a:xfrm flipV="1">
            <a:off x="3310128" y="4335106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58" name="C5-E04 line 56" descr="sci-ppt:o056"/>
          <p:cNvCxnSpPr/>
          <p:nvPr/>
        </p:nvCxnSpPr>
        <p:spPr>
          <a:xfrm flipV="1">
            <a:off x="3377793" y="4300963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59" name="C5-E04 line 57" descr="sci-ppt:o057"/>
          <p:cNvCxnSpPr/>
          <p:nvPr/>
        </p:nvCxnSpPr>
        <p:spPr>
          <a:xfrm flipV="1">
            <a:off x="3445459" y="4266820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60" name="C5-E04 line 58" descr="sci-ppt:o058"/>
          <p:cNvCxnSpPr/>
          <p:nvPr/>
        </p:nvCxnSpPr>
        <p:spPr>
          <a:xfrm flipV="1">
            <a:off x="3513124" y="4232677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61" name="C5-E04 line 59" descr="sci-ppt:o059"/>
          <p:cNvCxnSpPr/>
          <p:nvPr/>
        </p:nvCxnSpPr>
        <p:spPr>
          <a:xfrm flipV="1">
            <a:off x="3580790" y="419853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62" name="C5-E04 line 60" descr="sci-ppt:o060"/>
          <p:cNvCxnSpPr/>
          <p:nvPr/>
        </p:nvCxnSpPr>
        <p:spPr>
          <a:xfrm flipV="1">
            <a:off x="3648456" y="4164391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63" name="C5-E04 line 61" descr="sci-ppt:o061"/>
          <p:cNvCxnSpPr/>
          <p:nvPr/>
        </p:nvCxnSpPr>
        <p:spPr>
          <a:xfrm flipV="1">
            <a:off x="3716121" y="4130248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64" name="C5-E04 line 62" descr="sci-ppt:o062"/>
          <p:cNvCxnSpPr/>
          <p:nvPr/>
        </p:nvCxnSpPr>
        <p:spPr>
          <a:xfrm flipV="1">
            <a:off x="3783787" y="4096105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65" name="C5-E04 line 63" descr="sci-ppt:o063"/>
          <p:cNvCxnSpPr/>
          <p:nvPr/>
        </p:nvCxnSpPr>
        <p:spPr>
          <a:xfrm flipV="1">
            <a:off x="3851452" y="4061963"/>
            <a:ext cx="67666" cy="34142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66" name="C5-E04 line 64" descr="sci-ppt:o064"/>
          <p:cNvCxnSpPr/>
          <p:nvPr/>
        </p:nvCxnSpPr>
        <p:spPr>
          <a:xfrm flipV="1">
            <a:off x="3919118" y="4027820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67" name="C5-E04 line 65" descr="sci-ppt:o065"/>
          <p:cNvCxnSpPr/>
          <p:nvPr/>
        </p:nvCxnSpPr>
        <p:spPr>
          <a:xfrm flipV="1">
            <a:off x="3986784" y="3993677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68" name="C5-E04 line 66" descr="sci-ppt:o066"/>
          <p:cNvCxnSpPr/>
          <p:nvPr/>
        </p:nvCxnSpPr>
        <p:spPr>
          <a:xfrm flipV="1">
            <a:off x="4054449" y="395953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69" name="C5-E04 line 67" descr="sci-ppt:o067"/>
          <p:cNvCxnSpPr/>
          <p:nvPr/>
        </p:nvCxnSpPr>
        <p:spPr>
          <a:xfrm flipV="1">
            <a:off x="4122115" y="3925391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70" name="C5-E04 line 68" descr="sci-ppt:o068"/>
          <p:cNvCxnSpPr/>
          <p:nvPr/>
        </p:nvCxnSpPr>
        <p:spPr>
          <a:xfrm flipV="1">
            <a:off x="4189780" y="3891248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71" name="C5-E04 line 69" descr="sci-ppt:o069"/>
          <p:cNvCxnSpPr/>
          <p:nvPr/>
        </p:nvCxnSpPr>
        <p:spPr>
          <a:xfrm flipV="1">
            <a:off x="4257446" y="3857105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72" name="C5-E04 line 70" descr="sci-ppt:o070"/>
          <p:cNvCxnSpPr/>
          <p:nvPr/>
        </p:nvCxnSpPr>
        <p:spPr>
          <a:xfrm flipV="1">
            <a:off x="4325112" y="3822962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73" name="C5-E04 line 71" descr="sci-ppt:o071"/>
          <p:cNvCxnSpPr/>
          <p:nvPr/>
        </p:nvCxnSpPr>
        <p:spPr>
          <a:xfrm flipV="1">
            <a:off x="4392777" y="3788819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74" name="C5-E04 line 72" descr="sci-ppt:o072"/>
          <p:cNvCxnSpPr/>
          <p:nvPr/>
        </p:nvCxnSpPr>
        <p:spPr>
          <a:xfrm flipV="1">
            <a:off x="4460443" y="3754676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75" name="C5-E04 line 73" descr="sci-ppt:o073"/>
          <p:cNvCxnSpPr/>
          <p:nvPr/>
        </p:nvCxnSpPr>
        <p:spPr>
          <a:xfrm flipV="1">
            <a:off x="4528108" y="3720533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76" name="C5-E04 line 74" descr="sci-ppt:o074"/>
          <p:cNvCxnSpPr/>
          <p:nvPr/>
        </p:nvCxnSpPr>
        <p:spPr>
          <a:xfrm flipV="1">
            <a:off x="4595774" y="3686390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77" name="C5-E04 line 75" descr="sci-ppt:o075"/>
          <p:cNvCxnSpPr/>
          <p:nvPr/>
        </p:nvCxnSpPr>
        <p:spPr>
          <a:xfrm flipV="1">
            <a:off x="4663440" y="3652247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78" name="C5-E04 line 76" descr="sci-ppt:o076"/>
          <p:cNvCxnSpPr/>
          <p:nvPr/>
        </p:nvCxnSpPr>
        <p:spPr>
          <a:xfrm flipV="1">
            <a:off x="4731105" y="361810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79" name="C5-E04 line 77" descr="sci-ppt:o077"/>
          <p:cNvCxnSpPr/>
          <p:nvPr/>
        </p:nvCxnSpPr>
        <p:spPr>
          <a:xfrm flipV="1">
            <a:off x="4798771" y="3583961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80" name="C5-E04 line 78" descr="sci-ppt:o078"/>
          <p:cNvCxnSpPr/>
          <p:nvPr/>
        </p:nvCxnSpPr>
        <p:spPr>
          <a:xfrm flipV="1">
            <a:off x="4866436" y="3549818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81" name="C5-E04 line 79" descr="sci-ppt:o079"/>
          <p:cNvCxnSpPr/>
          <p:nvPr/>
        </p:nvCxnSpPr>
        <p:spPr>
          <a:xfrm flipV="1">
            <a:off x="4934102" y="3515675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82" name="C5-E04 line 80" descr="sci-ppt:o080"/>
          <p:cNvCxnSpPr/>
          <p:nvPr/>
        </p:nvCxnSpPr>
        <p:spPr>
          <a:xfrm flipV="1">
            <a:off x="5001768" y="3481532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83" name="C5-E04 line 81" descr="sci-ppt:o081"/>
          <p:cNvCxnSpPr/>
          <p:nvPr/>
        </p:nvCxnSpPr>
        <p:spPr>
          <a:xfrm flipV="1">
            <a:off x="5069433" y="3447389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84" name="C5-E04 line 82" descr="sci-ppt:o082"/>
          <p:cNvCxnSpPr/>
          <p:nvPr/>
        </p:nvCxnSpPr>
        <p:spPr>
          <a:xfrm flipV="1">
            <a:off x="5137099" y="3413246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85" name="C5-E04 line 83" descr="sci-ppt:o083"/>
          <p:cNvCxnSpPr/>
          <p:nvPr/>
        </p:nvCxnSpPr>
        <p:spPr>
          <a:xfrm flipV="1">
            <a:off x="5204764" y="3379103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86" name="C5-E04 line 84" descr="sci-ppt:o084"/>
          <p:cNvCxnSpPr/>
          <p:nvPr/>
        </p:nvCxnSpPr>
        <p:spPr>
          <a:xfrm flipV="1">
            <a:off x="5272430" y="3344960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87" name="C5-E04 line 85" descr="sci-ppt:o085"/>
          <p:cNvCxnSpPr/>
          <p:nvPr/>
        </p:nvCxnSpPr>
        <p:spPr>
          <a:xfrm flipV="1">
            <a:off x="5340096" y="3310817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88" name="C5-E04 line 86" descr="sci-ppt:o086"/>
          <p:cNvCxnSpPr/>
          <p:nvPr/>
        </p:nvCxnSpPr>
        <p:spPr>
          <a:xfrm flipV="1">
            <a:off x="5407761" y="327667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89" name="C5-E04 line 87" descr="sci-ppt:o087"/>
          <p:cNvCxnSpPr/>
          <p:nvPr/>
        </p:nvCxnSpPr>
        <p:spPr>
          <a:xfrm flipV="1">
            <a:off x="5475427" y="3242531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90" name="C5-E04 line 88" descr="sci-ppt:o088"/>
          <p:cNvCxnSpPr/>
          <p:nvPr/>
        </p:nvCxnSpPr>
        <p:spPr>
          <a:xfrm flipV="1">
            <a:off x="5543092" y="3208388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91" name="C5-E04 line 89" descr="sci-ppt:o089"/>
          <p:cNvCxnSpPr/>
          <p:nvPr/>
        </p:nvCxnSpPr>
        <p:spPr>
          <a:xfrm flipV="1">
            <a:off x="5610758" y="3174245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92" name="C5-E04 line 90" descr="sci-ppt:o090"/>
          <p:cNvCxnSpPr/>
          <p:nvPr/>
        </p:nvCxnSpPr>
        <p:spPr>
          <a:xfrm flipV="1">
            <a:off x="5678424" y="3140102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93" name="C5-E04 line 91" descr="sci-ppt:o091"/>
          <p:cNvCxnSpPr/>
          <p:nvPr/>
        </p:nvCxnSpPr>
        <p:spPr>
          <a:xfrm flipV="1">
            <a:off x="5746089" y="3105959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94" name="C5-E04 line 92" descr="sci-ppt:o092"/>
          <p:cNvCxnSpPr/>
          <p:nvPr/>
        </p:nvCxnSpPr>
        <p:spPr>
          <a:xfrm flipV="1">
            <a:off x="5813755" y="3071816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95" name="C5-E04 line 93" descr="sci-ppt:o093"/>
          <p:cNvCxnSpPr/>
          <p:nvPr/>
        </p:nvCxnSpPr>
        <p:spPr>
          <a:xfrm flipV="1">
            <a:off x="5881420" y="3037673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96" name="C5-E04 line 94" descr="sci-ppt:o094"/>
          <p:cNvCxnSpPr/>
          <p:nvPr/>
        </p:nvCxnSpPr>
        <p:spPr>
          <a:xfrm flipV="1">
            <a:off x="5949086" y="3003530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97" name="C5-E04 line 95" descr="sci-ppt:o095"/>
          <p:cNvCxnSpPr/>
          <p:nvPr/>
        </p:nvCxnSpPr>
        <p:spPr>
          <a:xfrm flipV="1">
            <a:off x="6016752" y="2969387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98" name="C5-E04 line 96" descr="sci-ppt:o096"/>
          <p:cNvCxnSpPr/>
          <p:nvPr/>
        </p:nvCxnSpPr>
        <p:spPr>
          <a:xfrm flipV="1">
            <a:off x="6084417" y="293524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99" name="C5-E04 line 97" descr="sci-ppt:o097"/>
          <p:cNvCxnSpPr/>
          <p:nvPr/>
        </p:nvCxnSpPr>
        <p:spPr>
          <a:xfrm flipV="1">
            <a:off x="6152083" y="2901101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00" name="C5-E04 line 98" descr="sci-ppt:o098"/>
          <p:cNvCxnSpPr/>
          <p:nvPr/>
        </p:nvCxnSpPr>
        <p:spPr>
          <a:xfrm flipV="1">
            <a:off x="6219748" y="2866958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01" name="C5-E04 line 99" descr="sci-ppt:o099"/>
          <p:cNvCxnSpPr/>
          <p:nvPr/>
        </p:nvCxnSpPr>
        <p:spPr>
          <a:xfrm flipV="1">
            <a:off x="6287414" y="2832815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02" name="C5-E04 line 100" descr="sci-ppt:o100"/>
          <p:cNvCxnSpPr/>
          <p:nvPr/>
        </p:nvCxnSpPr>
        <p:spPr>
          <a:xfrm flipV="1">
            <a:off x="6355080" y="2798672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03" name="C5-E04 line 101" descr="sci-ppt:o101"/>
          <p:cNvCxnSpPr/>
          <p:nvPr/>
        </p:nvCxnSpPr>
        <p:spPr>
          <a:xfrm flipV="1">
            <a:off x="6422745" y="2764529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04" name="C5-E04 line 102" descr="sci-ppt:o102"/>
          <p:cNvCxnSpPr/>
          <p:nvPr/>
        </p:nvCxnSpPr>
        <p:spPr>
          <a:xfrm flipV="1">
            <a:off x="6490411" y="2730386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05" name="C5-E04 line 103" descr="sci-ppt:o103"/>
          <p:cNvCxnSpPr/>
          <p:nvPr/>
        </p:nvCxnSpPr>
        <p:spPr>
          <a:xfrm flipV="1">
            <a:off x="6558076" y="2696243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06" name="C5-E04 line 104" descr="sci-ppt:o104"/>
          <p:cNvCxnSpPr/>
          <p:nvPr/>
        </p:nvCxnSpPr>
        <p:spPr>
          <a:xfrm flipV="1">
            <a:off x="6625742" y="2662100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07" name="C5-E04 line 105" descr="sci-ppt:o105"/>
          <p:cNvCxnSpPr/>
          <p:nvPr/>
        </p:nvCxnSpPr>
        <p:spPr>
          <a:xfrm flipV="1">
            <a:off x="6693408" y="2627957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08" name="C5-E04 line 106" descr="sci-ppt:o106"/>
          <p:cNvCxnSpPr/>
          <p:nvPr/>
        </p:nvCxnSpPr>
        <p:spPr>
          <a:xfrm flipV="1">
            <a:off x="6761073" y="259381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09" name="C5-E04 line 107" descr="sci-ppt:o107"/>
          <p:cNvCxnSpPr/>
          <p:nvPr/>
        </p:nvCxnSpPr>
        <p:spPr>
          <a:xfrm flipV="1">
            <a:off x="6828739" y="2559671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10" name="C5-E04 line 108" descr="sci-ppt:o108"/>
          <p:cNvCxnSpPr/>
          <p:nvPr/>
        </p:nvCxnSpPr>
        <p:spPr>
          <a:xfrm flipV="1">
            <a:off x="6896404" y="2525528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11" name="C5-E04 line 109" descr="sci-ppt:o109"/>
          <p:cNvCxnSpPr/>
          <p:nvPr/>
        </p:nvCxnSpPr>
        <p:spPr>
          <a:xfrm flipV="1">
            <a:off x="6964070" y="2491385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12" name="C5-E04 line 110" descr="sci-ppt:o110"/>
          <p:cNvCxnSpPr/>
          <p:nvPr/>
        </p:nvCxnSpPr>
        <p:spPr>
          <a:xfrm flipV="1">
            <a:off x="7031736" y="2457242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13" name="C5-E04 line 111" descr="sci-ppt:o111"/>
          <p:cNvCxnSpPr/>
          <p:nvPr/>
        </p:nvCxnSpPr>
        <p:spPr>
          <a:xfrm flipV="1">
            <a:off x="7099401" y="2423099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14" name="C5-E04 line 112" descr="sci-ppt:o112"/>
          <p:cNvCxnSpPr/>
          <p:nvPr/>
        </p:nvCxnSpPr>
        <p:spPr>
          <a:xfrm flipV="1">
            <a:off x="7167067" y="2388956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15" name="C5-E04 line 113" descr="sci-ppt:o113"/>
          <p:cNvCxnSpPr/>
          <p:nvPr/>
        </p:nvCxnSpPr>
        <p:spPr>
          <a:xfrm flipV="1">
            <a:off x="7234732" y="2354813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16" name="C5-E04 line 114" descr="sci-ppt:o114"/>
          <p:cNvCxnSpPr/>
          <p:nvPr/>
        </p:nvCxnSpPr>
        <p:spPr>
          <a:xfrm flipV="1">
            <a:off x="7302398" y="2320670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17" name="C5-E04 line 115" descr="sci-ppt:o115"/>
          <p:cNvCxnSpPr/>
          <p:nvPr/>
        </p:nvCxnSpPr>
        <p:spPr>
          <a:xfrm flipV="1">
            <a:off x="7370064" y="2286527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18" name="C5-E04 line 116" descr="sci-ppt:o116"/>
          <p:cNvCxnSpPr/>
          <p:nvPr/>
        </p:nvCxnSpPr>
        <p:spPr>
          <a:xfrm flipV="1">
            <a:off x="7437729" y="225238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19" name="C5-E04 line 117" descr="sci-ppt:o117"/>
          <p:cNvCxnSpPr/>
          <p:nvPr/>
        </p:nvCxnSpPr>
        <p:spPr>
          <a:xfrm flipV="1">
            <a:off x="7505395" y="2218241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20" name="C5-E04 line 118" descr="sci-ppt:o118"/>
          <p:cNvCxnSpPr/>
          <p:nvPr/>
        </p:nvCxnSpPr>
        <p:spPr>
          <a:xfrm flipV="1">
            <a:off x="7573060" y="2184098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21" name="C5-E04 line 119" descr="sci-ppt:o119"/>
          <p:cNvCxnSpPr/>
          <p:nvPr/>
        </p:nvCxnSpPr>
        <p:spPr>
          <a:xfrm flipV="1">
            <a:off x="7640726" y="2149955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22" name="C5-E04 line 120" descr="sci-ppt:o120"/>
          <p:cNvCxnSpPr/>
          <p:nvPr/>
        </p:nvCxnSpPr>
        <p:spPr>
          <a:xfrm flipV="1">
            <a:off x="7708392" y="2115812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23" name="C5-E04 line 121" descr="sci-ppt:o121"/>
          <p:cNvCxnSpPr/>
          <p:nvPr/>
        </p:nvCxnSpPr>
        <p:spPr>
          <a:xfrm flipV="1">
            <a:off x="7776057" y="2081670"/>
            <a:ext cx="67666" cy="34142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24" name="C5-E04 line 122" descr="sci-ppt:o122"/>
          <p:cNvCxnSpPr/>
          <p:nvPr/>
        </p:nvCxnSpPr>
        <p:spPr>
          <a:xfrm flipV="1">
            <a:off x="7843723" y="2047527"/>
            <a:ext cx="67665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25" name="C5-E04 line 123" descr="sci-ppt:o123"/>
          <p:cNvCxnSpPr/>
          <p:nvPr/>
        </p:nvCxnSpPr>
        <p:spPr>
          <a:xfrm flipV="1">
            <a:off x="7911388" y="2013384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26" name="C5-E04 line 124" descr="sci-ppt:o124"/>
          <p:cNvCxnSpPr/>
          <p:nvPr/>
        </p:nvCxnSpPr>
        <p:spPr>
          <a:xfrm flipV="1">
            <a:off x="7979054" y="1979241"/>
            <a:ext cx="67666" cy="34143"/>
          </a:xfrm>
          <a:prstGeom prst="line">
            <a:avLst/>
          </a:prstGeom>
          <a:ln w="25400">
            <a:solidFill>
              <a:srgbClr val="B4C7D2"/>
            </a:solidFill>
            <a:prstDash val="dash"/>
          </a:ln>
          <a:effectLst/>
        </p:spPr>
      </p:cxnSp>
      <p:cxnSp>
        <p:nvCxnSpPr>
          <p:cNvPr id="127" name="C5-E04 line 125" descr="sci-ppt:o125"/>
          <p:cNvCxnSpPr/>
          <p:nvPr/>
        </p:nvCxnSpPr>
        <p:spPr>
          <a:xfrm flipV="1">
            <a:off x="1280160" y="5359353"/>
            <a:ext cx="67665" cy="3418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28" name="C5-E04 line 126" descr="sci-ppt:o126"/>
          <p:cNvCxnSpPr/>
          <p:nvPr/>
        </p:nvCxnSpPr>
        <p:spPr>
          <a:xfrm flipV="1">
            <a:off x="1347825" y="5325083"/>
            <a:ext cx="67666" cy="34270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29" name="C5-E04 line 127" descr="sci-ppt:o127"/>
          <p:cNvCxnSpPr/>
          <p:nvPr/>
        </p:nvCxnSpPr>
        <p:spPr>
          <a:xfrm flipV="1">
            <a:off x="1415491" y="5290727"/>
            <a:ext cx="67665" cy="3435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30" name="C5-E04 line 128" descr="sci-ppt:o128"/>
          <p:cNvCxnSpPr/>
          <p:nvPr/>
        </p:nvCxnSpPr>
        <p:spPr>
          <a:xfrm flipV="1">
            <a:off x="1483156" y="5256286"/>
            <a:ext cx="67666" cy="3444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31" name="C5-E04 line 129" descr="sci-ppt:o129"/>
          <p:cNvCxnSpPr/>
          <p:nvPr/>
        </p:nvCxnSpPr>
        <p:spPr>
          <a:xfrm flipV="1">
            <a:off x="1550822" y="5221761"/>
            <a:ext cx="67666" cy="34525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32" name="C5-E04 line 130" descr="sci-ppt:o130"/>
          <p:cNvCxnSpPr/>
          <p:nvPr/>
        </p:nvCxnSpPr>
        <p:spPr>
          <a:xfrm flipV="1">
            <a:off x="1618488" y="5187150"/>
            <a:ext cx="67665" cy="3461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33" name="C5-E04 line 131" descr="sci-ppt:o131"/>
          <p:cNvCxnSpPr/>
          <p:nvPr/>
        </p:nvCxnSpPr>
        <p:spPr>
          <a:xfrm flipV="1">
            <a:off x="1686153" y="5152454"/>
            <a:ext cx="67666" cy="3469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34" name="C5-E04 line 132" descr="sci-ppt:o132"/>
          <p:cNvCxnSpPr/>
          <p:nvPr/>
        </p:nvCxnSpPr>
        <p:spPr>
          <a:xfrm flipV="1">
            <a:off x="1753819" y="5117672"/>
            <a:ext cx="67665" cy="3478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35" name="C5-E04 line 133" descr="sci-ppt:o133"/>
          <p:cNvCxnSpPr/>
          <p:nvPr/>
        </p:nvCxnSpPr>
        <p:spPr>
          <a:xfrm flipV="1">
            <a:off x="1821484" y="5082806"/>
            <a:ext cx="67666" cy="3486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36" name="C5-E04 line 134" descr="sci-ppt:o134"/>
          <p:cNvCxnSpPr/>
          <p:nvPr/>
        </p:nvCxnSpPr>
        <p:spPr>
          <a:xfrm flipV="1">
            <a:off x="1889150" y="5047854"/>
            <a:ext cx="67666" cy="3495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37" name="C5-E04 line 135" descr="sci-ppt:o135"/>
          <p:cNvCxnSpPr/>
          <p:nvPr/>
        </p:nvCxnSpPr>
        <p:spPr>
          <a:xfrm flipV="1">
            <a:off x="1956816" y="5012817"/>
            <a:ext cx="67665" cy="35037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38" name="C5-E04 line 136" descr="sci-ppt:o136"/>
          <p:cNvCxnSpPr/>
          <p:nvPr/>
        </p:nvCxnSpPr>
        <p:spPr>
          <a:xfrm flipV="1">
            <a:off x="2024481" y="4977695"/>
            <a:ext cx="67666" cy="3512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39" name="C5-E04 line 137" descr="sci-ppt:o137"/>
          <p:cNvCxnSpPr/>
          <p:nvPr/>
        </p:nvCxnSpPr>
        <p:spPr>
          <a:xfrm flipV="1">
            <a:off x="2092147" y="4942487"/>
            <a:ext cx="67665" cy="3520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40" name="C5-E04 line 138" descr="sci-ppt:o138"/>
          <p:cNvCxnSpPr/>
          <p:nvPr/>
        </p:nvCxnSpPr>
        <p:spPr>
          <a:xfrm flipV="1">
            <a:off x="2159812" y="4907194"/>
            <a:ext cx="67666" cy="35293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41" name="C5-E04 line 139" descr="sci-ppt:o139"/>
          <p:cNvCxnSpPr/>
          <p:nvPr/>
        </p:nvCxnSpPr>
        <p:spPr>
          <a:xfrm flipV="1">
            <a:off x="2227478" y="4871816"/>
            <a:ext cx="67666" cy="3537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42" name="C5-E04 line 140" descr="sci-ppt:o140"/>
          <p:cNvCxnSpPr/>
          <p:nvPr/>
        </p:nvCxnSpPr>
        <p:spPr>
          <a:xfrm flipV="1">
            <a:off x="2295144" y="4836352"/>
            <a:ext cx="67665" cy="3546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43" name="C5-E04 line 141" descr="sci-ppt:o141"/>
          <p:cNvCxnSpPr/>
          <p:nvPr/>
        </p:nvCxnSpPr>
        <p:spPr>
          <a:xfrm flipV="1">
            <a:off x="2362809" y="4800803"/>
            <a:ext cx="67666" cy="35549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44" name="C5-E04 line 142" descr="sci-ppt:o142"/>
          <p:cNvCxnSpPr/>
          <p:nvPr/>
        </p:nvCxnSpPr>
        <p:spPr>
          <a:xfrm flipV="1">
            <a:off x="2430475" y="4765168"/>
            <a:ext cx="67665" cy="35635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45" name="C5-E04 line 143" descr="sci-ppt:o143"/>
          <p:cNvCxnSpPr/>
          <p:nvPr/>
        </p:nvCxnSpPr>
        <p:spPr>
          <a:xfrm flipV="1">
            <a:off x="2498140" y="4729448"/>
            <a:ext cx="67666" cy="35720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46" name="C5-E04 line 144" descr="sci-ppt:o144"/>
          <p:cNvCxnSpPr/>
          <p:nvPr/>
        </p:nvCxnSpPr>
        <p:spPr>
          <a:xfrm flipV="1">
            <a:off x="2565806" y="4693643"/>
            <a:ext cx="67666" cy="35805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47" name="C5-E04 line 145" descr="sci-ppt:o145"/>
          <p:cNvCxnSpPr/>
          <p:nvPr/>
        </p:nvCxnSpPr>
        <p:spPr>
          <a:xfrm flipV="1">
            <a:off x="2633472" y="4657752"/>
            <a:ext cx="67665" cy="3589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48" name="C5-E04 line 146" descr="sci-ppt:o146"/>
          <p:cNvCxnSpPr/>
          <p:nvPr/>
        </p:nvCxnSpPr>
        <p:spPr>
          <a:xfrm flipV="1">
            <a:off x="2701137" y="4621776"/>
            <a:ext cx="67666" cy="3597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49" name="C5-E04 line 147" descr="sci-ppt:o147"/>
          <p:cNvCxnSpPr/>
          <p:nvPr/>
        </p:nvCxnSpPr>
        <p:spPr>
          <a:xfrm flipV="1">
            <a:off x="2768803" y="4585714"/>
            <a:ext cx="67665" cy="3606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50" name="C5-E04 line 148" descr="sci-ppt:o148"/>
          <p:cNvCxnSpPr/>
          <p:nvPr/>
        </p:nvCxnSpPr>
        <p:spPr>
          <a:xfrm flipV="1">
            <a:off x="2836468" y="4549566"/>
            <a:ext cx="67666" cy="3614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51" name="C5-E04 line 149" descr="sci-ppt:o149"/>
          <p:cNvCxnSpPr/>
          <p:nvPr/>
        </p:nvCxnSpPr>
        <p:spPr>
          <a:xfrm flipV="1">
            <a:off x="2904134" y="4513333"/>
            <a:ext cx="67666" cy="36233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52" name="C5-E04 line 150" descr="sci-ppt:o150"/>
          <p:cNvCxnSpPr/>
          <p:nvPr/>
        </p:nvCxnSpPr>
        <p:spPr>
          <a:xfrm flipV="1">
            <a:off x="2971800" y="4477015"/>
            <a:ext cx="67665" cy="3631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53" name="C5-E04 line 151" descr="sci-ppt:o151"/>
          <p:cNvCxnSpPr/>
          <p:nvPr/>
        </p:nvCxnSpPr>
        <p:spPr>
          <a:xfrm flipV="1">
            <a:off x="3039465" y="4440611"/>
            <a:ext cx="67666" cy="3640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54" name="C5-E04 line 152" descr="sci-ppt:o152"/>
          <p:cNvCxnSpPr/>
          <p:nvPr/>
        </p:nvCxnSpPr>
        <p:spPr>
          <a:xfrm flipV="1">
            <a:off x="3107131" y="4404121"/>
            <a:ext cx="67665" cy="36490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55" name="C5-E04 line 153" descr="sci-ppt:o153"/>
          <p:cNvCxnSpPr/>
          <p:nvPr/>
        </p:nvCxnSpPr>
        <p:spPr>
          <a:xfrm flipV="1">
            <a:off x="3174796" y="4367545"/>
            <a:ext cx="67666" cy="3657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56" name="C5-E04 line 154" descr="sci-ppt:o154"/>
          <p:cNvCxnSpPr/>
          <p:nvPr/>
        </p:nvCxnSpPr>
        <p:spPr>
          <a:xfrm flipV="1">
            <a:off x="3242462" y="4330884"/>
            <a:ext cx="67666" cy="3666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57" name="C5-E04 line 155" descr="sci-ppt:o155"/>
          <p:cNvCxnSpPr/>
          <p:nvPr/>
        </p:nvCxnSpPr>
        <p:spPr>
          <a:xfrm flipV="1">
            <a:off x="3310128" y="4294137"/>
            <a:ext cx="67665" cy="36747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58" name="C5-E04 line 156" descr="sci-ppt:o156"/>
          <p:cNvCxnSpPr/>
          <p:nvPr/>
        </p:nvCxnSpPr>
        <p:spPr>
          <a:xfrm flipV="1">
            <a:off x="3377793" y="4257305"/>
            <a:ext cx="67666" cy="3683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59" name="C5-E04 line 157" descr="sci-ppt:o157"/>
          <p:cNvCxnSpPr/>
          <p:nvPr/>
        </p:nvCxnSpPr>
        <p:spPr>
          <a:xfrm flipV="1">
            <a:off x="3445459" y="4220387"/>
            <a:ext cx="67665" cy="3691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60" name="C5-E04 line 158" descr="sci-ppt:o158"/>
          <p:cNvCxnSpPr/>
          <p:nvPr/>
        </p:nvCxnSpPr>
        <p:spPr>
          <a:xfrm flipV="1">
            <a:off x="3513124" y="4183383"/>
            <a:ext cx="67666" cy="3700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61" name="C5-E04 line 159" descr="sci-ppt:o159"/>
          <p:cNvCxnSpPr/>
          <p:nvPr/>
        </p:nvCxnSpPr>
        <p:spPr>
          <a:xfrm flipV="1">
            <a:off x="3580790" y="4146293"/>
            <a:ext cx="67666" cy="37090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62" name="C5-E04 line 160" descr="sci-ppt:o160"/>
          <p:cNvCxnSpPr/>
          <p:nvPr/>
        </p:nvCxnSpPr>
        <p:spPr>
          <a:xfrm flipV="1">
            <a:off x="3648456" y="4109117"/>
            <a:ext cx="67665" cy="3717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63" name="C5-E04 line 161" descr="sci-ppt:o161"/>
          <p:cNvCxnSpPr/>
          <p:nvPr/>
        </p:nvCxnSpPr>
        <p:spPr>
          <a:xfrm flipV="1">
            <a:off x="3716121" y="4071856"/>
            <a:ext cx="67666" cy="3726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64" name="C5-E04 line 162" descr="sci-ppt:o162"/>
          <p:cNvCxnSpPr/>
          <p:nvPr/>
        </p:nvCxnSpPr>
        <p:spPr>
          <a:xfrm flipV="1">
            <a:off x="3783787" y="4034509"/>
            <a:ext cx="67665" cy="37347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65" name="C5-E04 line 163" descr="sci-ppt:o163"/>
          <p:cNvCxnSpPr/>
          <p:nvPr/>
        </p:nvCxnSpPr>
        <p:spPr>
          <a:xfrm flipV="1">
            <a:off x="3851452" y="3997076"/>
            <a:ext cx="67666" cy="37433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66" name="C5-E04 line 164" descr="sci-ppt:o164"/>
          <p:cNvCxnSpPr/>
          <p:nvPr/>
        </p:nvCxnSpPr>
        <p:spPr>
          <a:xfrm flipV="1">
            <a:off x="3919118" y="3959557"/>
            <a:ext cx="67666" cy="37519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67" name="C5-E04 line 165" descr="sci-ppt:o165"/>
          <p:cNvCxnSpPr/>
          <p:nvPr/>
        </p:nvCxnSpPr>
        <p:spPr>
          <a:xfrm flipV="1">
            <a:off x="3986784" y="3921953"/>
            <a:ext cx="67665" cy="3760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68" name="C5-E04 line 166" descr="sci-ppt:o166"/>
          <p:cNvCxnSpPr/>
          <p:nvPr/>
        </p:nvCxnSpPr>
        <p:spPr>
          <a:xfrm flipV="1">
            <a:off x="4054449" y="3884262"/>
            <a:ext cx="67666" cy="3769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69" name="C5-E04 line 167" descr="sci-ppt:o167"/>
          <p:cNvCxnSpPr/>
          <p:nvPr/>
        </p:nvCxnSpPr>
        <p:spPr>
          <a:xfrm flipV="1">
            <a:off x="4122115" y="3846486"/>
            <a:ext cx="67665" cy="3777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70" name="C5-E04 line 168" descr="sci-ppt:o168"/>
          <p:cNvCxnSpPr/>
          <p:nvPr/>
        </p:nvCxnSpPr>
        <p:spPr>
          <a:xfrm flipV="1">
            <a:off x="4189780" y="3808624"/>
            <a:ext cx="67666" cy="3786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71" name="C5-E04 line 169" descr="sci-ppt:o169"/>
          <p:cNvCxnSpPr/>
          <p:nvPr/>
        </p:nvCxnSpPr>
        <p:spPr>
          <a:xfrm flipV="1">
            <a:off x="4257446" y="3770675"/>
            <a:ext cx="67666" cy="37949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72" name="C5-E04 line 170" descr="sci-ppt:o170"/>
          <p:cNvCxnSpPr/>
          <p:nvPr/>
        </p:nvCxnSpPr>
        <p:spPr>
          <a:xfrm flipV="1">
            <a:off x="4325112" y="3732641"/>
            <a:ext cx="67665" cy="3803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73" name="C5-E04 line 171" descr="sci-ppt:o171"/>
          <p:cNvCxnSpPr/>
          <p:nvPr/>
        </p:nvCxnSpPr>
        <p:spPr>
          <a:xfrm flipV="1">
            <a:off x="4392777" y="3694521"/>
            <a:ext cx="67666" cy="38120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74" name="C5-E04 line 172" descr="sci-ppt:o172"/>
          <p:cNvCxnSpPr/>
          <p:nvPr/>
        </p:nvCxnSpPr>
        <p:spPr>
          <a:xfrm flipV="1">
            <a:off x="4460443" y="3656315"/>
            <a:ext cx="67665" cy="3820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75" name="C5-E04 line 173" descr="sci-ppt:o173"/>
          <p:cNvCxnSpPr/>
          <p:nvPr/>
        </p:nvCxnSpPr>
        <p:spPr>
          <a:xfrm flipV="1">
            <a:off x="4528108" y="3618023"/>
            <a:ext cx="67666" cy="3829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76" name="C5-E04 line 174" descr="sci-ppt:o174"/>
          <p:cNvCxnSpPr/>
          <p:nvPr/>
        </p:nvCxnSpPr>
        <p:spPr>
          <a:xfrm flipV="1">
            <a:off x="4595774" y="3579645"/>
            <a:ext cx="67666" cy="3837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77" name="C5-E04 line 175" descr="sci-ppt:o175"/>
          <p:cNvCxnSpPr/>
          <p:nvPr/>
        </p:nvCxnSpPr>
        <p:spPr>
          <a:xfrm flipV="1">
            <a:off x="4663440" y="3541181"/>
            <a:ext cx="67665" cy="3846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78" name="C5-E04 line 176" descr="sci-ppt:o176"/>
          <p:cNvCxnSpPr/>
          <p:nvPr/>
        </p:nvCxnSpPr>
        <p:spPr>
          <a:xfrm flipV="1">
            <a:off x="4731105" y="3502631"/>
            <a:ext cx="67666" cy="38550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79" name="C5-E04 line 177" descr="sci-ppt:o177"/>
          <p:cNvCxnSpPr/>
          <p:nvPr/>
        </p:nvCxnSpPr>
        <p:spPr>
          <a:xfrm flipV="1">
            <a:off x="4798771" y="3463995"/>
            <a:ext cx="67665" cy="3863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80" name="C5-E04 line 178" descr="sci-ppt:o178"/>
          <p:cNvCxnSpPr/>
          <p:nvPr/>
        </p:nvCxnSpPr>
        <p:spPr>
          <a:xfrm flipV="1">
            <a:off x="4866436" y="3425273"/>
            <a:ext cx="67666" cy="3872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81" name="C5-E04 line 179" descr="sci-ppt:o179"/>
          <p:cNvCxnSpPr/>
          <p:nvPr/>
        </p:nvCxnSpPr>
        <p:spPr>
          <a:xfrm flipV="1">
            <a:off x="4934102" y="3386464"/>
            <a:ext cx="67666" cy="38809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82" name="C5-E04 line 180" descr="sci-ppt:o180"/>
          <p:cNvCxnSpPr/>
          <p:nvPr/>
        </p:nvCxnSpPr>
        <p:spPr>
          <a:xfrm flipV="1">
            <a:off x="5001768" y="3347570"/>
            <a:ext cx="67665" cy="3889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83" name="C5-E04 line 181" descr="sci-ppt:o181"/>
          <p:cNvCxnSpPr/>
          <p:nvPr/>
        </p:nvCxnSpPr>
        <p:spPr>
          <a:xfrm flipV="1">
            <a:off x="5069433" y="3308590"/>
            <a:ext cx="67666" cy="38980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84" name="C5-E04 line 182" descr="sci-ppt:o182"/>
          <p:cNvCxnSpPr/>
          <p:nvPr/>
        </p:nvCxnSpPr>
        <p:spPr>
          <a:xfrm flipV="1">
            <a:off x="5137099" y="3269523"/>
            <a:ext cx="67665" cy="39067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85" name="C5-E04 line 183" descr="sci-ppt:o183"/>
          <p:cNvCxnSpPr/>
          <p:nvPr/>
        </p:nvCxnSpPr>
        <p:spPr>
          <a:xfrm flipV="1">
            <a:off x="5204764" y="3230370"/>
            <a:ext cx="67666" cy="39153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86" name="C5-E04 line 184" descr="sci-ppt:o184"/>
          <p:cNvCxnSpPr/>
          <p:nvPr/>
        </p:nvCxnSpPr>
        <p:spPr>
          <a:xfrm flipV="1">
            <a:off x="5272430" y="3191131"/>
            <a:ext cx="67666" cy="39239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87" name="C5-E04 line 185" descr="sci-ppt:o185"/>
          <p:cNvCxnSpPr/>
          <p:nvPr/>
        </p:nvCxnSpPr>
        <p:spPr>
          <a:xfrm flipV="1">
            <a:off x="5340096" y="3151806"/>
            <a:ext cx="67665" cy="39325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88" name="C5-E04 line 186" descr="sci-ppt:o186"/>
          <p:cNvCxnSpPr/>
          <p:nvPr/>
        </p:nvCxnSpPr>
        <p:spPr>
          <a:xfrm flipV="1">
            <a:off x="5407761" y="3112395"/>
            <a:ext cx="67666" cy="3941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89" name="C5-E04 line 187" descr="sci-ppt:o187"/>
          <p:cNvCxnSpPr/>
          <p:nvPr/>
        </p:nvCxnSpPr>
        <p:spPr>
          <a:xfrm flipV="1">
            <a:off x="5475427" y="3072898"/>
            <a:ext cx="67665" cy="39497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90" name="C5-E04 line 188" descr="sci-ppt:o188"/>
          <p:cNvCxnSpPr/>
          <p:nvPr/>
        </p:nvCxnSpPr>
        <p:spPr>
          <a:xfrm flipV="1">
            <a:off x="5543092" y="3033314"/>
            <a:ext cx="67666" cy="3958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91" name="C5-E04 line 189" descr="sci-ppt:o189"/>
          <p:cNvCxnSpPr/>
          <p:nvPr/>
        </p:nvCxnSpPr>
        <p:spPr>
          <a:xfrm flipV="1">
            <a:off x="5610758" y="2993645"/>
            <a:ext cx="67666" cy="39669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92" name="C5-E04 line 190" descr="sci-ppt:o190"/>
          <p:cNvCxnSpPr/>
          <p:nvPr/>
        </p:nvCxnSpPr>
        <p:spPr>
          <a:xfrm flipV="1">
            <a:off x="5678424" y="2953889"/>
            <a:ext cx="67665" cy="3975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93" name="C5-E04 line 191" descr="sci-ppt:o191"/>
          <p:cNvCxnSpPr/>
          <p:nvPr/>
        </p:nvCxnSpPr>
        <p:spPr>
          <a:xfrm flipV="1">
            <a:off x="5746089" y="2914046"/>
            <a:ext cx="67666" cy="39843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94" name="C5-E04 line 192" descr="sci-ppt:o192"/>
          <p:cNvCxnSpPr/>
          <p:nvPr/>
        </p:nvCxnSpPr>
        <p:spPr>
          <a:xfrm flipV="1">
            <a:off x="5813755" y="2874118"/>
            <a:ext cx="67665" cy="3992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95" name="C5-E04 line 193" descr="sci-ppt:o193"/>
          <p:cNvCxnSpPr/>
          <p:nvPr/>
        </p:nvCxnSpPr>
        <p:spPr>
          <a:xfrm flipV="1">
            <a:off x="5881420" y="2834103"/>
            <a:ext cx="67666" cy="40015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96" name="C5-E04 line 194" descr="sci-ppt:o194"/>
          <p:cNvCxnSpPr/>
          <p:nvPr/>
        </p:nvCxnSpPr>
        <p:spPr>
          <a:xfrm flipV="1">
            <a:off x="5949086" y="2794002"/>
            <a:ext cx="67666" cy="4010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97" name="C5-E04 line 195" descr="sci-ppt:o195"/>
          <p:cNvCxnSpPr/>
          <p:nvPr/>
        </p:nvCxnSpPr>
        <p:spPr>
          <a:xfrm flipV="1">
            <a:off x="6016752" y="2753815"/>
            <a:ext cx="67665" cy="40187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98" name="C5-E04 line 196" descr="sci-ppt:o196"/>
          <p:cNvCxnSpPr/>
          <p:nvPr/>
        </p:nvCxnSpPr>
        <p:spPr>
          <a:xfrm flipV="1">
            <a:off x="6084417" y="2713541"/>
            <a:ext cx="67666" cy="4027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199" name="C5-E04 line 197" descr="sci-ppt:o197"/>
          <p:cNvCxnSpPr/>
          <p:nvPr/>
        </p:nvCxnSpPr>
        <p:spPr>
          <a:xfrm flipV="1">
            <a:off x="6152083" y="2673182"/>
            <a:ext cx="67665" cy="40359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00" name="C5-E04 line 198" descr="sci-ppt:o198"/>
          <p:cNvCxnSpPr/>
          <p:nvPr/>
        </p:nvCxnSpPr>
        <p:spPr>
          <a:xfrm flipV="1">
            <a:off x="6219748" y="2632735"/>
            <a:ext cx="67666" cy="40447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01" name="C5-E04 line 199" descr="sci-ppt:o199"/>
          <p:cNvCxnSpPr/>
          <p:nvPr/>
        </p:nvCxnSpPr>
        <p:spPr>
          <a:xfrm flipV="1">
            <a:off x="6287414" y="2592203"/>
            <a:ext cx="67666" cy="4053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02" name="C5-E04 line 200" descr="sci-ppt:o200"/>
          <p:cNvCxnSpPr/>
          <p:nvPr/>
        </p:nvCxnSpPr>
        <p:spPr>
          <a:xfrm flipV="1">
            <a:off x="6355080" y="2551584"/>
            <a:ext cx="67665" cy="40619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03" name="C5-E04 line 201" descr="sci-ppt:o201"/>
          <p:cNvCxnSpPr/>
          <p:nvPr/>
        </p:nvCxnSpPr>
        <p:spPr>
          <a:xfrm flipV="1">
            <a:off x="6422745" y="2510879"/>
            <a:ext cx="67666" cy="40705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04" name="C5-E04 line 202" descr="sci-ppt:o202"/>
          <p:cNvCxnSpPr/>
          <p:nvPr/>
        </p:nvCxnSpPr>
        <p:spPr>
          <a:xfrm flipV="1">
            <a:off x="6490411" y="2470087"/>
            <a:ext cx="67665" cy="4079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05" name="C5-E04 line 203" descr="sci-ppt:o203"/>
          <p:cNvCxnSpPr/>
          <p:nvPr/>
        </p:nvCxnSpPr>
        <p:spPr>
          <a:xfrm flipV="1">
            <a:off x="6558076" y="2429209"/>
            <a:ext cx="67666" cy="4087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06" name="C5-E04 line 204" descr="sci-ppt:o204"/>
          <p:cNvCxnSpPr/>
          <p:nvPr/>
        </p:nvCxnSpPr>
        <p:spPr>
          <a:xfrm flipV="1">
            <a:off x="6625742" y="2388245"/>
            <a:ext cx="67666" cy="4096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07" name="C5-E04 line 205" descr="sci-ppt:o205"/>
          <p:cNvCxnSpPr/>
          <p:nvPr/>
        </p:nvCxnSpPr>
        <p:spPr>
          <a:xfrm flipV="1">
            <a:off x="6693408" y="2347195"/>
            <a:ext cx="67665" cy="41050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08" name="C5-E04 line 206" descr="sci-ppt:o206"/>
          <p:cNvCxnSpPr/>
          <p:nvPr/>
        </p:nvCxnSpPr>
        <p:spPr>
          <a:xfrm flipV="1">
            <a:off x="6761073" y="2306057"/>
            <a:ext cx="67666" cy="4113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09" name="C5-E04 line 207" descr="sci-ppt:o207"/>
          <p:cNvCxnSpPr/>
          <p:nvPr/>
        </p:nvCxnSpPr>
        <p:spPr>
          <a:xfrm flipV="1">
            <a:off x="6828739" y="2264834"/>
            <a:ext cx="67665" cy="41223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10" name="C5-E04 line 208" descr="sci-ppt:o208"/>
          <p:cNvCxnSpPr/>
          <p:nvPr/>
        </p:nvCxnSpPr>
        <p:spPr>
          <a:xfrm flipV="1">
            <a:off x="6896404" y="2223524"/>
            <a:ext cx="67666" cy="41310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11" name="C5-E04 line 209" descr="sci-ppt:o209"/>
          <p:cNvCxnSpPr/>
          <p:nvPr/>
        </p:nvCxnSpPr>
        <p:spPr>
          <a:xfrm flipV="1">
            <a:off x="6964070" y="2182128"/>
            <a:ext cx="67666" cy="4139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12" name="C5-E04 line 210" descr="sci-ppt:o210"/>
          <p:cNvCxnSpPr/>
          <p:nvPr/>
        </p:nvCxnSpPr>
        <p:spPr>
          <a:xfrm flipV="1">
            <a:off x="7031736" y="2140645"/>
            <a:ext cx="67665" cy="41483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13" name="C5-E04 line 211" descr="sci-ppt:o211"/>
          <p:cNvCxnSpPr/>
          <p:nvPr/>
        </p:nvCxnSpPr>
        <p:spPr>
          <a:xfrm flipV="1">
            <a:off x="7099401" y="2099076"/>
            <a:ext cx="67666" cy="41569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14" name="C5-E04 line 212" descr="sci-ppt:o212"/>
          <p:cNvCxnSpPr/>
          <p:nvPr/>
        </p:nvCxnSpPr>
        <p:spPr>
          <a:xfrm flipV="1">
            <a:off x="7167067" y="2057420"/>
            <a:ext cx="67665" cy="41656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15" name="C5-E04 line 213" descr="sci-ppt:o213"/>
          <p:cNvCxnSpPr/>
          <p:nvPr/>
        </p:nvCxnSpPr>
        <p:spPr>
          <a:xfrm flipV="1">
            <a:off x="7234732" y="2015678"/>
            <a:ext cx="67666" cy="41742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16" name="C5-E04 line 214" descr="sci-ppt:o214"/>
          <p:cNvCxnSpPr/>
          <p:nvPr/>
        </p:nvCxnSpPr>
        <p:spPr>
          <a:xfrm flipV="1">
            <a:off x="7302398" y="1973849"/>
            <a:ext cx="67666" cy="41829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17" name="C5-E04 line 215" descr="sci-ppt:o215"/>
          <p:cNvCxnSpPr/>
          <p:nvPr/>
        </p:nvCxnSpPr>
        <p:spPr>
          <a:xfrm flipV="1">
            <a:off x="7370064" y="1931934"/>
            <a:ext cx="67665" cy="41915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18" name="C5-E04 line 216" descr="sci-ppt:o216"/>
          <p:cNvCxnSpPr/>
          <p:nvPr/>
        </p:nvCxnSpPr>
        <p:spPr>
          <a:xfrm flipV="1">
            <a:off x="7437729" y="1889933"/>
            <a:ext cx="67666" cy="4200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19" name="C5-E04 line 217" descr="sci-ppt:o217"/>
          <p:cNvCxnSpPr/>
          <p:nvPr/>
        </p:nvCxnSpPr>
        <p:spPr>
          <a:xfrm flipV="1">
            <a:off x="7505395" y="1847845"/>
            <a:ext cx="67665" cy="4208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20" name="C5-E04 line 218" descr="sci-ppt:o218"/>
          <p:cNvCxnSpPr/>
          <p:nvPr/>
        </p:nvCxnSpPr>
        <p:spPr>
          <a:xfrm flipV="1">
            <a:off x="7573060" y="1805670"/>
            <a:ext cx="67666" cy="42175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21" name="C5-E04 line 219" descr="sci-ppt:o219"/>
          <p:cNvCxnSpPr/>
          <p:nvPr/>
        </p:nvCxnSpPr>
        <p:spPr>
          <a:xfrm flipV="1">
            <a:off x="7640726" y="1763409"/>
            <a:ext cx="67666" cy="4226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22" name="C5-E04 line 220" descr="sci-ppt:o220"/>
          <p:cNvCxnSpPr/>
          <p:nvPr/>
        </p:nvCxnSpPr>
        <p:spPr>
          <a:xfrm flipV="1">
            <a:off x="7708392" y="1721061"/>
            <a:ext cx="67665" cy="42348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23" name="C5-E04 line 221" descr="sci-ppt:o221"/>
          <p:cNvCxnSpPr/>
          <p:nvPr/>
        </p:nvCxnSpPr>
        <p:spPr>
          <a:xfrm flipV="1">
            <a:off x="7776057" y="1678627"/>
            <a:ext cx="67666" cy="4243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24" name="C5-E04 line 222" descr="sci-ppt:o222"/>
          <p:cNvCxnSpPr/>
          <p:nvPr/>
        </p:nvCxnSpPr>
        <p:spPr>
          <a:xfrm flipV="1">
            <a:off x="7843723" y="1636106"/>
            <a:ext cx="67665" cy="42521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25" name="C5-E04 line 223" descr="sci-ppt:o223"/>
          <p:cNvCxnSpPr/>
          <p:nvPr/>
        </p:nvCxnSpPr>
        <p:spPr>
          <a:xfrm flipV="1">
            <a:off x="7911388" y="1593499"/>
            <a:ext cx="67666" cy="42607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26" name="C5-E04 line 224" descr="sci-ppt:o224"/>
          <p:cNvCxnSpPr/>
          <p:nvPr/>
        </p:nvCxnSpPr>
        <p:spPr>
          <a:xfrm flipV="1">
            <a:off x="7979054" y="1550805"/>
            <a:ext cx="67666" cy="42694"/>
          </a:xfrm>
          <a:prstGeom prst="line">
            <a:avLst/>
          </a:prstGeom>
          <a:ln w="25400">
            <a:solidFill>
              <a:srgbClr val="F2B880"/>
            </a:solidFill>
          </a:ln>
          <a:effectLst/>
        </p:spPr>
      </p:cxnSp>
      <p:cxnSp>
        <p:nvCxnSpPr>
          <p:cNvPr id="227" name="C5-E04 line 225" descr="sci-ppt:o225"/>
          <p:cNvCxnSpPr/>
          <p:nvPr/>
        </p:nvCxnSpPr>
        <p:spPr>
          <a:xfrm flipV="1">
            <a:off x="1280160" y="5359353"/>
            <a:ext cx="67665" cy="3418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28" name="C5-E04 line 226" descr="sci-ppt:o226"/>
          <p:cNvCxnSpPr/>
          <p:nvPr/>
        </p:nvCxnSpPr>
        <p:spPr>
          <a:xfrm flipV="1">
            <a:off x="1347825" y="5325083"/>
            <a:ext cx="67666" cy="34270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29" name="C5-E04 line 227" descr="sci-ppt:o227"/>
          <p:cNvCxnSpPr/>
          <p:nvPr/>
        </p:nvCxnSpPr>
        <p:spPr>
          <a:xfrm flipV="1">
            <a:off x="1415491" y="5290727"/>
            <a:ext cx="67665" cy="3435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30" name="C5-E04 line 228" descr="sci-ppt:o228"/>
          <p:cNvCxnSpPr/>
          <p:nvPr/>
        </p:nvCxnSpPr>
        <p:spPr>
          <a:xfrm flipV="1">
            <a:off x="1483156" y="5256285"/>
            <a:ext cx="67666" cy="3444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31" name="C5-E04 line 229" descr="sci-ppt:o229"/>
          <p:cNvCxnSpPr/>
          <p:nvPr/>
        </p:nvCxnSpPr>
        <p:spPr>
          <a:xfrm flipV="1">
            <a:off x="1550822" y="5221758"/>
            <a:ext cx="67666" cy="3452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32" name="C5-E04 line 230" descr="sci-ppt:o230"/>
          <p:cNvCxnSpPr/>
          <p:nvPr/>
        </p:nvCxnSpPr>
        <p:spPr>
          <a:xfrm flipV="1">
            <a:off x="1618488" y="5187145"/>
            <a:ext cx="67665" cy="3461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33" name="C5-E04 line 231" descr="sci-ppt:o231"/>
          <p:cNvCxnSpPr/>
          <p:nvPr/>
        </p:nvCxnSpPr>
        <p:spPr>
          <a:xfrm flipV="1">
            <a:off x="1686153" y="5152446"/>
            <a:ext cx="67666" cy="34699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34" name="C5-E04 line 232" descr="sci-ppt:o232"/>
          <p:cNvCxnSpPr/>
          <p:nvPr/>
        </p:nvCxnSpPr>
        <p:spPr>
          <a:xfrm flipV="1">
            <a:off x="1753819" y="5117661"/>
            <a:ext cx="67665" cy="34785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35" name="C5-E04 line 233" descr="sci-ppt:o233"/>
          <p:cNvCxnSpPr/>
          <p:nvPr/>
        </p:nvCxnSpPr>
        <p:spPr>
          <a:xfrm flipV="1">
            <a:off x="1821484" y="5082789"/>
            <a:ext cx="67666" cy="3487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36" name="C5-E04 line 234" descr="sci-ppt:o234"/>
          <p:cNvCxnSpPr/>
          <p:nvPr/>
        </p:nvCxnSpPr>
        <p:spPr>
          <a:xfrm flipV="1">
            <a:off x="1889150" y="5047832"/>
            <a:ext cx="67666" cy="3495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37" name="C5-E04 line 235" descr="sci-ppt:o235"/>
          <p:cNvCxnSpPr/>
          <p:nvPr/>
        </p:nvCxnSpPr>
        <p:spPr>
          <a:xfrm flipV="1">
            <a:off x="1956816" y="5012787"/>
            <a:ext cx="67665" cy="35045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38" name="C5-E04 line 236" descr="sci-ppt:o236"/>
          <p:cNvCxnSpPr/>
          <p:nvPr/>
        </p:nvCxnSpPr>
        <p:spPr>
          <a:xfrm flipV="1">
            <a:off x="2024481" y="4977656"/>
            <a:ext cx="67666" cy="3513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39" name="C5-E04 line 237" descr="sci-ppt:o237"/>
          <p:cNvCxnSpPr/>
          <p:nvPr/>
        </p:nvCxnSpPr>
        <p:spPr>
          <a:xfrm flipV="1">
            <a:off x="2092147" y="4942438"/>
            <a:ext cx="67665" cy="35218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40" name="C5-E04 line 238" descr="sci-ppt:o238"/>
          <p:cNvCxnSpPr/>
          <p:nvPr/>
        </p:nvCxnSpPr>
        <p:spPr>
          <a:xfrm flipV="1">
            <a:off x="2159812" y="4907133"/>
            <a:ext cx="67666" cy="35305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41" name="C5-E04 line 239" descr="sci-ppt:o239"/>
          <p:cNvCxnSpPr/>
          <p:nvPr/>
        </p:nvCxnSpPr>
        <p:spPr>
          <a:xfrm flipV="1">
            <a:off x="2227478" y="4871740"/>
            <a:ext cx="67666" cy="3539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42" name="C5-E04 line 240" descr="sci-ppt:o240"/>
          <p:cNvCxnSpPr/>
          <p:nvPr/>
        </p:nvCxnSpPr>
        <p:spPr>
          <a:xfrm flipV="1">
            <a:off x="2295144" y="4836260"/>
            <a:ext cx="67665" cy="35480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43" name="C5-E04 line 241" descr="sci-ppt:o241"/>
          <p:cNvCxnSpPr/>
          <p:nvPr/>
        </p:nvCxnSpPr>
        <p:spPr>
          <a:xfrm flipV="1">
            <a:off x="2362809" y="4800693"/>
            <a:ext cx="67666" cy="3556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44" name="C5-E04 line 242" descr="sci-ppt:o242"/>
          <p:cNvCxnSpPr/>
          <p:nvPr/>
        </p:nvCxnSpPr>
        <p:spPr>
          <a:xfrm flipV="1">
            <a:off x="2430475" y="4765038"/>
            <a:ext cx="67665" cy="35655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45" name="C5-E04 line 243" descr="sci-ppt:o243"/>
          <p:cNvCxnSpPr/>
          <p:nvPr/>
        </p:nvCxnSpPr>
        <p:spPr>
          <a:xfrm flipV="1">
            <a:off x="2498140" y="4729295"/>
            <a:ext cx="67666" cy="3574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46" name="C5-E04 line 244" descr="sci-ppt:o244"/>
          <p:cNvCxnSpPr/>
          <p:nvPr/>
        </p:nvCxnSpPr>
        <p:spPr>
          <a:xfrm flipV="1">
            <a:off x="2565806" y="4693464"/>
            <a:ext cx="67666" cy="3583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47" name="C5-E04 line 245" descr="sci-ppt:o245"/>
          <p:cNvCxnSpPr/>
          <p:nvPr/>
        </p:nvCxnSpPr>
        <p:spPr>
          <a:xfrm flipV="1">
            <a:off x="2633472" y="4657544"/>
            <a:ext cx="67665" cy="35920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48" name="C5-E04 line 246" descr="sci-ppt:o246"/>
          <p:cNvCxnSpPr/>
          <p:nvPr/>
        </p:nvCxnSpPr>
        <p:spPr>
          <a:xfrm flipV="1">
            <a:off x="2701137" y="4621537"/>
            <a:ext cx="67666" cy="3600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49" name="C5-E04 line 247" descr="sci-ppt:o247"/>
          <p:cNvCxnSpPr/>
          <p:nvPr/>
        </p:nvCxnSpPr>
        <p:spPr>
          <a:xfrm flipV="1">
            <a:off x="2768803" y="4585441"/>
            <a:ext cx="67665" cy="3609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50" name="C5-E04 line 248" descr="sci-ppt:o248"/>
          <p:cNvCxnSpPr/>
          <p:nvPr/>
        </p:nvCxnSpPr>
        <p:spPr>
          <a:xfrm flipV="1">
            <a:off x="2836468" y="4549256"/>
            <a:ext cx="67666" cy="36185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51" name="C5-E04 line 249" descr="sci-ppt:o249"/>
          <p:cNvCxnSpPr/>
          <p:nvPr/>
        </p:nvCxnSpPr>
        <p:spPr>
          <a:xfrm flipV="1">
            <a:off x="2904134" y="4512982"/>
            <a:ext cx="67666" cy="36274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52" name="C5-E04 line 250" descr="sci-ppt:o250"/>
          <p:cNvCxnSpPr/>
          <p:nvPr/>
        </p:nvCxnSpPr>
        <p:spPr>
          <a:xfrm flipV="1">
            <a:off x="2971800" y="4476620"/>
            <a:ext cx="67665" cy="3636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53" name="C5-E04 line 251" descr="sci-ppt:o251"/>
          <p:cNvCxnSpPr/>
          <p:nvPr/>
        </p:nvCxnSpPr>
        <p:spPr>
          <a:xfrm flipV="1">
            <a:off x="3039465" y="4440168"/>
            <a:ext cx="67666" cy="3645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54" name="C5-E04 line 252" descr="sci-ppt:o252"/>
          <p:cNvCxnSpPr/>
          <p:nvPr/>
        </p:nvCxnSpPr>
        <p:spPr>
          <a:xfrm flipV="1">
            <a:off x="3107131" y="4403627"/>
            <a:ext cx="67665" cy="3654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55" name="C5-E04 line 253" descr="sci-ppt:o253"/>
          <p:cNvCxnSpPr/>
          <p:nvPr/>
        </p:nvCxnSpPr>
        <p:spPr>
          <a:xfrm flipV="1">
            <a:off x="3174796" y="4366997"/>
            <a:ext cx="67666" cy="36630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56" name="C5-E04 line 254" descr="sci-ppt:o254"/>
          <p:cNvCxnSpPr/>
          <p:nvPr/>
        </p:nvCxnSpPr>
        <p:spPr>
          <a:xfrm flipV="1">
            <a:off x="3242462" y="4330276"/>
            <a:ext cx="67666" cy="3672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57" name="C5-E04 line 255" descr="sci-ppt:o255"/>
          <p:cNvCxnSpPr/>
          <p:nvPr/>
        </p:nvCxnSpPr>
        <p:spPr>
          <a:xfrm flipV="1">
            <a:off x="3310128" y="4293467"/>
            <a:ext cx="67665" cy="36809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58" name="C5-E04 line 256" descr="sci-ppt:o256"/>
          <p:cNvCxnSpPr/>
          <p:nvPr/>
        </p:nvCxnSpPr>
        <p:spPr>
          <a:xfrm flipV="1">
            <a:off x="3377793" y="4256567"/>
            <a:ext cx="67666" cy="36900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59" name="C5-E04 line 257" descr="sci-ppt:o257"/>
          <p:cNvCxnSpPr/>
          <p:nvPr/>
        </p:nvCxnSpPr>
        <p:spPr>
          <a:xfrm flipV="1">
            <a:off x="3445459" y="4219577"/>
            <a:ext cx="67665" cy="36990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60" name="C5-E04 line 258" descr="sci-ppt:o258"/>
          <p:cNvCxnSpPr/>
          <p:nvPr/>
        </p:nvCxnSpPr>
        <p:spPr>
          <a:xfrm flipV="1">
            <a:off x="3513124" y="4182497"/>
            <a:ext cx="67666" cy="37080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61" name="C5-E04 line 259" descr="sci-ppt:o259"/>
          <p:cNvCxnSpPr/>
          <p:nvPr/>
        </p:nvCxnSpPr>
        <p:spPr>
          <a:xfrm flipV="1">
            <a:off x="3580790" y="4145326"/>
            <a:ext cx="67666" cy="3717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62" name="C5-E04 line 260" descr="sci-ppt:o260"/>
          <p:cNvCxnSpPr/>
          <p:nvPr/>
        </p:nvCxnSpPr>
        <p:spPr>
          <a:xfrm flipV="1">
            <a:off x="3648456" y="4108065"/>
            <a:ext cx="67665" cy="3726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63" name="C5-E04 line 261" descr="sci-ppt:o261"/>
          <p:cNvCxnSpPr/>
          <p:nvPr/>
        </p:nvCxnSpPr>
        <p:spPr>
          <a:xfrm flipV="1">
            <a:off x="3716121" y="4070713"/>
            <a:ext cx="67666" cy="3735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64" name="C5-E04 line 262" descr="sci-ppt:o262"/>
          <p:cNvCxnSpPr/>
          <p:nvPr/>
        </p:nvCxnSpPr>
        <p:spPr>
          <a:xfrm flipV="1">
            <a:off x="3783787" y="4033270"/>
            <a:ext cx="67665" cy="3744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65" name="C5-E04 line 263" descr="sci-ppt:o263"/>
          <p:cNvCxnSpPr/>
          <p:nvPr/>
        </p:nvCxnSpPr>
        <p:spPr>
          <a:xfrm flipV="1">
            <a:off x="3851452" y="3995737"/>
            <a:ext cx="67666" cy="3753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66" name="C5-E04 line 264" descr="sci-ppt:o264"/>
          <p:cNvCxnSpPr/>
          <p:nvPr/>
        </p:nvCxnSpPr>
        <p:spPr>
          <a:xfrm flipV="1">
            <a:off x="3919118" y="3958112"/>
            <a:ext cx="67666" cy="37625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67" name="C5-E04 line 265" descr="sci-ppt:o265"/>
          <p:cNvCxnSpPr/>
          <p:nvPr/>
        </p:nvCxnSpPr>
        <p:spPr>
          <a:xfrm flipV="1">
            <a:off x="3986784" y="3920395"/>
            <a:ext cx="67665" cy="3771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68" name="C5-E04 line 266" descr="sci-ppt:o266"/>
          <p:cNvCxnSpPr/>
          <p:nvPr/>
        </p:nvCxnSpPr>
        <p:spPr>
          <a:xfrm flipV="1">
            <a:off x="4054449" y="3882587"/>
            <a:ext cx="67666" cy="37808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69" name="C5-E04 line 267" descr="sci-ppt:o267"/>
          <p:cNvCxnSpPr/>
          <p:nvPr/>
        </p:nvCxnSpPr>
        <p:spPr>
          <a:xfrm flipV="1">
            <a:off x="4122115" y="3844688"/>
            <a:ext cx="67665" cy="37899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70" name="C5-E04 line 268" descr="sci-ppt:o268"/>
          <p:cNvCxnSpPr/>
          <p:nvPr/>
        </p:nvCxnSpPr>
        <p:spPr>
          <a:xfrm flipV="1">
            <a:off x="4189780" y="3806697"/>
            <a:ext cx="67666" cy="3799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71" name="C5-E04 line 269" descr="sci-ppt:o269"/>
          <p:cNvCxnSpPr/>
          <p:nvPr/>
        </p:nvCxnSpPr>
        <p:spPr>
          <a:xfrm flipV="1">
            <a:off x="4257446" y="3768613"/>
            <a:ext cx="67666" cy="38084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72" name="C5-E04 line 270" descr="sci-ppt:o270"/>
          <p:cNvCxnSpPr/>
          <p:nvPr/>
        </p:nvCxnSpPr>
        <p:spPr>
          <a:xfrm flipV="1">
            <a:off x="4325112" y="3730438"/>
            <a:ext cx="67665" cy="38175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73" name="C5-E04 line 271" descr="sci-ppt:o271"/>
          <p:cNvCxnSpPr/>
          <p:nvPr/>
        </p:nvCxnSpPr>
        <p:spPr>
          <a:xfrm flipV="1">
            <a:off x="4392777" y="3692170"/>
            <a:ext cx="67666" cy="38268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74" name="C5-E04 line 272" descr="sci-ppt:o272"/>
          <p:cNvCxnSpPr/>
          <p:nvPr/>
        </p:nvCxnSpPr>
        <p:spPr>
          <a:xfrm flipV="1">
            <a:off x="4460443" y="3653810"/>
            <a:ext cx="67665" cy="38360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75" name="C5-E04 line 273" descr="sci-ppt:o273"/>
          <p:cNvCxnSpPr/>
          <p:nvPr/>
        </p:nvCxnSpPr>
        <p:spPr>
          <a:xfrm flipV="1">
            <a:off x="4528108" y="3615357"/>
            <a:ext cx="67666" cy="3845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76" name="C5-E04 line 274" descr="sci-ppt:o274"/>
          <p:cNvCxnSpPr/>
          <p:nvPr/>
        </p:nvCxnSpPr>
        <p:spPr>
          <a:xfrm flipV="1">
            <a:off x="4595774" y="3576811"/>
            <a:ext cx="67666" cy="3854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77" name="C5-E04 line 275" descr="sci-ppt:o275"/>
          <p:cNvCxnSpPr/>
          <p:nvPr/>
        </p:nvCxnSpPr>
        <p:spPr>
          <a:xfrm flipV="1">
            <a:off x="4663440" y="3538173"/>
            <a:ext cx="67665" cy="38638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78" name="C5-E04 line 276" descr="sci-ppt:o276"/>
          <p:cNvCxnSpPr/>
          <p:nvPr/>
        </p:nvCxnSpPr>
        <p:spPr>
          <a:xfrm flipV="1">
            <a:off x="4731105" y="3499441"/>
            <a:ext cx="67666" cy="3873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79" name="C5-E04 line 277" descr="sci-ppt:o277"/>
          <p:cNvCxnSpPr/>
          <p:nvPr/>
        </p:nvCxnSpPr>
        <p:spPr>
          <a:xfrm flipV="1">
            <a:off x="4798771" y="3460616"/>
            <a:ext cx="67665" cy="38825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80" name="C5-E04 line 278" descr="sci-ppt:o278"/>
          <p:cNvCxnSpPr/>
          <p:nvPr/>
        </p:nvCxnSpPr>
        <p:spPr>
          <a:xfrm flipV="1">
            <a:off x="4866436" y="3421698"/>
            <a:ext cx="67666" cy="38918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81" name="C5-E04 line 279" descr="sci-ppt:o279"/>
          <p:cNvCxnSpPr/>
          <p:nvPr/>
        </p:nvCxnSpPr>
        <p:spPr>
          <a:xfrm flipV="1">
            <a:off x="4934102" y="3382686"/>
            <a:ext cx="67666" cy="3901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82" name="C5-E04 line 280" descr="sci-ppt:o280"/>
          <p:cNvCxnSpPr/>
          <p:nvPr/>
        </p:nvCxnSpPr>
        <p:spPr>
          <a:xfrm flipV="1">
            <a:off x="5001768" y="3343580"/>
            <a:ext cx="67665" cy="3910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83" name="C5-E04 line 281" descr="sci-ppt:o281"/>
          <p:cNvCxnSpPr/>
          <p:nvPr/>
        </p:nvCxnSpPr>
        <p:spPr>
          <a:xfrm flipV="1">
            <a:off x="5069433" y="3304381"/>
            <a:ext cx="67666" cy="39199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84" name="C5-E04 line 282" descr="sci-ppt:o282"/>
          <p:cNvCxnSpPr/>
          <p:nvPr/>
        </p:nvCxnSpPr>
        <p:spPr>
          <a:xfrm flipV="1">
            <a:off x="5137099" y="3265087"/>
            <a:ext cx="67665" cy="39294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85" name="C5-E04 line 283" descr="sci-ppt:o283"/>
          <p:cNvCxnSpPr/>
          <p:nvPr/>
        </p:nvCxnSpPr>
        <p:spPr>
          <a:xfrm flipV="1">
            <a:off x="5204764" y="3225699"/>
            <a:ext cx="67666" cy="39388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86" name="C5-E04 line 284" descr="sci-ppt:o284"/>
          <p:cNvCxnSpPr/>
          <p:nvPr/>
        </p:nvCxnSpPr>
        <p:spPr>
          <a:xfrm flipV="1">
            <a:off x="5272430" y="3186217"/>
            <a:ext cx="67666" cy="3948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87" name="C5-E04 line 285" descr="sci-ppt:o285"/>
          <p:cNvCxnSpPr/>
          <p:nvPr/>
        </p:nvCxnSpPr>
        <p:spPr>
          <a:xfrm flipV="1">
            <a:off x="5340096" y="3146641"/>
            <a:ext cx="67665" cy="3957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88" name="C5-E04 line 286" descr="sci-ppt:o286"/>
          <p:cNvCxnSpPr/>
          <p:nvPr/>
        </p:nvCxnSpPr>
        <p:spPr>
          <a:xfrm flipV="1">
            <a:off x="5407761" y="3106970"/>
            <a:ext cx="67666" cy="3967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89" name="C5-E04 line 287" descr="sci-ppt:o287"/>
          <p:cNvCxnSpPr/>
          <p:nvPr/>
        </p:nvCxnSpPr>
        <p:spPr>
          <a:xfrm flipV="1">
            <a:off x="5475427" y="3067204"/>
            <a:ext cx="67665" cy="3976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90" name="C5-E04 line 288" descr="sci-ppt:o288"/>
          <p:cNvCxnSpPr/>
          <p:nvPr/>
        </p:nvCxnSpPr>
        <p:spPr>
          <a:xfrm flipV="1">
            <a:off x="5543092" y="3027343"/>
            <a:ext cx="67666" cy="3986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91" name="C5-E04 line 289" descr="sci-ppt:o289"/>
          <p:cNvCxnSpPr/>
          <p:nvPr/>
        </p:nvCxnSpPr>
        <p:spPr>
          <a:xfrm flipV="1">
            <a:off x="5610758" y="2987386"/>
            <a:ext cx="67666" cy="3995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92" name="C5-E04 line 290" descr="sci-ppt:o290"/>
          <p:cNvCxnSpPr/>
          <p:nvPr/>
        </p:nvCxnSpPr>
        <p:spPr>
          <a:xfrm flipV="1">
            <a:off x="5678424" y="2947335"/>
            <a:ext cx="67665" cy="4005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93" name="C5-E04 line 291" descr="sci-ppt:o291"/>
          <p:cNvCxnSpPr/>
          <p:nvPr/>
        </p:nvCxnSpPr>
        <p:spPr>
          <a:xfrm flipV="1">
            <a:off x="5746089" y="2907188"/>
            <a:ext cx="67666" cy="4014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94" name="C5-E04 line 292" descr="sci-ppt:o292"/>
          <p:cNvCxnSpPr/>
          <p:nvPr/>
        </p:nvCxnSpPr>
        <p:spPr>
          <a:xfrm flipV="1">
            <a:off x="5813755" y="2866946"/>
            <a:ext cx="67665" cy="4024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95" name="C5-E04 line 293" descr="sci-ppt:o293"/>
          <p:cNvCxnSpPr/>
          <p:nvPr/>
        </p:nvCxnSpPr>
        <p:spPr>
          <a:xfrm flipV="1">
            <a:off x="5881420" y="2826608"/>
            <a:ext cx="67666" cy="40338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96" name="C5-E04 line 294" descr="sci-ppt:o294"/>
          <p:cNvCxnSpPr/>
          <p:nvPr/>
        </p:nvCxnSpPr>
        <p:spPr>
          <a:xfrm flipV="1">
            <a:off x="5949086" y="2786174"/>
            <a:ext cx="67666" cy="40434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97" name="C5-E04 line 295" descr="sci-ppt:o295"/>
          <p:cNvCxnSpPr/>
          <p:nvPr/>
        </p:nvCxnSpPr>
        <p:spPr>
          <a:xfrm flipV="1">
            <a:off x="6016752" y="2745643"/>
            <a:ext cx="67665" cy="40531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98" name="C5-E04 line 296" descr="sci-ppt:o296"/>
          <p:cNvCxnSpPr/>
          <p:nvPr/>
        </p:nvCxnSpPr>
        <p:spPr>
          <a:xfrm flipV="1">
            <a:off x="6084417" y="2705017"/>
            <a:ext cx="67666" cy="4062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299" name="C5-E04 line 297" descr="sci-ppt:o297"/>
          <p:cNvCxnSpPr/>
          <p:nvPr/>
        </p:nvCxnSpPr>
        <p:spPr>
          <a:xfrm flipV="1">
            <a:off x="6152083" y="2664294"/>
            <a:ext cx="67665" cy="4072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00" name="C5-E04 line 298" descr="sci-ppt:o298"/>
          <p:cNvCxnSpPr/>
          <p:nvPr/>
        </p:nvCxnSpPr>
        <p:spPr>
          <a:xfrm flipV="1">
            <a:off x="6219748" y="2623475"/>
            <a:ext cx="67666" cy="40819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01" name="C5-E04 line 299" descr="sci-ppt:o299"/>
          <p:cNvCxnSpPr/>
          <p:nvPr/>
        </p:nvCxnSpPr>
        <p:spPr>
          <a:xfrm flipV="1">
            <a:off x="6287414" y="2582559"/>
            <a:ext cx="67666" cy="4091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02" name="C5-E04 line 300" descr="sci-ppt:o300"/>
          <p:cNvCxnSpPr/>
          <p:nvPr/>
        </p:nvCxnSpPr>
        <p:spPr>
          <a:xfrm flipV="1">
            <a:off x="6355080" y="2541546"/>
            <a:ext cx="67665" cy="4101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03" name="C5-E04 line 301" descr="sci-ppt:o301"/>
          <p:cNvCxnSpPr/>
          <p:nvPr/>
        </p:nvCxnSpPr>
        <p:spPr>
          <a:xfrm flipV="1">
            <a:off x="6422745" y="2500436"/>
            <a:ext cx="67666" cy="41110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04" name="C5-E04 line 302" descr="sci-ppt:o302"/>
          <p:cNvCxnSpPr/>
          <p:nvPr/>
        </p:nvCxnSpPr>
        <p:spPr>
          <a:xfrm flipV="1">
            <a:off x="6490411" y="2459229"/>
            <a:ext cx="67665" cy="4120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05" name="C5-E04 line 303" descr="sci-ppt:o303"/>
          <p:cNvCxnSpPr/>
          <p:nvPr/>
        </p:nvCxnSpPr>
        <p:spPr>
          <a:xfrm flipV="1">
            <a:off x="6558076" y="2417925"/>
            <a:ext cx="67666" cy="41304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06" name="C5-E04 line 304" descr="sci-ppt:o304"/>
          <p:cNvCxnSpPr/>
          <p:nvPr/>
        </p:nvCxnSpPr>
        <p:spPr>
          <a:xfrm flipV="1">
            <a:off x="6625742" y="2376523"/>
            <a:ext cx="67666" cy="4140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07" name="C5-E04 line 305" descr="sci-ppt:o305"/>
          <p:cNvCxnSpPr/>
          <p:nvPr/>
        </p:nvCxnSpPr>
        <p:spPr>
          <a:xfrm flipV="1">
            <a:off x="6693408" y="2335024"/>
            <a:ext cx="67665" cy="41499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08" name="C5-E04 line 306" descr="sci-ppt:o306"/>
          <p:cNvCxnSpPr/>
          <p:nvPr/>
        </p:nvCxnSpPr>
        <p:spPr>
          <a:xfrm flipV="1">
            <a:off x="6761073" y="2293427"/>
            <a:ext cx="67666" cy="4159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09" name="C5-E04 line 307" descr="sci-ppt:o307"/>
          <p:cNvCxnSpPr/>
          <p:nvPr/>
        </p:nvCxnSpPr>
        <p:spPr>
          <a:xfrm flipV="1">
            <a:off x="6828739" y="2251732"/>
            <a:ext cx="67665" cy="41695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10" name="C5-E04 line 308" descr="sci-ppt:o308"/>
          <p:cNvCxnSpPr/>
          <p:nvPr/>
        </p:nvCxnSpPr>
        <p:spPr>
          <a:xfrm flipV="1">
            <a:off x="6896404" y="2209939"/>
            <a:ext cx="67666" cy="4179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11" name="C5-E04 line 309" descr="sci-ppt:o309"/>
          <p:cNvCxnSpPr/>
          <p:nvPr/>
        </p:nvCxnSpPr>
        <p:spPr>
          <a:xfrm flipV="1">
            <a:off x="6964070" y="2168047"/>
            <a:ext cx="67666" cy="4189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12" name="C5-E04 line 310" descr="sci-ppt:o310"/>
          <p:cNvCxnSpPr/>
          <p:nvPr/>
        </p:nvCxnSpPr>
        <p:spPr>
          <a:xfrm flipV="1">
            <a:off x="7031736" y="2126058"/>
            <a:ext cx="67665" cy="41989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13" name="C5-E04 line 311" descr="sci-ppt:o311"/>
          <p:cNvCxnSpPr/>
          <p:nvPr/>
        </p:nvCxnSpPr>
        <p:spPr>
          <a:xfrm flipV="1">
            <a:off x="7099401" y="2083969"/>
            <a:ext cx="67666" cy="42089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14" name="C5-E04 line 312" descr="sci-ppt:o312"/>
          <p:cNvCxnSpPr/>
          <p:nvPr/>
        </p:nvCxnSpPr>
        <p:spPr>
          <a:xfrm flipV="1">
            <a:off x="7167067" y="2041782"/>
            <a:ext cx="67665" cy="4218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15" name="C5-E04 line 313" descr="sci-ppt:o313"/>
          <p:cNvCxnSpPr/>
          <p:nvPr/>
        </p:nvCxnSpPr>
        <p:spPr>
          <a:xfrm flipV="1">
            <a:off x="7234732" y="1999496"/>
            <a:ext cx="67666" cy="4228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16" name="C5-E04 line 314" descr="sci-ppt:o314"/>
          <p:cNvCxnSpPr/>
          <p:nvPr/>
        </p:nvCxnSpPr>
        <p:spPr>
          <a:xfrm flipV="1">
            <a:off x="7302398" y="1957111"/>
            <a:ext cx="67666" cy="42385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17" name="C5-E04 line 315" descr="sci-ppt:o315"/>
          <p:cNvCxnSpPr/>
          <p:nvPr/>
        </p:nvCxnSpPr>
        <p:spPr>
          <a:xfrm flipV="1">
            <a:off x="7370064" y="1914627"/>
            <a:ext cx="67665" cy="42484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18" name="C5-E04 line 316" descr="sci-ppt:o316"/>
          <p:cNvCxnSpPr/>
          <p:nvPr/>
        </p:nvCxnSpPr>
        <p:spPr>
          <a:xfrm flipV="1">
            <a:off x="7437729" y="1872044"/>
            <a:ext cx="67666" cy="4258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19" name="C5-E04 line 317" descr="sci-ppt:o317"/>
          <p:cNvCxnSpPr/>
          <p:nvPr/>
        </p:nvCxnSpPr>
        <p:spPr>
          <a:xfrm flipV="1">
            <a:off x="7505395" y="1829361"/>
            <a:ext cx="67665" cy="4268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20" name="C5-E04 line 318" descr="sci-ppt:o318"/>
          <p:cNvCxnSpPr/>
          <p:nvPr/>
        </p:nvCxnSpPr>
        <p:spPr>
          <a:xfrm flipV="1">
            <a:off x="7573060" y="1786579"/>
            <a:ext cx="67666" cy="4278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21" name="C5-E04 line 319" descr="sci-ppt:o319"/>
          <p:cNvCxnSpPr/>
          <p:nvPr/>
        </p:nvCxnSpPr>
        <p:spPr>
          <a:xfrm flipV="1">
            <a:off x="7640726" y="1743697"/>
            <a:ext cx="67666" cy="4288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22" name="C5-E04 line 320" descr="sci-ppt:o320"/>
          <p:cNvCxnSpPr/>
          <p:nvPr/>
        </p:nvCxnSpPr>
        <p:spPr>
          <a:xfrm flipV="1">
            <a:off x="7708392" y="1700714"/>
            <a:ext cx="67665" cy="4298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23" name="C5-E04 line 321" descr="sci-ppt:o321"/>
          <p:cNvCxnSpPr/>
          <p:nvPr/>
        </p:nvCxnSpPr>
        <p:spPr>
          <a:xfrm flipV="1">
            <a:off x="7776057" y="1657632"/>
            <a:ext cx="67666" cy="4308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24" name="C5-E04 line 322" descr="sci-ppt:o322"/>
          <p:cNvCxnSpPr/>
          <p:nvPr/>
        </p:nvCxnSpPr>
        <p:spPr>
          <a:xfrm flipV="1">
            <a:off x="7843723" y="1614450"/>
            <a:ext cx="67665" cy="43182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25" name="C5-E04 line 323" descr="sci-ppt:o323"/>
          <p:cNvCxnSpPr/>
          <p:nvPr/>
        </p:nvCxnSpPr>
        <p:spPr>
          <a:xfrm flipV="1">
            <a:off x="7911388" y="1571167"/>
            <a:ext cx="67666" cy="4328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26" name="C5-E04 line 324" descr="sci-ppt:o324"/>
          <p:cNvCxnSpPr/>
          <p:nvPr/>
        </p:nvCxnSpPr>
        <p:spPr>
          <a:xfrm flipV="1">
            <a:off x="7979054" y="1527784"/>
            <a:ext cx="67666" cy="43383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27" name="C5-E04 line 325" descr="sci-ppt:o325"/>
          <p:cNvCxnSpPr/>
          <p:nvPr/>
        </p:nvCxnSpPr>
        <p:spPr>
          <a:xfrm>
            <a:off x="5747318" y="1188720"/>
            <a:ext cx="0" cy="4206239"/>
          </a:xfrm>
          <a:prstGeom prst="line">
            <a:avLst/>
          </a:prstGeom>
          <a:ln w="12700">
            <a:solidFill>
              <a:srgbClr val="2E4756"/>
            </a:solidFill>
            <a:prstDash val="dash"/>
          </a:ln>
          <a:effectLst/>
        </p:spPr>
      </p:cxnSp>
      <p:sp>
        <p:nvSpPr>
          <p:cNvPr id="328" name="C5-E04 ellipse 326" descr="sci-ppt:o326"/>
          <p:cNvSpPr/>
          <p:nvPr/>
        </p:nvSpPr>
        <p:spPr>
          <a:xfrm>
            <a:off x="5674166" y="2873455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C5-E04 text 327" descr="sci-ppt:o327"/>
          <p:cNvSpPr txBox="1"/>
          <p:nvPr/>
        </p:nvSpPr>
        <p:spPr>
          <a:xfrm>
            <a:off x="8321040" y="1280160"/>
            <a:ext cx="35661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7F0F3"/>
                </a:solidFill>
                <a:latin typeface="Arial"/>
              </a:rPr>
              <a:t>Curves</a:t>
            </a:r>
          </a:p>
        </p:txBody>
      </p:sp>
      <p:cxnSp>
        <p:nvCxnSpPr>
          <p:cNvPr id="330" name="C5-E04 line 328" descr="sci-ppt:o328"/>
          <p:cNvCxnSpPr/>
          <p:nvPr/>
        </p:nvCxnSpPr>
        <p:spPr>
          <a:xfrm>
            <a:off x="8321040" y="1874519"/>
            <a:ext cx="502920" cy="0"/>
          </a:xfrm>
          <a:prstGeom prst="line">
            <a:avLst/>
          </a:prstGeom>
          <a:ln w="38100">
            <a:solidFill>
              <a:srgbClr val="8EDBD4"/>
            </a:solidFill>
          </a:ln>
          <a:effectLst/>
        </p:spPr>
      </p:cxnSp>
      <p:sp>
        <p:nvSpPr>
          <p:cNvPr id="331" name="C5-E04 text 329" descr="sci-ppt:o329"/>
          <p:cNvSpPr txBox="1"/>
          <p:nvPr/>
        </p:nvSpPr>
        <p:spPr>
          <a:xfrm>
            <a:off x="8915400" y="1737360"/>
            <a:ext cx="310896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Hugoniot p_H (energy kept)</a:t>
            </a:r>
          </a:p>
        </p:txBody>
      </p:sp>
      <p:cxnSp>
        <p:nvCxnSpPr>
          <p:cNvPr id="332" name="C5-E04 line 330" descr="sci-ppt:o330"/>
          <p:cNvCxnSpPr/>
          <p:nvPr/>
        </p:nvCxnSpPr>
        <p:spPr>
          <a:xfrm>
            <a:off x="8321040" y="2331720"/>
            <a:ext cx="502920" cy="0"/>
          </a:xfrm>
          <a:prstGeom prst="line">
            <a:avLst/>
          </a:prstGeom>
          <a:ln w="38100">
            <a:solidFill>
              <a:srgbClr val="F2B880"/>
            </a:solidFill>
          </a:ln>
          <a:effectLst/>
        </p:spPr>
      </p:cxnSp>
      <p:sp>
        <p:nvSpPr>
          <p:cNvPr id="333" name="C5-E04 text 331" descr="sci-ppt:o331"/>
          <p:cNvSpPr txBox="1"/>
          <p:nvPr/>
        </p:nvSpPr>
        <p:spPr>
          <a:xfrm>
            <a:off x="8915400" y="2194560"/>
            <a:ext cx="310896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Barotropic p_B (density-only)</a:t>
            </a:r>
          </a:p>
        </p:txBody>
      </p:sp>
      <p:cxnSp>
        <p:nvCxnSpPr>
          <p:cNvPr id="334" name="C5-E04 line 332" descr="sci-ppt:o332"/>
          <p:cNvCxnSpPr/>
          <p:nvPr/>
        </p:nvCxnSpPr>
        <p:spPr>
          <a:xfrm>
            <a:off x="8321040" y="2788920"/>
            <a:ext cx="502920" cy="0"/>
          </a:xfrm>
          <a:prstGeom prst="line">
            <a:avLst/>
          </a:prstGeom>
          <a:ln w="38100">
            <a:solidFill>
              <a:srgbClr val="B4C7D2"/>
            </a:solidFill>
            <a:prstDash val="dash"/>
          </a:ln>
          <a:effectLst/>
        </p:spPr>
      </p:cxnSp>
      <p:sp>
        <p:nvSpPr>
          <p:cNvPr id="335" name="C5-E04 text 333" descr="sci-ppt:o333"/>
          <p:cNvSpPr txBox="1"/>
          <p:nvPr/>
        </p:nvSpPr>
        <p:spPr>
          <a:xfrm>
            <a:off x="8915400" y="2651760"/>
            <a:ext cx="310896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Acoustic p_A = p_j + Z_0 U</a:t>
            </a:r>
          </a:p>
        </p:txBody>
      </p:sp>
      <p:sp>
        <p:nvSpPr>
          <p:cNvPr id="336" name="C5-E04 text 334" descr="sci-ppt:o334"/>
          <p:cNvSpPr txBox="1"/>
          <p:nvPr/>
        </p:nvSpPr>
        <p:spPr>
          <a:xfrm>
            <a:off x="8321040" y="3246120"/>
            <a:ext cx="35661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2B880"/>
                </a:solidFill>
                <a:latin typeface="Arial"/>
              </a:rPr>
              <a:t>At U = 99.027 m/s</a:t>
            </a:r>
          </a:p>
        </p:txBody>
      </p:sp>
      <p:sp>
        <p:nvSpPr>
          <p:cNvPr id="337" name="C5-E04 text 335" descr="sci-ppt:o335"/>
          <p:cNvSpPr txBox="1"/>
          <p:nvPr/>
        </p:nvSpPr>
        <p:spPr>
          <a:xfrm>
            <a:off x="8321040" y="3611880"/>
            <a:ext cx="35661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p_H = 174.623 MPa</a:t>
            </a:r>
          </a:p>
        </p:txBody>
      </p:sp>
      <p:sp>
        <p:nvSpPr>
          <p:cNvPr id="338" name="C5-E04 text 336" descr="sci-ppt:o336"/>
          <p:cNvSpPr txBox="1"/>
          <p:nvPr/>
        </p:nvSpPr>
        <p:spPr>
          <a:xfrm>
            <a:off x="8321040" y="3931920"/>
            <a:ext cx="35661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p_B = 174.155 MPa</a:t>
            </a:r>
          </a:p>
        </p:txBody>
      </p:sp>
      <p:sp>
        <p:nvSpPr>
          <p:cNvPr id="339" name="C5-E04 text 337" descr="sci-ppt:o337"/>
          <p:cNvSpPr txBox="1"/>
          <p:nvPr/>
        </p:nvSpPr>
        <p:spPr>
          <a:xfrm>
            <a:off x="8321040" y="4251960"/>
            <a:ext cx="356616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p_A = 160.867 MPa</a:t>
            </a:r>
          </a:p>
        </p:txBody>
      </p:sp>
      <p:sp>
        <p:nvSpPr>
          <p:cNvPr id="340" name="C5-E04 text 338" descr="sci-ppt:o338"/>
          <p:cNvSpPr txBox="1"/>
          <p:nvPr/>
        </p:nvSpPr>
        <p:spPr>
          <a:xfrm>
            <a:off x="8321040" y="4663440"/>
            <a:ext cx="356616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8EDBD4"/>
                </a:solidFill>
                <a:latin typeface="Arial"/>
              </a:rPr>
              <a:t>p_B is 0.268% below p_H</a:t>
            </a:r>
          </a:p>
        </p:txBody>
      </p:sp>
      <p:sp>
        <p:nvSpPr>
          <p:cNvPr id="341" name="C5-E04 text 339" descr="sci-ppt:o339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Curves computed from Eqs. (C5-E02), (C5-E04) and (C5-E05).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